
<file path=[Content_Types].xml><?xml version="1.0" encoding="utf-8"?>
<Types xmlns="http://schemas.openxmlformats.org/package/2006/content-types">
  <Default Extension="docx" ContentType="application/vnd.openxmlformats-officedocument.wordprocessingml.document"/>
  <Default Extension="emf" ContentType="image/x-em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tags/tag1.xml" ContentType="application/vnd.openxmlformats-officedocument.presentationml.tags+xml"/>
  <Override PartName="/ppt/tags/tag2.xml" ContentType="application/vnd.openxmlformats-officedocument.presentationml.tags+xml"/>
  <Override PartName="/ppt/tags/tag3.xml" ContentType="application/vnd.openxmlformats-officedocument.presentationml.tags+xml"/>
  <Override PartName="/ppt/tags/tag4.xml" ContentType="application/vnd.openxmlformats-officedocument.presentationml.tags+xml"/>
  <Override PartName="/ppt/tags/tag5.xml" ContentType="application/vnd.openxmlformats-officedocument.presentationml.tags+xml"/>
  <Override PartName="/ppt/tags/tag6.xml" ContentType="application/vnd.openxmlformats-officedocument.presentationml.tags+xml"/>
  <Override PartName="/ppt/tags/tag7.xml" ContentType="application/vnd.openxmlformats-officedocument.presentationml.tags+xml"/>
  <Override PartName="/ppt/tags/tag8.xml" ContentType="application/vnd.openxmlformats-officedocument.presentationml.tags+xml"/>
  <Override PartName="/ppt/tags/tag9.xml" ContentType="application/vnd.openxmlformats-officedocument.presentationml.tags+xml"/>
  <Override PartName="/ppt/tags/tag10.xml" ContentType="application/vnd.openxmlformats-officedocument.presentationml.tags+xml"/>
  <Override PartName="/ppt/tags/tag11.xml" ContentType="application/vnd.openxmlformats-officedocument.presentationml.tags+xml"/>
  <Override PartName="/ppt/theme/theme2.xml" ContentType="application/vnd.openxmlformats-officedocument.theme+xml"/>
  <Override PartName="/ppt/tags/tag12.xml" ContentType="application/vnd.openxmlformats-officedocument.presentationml.tags+xml"/>
  <Override PartName="/ppt/tags/tag13.xml" ContentType="application/vnd.openxmlformats-officedocument.presentationml.tags+xml"/>
  <Override PartName="/ppt/tags/tag14.xml" ContentType="application/vnd.openxmlformats-officedocument.presentationml.tags+xml"/>
  <Override PartName="/ppt/tags/tag15.xml" ContentType="application/vnd.openxmlformats-officedocument.presentationml.tags+xml"/>
  <Override PartName="/ppt/tags/tag16.xml" ContentType="application/vnd.openxmlformats-officedocument.presentationml.tags+xml"/>
  <Override PartName="/ppt/tags/tag17.xml" ContentType="application/vnd.openxmlformats-officedocument.presentationml.tags+xml"/>
  <Override PartName="/ppt/tags/tag18.xml" ContentType="application/vnd.openxmlformats-officedocument.presentationml.tags+xml"/>
  <Override PartName="/ppt/tags/tag19.xml" ContentType="application/vnd.openxmlformats-officedocument.presentationml.tags+xml"/>
  <Override PartName="/ppt/tags/tag20.xml" ContentType="application/vnd.openxmlformats-officedocument.presentationml.tags+xml"/>
  <Override PartName="/ppt/tags/tag21.xml" ContentType="application/vnd.openxmlformats-officedocument.presentationml.tags+xml"/>
  <Override PartName="/ppt/tags/tag22.xml" ContentType="application/vnd.openxmlformats-officedocument.presentationml.tags+xml"/>
  <Override PartName="/ppt/notesSlides/notesSlide1.xml" ContentType="application/vnd.openxmlformats-officedocument.presentationml.notesSlide+xml"/>
  <Override PartName="/ppt/tags/tag23.xml" ContentType="application/vnd.openxmlformats-officedocument.presentationml.tags+xml"/>
  <Override PartName="/ppt/tags/tag24.xml" ContentType="application/vnd.openxmlformats-officedocument.presentationml.tags+xml"/>
  <Override PartName="/ppt/tags/tag25.xml" ContentType="application/vnd.openxmlformats-officedocument.presentationml.tags+xml"/>
  <Override PartName="/ppt/tags/tag26.xml" ContentType="application/vnd.openxmlformats-officedocument.presentationml.tags+xml"/>
  <Override PartName="/ppt/tags/tag27.xml" ContentType="application/vnd.openxmlformats-officedocument.presentationml.tags+xml"/>
  <Override PartName="/ppt/tags/tag28.xml" ContentType="application/vnd.openxmlformats-officedocument.presentationml.tags+xml"/>
  <Override PartName="/ppt/tags/tag29.xml" ContentType="application/vnd.openxmlformats-officedocument.presentationml.tags+xml"/>
  <Override PartName="/ppt/tags/tag30.xml" ContentType="application/vnd.openxmlformats-officedocument.presentationml.tags+xml"/>
  <Override PartName="/ppt/tags/tag31.xml" ContentType="application/vnd.openxmlformats-officedocument.presentationml.tags+xml"/>
  <Override PartName="/ppt/tags/tag32.xml" ContentType="application/vnd.openxmlformats-officedocument.presentationml.tags+xml"/>
  <Override PartName="/ppt/tags/tag33.xml" ContentType="application/vnd.openxmlformats-officedocument.presentationml.tags+xml"/>
  <Override PartName="/ppt/tags/tag34.xml" ContentType="application/vnd.openxmlformats-officedocument.presentationml.tags+xml"/>
  <Override PartName="/ppt/tags/tag35.xml" ContentType="application/vnd.openxmlformats-officedocument.presentationml.tags+xml"/>
  <Override PartName="/ppt/tags/tag36.xml" ContentType="application/vnd.openxmlformats-officedocument.presentationml.tags+xml"/>
  <Override PartName="/ppt/tags/tag37.xml" ContentType="application/vnd.openxmlformats-officedocument.presentationml.tags+xml"/>
  <Override PartName="/ppt/tags/tag38.xml" ContentType="application/vnd.openxmlformats-officedocument.presentationml.tags+xml"/>
  <Override PartName="/ppt/tags/tag39.xml" ContentType="application/vnd.openxmlformats-officedocument.presentationml.tags+xml"/>
  <Override PartName="/ppt/tags/tag40.xml" ContentType="application/vnd.openxmlformats-officedocument.presentationml.tags+xml"/>
  <Override PartName="/ppt/tags/tag41.xml" ContentType="application/vnd.openxmlformats-officedocument.presentationml.tags+xml"/>
  <Override PartName="/ppt/tags/tag42.xml" ContentType="application/vnd.openxmlformats-officedocument.presentationml.tags+xml"/>
  <Override PartName="/ppt/tags/tag43.xml" ContentType="application/vnd.openxmlformats-officedocument.presentationml.tags+xml"/>
  <Override PartName="/ppt/tags/tag44.xml" ContentType="application/vnd.openxmlformats-officedocument.presentationml.tags+xml"/>
  <Override PartName="/ppt/tags/tag45.xml" ContentType="application/vnd.openxmlformats-officedocument.presentationml.tags+xml"/>
  <Override PartName="/ppt/tags/tag46.xml" ContentType="application/vnd.openxmlformats-officedocument.presentationml.tags+xml"/>
  <Override PartName="/ppt/tags/tag47.xml" ContentType="application/vnd.openxmlformats-officedocument.presentationml.tags+xml"/>
  <Override PartName="/ppt/tags/tag48.xml" ContentType="application/vnd.openxmlformats-officedocument.presentationml.tags+xml"/>
  <Override PartName="/ppt/tags/tag49.xml" ContentType="application/vnd.openxmlformats-officedocument.presentationml.tags+xml"/>
  <Override PartName="/ppt/tags/tag50.xml" ContentType="application/vnd.openxmlformats-officedocument.presentationml.tags+xml"/>
  <Override PartName="/ppt/tags/tag51.xml" ContentType="application/vnd.openxmlformats-officedocument.presentationml.tags+xml"/>
  <Override PartName="/ppt/tags/tag52.xml" ContentType="application/vnd.openxmlformats-officedocument.presentationml.tags+xml"/>
  <Override PartName="/ppt/tags/tag53.xml" ContentType="application/vnd.openxmlformats-officedocument.presentationml.tags+xml"/>
  <Override PartName="/ppt/tags/tag54.xml" ContentType="application/vnd.openxmlformats-officedocument.presentationml.tags+xml"/>
  <Override PartName="/ppt/tags/tag55.xml" ContentType="application/vnd.openxmlformats-officedocument.presentationml.tags+xml"/>
  <Override PartName="/ppt/tags/tag56.xml" ContentType="application/vnd.openxmlformats-officedocument.presentationml.tags+xml"/>
  <Override PartName="/ppt/tags/tag57.xml" ContentType="application/vnd.openxmlformats-officedocument.presentationml.tags+xml"/>
  <Override PartName="/ppt/tags/tag58.xml" ContentType="application/vnd.openxmlformats-officedocument.presentationml.tags+xml"/>
  <Override PartName="/ppt/tags/tag59.xml" ContentType="application/vnd.openxmlformats-officedocument.presentationml.tags+xml"/>
  <Override PartName="/ppt/tags/tag60.xml" ContentType="application/vnd.openxmlformats-officedocument.presentationml.tags+xml"/>
  <Override PartName="/ppt/tags/tag61.xml" ContentType="application/vnd.openxmlformats-officedocument.presentationml.tags+xml"/>
  <Override PartName="/ppt/tags/tag62.xml" ContentType="application/vnd.openxmlformats-officedocument.presentationml.tags+xml"/>
  <Override PartName="/ppt/tags/tag63.xml" ContentType="application/vnd.openxmlformats-officedocument.presentationml.tags+xml"/>
  <Override PartName="/ppt/tags/tag64.xml" ContentType="application/vnd.openxmlformats-officedocument.presentationml.tags+xml"/>
  <Override PartName="/ppt/tags/tag65.xml" ContentType="application/vnd.openxmlformats-officedocument.presentationml.tags+xml"/>
  <Override PartName="/ppt/tags/tag66.xml" ContentType="application/vnd.openxmlformats-officedocument.presentationml.tags+xml"/>
  <Override PartName="/ppt/tags/tag67.xml" ContentType="application/vnd.openxmlformats-officedocument.presentationml.tags+xml"/>
  <Override PartName="/ppt/tags/tag68.xml" ContentType="application/vnd.openxmlformats-officedocument.presentationml.tags+xml"/>
  <Override PartName="/ppt/tags/tag69.xml" ContentType="application/vnd.openxmlformats-officedocument.presentationml.tags+xml"/>
  <Override PartName="/ppt/tags/tag70.xml" ContentType="application/vnd.openxmlformats-officedocument.presentationml.tags+xml"/>
  <Override PartName="/ppt/tags/tag71.xml" ContentType="application/vnd.openxmlformats-officedocument.presentationml.tags+xml"/>
  <Override PartName="/ppt/tags/tag72.xml" ContentType="application/vnd.openxmlformats-officedocument.presentationml.tags+xml"/>
  <Override PartName="/ppt/tags/tag73.xml" ContentType="application/vnd.openxmlformats-officedocument.presentationml.tags+xml"/>
  <Override PartName="/ppt/tags/tag74.xml" ContentType="application/vnd.openxmlformats-officedocument.presentationml.tags+xml"/>
  <Override PartName="/ppt/tags/tag75.xml" ContentType="application/vnd.openxmlformats-officedocument.presentationml.tags+xml"/>
  <Override PartName="/ppt/tags/tag76.xml" ContentType="application/vnd.openxmlformats-officedocument.presentationml.tags+xml"/>
  <Override PartName="/ppt/tags/tag77.xml" ContentType="application/vnd.openxmlformats-officedocument.presentationml.tags+xml"/>
  <Override PartName="/ppt/tags/tag78.xml" ContentType="application/vnd.openxmlformats-officedocument.presentationml.tags+xml"/>
  <Override PartName="/ppt/tags/tag79.xml" ContentType="application/vnd.openxmlformats-officedocument.presentationml.tags+xml"/>
  <Override PartName="/ppt/tags/tag80.xml" ContentType="application/vnd.openxmlformats-officedocument.presentationml.tags+xml"/>
  <Override PartName="/ppt/tags/tag81.xml" ContentType="application/vnd.openxmlformats-officedocument.presentationml.tags+xml"/>
  <Override PartName="/ppt/tags/tag82.xml" ContentType="application/vnd.openxmlformats-officedocument.presentationml.tags+xml"/>
  <Override PartName="/ppt/tags/tag83.xml" ContentType="application/vnd.openxmlformats-officedocument.presentationml.tags+xml"/>
  <Override PartName="/ppt/tags/tag84.xml" ContentType="application/vnd.openxmlformats-officedocument.presentationml.tags+xml"/>
  <Override PartName="/ppt/tags/tag85.xml" ContentType="application/vnd.openxmlformats-officedocument.presentationml.tags+xml"/>
  <Override PartName="/ppt/tags/tag86.xml" ContentType="application/vnd.openxmlformats-officedocument.presentationml.tags+xml"/>
  <Override PartName="/ppt/tags/tag87.xml" ContentType="application/vnd.openxmlformats-officedocument.presentationml.tags+xml"/>
  <Override PartName="/ppt/tags/tag88.xml" ContentType="application/vnd.openxmlformats-officedocument.presentationml.tags+xml"/>
  <Override PartName="/ppt/tags/tag89.xml" ContentType="application/vnd.openxmlformats-officedocument.presentationml.tags+xml"/>
  <Override PartName="/ppt/tags/tag90.xml" ContentType="application/vnd.openxmlformats-officedocument.presentationml.tags+xml"/>
  <Override PartName="/ppt/tags/tag91.xml" ContentType="application/vnd.openxmlformats-officedocument.presentationml.tags+xml"/>
  <Override PartName="/ppt/tags/tag92.xml" ContentType="application/vnd.openxmlformats-officedocument.presentationml.tags+xml"/>
  <Override PartName="/ppt/tags/tag93.xml" ContentType="application/vnd.openxmlformats-officedocument.presentationml.tags+xml"/>
  <Override PartName="/ppt/tags/tag94.xml" ContentType="application/vnd.openxmlformats-officedocument.presentationml.tags+xml"/>
  <Override PartName="/ppt/tags/tag95.xml" ContentType="application/vnd.openxmlformats-officedocument.presentationml.tags+xml"/>
  <Override PartName="/ppt/tags/tag96.xml" ContentType="application/vnd.openxmlformats-officedocument.presentationml.tags+xml"/>
  <Override PartName="/ppt/tags/tag97.xml" ContentType="application/vnd.openxmlformats-officedocument.presentationml.tags+xml"/>
  <Override PartName="/ppt/tags/tag98.xml" ContentType="application/vnd.openxmlformats-officedocument.presentationml.tags+xml"/>
  <Override PartName="/ppt/tags/tag99.xml" ContentType="application/vnd.openxmlformats-officedocument.presentationml.tags+xml"/>
  <Override PartName="/ppt/tags/tag100.xml" ContentType="application/vnd.openxmlformats-officedocument.presentationml.tags+xml"/>
  <Override PartName="/ppt/tags/tag101.xml" ContentType="application/vnd.openxmlformats-officedocument.presentationml.tags+xml"/>
  <Override PartName="/ppt/tags/tag102.xml" ContentType="application/vnd.openxmlformats-officedocument.presentationml.tags+xml"/>
  <Override PartName="/ppt/tags/tag103.xml" ContentType="application/vnd.openxmlformats-officedocument.presentationml.tags+xml"/>
  <Override PartName="/ppt/tags/tag104.xml" ContentType="application/vnd.openxmlformats-officedocument.presentationml.tags+xml"/>
  <Override PartName="/ppt/tags/tag105.xml" ContentType="application/vnd.openxmlformats-officedocument.presentationml.tags+xml"/>
  <Override PartName="/ppt/tags/tag106.xml" ContentType="application/vnd.openxmlformats-officedocument.presentationml.tags+xml"/>
  <Override PartName="/ppt/tags/tag107.xml" ContentType="application/vnd.openxmlformats-officedocument.presentationml.tags+xml"/>
  <Override PartName="/ppt/tags/tag108.xml" ContentType="application/vnd.openxmlformats-officedocument.presentationml.tags+xml"/>
  <Override PartName="/ppt/tags/tag109.xml" ContentType="application/vnd.openxmlformats-officedocument.presentationml.tags+xml"/>
  <Override PartName="/ppt/tags/tag110.xml" ContentType="application/vnd.openxmlformats-officedocument.presentationml.tags+xml"/>
  <Override PartName="/ppt/tags/tag111.xml" ContentType="application/vnd.openxmlformats-officedocument.presentationml.tags+xml"/>
  <Override PartName="/ppt/tags/tag112.xml" ContentType="application/vnd.openxmlformats-officedocument.presentationml.tags+xml"/>
  <Override PartName="/ppt/tags/tag113.xml" ContentType="application/vnd.openxmlformats-officedocument.presentationml.tags+xml"/>
  <Override PartName="/ppt/tags/tag114.xml" ContentType="application/vnd.openxmlformats-officedocument.presentationml.tags+xml"/>
  <Override PartName="/ppt/tags/tag115.xml" ContentType="application/vnd.openxmlformats-officedocument.presentationml.tags+xml"/>
  <Override PartName="/ppt/tags/tag116.xml" ContentType="application/vnd.openxmlformats-officedocument.presentationml.tags+xml"/>
  <Override PartName="/ppt/tags/tag117.xml" ContentType="application/vnd.openxmlformats-officedocument.presentationml.tags+xml"/>
  <Override PartName="/ppt/tags/tag118.xml" ContentType="application/vnd.openxmlformats-officedocument.presentationml.tags+xml"/>
  <Override PartName="/ppt/tags/tag119.xml" ContentType="application/vnd.openxmlformats-officedocument.presentationml.tags+xml"/>
  <Override PartName="/ppt/tags/tag120.xml" ContentType="application/vnd.openxmlformats-officedocument.presentationml.tags+xml"/>
  <Override PartName="/ppt/tags/tag121.xml" ContentType="application/vnd.openxmlformats-officedocument.presentationml.tags+xml"/>
  <Override PartName="/ppt/tags/tag122.xml" ContentType="application/vnd.openxmlformats-officedocument.presentationml.tags+xml"/>
  <Override PartName="/ppt/tags/tag123.xml" ContentType="application/vnd.openxmlformats-officedocument.presentationml.tags+xml"/>
  <Override PartName="/ppt/tags/tag124.xml" ContentType="application/vnd.openxmlformats-officedocument.presentationml.tags+xml"/>
  <Override PartName="/ppt/tags/tag125.xml" ContentType="application/vnd.openxmlformats-officedocument.presentationml.tags+xml"/>
  <Override PartName="/ppt/tags/tag126.xml" ContentType="application/vnd.openxmlformats-officedocument.presentationml.tags+xml"/>
  <Override PartName="/ppt/tags/tag127.xml" ContentType="application/vnd.openxmlformats-officedocument.presentationml.tags+xml"/>
  <Override PartName="/ppt/tags/tag128.xml" ContentType="application/vnd.openxmlformats-officedocument.presentationml.tags+xml"/>
  <Override PartName="/ppt/tags/tag129.xml" ContentType="application/vnd.openxmlformats-officedocument.presentationml.tags+xml"/>
  <Override PartName="/ppt/tags/tag130.xml" ContentType="application/vnd.openxmlformats-officedocument.presentationml.tags+xml"/>
  <Override PartName="/ppt/tags/tag131.xml" ContentType="application/vnd.openxmlformats-officedocument.presentationml.tags+xml"/>
  <Override PartName="/ppt/tags/tag132.xml" ContentType="application/vnd.openxmlformats-officedocument.presentationml.tags+xml"/>
  <Override PartName="/ppt/tags/tag133.xml" ContentType="application/vnd.openxmlformats-officedocument.presentationml.tags+xml"/>
  <Override PartName="/ppt/tags/tag134.xml" ContentType="application/vnd.openxmlformats-officedocument.presentationml.tags+xml"/>
  <Override PartName="/ppt/tags/tag135.xml" ContentType="application/vnd.openxmlformats-officedocument.presentationml.tags+xml"/>
  <Override PartName="/ppt/tags/tag136.xml" ContentType="application/vnd.openxmlformats-officedocument.presentationml.tags+xml"/>
  <Override PartName="/ppt/tags/tag137.xml" ContentType="application/vnd.openxmlformats-officedocument.presentationml.tags+xml"/>
  <Override PartName="/ppt/tags/tag138.xml" ContentType="application/vnd.openxmlformats-officedocument.presentationml.tags+xml"/>
  <Override PartName="/ppt/tags/tag139.xml" ContentType="application/vnd.openxmlformats-officedocument.presentationml.tags+xml"/>
  <Override PartName="/ppt/tags/tag140.xml" ContentType="application/vnd.openxmlformats-officedocument.presentationml.tags+xml"/>
  <Override PartName="/ppt/tags/tag141.xml" ContentType="application/vnd.openxmlformats-officedocument.presentationml.tags+xml"/>
  <Override PartName="/ppt/tags/tag142.xml" ContentType="application/vnd.openxmlformats-officedocument.presentationml.tags+xml"/>
  <Override PartName="/ppt/tags/tag143.xml" ContentType="application/vnd.openxmlformats-officedocument.presentationml.tags+xml"/>
  <Override PartName="/ppt/tags/tag144.xml" ContentType="application/vnd.openxmlformats-officedocument.presentationml.tags+xml"/>
  <Override PartName="/ppt/tags/tag145.xml" ContentType="application/vnd.openxmlformats-officedocument.presentationml.tags+xml"/>
  <Override PartName="/ppt/tags/tag146.xml" ContentType="application/vnd.openxmlformats-officedocument.presentationml.tags+xml"/>
  <Override PartName="/ppt/tags/tag147.xml" ContentType="application/vnd.openxmlformats-officedocument.presentationml.tags+xml"/>
  <Override PartName="/ppt/tags/tag148.xml" ContentType="application/vnd.openxmlformats-officedocument.presentationml.tags+xml"/>
  <Override PartName="/ppt/tags/tag149.xml" ContentType="application/vnd.openxmlformats-officedocument.presentationml.tags+xml"/>
  <Override PartName="/ppt/tags/tag150.xml" ContentType="application/vnd.openxmlformats-officedocument.presentationml.tags+xml"/>
  <Override PartName="/ppt/tags/tag151.xml" ContentType="application/vnd.openxmlformats-officedocument.presentationml.tags+xml"/>
  <Override PartName="/ppt/tags/tag152.xml" ContentType="application/vnd.openxmlformats-officedocument.presentationml.tags+xml"/>
  <Override PartName="/ppt/tags/tag153.xml" ContentType="application/vnd.openxmlformats-officedocument.presentationml.tags+xml"/>
  <Override PartName="/ppt/tags/tag154.xml" ContentType="application/vnd.openxmlformats-officedocument.presentationml.tags+xml"/>
  <Override PartName="/ppt/tags/tag155.xml" ContentType="application/vnd.openxmlformats-officedocument.presentationml.tags+xml"/>
  <Override PartName="/ppt/tags/tag156.xml" ContentType="application/vnd.openxmlformats-officedocument.presentationml.tags+xml"/>
  <Override PartName="/ppt/tags/tag157.xml" ContentType="application/vnd.openxmlformats-officedocument.presentationml.tags+xml"/>
  <Override PartName="/ppt/tags/tag158.xml" ContentType="application/vnd.openxmlformats-officedocument.presentationml.tags+xml"/>
  <Override PartName="/ppt/tags/tag159.xml" ContentType="application/vnd.openxmlformats-officedocument.presentationml.tags+xml"/>
  <Override PartName="/ppt/tags/tag160.xml" ContentType="application/vnd.openxmlformats-officedocument.presentationml.tags+xml"/>
  <Override PartName="/ppt/tags/tag161.xml" ContentType="application/vnd.openxmlformats-officedocument.presentationml.tags+xml"/>
  <Override PartName="/ppt/tags/tag162.xml" ContentType="application/vnd.openxmlformats-officedocument.presentationml.tags+xml"/>
  <Override PartName="/ppt/tags/tag163.xml" ContentType="application/vnd.openxmlformats-officedocument.presentationml.tags+xml"/>
  <Override PartName="/ppt/tags/tag164.xml" ContentType="application/vnd.openxmlformats-officedocument.presentationml.tags+xml"/>
  <Override PartName="/ppt/tags/tag165.xml" ContentType="application/vnd.openxmlformats-officedocument.presentationml.tags+xml"/>
  <Override PartName="/ppt/tags/tag166.xml" ContentType="application/vnd.openxmlformats-officedocument.presentationml.tags+xml"/>
  <Override PartName="/ppt/tags/tag167.xml" ContentType="application/vnd.openxmlformats-officedocument.presentationml.tags+xml"/>
  <Override PartName="/ppt/tags/tag168.xml" ContentType="application/vnd.openxmlformats-officedocument.presentationml.tags+xml"/>
  <Override PartName="/ppt/tags/tag169.xml" ContentType="application/vnd.openxmlformats-officedocument.presentationml.tags+xml"/>
  <Override PartName="/ppt/tags/tag170.xml" ContentType="application/vnd.openxmlformats-officedocument.presentationml.tags+xml"/>
  <Override PartName="/ppt/tags/tag171.xml" ContentType="application/vnd.openxmlformats-officedocument.presentationml.tags+xml"/>
  <Override PartName="/ppt/tags/tag172.xml" ContentType="application/vnd.openxmlformats-officedocument.presentationml.tags+xml"/>
  <Override PartName="/ppt/tags/tag173.xml" ContentType="application/vnd.openxmlformats-officedocument.presentationml.tags+xml"/>
  <Override PartName="/ppt/tags/tag174.xml" ContentType="application/vnd.openxmlformats-officedocument.presentationml.tags+xml"/>
  <Override PartName="/ppt/tags/tag175.xml" ContentType="application/vnd.openxmlformats-officedocument.presentationml.tags+xml"/>
  <Override PartName="/ppt/tags/tag176.xml" ContentType="application/vnd.openxmlformats-officedocument.presentationml.tags+xml"/>
  <Override PartName="/ppt/tags/tag177.xml" ContentType="application/vnd.openxmlformats-officedocument.presentationml.tags+xml"/>
  <Override PartName="/ppt/tags/tag178.xml" ContentType="application/vnd.openxmlformats-officedocument.presentationml.tags+xml"/>
  <Override PartName="/ppt/tags/tag179.xml" ContentType="application/vnd.openxmlformats-officedocument.presentationml.tags+xml"/>
  <Override PartName="/ppt/tags/tag180.xml" ContentType="application/vnd.openxmlformats-officedocument.presentationml.tags+xml"/>
  <Override PartName="/ppt/tags/tag181.xml" ContentType="application/vnd.openxmlformats-officedocument.presentationml.tags+xml"/>
  <Override PartName="/ppt/tags/tag182.xml" ContentType="application/vnd.openxmlformats-officedocument.presentationml.tags+xml"/>
  <Override PartName="/ppt/tags/tag183.xml" ContentType="application/vnd.openxmlformats-officedocument.presentationml.tags+xml"/>
  <Override PartName="/ppt/tags/tag184.xml" ContentType="application/vnd.openxmlformats-officedocument.presentationml.tags+xml"/>
  <Override PartName="/ppt/tags/tag185.xml" ContentType="application/vnd.openxmlformats-officedocument.presentationml.tags+xml"/>
  <Override PartName="/ppt/tags/tag186.xml" ContentType="application/vnd.openxmlformats-officedocument.presentationml.tags+xml"/>
  <Override PartName="/ppt/tags/tag187.xml" ContentType="application/vnd.openxmlformats-officedocument.presentationml.tags+xml"/>
  <Override PartName="/ppt/tags/tag188.xml" ContentType="application/vnd.openxmlformats-officedocument.presentationml.tags+xml"/>
  <Override PartName="/ppt/tags/tag189.xml" ContentType="application/vnd.openxmlformats-officedocument.presentationml.tags+xml"/>
  <Override PartName="/ppt/tags/tag190.xml" ContentType="application/vnd.openxmlformats-officedocument.presentationml.tags+xml"/>
  <Override PartName="/ppt/tags/tag191.xml" ContentType="application/vnd.openxmlformats-officedocument.presentationml.tags+xml"/>
  <Override PartName="/ppt/tags/tag192.xml" ContentType="application/vnd.openxmlformats-officedocument.presentationml.tags+xml"/>
  <Override PartName="/ppt/tags/tag193.xml" ContentType="application/vnd.openxmlformats-officedocument.presentationml.tags+xml"/>
  <Override PartName="/ppt/tags/tag194.xml" ContentType="application/vnd.openxmlformats-officedocument.presentationml.tags+xml"/>
  <Override PartName="/ppt/tags/tag195.xml" ContentType="application/vnd.openxmlformats-officedocument.presentationml.tags+xml"/>
  <Override PartName="/ppt/tags/tag196.xml" ContentType="application/vnd.openxmlformats-officedocument.presentationml.tags+xml"/>
  <Override PartName="/ppt/tags/tag197.xml" ContentType="application/vnd.openxmlformats-officedocument.presentationml.tags+xml"/>
  <Override PartName="/ppt/tags/tag198.xml" ContentType="application/vnd.openxmlformats-officedocument.presentationml.tags+xml"/>
  <Override PartName="/ppt/tags/tag199.xml" ContentType="application/vnd.openxmlformats-officedocument.presentationml.tags+xml"/>
  <Override PartName="/ppt/tags/tag200.xml" ContentType="application/vnd.openxmlformats-officedocument.presentationml.tags+xml"/>
  <Override PartName="/ppt/tags/tag201.xml" ContentType="application/vnd.openxmlformats-officedocument.presentationml.tags+xml"/>
  <Override PartName="/ppt/tags/tag202.xml" ContentType="application/vnd.openxmlformats-officedocument.presentationml.tags+xml"/>
  <Override PartName="/ppt/tags/tag203.xml" ContentType="application/vnd.openxmlformats-officedocument.presentationml.tags+xml"/>
  <Override PartName="/ppt/tags/tag204.xml" ContentType="application/vnd.openxmlformats-officedocument.presentationml.tags+xml"/>
  <Override PartName="/ppt/tags/tag205.xml" ContentType="application/vnd.openxmlformats-officedocument.presentationml.tags+xml"/>
  <Override PartName="/ppt/tags/tag206.xml" ContentType="application/vnd.openxmlformats-officedocument.presentationml.tags+xml"/>
  <Override PartName="/ppt/tags/tag207.xml" ContentType="application/vnd.openxmlformats-officedocument.presentationml.tags+xml"/>
  <Override PartName="/ppt/tags/tag208.xml" ContentType="application/vnd.openxmlformats-officedocument.presentationml.tags+xml"/>
  <Override PartName="/ppt/tags/tag209.xml" ContentType="application/vnd.openxmlformats-officedocument.presentationml.tags+xml"/>
  <Override PartName="/ppt/tags/tag210.xml" ContentType="application/vnd.openxmlformats-officedocument.presentationml.tags+xml"/>
  <Override PartName="/ppt/tags/tag211.xml" ContentType="application/vnd.openxmlformats-officedocument.presentationml.tags+xml"/>
  <Override PartName="/ppt/tags/tag212.xml" ContentType="application/vnd.openxmlformats-officedocument.presentationml.tags+xml"/>
  <Override PartName="/ppt/tags/tag213.xml" ContentType="application/vnd.openxmlformats-officedocument.presentationml.tags+xml"/>
  <Override PartName="/ppt/tags/tag214.xml" ContentType="application/vnd.openxmlformats-officedocument.presentationml.tags+xml"/>
  <Override PartName="/ppt/tags/tag215.xml" ContentType="application/vnd.openxmlformats-officedocument.presentationml.tags+xml"/>
  <Override PartName="/ppt/tags/tag216.xml" ContentType="application/vnd.openxmlformats-officedocument.presentationml.tags+xml"/>
  <Override PartName="/ppt/tags/tag217.xml" ContentType="application/vnd.openxmlformats-officedocument.presentationml.tags+xml"/>
  <Override PartName="/ppt/tags/tag218.xml" ContentType="application/vnd.openxmlformats-officedocument.presentationml.tags+xml"/>
  <Override PartName="/ppt/tags/tag219.xml" ContentType="application/vnd.openxmlformats-officedocument.presentationml.tags+xml"/>
  <Override PartName="/ppt/tags/tag220.xml" ContentType="application/vnd.openxmlformats-officedocument.presentationml.tags+xml"/>
  <Override PartName="/ppt/tags/tag221.xml" ContentType="application/vnd.openxmlformats-officedocument.presentationml.tags+xml"/>
  <Override PartName="/ppt/tags/tag222.xml" ContentType="application/vnd.openxmlformats-officedocument.presentationml.tags+xml"/>
  <Override PartName="/ppt/tags/tag223.xml" ContentType="application/vnd.openxmlformats-officedocument.presentationml.tags+xml"/>
  <Override PartName="/ppt/tags/tag224.xml" ContentType="application/vnd.openxmlformats-officedocument.presentationml.tags+xml"/>
  <Override PartName="/ppt/tags/tag225.xml" ContentType="application/vnd.openxmlformats-officedocument.presentationml.tags+xml"/>
  <Override PartName="/ppt/tags/tag226.xml" ContentType="application/vnd.openxmlformats-officedocument.presentationml.tags+xml"/>
  <Override PartName="/ppt/tags/tag227.xml" ContentType="application/vnd.openxmlformats-officedocument.presentationml.tags+xml"/>
  <Override PartName="/ppt/tags/tag228.xml" ContentType="application/vnd.openxmlformats-officedocument.presentationml.tags+xml"/>
  <Override PartName="/ppt/tags/tag229.xml" ContentType="application/vnd.openxmlformats-officedocument.presentationml.tags+xml"/>
  <Override PartName="/ppt/tags/tag230.xml" ContentType="application/vnd.openxmlformats-officedocument.presentationml.tags+xml"/>
  <Override PartName="/ppt/tags/tag231.xml" ContentType="application/vnd.openxmlformats-officedocument.presentationml.tags+xml"/>
  <Override PartName="/ppt/tags/tag232.xml" ContentType="application/vnd.openxmlformats-officedocument.presentationml.tags+xml"/>
  <Override PartName="/ppt/tags/tag233.xml" ContentType="application/vnd.openxmlformats-officedocument.presentationml.tags+xml"/>
  <Override PartName="/ppt/tags/tag234.xml" ContentType="application/vnd.openxmlformats-officedocument.presentationml.tags+xml"/>
  <Override PartName="/ppt/tags/tag235.xml" ContentType="application/vnd.openxmlformats-officedocument.presentationml.tags+xml"/>
  <Override PartName="/ppt/tags/tag236.xml" ContentType="application/vnd.openxmlformats-officedocument.presentationml.tags+xml"/>
  <Override PartName="/ppt/tags/tag237.xml" ContentType="application/vnd.openxmlformats-officedocument.presentationml.tags+xml"/>
  <Override PartName="/ppt/tags/tag238.xml" ContentType="application/vnd.openxmlformats-officedocument.presentationml.tags+xml"/>
  <Override PartName="/ppt/tags/tag239.xml" ContentType="application/vnd.openxmlformats-officedocument.presentationml.tags+xml"/>
  <Override PartName="/ppt/tags/tag240.xml" ContentType="application/vnd.openxmlformats-officedocument.presentationml.tags+xml"/>
  <Override PartName="/ppt/tags/tag241.xml" ContentType="application/vnd.openxmlformats-officedocument.presentationml.tags+xml"/>
  <Override PartName="/ppt/tags/tag242.xml" ContentType="application/vnd.openxmlformats-officedocument.presentationml.tags+xml"/>
  <Override PartName="/ppt/tags/tag243.xml" ContentType="application/vnd.openxmlformats-officedocument.presentationml.tags+xml"/>
  <Override PartName="/ppt/tags/tag244.xml" ContentType="application/vnd.openxmlformats-officedocument.presentationml.tags+xml"/>
  <Override PartName="/ppt/tags/tag245.xml" ContentType="application/vnd.openxmlformats-officedocument.presentationml.tags+xml"/>
  <Override PartName="/ppt/tags/tag246.xml" ContentType="application/vnd.openxmlformats-officedocument.presentationml.tags+xml"/>
  <Override PartName="/ppt/tags/tag247.xml" ContentType="application/vnd.openxmlformats-officedocument.presentationml.tags+xml"/>
  <Override PartName="/ppt/tags/tag248.xml" ContentType="application/vnd.openxmlformats-officedocument.presentationml.tags+xml"/>
  <Override PartName="/ppt/tags/tag249.xml" ContentType="application/vnd.openxmlformats-officedocument.presentationml.tags+xml"/>
  <Override PartName="/ppt/tags/tag250.xml" ContentType="application/vnd.openxmlformats-officedocument.presentationml.tags+xml"/>
  <Override PartName="/ppt/tags/tag251.xml" ContentType="application/vnd.openxmlformats-officedocument.presentationml.tags+xml"/>
  <Override PartName="/ppt/tags/tag252.xml" ContentType="application/vnd.openxmlformats-officedocument.presentationml.tags+xml"/>
  <Override PartName="/ppt/tags/tag253.xml" ContentType="application/vnd.openxmlformats-officedocument.presentationml.tags+xml"/>
  <Override PartName="/ppt/tags/tag254.xml" ContentType="application/vnd.openxmlformats-officedocument.presentationml.tags+xml"/>
  <Override PartName="/ppt/tags/tag255.xml" ContentType="application/vnd.openxmlformats-officedocument.presentationml.tags+xml"/>
  <Override PartName="/ppt/tags/tag256.xml" ContentType="application/vnd.openxmlformats-officedocument.presentationml.tags+xml"/>
  <Override PartName="/ppt/tags/tag257.xml" ContentType="application/vnd.openxmlformats-officedocument.presentationml.tags+xml"/>
  <Override PartName="/ppt/tags/tag258.xml" ContentType="application/vnd.openxmlformats-officedocument.presentationml.tags+xml"/>
  <Override PartName="/ppt/tags/tag259.xml" ContentType="application/vnd.openxmlformats-officedocument.presentationml.tags+xml"/>
  <Override PartName="/ppt/tags/tag260.xml" ContentType="application/vnd.openxmlformats-officedocument.presentationml.tags+xml"/>
  <Override PartName="/ppt/tags/tag261.xml" ContentType="application/vnd.openxmlformats-officedocument.presentationml.tags+xml"/>
  <Override PartName="/ppt/tags/tag262.xml" ContentType="application/vnd.openxmlformats-officedocument.presentationml.tags+xml"/>
  <Override PartName="/ppt/tags/tag263.xml" ContentType="application/vnd.openxmlformats-officedocument.presentationml.tags+xml"/>
  <Override PartName="/ppt/tags/tag264.xml" ContentType="application/vnd.openxmlformats-officedocument.presentationml.tags+xml"/>
  <Override PartName="/ppt/tags/tag265.xml" ContentType="application/vnd.openxmlformats-officedocument.presentationml.tags+xml"/>
  <Override PartName="/ppt/tags/tag266.xml" ContentType="application/vnd.openxmlformats-officedocument.presentationml.tags+xml"/>
  <Override PartName="/ppt/tags/tag267.xml" ContentType="application/vnd.openxmlformats-officedocument.presentationml.tags+xml"/>
  <Override PartName="/ppt/tags/tag268.xml" ContentType="application/vnd.openxmlformats-officedocument.presentationml.tags+xml"/>
  <Override PartName="/ppt/tags/tag269.xml" ContentType="application/vnd.openxmlformats-officedocument.presentationml.tags+xml"/>
  <Override PartName="/ppt/tags/tag270.xml" ContentType="application/vnd.openxmlformats-officedocument.presentationml.tags+xml"/>
  <Override PartName="/ppt/tags/tag271.xml" ContentType="application/vnd.openxmlformats-officedocument.presentationml.tags+xml"/>
  <Override PartName="/ppt/tags/tag272.xml" ContentType="application/vnd.openxmlformats-officedocument.presentationml.tags+xml"/>
  <Override PartName="/ppt/tags/tag273.xml" ContentType="application/vnd.openxmlformats-officedocument.presentationml.tags+xml"/>
  <Override PartName="/ppt/tags/tag274.xml" ContentType="application/vnd.openxmlformats-officedocument.presentationml.tags+xml"/>
  <Override PartName="/ppt/tags/tag275.xml" ContentType="application/vnd.openxmlformats-officedocument.presentationml.tags+xml"/>
  <Override PartName="/ppt/tags/tag276.xml" ContentType="application/vnd.openxmlformats-officedocument.presentationml.tags+xml"/>
  <Override PartName="/ppt/tags/tag277.xml" ContentType="application/vnd.openxmlformats-officedocument.presentationml.tags+xml"/>
  <Override PartName="/ppt/tags/tag278.xml" ContentType="application/vnd.openxmlformats-officedocument.presentationml.tags+xml"/>
  <Override PartName="/ppt/tags/tag279.xml" ContentType="application/vnd.openxmlformats-officedocument.presentationml.tags+xml"/>
  <Override PartName="/ppt/tags/tag280.xml" ContentType="application/vnd.openxmlformats-officedocument.presentationml.tags+xml"/>
  <Override PartName="/ppt/tags/tag281.xml" ContentType="application/vnd.openxmlformats-officedocument.presentationml.tags+xml"/>
  <Override PartName="/ppt/tags/tag282.xml" ContentType="application/vnd.openxmlformats-officedocument.presentationml.tags+xml"/>
  <Override PartName="/ppt/tags/tag283.xml" ContentType="application/vnd.openxmlformats-officedocument.presentationml.tags+xml"/>
  <Override PartName="/ppt/tags/tag284.xml" ContentType="application/vnd.openxmlformats-officedocument.presentationml.tags+xml"/>
  <Override PartName="/ppt/tags/tag285.xml" ContentType="application/vnd.openxmlformats-officedocument.presentationml.tags+xml"/>
  <Override PartName="/ppt/tags/tag286.xml" ContentType="application/vnd.openxmlformats-officedocument.presentationml.tags+xml"/>
  <Override PartName="/ppt/tags/tag287.xml" ContentType="application/vnd.openxmlformats-officedocument.presentationml.tags+xml"/>
  <Override PartName="/ppt/tags/tag288.xml" ContentType="application/vnd.openxmlformats-officedocument.presentationml.tags+xml"/>
  <Override PartName="/ppt/tags/tag289.xml" ContentType="application/vnd.openxmlformats-officedocument.presentationml.tags+xml"/>
  <Override PartName="/ppt/tags/tag290.xml" ContentType="application/vnd.openxmlformats-officedocument.presentationml.tags+xml"/>
  <Override PartName="/ppt/tags/tag291.xml" ContentType="application/vnd.openxmlformats-officedocument.presentationml.tags+xml"/>
  <Override PartName="/ppt/tags/tag292.xml" ContentType="application/vnd.openxmlformats-officedocument.presentationml.tags+xml"/>
  <Override PartName="/ppt/tags/tag293.xml" ContentType="application/vnd.openxmlformats-officedocument.presentationml.tags+xml"/>
  <Override PartName="/ppt/tags/tag294.xml" ContentType="application/vnd.openxmlformats-officedocument.presentationml.tags+xml"/>
  <Override PartName="/ppt/tags/tag295.xml" ContentType="application/vnd.openxmlformats-officedocument.presentationml.tags+xml"/>
  <Override PartName="/ppt/tags/tag296.xml" ContentType="application/vnd.openxmlformats-officedocument.presentationml.tags+xml"/>
  <Override PartName="/ppt/tags/tag297.xml" ContentType="application/vnd.openxmlformats-officedocument.presentationml.tags+xml"/>
  <Override PartName="/ppt/tags/tag298.xml" ContentType="application/vnd.openxmlformats-officedocument.presentationml.tags+xml"/>
  <Override PartName="/ppt/tags/tag299.xml" ContentType="application/vnd.openxmlformats-officedocument.presentationml.tags+xml"/>
  <Override PartName="/ppt/tags/tag300.xml" ContentType="application/vnd.openxmlformats-officedocument.presentationml.tags+xml"/>
  <Override PartName="/ppt/tags/tag301.xml" ContentType="application/vnd.openxmlformats-officedocument.presentationml.tags+xml"/>
  <Override PartName="/ppt/tags/tag302.xml" ContentType="application/vnd.openxmlformats-officedocument.presentationml.tags+xml"/>
  <Override PartName="/ppt/tags/tag303.xml" ContentType="application/vnd.openxmlformats-officedocument.presentationml.tags+xml"/>
  <Override PartName="/ppt/tags/tag304.xml" ContentType="application/vnd.openxmlformats-officedocument.presentationml.tags+xml"/>
  <Override PartName="/ppt/tags/tag305.xml" ContentType="application/vnd.openxmlformats-officedocument.presentationml.tags+xml"/>
  <Override PartName="/ppt/tags/tag306.xml" ContentType="application/vnd.openxmlformats-officedocument.presentationml.tags+xml"/>
  <Override PartName="/ppt/tags/tag307.xml" ContentType="application/vnd.openxmlformats-officedocument.presentationml.tags+xml"/>
  <Override PartName="/ppt/tags/tag308.xml" ContentType="application/vnd.openxmlformats-officedocument.presentationml.tags+xml"/>
  <Override PartName="/ppt/tags/tag309.xml" ContentType="application/vnd.openxmlformats-officedocument.presentationml.tags+xml"/>
  <Override PartName="/ppt/tags/tag310.xml" ContentType="application/vnd.openxmlformats-officedocument.presentationml.tags+xml"/>
  <Override PartName="/ppt/tags/tag311.xml" ContentType="application/vnd.openxmlformats-officedocument.presentationml.tags+xml"/>
  <Override PartName="/ppt/tags/tag312.xml" ContentType="application/vnd.openxmlformats-officedocument.presentationml.tags+xml"/>
  <Override PartName="/ppt/tags/tag313.xml" ContentType="application/vnd.openxmlformats-officedocument.presentationml.tags+xml"/>
  <Override PartName="/ppt/tags/tag314.xml" ContentType="application/vnd.openxmlformats-officedocument.presentationml.tags+xml"/>
  <Override PartName="/ppt/tags/tag315.xml" ContentType="application/vnd.openxmlformats-officedocument.presentationml.tags+xml"/>
  <Override PartName="/ppt/tags/tag316.xml" ContentType="application/vnd.openxmlformats-officedocument.presentationml.tags+xml"/>
  <Override PartName="/ppt/tags/tag317.xml" ContentType="application/vnd.openxmlformats-officedocument.presentationml.tags+xml"/>
  <Override PartName="/ppt/tags/tag318.xml" ContentType="application/vnd.openxmlformats-officedocument.presentationml.tags+xml"/>
  <Override PartName="/ppt/tags/tag319.xml" ContentType="application/vnd.openxmlformats-officedocument.presentationml.tags+xml"/>
  <Override PartName="/ppt/tags/tag320.xml" ContentType="application/vnd.openxmlformats-officedocument.presentationml.tags+xml"/>
  <Override PartName="/ppt/tags/tag321.xml" ContentType="application/vnd.openxmlformats-officedocument.presentationml.tags+xml"/>
  <Override PartName="/ppt/tags/tag322.xml" ContentType="application/vnd.openxmlformats-officedocument.presentationml.tags+xml"/>
  <Override PartName="/ppt/tags/tag323.xml" ContentType="application/vnd.openxmlformats-officedocument.presentationml.tags+xml"/>
  <Override PartName="/ppt/tags/tag324.xml" ContentType="application/vnd.openxmlformats-officedocument.presentationml.tags+xml"/>
  <Override PartName="/ppt/tags/tag325.xml" ContentType="application/vnd.openxmlformats-officedocument.presentationml.tags+xml"/>
  <Override PartName="/ppt/tags/tag326.xml" ContentType="application/vnd.openxmlformats-officedocument.presentationml.tags+xml"/>
  <Override PartName="/ppt/tags/tag327.xml" ContentType="application/vnd.openxmlformats-officedocument.presentationml.tags+xml"/>
  <Override PartName="/ppt/tags/tag328.xml" ContentType="application/vnd.openxmlformats-officedocument.presentationml.tags+xml"/>
  <Override PartName="/ppt/tags/tag329.xml" ContentType="application/vnd.openxmlformats-officedocument.presentationml.tags+xml"/>
  <Override PartName="/ppt/tags/tag330.xml" ContentType="application/vnd.openxmlformats-officedocument.presentationml.tags+xml"/>
  <Override PartName="/ppt/notesSlides/notesSlide2.xml" ContentType="application/vnd.openxmlformats-officedocument.presentationml.notesSlide+xml"/>
  <Override PartName="/ppt/tags/tag331.xml" ContentType="application/vnd.openxmlformats-officedocument.presentationml.tags+xml"/>
  <Override PartName="/ppt/tags/tag332.xml" ContentType="application/vnd.openxmlformats-officedocument.presentationml.tags+xml"/>
  <Override PartName="/ppt/tags/tag333.xml" ContentType="application/vnd.openxmlformats-officedocument.presentationml.tags+xml"/>
  <Override PartName="/ppt/tags/tag334.xml" ContentType="application/vnd.openxmlformats-officedocument.presentationml.tags+xml"/>
  <Override PartName="/ppt/notesSlides/notesSlide3.xml" ContentType="application/vnd.openxmlformats-officedocument.presentationml.notesSlide+xml"/>
  <Override PartName="/ppt/tags/tag335.xml" ContentType="application/vnd.openxmlformats-officedocument.presentationml.tags+xml"/>
  <Override PartName="/ppt/tags/tag336.xml" ContentType="application/vnd.openxmlformats-officedocument.presentationml.tags+xml"/>
  <Override PartName="/ppt/tags/tag337.xml" ContentType="application/vnd.openxmlformats-officedocument.presentationml.tags+xml"/>
  <Override PartName="/ppt/tags/tag338.xml" ContentType="application/vnd.openxmlformats-officedocument.presentationml.tags+xml"/>
  <Override PartName="/ppt/notesSlides/notesSlide4.xml" ContentType="application/vnd.openxmlformats-officedocument.presentationml.notesSlide+xml"/>
  <Override PartName="/ppt/tags/tag339.xml" ContentType="application/vnd.openxmlformats-officedocument.presentationml.tags+xml"/>
  <Override PartName="/ppt/tags/tag340.xml" ContentType="application/vnd.openxmlformats-officedocument.presentationml.tags+xml"/>
  <Override PartName="/ppt/tags/tag341.xml" ContentType="application/vnd.openxmlformats-officedocument.presentationml.tags+xml"/>
  <Override PartName="/ppt/tags/tag342.xml" ContentType="application/vnd.openxmlformats-officedocument.presentationml.tags+xml"/>
  <Override PartName="/ppt/notesSlides/notesSlide5.xml" ContentType="application/vnd.openxmlformats-officedocument.presentationml.notesSlide+xml"/>
  <Override PartName="/ppt/tags/tag343.xml" ContentType="application/vnd.openxmlformats-officedocument.presentationml.tags+xml"/>
  <Override PartName="/ppt/tags/tag344.xml" ContentType="application/vnd.openxmlformats-officedocument.presentationml.tags+xml"/>
  <Override PartName="/ppt/tags/tag345.xml" ContentType="application/vnd.openxmlformats-officedocument.presentationml.tags+xml"/>
  <Override PartName="/ppt/tags/tag346.xml" ContentType="application/vnd.openxmlformats-officedocument.presentationml.tags+xml"/>
  <Override PartName="/ppt/tags/tag347.xml" ContentType="application/vnd.openxmlformats-officedocument.presentationml.tags+xml"/>
  <Override PartName="/ppt/tags/tag348.xml" ContentType="application/vnd.openxmlformats-officedocument.presentationml.tags+xml"/>
  <Override PartName="/ppt/tags/tag349.xml" ContentType="application/vnd.openxmlformats-officedocument.presentationml.tags+xml"/>
  <Override PartName="/ppt/tags/tag350.xml" ContentType="application/vnd.openxmlformats-officedocument.presentationml.tags+xml"/>
  <Override PartName="/ppt/tags/tag351.xml" ContentType="application/vnd.openxmlformats-officedocument.presentationml.tags+xml"/>
  <Override PartName="/ppt/tags/tag352.xml" ContentType="application/vnd.openxmlformats-officedocument.presentationml.tags+xml"/>
  <Override PartName="/ppt/tags/tag353.xml" ContentType="application/vnd.openxmlformats-officedocument.presentationml.tags+xml"/>
  <Override PartName="/ppt/tags/tag354.xml" ContentType="application/vnd.openxmlformats-officedocument.presentationml.tags+xml"/>
  <Override PartName="/ppt/tags/tag355.xml" ContentType="application/vnd.openxmlformats-officedocument.presentationml.tags+xml"/>
  <Override PartName="/ppt/tags/tag356.xml" ContentType="application/vnd.openxmlformats-officedocument.presentationml.tags+xml"/>
  <Override PartName="/ppt/tags/tag357.xml" ContentType="application/vnd.openxmlformats-officedocument.presentationml.tags+xml"/>
  <Override PartName="/ppt/tags/tag358.xml" ContentType="application/vnd.openxmlformats-officedocument.presentationml.tags+xml"/>
  <Override PartName="/ppt/tags/tag359.xml" ContentType="application/vnd.openxmlformats-officedocument.presentationml.tags+xml"/>
  <Override PartName="/ppt/tags/tag360.xml" ContentType="application/vnd.openxmlformats-officedocument.presentationml.tags+xml"/>
  <Override PartName="/ppt/tags/tag361.xml" ContentType="application/vnd.openxmlformats-officedocument.presentationml.tags+xml"/>
  <Override PartName="/ppt/tags/tag362.xml" ContentType="application/vnd.openxmlformats-officedocument.presentationml.tags+xml"/>
  <Override PartName="/ppt/tags/tag363.xml" ContentType="application/vnd.openxmlformats-officedocument.presentationml.tags+xml"/>
  <Override PartName="/ppt/tags/tag364.xml" ContentType="application/vnd.openxmlformats-officedocument.presentationml.tags+xml"/>
  <Override PartName="/ppt/tags/tag365.xml" ContentType="application/vnd.openxmlformats-officedocument.presentationml.tags+xml"/>
  <Override PartName="/ppt/tags/tag366.xml" ContentType="application/vnd.openxmlformats-officedocument.presentationml.tags+xml"/>
  <Override PartName="/ppt/tags/tag367.xml" ContentType="application/vnd.openxmlformats-officedocument.presentationml.tags+xml"/>
  <Override PartName="/ppt/tags/tag368.xml" ContentType="application/vnd.openxmlformats-officedocument.presentationml.tags+xml"/>
  <Override PartName="/ppt/tags/tag369.xml" ContentType="application/vnd.openxmlformats-officedocument.presentationml.tags+xml"/>
  <Override PartName="/ppt/tags/tag370.xml" ContentType="application/vnd.openxmlformats-officedocument.presentationml.tags+xml"/>
  <Override PartName="/ppt/tags/tag371.xml" ContentType="application/vnd.openxmlformats-officedocument.presentationml.tags+xml"/>
  <Override PartName="/ppt/tags/tag372.xml" ContentType="application/vnd.openxmlformats-officedocument.presentationml.tags+xml"/>
  <Override PartName="/ppt/tags/tag373.xml" ContentType="application/vnd.openxmlformats-officedocument.presentationml.tags+xml"/>
  <Override PartName="/ppt/tags/tag374.xml" ContentType="application/vnd.openxmlformats-officedocument.presentationml.tags+xml"/>
  <Override PartName="/ppt/tags/tag375.xml" ContentType="application/vnd.openxmlformats-officedocument.presentationml.tags+xml"/>
  <Override PartName="/ppt/tags/tag376.xml" ContentType="application/vnd.openxmlformats-officedocument.presentationml.tags+xml"/>
  <Override PartName="/ppt/tags/tag377.xml" ContentType="application/vnd.openxmlformats-officedocument.presentationml.tags+xml"/>
  <Override PartName="/ppt/tags/tag378.xml" ContentType="application/vnd.openxmlformats-officedocument.presentationml.tags+xml"/>
  <Override PartName="/ppt/tags/tag379.xml" ContentType="application/vnd.openxmlformats-officedocument.presentationml.tags+xml"/>
  <Override PartName="/ppt/tags/tag380.xml" ContentType="application/vnd.openxmlformats-officedocument.presentationml.tags+xml"/>
  <Override PartName="/ppt/tags/tag381.xml" ContentType="application/vnd.openxmlformats-officedocument.presentationml.tags+xml"/>
  <Override PartName="/ppt/tags/tag382.xml" ContentType="application/vnd.openxmlformats-officedocument.presentationml.tags+xml"/>
  <Override PartName="/ppt/tags/tag383.xml" ContentType="application/vnd.openxmlformats-officedocument.presentationml.tags+xml"/>
  <Override PartName="/ppt/tags/tag384.xml" ContentType="application/vnd.openxmlformats-officedocument.presentationml.tags+xml"/>
  <Override PartName="/ppt/tags/tag385.xml" ContentType="application/vnd.openxmlformats-officedocument.presentationml.tags+xml"/>
  <Override PartName="/ppt/tags/tag386.xml" ContentType="application/vnd.openxmlformats-officedocument.presentationml.tags+xml"/>
  <Override PartName="/ppt/tags/tag387.xml" ContentType="application/vnd.openxmlformats-officedocument.presentationml.tags+xml"/>
  <Override PartName="/ppt/tags/tag388.xml" ContentType="application/vnd.openxmlformats-officedocument.presentationml.tags+xml"/>
  <Override PartName="/ppt/tags/tag389.xml" ContentType="application/vnd.openxmlformats-officedocument.presentationml.tags+xml"/>
  <Override PartName="/ppt/tags/tag390.xml" ContentType="application/vnd.openxmlformats-officedocument.presentationml.tags+xml"/>
  <Override PartName="/ppt/tags/tag391.xml" ContentType="application/vnd.openxmlformats-officedocument.presentationml.tags+xml"/>
  <Override PartName="/ppt/tags/tag392.xml" ContentType="application/vnd.openxmlformats-officedocument.presentationml.tags+xml"/>
  <Override PartName="/ppt/tags/tag393.xml" ContentType="application/vnd.openxmlformats-officedocument.presentationml.tags+xml"/>
  <Override PartName="/ppt/tags/tag394.xml" ContentType="application/vnd.openxmlformats-officedocument.presentationml.tags+xml"/>
  <Override PartName="/ppt/tags/tag395.xml" ContentType="application/vnd.openxmlformats-officedocument.presentationml.tags+xml"/>
  <Override PartName="/ppt/tags/tag396.xml" ContentType="application/vnd.openxmlformats-officedocument.presentationml.tags+xml"/>
  <Override PartName="/ppt/tags/tag397.xml" ContentType="application/vnd.openxmlformats-officedocument.presentationml.tags+xml"/>
  <Override PartName="/ppt/tags/tag398.xml" ContentType="application/vnd.openxmlformats-officedocument.presentationml.tags+xml"/>
  <Override PartName="/ppt/tags/tag399.xml" ContentType="application/vnd.openxmlformats-officedocument.presentationml.tags+xml"/>
  <Override PartName="/ppt/tags/tag400.xml" ContentType="application/vnd.openxmlformats-officedocument.presentationml.tags+xml"/>
  <Override PartName="/ppt/tags/tag401.xml" ContentType="application/vnd.openxmlformats-officedocument.presentationml.tags+xml"/>
  <Override PartName="/ppt/tags/tag402.xml" ContentType="application/vnd.openxmlformats-officedocument.presentationml.tags+xml"/>
  <Override PartName="/ppt/tags/tag403.xml" ContentType="application/vnd.openxmlformats-officedocument.presentationml.tags+xml"/>
  <Override PartName="/ppt/tags/tag404.xml" ContentType="application/vnd.openxmlformats-officedocument.presentationml.tags+xml"/>
  <Override PartName="/ppt/tags/tag405.xml" ContentType="application/vnd.openxmlformats-officedocument.presentationml.tags+xml"/>
  <Override PartName="/ppt/tags/tag406.xml" ContentType="application/vnd.openxmlformats-officedocument.presentationml.tags+xml"/>
  <Override PartName="/ppt/tags/tag407.xml" ContentType="application/vnd.openxmlformats-officedocument.presentationml.tags+xml"/>
  <Override PartName="/ppt/tags/tag408.xml" ContentType="application/vnd.openxmlformats-officedocument.presentationml.tags+xml"/>
  <Override PartName="/ppt/tags/tag409.xml" ContentType="application/vnd.openxmlformats-officedocument.presentationml.tags+xml"/>
  <Override PartName="/ppt/tags/tag410.xml" ContentType="application/vnd.openxmlformats-officedocument.presentationml.tags+xml"/>
  <Override PartName="/ppt/tags/tag411.xml" ContentType="application/vnd.openxmlformats-officedocument.presentationml.tags+xml"/>
  <Override PartName="/ppt/tags/tag412.xml" ContentType="application/vnd.openxmlformats-officedocument.presentationml.tags+xml"/>
  <Override PartName="/ppt/tags/tag413.xml" ContentType="application/vnd.openxmlformats-officedocument.presentationml.tags+xml"/>
  <Override PartName="/ppt/tags/tag414.xml" ContentType="application/vnd.openxmlformats-officedocument.presentationml.tags+xml"/>
  <Override PartName="/ppt/tags/tag415.xml" ContentType="application/vnd.openxmlformats-officedocument.presentationml.tags+xml"/>
  <Override PartName="/ppt/tags/tag416.xml" ContentType="application/vnd.openxmlformats-officedocument.presentationml.tags+xml"/>
  <Override PartName="/ppt/tags/tag417.xml" ContentType="application/vnd.openxmlformats-officedocument.presentationml.tags+xml"/>
  <Override PartName="/ppt/tags/tag418.xml" ContentType="application/vnd.openxmlformats-officedocument.presentationml.tags+xml"/>
  <Override PartName="/ppt/tags/tag419.xml" ContentType="application/vnd.openxmlformats-officedocument.presentationml.tags+xml"/>
  <Override PartName="/ppt/tags/tag420.xml" ContentType="application/vnd.openxmlformats-officedocument.presentationml.tags+xml"/>
  <Override PartName="/ppt/tags/tag421.xml" ContentType="application/vnd.openxmlformats-officedocument.presentationml.tags+xml"/>
  <Override PartName="/ppt/tags/tag422.xml" ContentType="application/vnd.openxmlformats-officedocument.presentationml.tags+xml"/>
  <Override PartName="/ppt/tags/tag423.xml" ContentType="application/vnd.openxmlformats-officedocument.presentationml.tags+xml"/>
  <Override PartName="/ppt/tags/tag424.xml" ContentType="application/vnd.openxmlformats-officedocument.presentationml.tags+xml"/>
  <Override PartName="/ppt/tags/tag425.xml" ContentType="application/vnd.openxmlformats-officedocument.presentationml.tags+xml"/>
  <Override PartName="/ppt/tags/tag426.xml" ContentType="application/vnd.openxmlformats-officedocument.presentationml.tags+xml"/>
  <Override PartName="/ppt/tags/tag427.xml" ContentType="application/vnd.openxmlformats-officedocument.presentationml.tags+xml"/>
  <Override PartName="/ppt/tags/tag428.xml" ContentType="application/vnd.openxmlformats-officedocument.presentationml.tags+xml"/>
  <Override PartName="/ppt/tags/tag429.xml" ContentType="application/vnd.openxmlformats-officedocument.presentationml.tags+xml"/>
  <Override PartName="/ppt/tags/tag430.xml" ContentType="application/vnd.openxmlformats-officedocument.presentationml.tags+xml"/>
  <Override PartName="/ppt/tags/tag431.xml" ContentType="application/vnd.openxmlformats-officedocument.presentationml.tags+xml"/>
  <Override PartName="/ppt/tags/tag432.xml" ContentType="application/vnd.openxmlformats-officedocument.presentationml.tags+xml"/>
  <Override PartName="/ppt/tags/tag433.xml" ContentType="application/vnd.openxmlformats-officedocument.presentationml.tags+xml"/>
  <Override PartName="/ppt/tags/tag434.xml" ContentType="application/vnd.openxmlformats-officedocument.presentationml.tags+xml"/>
  <Override PartName="/ppt/tags/tag435.xml" ContentType="application/vnd.openxmlformats-officedocument.presentationml.tags+xml"/>
  <Override PartName="/ppt/tags/tag436.xml" ContentType="application/vnd.openxmlformats-officedocument.presentationml.tags+xml"/>
  <Override PartName="/ppt/tags/tag437.xml" ContentType="application/vnd.openxmlformats-officedocument.presentationml.tags+xml"/>
  <Override PartName="/ppt/tags/tag438.xml" ContentType="application/vnd.openxmlformats-officedocument.presentationml.tags+xml"/>
  <Override PartName="/ppt/tags/tag439.xml" ContentType="application/vnd.openxmlformats-officedocument.presentationml.tags+xml"/>
  <Override PartName="/ppt/tags/tag440.xml" ContentType="application/vnd.openxmlformats-officedocument.presentationml.tags+xml"/>
  <Override PartName="/ppt/tags/tag441.xml" ContentType="application/vnd.openxmlformats-officedocument.presentationml.tags+xml"/>
  <Override PartName="/ppt/tags/tag442.xml" ContentType="application/vnd.openxmlformats-officedocument.presentationml.tags+xml"/>
  <Override PartName="/ppt/tags/tag443.xml" ContentType="application/vnd.openxmlformats-officedocument.presentationml.tags+xml"/>
  <Override PartName="/ppt/tags/tag444.xml" ContentType="application/vnd.openxmlformats-officedocument.presentationml.tags+xml"/>
  <Override PartName="/ppt/tags/tag445.xml" ContentType="application/vnd.openxmlformats-officedocument.presentationml.tags+xml"/>
  <Override PartName="/ppt/tags/tag446.xml" ContentType="application/vnd.openxmlformats-officedocument.presentationml.tags+xml"/>
  <Override PartName="/ppt/tags/tag447.xml" ContentType="application/vnd.openxmlformats-officedocument.presentationml.tags+xml"/>
  <Override PartName="/ppt/tags/tag448.xml" ContentType="application/vnd.openxmlformats-officedocument.presentationml.tags+xml"/>
  <Override PartName="/ppt/tags/tag449.xml" ContentType="application/vnd.openxmlformats-officedocument.presentationml.tags+xml"/>
  <Override PartName="/ppt/tags/tag450.xml" ContentType="application/vnd.openxmlformats-officedocument.presentationml.tags+xml"/>
  <Override PartName="/ppt/tags/tag451.xml" ContentType="application/vnd.openxmlformats-officedocument.presentationml.tags+xml"/>
  <Override PartName="/ppt/tags/tag452.xml" ContentType="application/vnd.openxmlformats-officedocument.presentationml.tags+xml"/>
  <Override PartName="/ppt/tags/tag453.xml" ContentType="application/vnd.openxmlformats-officedocument.presentationml.tags+xml"/>
  <Override PartName="/ppt/tags/tag454.xml" ContentType="application/vnd.openxmlformats-officedocument.presentationml.tags+xml"/>
  <Override PartName="/ppt/tags/tag455.xml" ContentType="application/vnd.openxmlformats-officedocument.presentationml.tags+xml"/>
  <Override PartName="/ppt/tags/tag456.xml" ContentType="application/vnd.openxmlformats-officedocument.presentationml.tags+xml"/>
  <Override PartName="/ppt/tags/tag457.xml" ContentType="application/vnd.openxmlformats-officedocument.presentationml.tags+xml"/>
  <Override PartName="/ppt/tags/tag458.xml" ContentType="application/vnd.openxmlformats-officedocument.presentationml.tags+xml"/>
  <Override PartName="/ppt/tags/tag459.xml" ContentType="application/vnd.openxmlformats-officedocument.presentationml.tags+xml"/>
  <Override PartName="/ppt/tags/tag460.xml" ContentType="application/vnd.openxmlformats-officedocument.presentationml.tags+xml"/>
  <Override PartName="/ppt/tags/tag461.xml" ContentType="application/vnd.openxmlformats-officedocument.presentationml.tags+xml"/>
  <Override PartName="/ppt/tags/tag462.xml" ContentType="application/vnd.openxmlformats-officedocument.presentationml.tags+xml"/>
  <Override PartName="/ppt/tags/tag463.xml" ContentType="application/vnd.openxmlformats-officedocument.presentationml.tags+xml"/>
  <Override PartName="/ppt/tags/tag464.xml" ContentType="application/vnd.openxmlformats-officedocument.presentationml.tags+xml"/>
  <Override PartName="/ppt/tags/tag465.xml" ContentType="application/vnd.openxmlformats-officedocument.presentationml.tags+xml"/>
  <Override PartName="/ppt/tags/tag466.xml" ContentType="application/vnd.openxmlformats-officedocument.presentationml.tags+xml"/>
  <Override PartName="/ppt/tags/tag467.xml" ContentType="application/vnd.openxmlformats-officedocument.presentationml.tags+xml"/>
  <Override PartName="/ppt/tags/tag468.xml" ContentType="application/vnd.openxmlformats-officedocument.presentationml.tags+xml"/>
  <Override PartName="/ppt/tags/tag469.xml" ContentType="application/vnd.openxmlformats-officedocument.presentationml.tags+xml"/>
  <Override PartName="/ppt/tags/tag470.xml" ContentType="application/vnd.openxmlformats-officedocument.presentationml.tags+xml"/>
  <Override PartName="/ppt/tags/tag471.xml" ContentType="application/vnd.openxmlformats-officedocument.presentationml.tags+xml"/>
  <Override PartName="/ppt/tags/tag472.xml" ContentType="application/vnd.openxmlformats-officedocument.presentationml.tags+xml"/>
  <Override PartName="/ppt/tags/tag473.xml" ContentType="application/vnd.openxmlformats-officedocument.presentationml.tags+xml"/>
  <Override PartName="/ppt/tags/tag474.xml" ContentType="application/vnd.openxmlformats-officedocument.presentationml.tags+xml"/>
  <Override PartName="/ppt/tags/tag475.xml" ContentType="application/vnd.openxmlformats-officedocument.presentationml.tags+xml"/>
  <Override PartName="/ppt/tags/tag476.xml" ContentType="application/vnd.openxmlformats-officedocument.presentationml.tags+xml"/>
  <Override PartName="/ppt/tags/tag477.xml" ContentType="application/vnd.openxmlformats-officedocument.presentationml.tags+xml"/>
  <Override PartName="/ppt/tags/tag478.xml" ContentType="application/vnd.openxmlformats-officedocument.presentationml.tags+xml"/>
  <Override PartName="/ppt/tags/tag479.xml" ContentType="application/vnd.openxmlformats-officedocument.presentationml.tags+xml"/>
  <Override PartName="/ppt/tags/tag480.xml" ContentType="application/vnd.openxmlformats-officedocument.presentationml.tags+xml"/>
  <Override PartName="/ppt/tags/tag481.xml" ContentType="application/vnd.openxmlformats-officedocument.presentationml.tags+xml"/>
  <Override PartName="/ppt/tags/tag482.xml" ContentType="application/vnd.openxmlformats-officedocument.presentationml.tags+xml"/>
  <Override PartName="/ppt/tags/tag483.xml" ContentType="application/vnd.openxmlformats-officedocument.presentationml.tags+xml"/>
  <Override PartName="/ppt/tags/tag484.xml" ContentType="application/vnd.openxmlformats-officedocument.presentationml.tags+xml"/>
  <Override PartName="/ppt/tags/tag485.xml" ContentType="application/vnd.openxmlformats-officedocument.presentationml.tags+xml"/>
  <Override PartName="/ppt/tags/tag486.xml" ContentType="application/vnd.openxmlformats-officedocument.presentationml.tags+xml"/>
  <Override PartName="/ppt/tags/tag487.xml" ContentType="application/vnd.openxmlformats-officedocument.presentationml.tags+xml"/>
  <Override PartName="/ppt/tags/tag488.xml" ContentType="application/vnd.openxmlformats-officedocument.presentationml.tags+xml"/>
  <Override PartName="/ppt/tags/tag489.xml" ContentType="application/vnd.openxmlformats-officedocument.presentationml.tags+xml"/>
  <Override PartName="/ppt/tags/tag490.xml" ContentType="application/vnd.openxmlformats-officedocument.presentationml.tags+xml"/>
  <Override PartName="/ppt/tags/tag491.xml" ContentType="application/vnd.openxmlformats-officedocument.presentationml.tags+xml"/>
  <Override PartName="/ppt/tags/tag492.xml" ContentType="application/vnd.openxmlformats-officedocument.presentationml.tags+xml"/>
  <Override PartName="/ppt/tags/tag493.xml" ContentType="application/vnd.openxmlformats-officedocument.presentationml.tags+xml"/>
  <Override PartName="/ppt/tags/tag494.xml" ContentType="application/vnd.openxmlformats-officedocument.presentationml.tags+xml"/>
  <Override PartName="/ppt/tags/tag495.xml" ContentType="application/vnd.openxmlformats-officedocument.presentationml.tags+xml"/>
  <Override PartName="/ppt/tags/tag496.xml" ContentType="application/vnd.openxmlformats-officedocument.presentationml.tags+xml"/>
  <Override PartName="/ppt/tags/tag497.xml" ContentType="application/vnd.openxmlformats-officedocument.presentationml.tags+xml"/>
  <Override PartName="/ppt/tags/tag498.xml" ContentType="application/vnd.openxmlformats-officedocument.presentationml.tags+xml"/>
  <Override PartName="/ppt/tags/tag499.xml" ContentType="application/vnd.openxmlformats-officedocument.presentationml.tags+xml"/>
  <Override PartName="/ppt/tags/tag500.xml" ContentType="application/vnd.openxmlformats-officedocument.presentationml.tags+xml"/>
  <Override PartName="/ppt/tags/tag501.xml" ContentType="application/vnd.openxmlformats-officedocument.presentationml.tags+xml"/>
  <Override PartName="/ppt/tags/tag502.xml" ContentType="application/vnd.openxmlformats-officedocument.presentationml.tags+xml"/>
  <Override PartName="/ppt/tags/tag503.xml" ContentType="application/vnd.openxmlformats-officedocument.presentationml.tags+xml"/>
  <Override PartName="/ppt/tags/tag504.xml" ContentType="application/vnd.openxmlformats-officedocument.presentationml.tags+xml"/>
  <Override PartName="/ppt/tags/tag505.xml" ContentType="application/vnd.openxmlformats-officedocument.presentationml.tags+xml"/>
  <Override PartName="/ppt/tags/tag506.xml" ContentType="application/vnd.openxmlformats-officedocument.presentationml.tags+xml"/>
  <Override PartName="/ppt/tags/tag507.xml" ContentType="application/vnd.openxmlformats-officedocument.presentationml.tags+xml"/>
  <Override PartName="/ppt/tags/tag508.xml" ContentType="application/vnd.openxmlformats-officedocument.presentationml.tags+xml"/>
  <Override PartName="/ppt/tags/tag509.xml" ContentType="application/vnd.openxmlformats-officedocument.presentationml.tags+xml"/>
  <Override PartName="/ppt/tags/tag510.xml" ContentType="application/vnd.openxmlformats-officedocument.presentationml.tags+xml"/>
  <Override PartName="/ppt/tags/tag511.xml" ContentType="application/vnd.openxmlformats-officedocument.presentationml.tags+xml"/>
  <Override PartName="/ppt/tags/tag512.xml" ContentType="application/vnd.openxmlformats-officedocument.presentationml.tags+xml"/>
  <Override PartName="/ppt/tags/tag513.xml" ContentType="application/vnd.openxmlformats-officedocument.presentationml.tags+xml"/>
  <Override PartName="/ppt/tags/tag514.xml" ContentType="application/vnd.openxmlformats-officedocument.presentationml.tags+xml"/>
  <Override PartName="/ppt/tags/tag515.xml" ContentType="application/vnd.openxmlformats-officedocument.presentationml.tags+xml"/>
  <Override PartName="/ppt/tags/tag516.xml" ContentType="application/vnd.openxmlformats-officedocument.presentationml.tags+xml"/>
  <Override PartName="/ppt/tags/tag517.xml" ContentType="application/vnd.openxmlformats-officedocument.presentationml.tags+xml"/>
  <Override PartName="/ppt/tags/tag518.xml" ContentType="application/vnd.openxmlformats-officedocument.presentationml.tags+xml"/>
  <Override PartName="/ppt/tags/tag519.xml" ContentType="application/vnd.openxmlformats-officedocument.presentationml.tags+xml"/>
  <Override PartName="/ppt/tags/tag520.xml" ContentType="application/vnd.openxmlformats-officedocument.presentationml.tags+xml"/>
  <Override PartName="/ppt/tags/tag521.xml" ContentType="application/vnd.openxmlformats-officedocument.presentationml.tags+xml"/>
  <Override PartName="/ppt/tags/tag522.xml" ContentType="application/vnd.openxmlformats-officedocument.presentationml.tags+xml"/>
  <Override PartName="/ppt/tags/tag523.xml" ContentType="application/vnd.openxmlformats-officedocument.presentationml.tags+xml"/>
  <Override PartName="/ppt/tags/tag524.xml" ContentType="application/vnd.openxmlformats-officedocument.presentationml.tags+xml"/>
  <Override PartName="/ppt/tags/tag525.xml" ContentType="application/vnd.openxmlformats-officedocument.presentationml.tags+xml"/>
  <Override PartName="/ppt/tags/tag526.xml" ContentType="application/vnd.openxmlformats-officedocument.presentationml.tags+xml"/>
  <Override PartName="/ppt/tags/tag527.xml" ContentType="application/vnd.openxmlformats-officedocument.presentationml.tags+xml"/>
  <Override PartName="/ppt/tags/tag528.xml" ContentType="application/vnd.openxmlformats-officedocument.presentationml.tags+xml"/>
  <Override PartName="/ppt/tags/tag529.xml" ContentType="application/vnd.openxmlformats-officedocument.presentationml.tags+xml"/>
  <Override PartName="/ppt/tags/tag530.xml" ContentType="application/vnd.openxmlformats-officedocument.presentationml.tags+xml"/>
  <Override PartName="/ppt/tags/tag531.xml" ContentType="application/vnd.openxmlformats-officedocument.presentationml.tags+xml"/>
  <Override PartName="/ppt/tags/tag532.xml" ContentType="application/vnd.openxmlformats-officedocument.presentationml.tags+xml"/>
  <Override PartName="/ppt/tags/tag533.xml" ContentType="application/vnd.openxmlformats-officedocument.presentationml.tags+xml"/>
  <Override PartName="/ppt/tags/tag534.xml" ContentType="application/vnd.openxmlformats-officedocument.presentationml.tags+xml"/>
  <Override PartName="/ppt/tags/tag535.xml" ContentType="application/vnd.openxmlformats-officedocument.presentationml.tags+xml"/>
  <Override PartName="/ppt/tags/tag536.xml" ContentType="application/vnd.openxmlformats-officedocument.presentationml.tags+xml"/>
  <Override PartName="/ppt/tags/tag537.xml" ContentType="application/vnd.openxmlformats-officedocument.presentationml.tags+xml"/>
  <Override PartName="/ppt/tags/tag538.xml" ContentType="application/vnd.openxmlformats-officedocument.presentationml.tags+xml"/>
  <Override PartName="/ppt/tags/tag539.xml" ContentType="application/vnd.openxmlformats-officedocument.presentationml.tags+xml"/>
  <Override PartName="/ppt/tags/tag540.xml" ContentType="application/vnd.openxmlformats-officedocument.presentationml.tags+xml"/>
  <Override PartName="/ppt/tags/tag541.xml" ContentType="application/vnd.openxmlformats-officedocument.presentationml.tags+xml"/>
  <Override PartName="/ppt/tags/tag542.xml" ContentType="application/vnd.openxmlformats-officedocument.presentationml.tags+xml"/>
  <Override PartName="/ppt/tags/tag543.xml" ContentType="application/vnd.openxmlformats-officedocument.presentationml.tags+xml"/>
  <Override PartName="/ppt/tags/tag544.xml" ContentType="application/vnd.openxmlformats-officedocument.presentationml.tags+xml"/>
  <Override PartName="/ppt/tags/tag545.xml" ContentType="application/vnd.openxmlformats-officedocument.presentationml.tags+xml"/>
  <Override PartName="/ppt/tags/tag546.xml" ContentType="application/vnd.openxmlformats-officedocument.presentationml.tags+xml"/>
  <Override PartName="/ppt/tags/tag547.xml" ContentType="application/vnd.openxmlformats-officedocument.presentationml.tags+xml"/>
  <Override PartName="/ppt/tags/tag548.xml" ContentType="application/vnd.openxmlformats-officedocument.presentationml.tags+xml"/>
  <Override PartName="/ppt/tags/tag549.xml" ContentType="application/vnd.openxmlformats-officedocument.presentationml.tags+xml"/>
  <Override PartName="/ppt/tags/tag550.xml" ContentType="application/vnd.openxmlformats-officedocument.presentationml.tags+xml"/>
  <Override PartName="/ppt/tags/tag551.xml" ContentType="application/vnd.openxmlformats-officedocument.presentationml.tags+xml"/>
  <Override PartName="/ppt/tags/tag552.xml" ContentType="application/vnd.openxmlformats-officedocument.presentationml.tags+xml"/>
  <Override PartName="/ppt/tags/tag553.xml" ContentType="application/vnd.openxmlformats-officedocument.presentationml.tags+xml"/>
  <Override PartName="/ppt/tags/tag554.xml" ContentType="application/vnd.openxmlformats-officedocument.presentationml.tags+xml"/>
  <Override PartName="/ppt/tags/tag555.xml" ContentType="application/vnd.openxmlformats-officedocument.presentationml.tags+xml"/>
  <Override PartName="/ppt/tags/tag556.xml" ContentType="application/vnd.openxmlformats-officedocument.presentationml.tags+xml"/>
  <Override PartName="/ppt/tags/tag557.xml" ContentType="application/vnd.openxmlformats-officedocument.presentationml.tags+xml"/>
  <Override PartName="/ppt/tags/tag558.xml" ContentType="application/vnd.openxmlformats-officedocument.presentationml.tags+xml"/>
  <Override PartName="/ppt/tags/tag559.xml" ContentType="application/vnd.openxmlformats-officedocument.presentationml.tags+xml"/>
  <Override PartName="/ppt/tags/tag560.xml" ContentType="application/vnd.openxmlformats-officedocument.presentationml.tags+xml"/>
  <Override PartName="/ppt/tags/tag561.xml" ContentType="application/vnd.openxmlformats-officedocument.presentationml.tags+xml"/>
  <Override PartName="/ppt/tags/tag562.xml" ContentType="application/vnd.openxmlformats-officedocument.presentationml.tags+xml"/>
  <Override PartName="/ppt/tags/tag563.xml" ContentType="application/vnd.openxmlformats-officedocument.presentationml.tags+xml"/>
  <Override PartName="/ppt/tags/tag564.xml" ContentType="application/vnd.openxmlformats-officedocument.presentationml.tags+xml"/>
  <Override PartName="/ppt/tags/tag565.xml" ContentType="application/vnd.openxmlformats-officedocument.presentationml.tags+xml"/>
  <Override PartName="/ppt/tags/tag566.xml" ContentType="application/vnd.openxmlformats-officedocument.presentationml.tags+xml"/>
  <Override PartName="/ppt/tags/tag567.xml" ContentType="application/vnd.openxmlformats-officedocument.presentationml.tags+xml"/>
  <Override PartName="/ppt/tags/tag568.xml" ContentType="application/vnd.openxmlformats-officedocument.presentationml.tags+xml"/>
  <Override PartName="/ppt/tags/tag569.xml" ContentType="application/vnd.openxmlformats-officedocument.presentationml.tags+xml"/>
  <Override PartName="/ppt/tags/tag570.xml" ContentType="application/vnd.openxmlformats-officedocument.presentationml.tags+xml"/>
  <Override PartName="/ppt/tags/tag571.xml" ContentType="application/vnd.openxmlformats-officedocument.presentationml.tags+xml"/>
  <Override PartName="/ppt/tags/tag572.xml" ContentType="application/vnd.openxmlformats-officedocument.presentationml.tags+xml"/>
  <Override PartName="/ppt/tags/tag573.xml" ContentType="application/vnd.openxmlformats-officedocument.presentationml.tags+xml"/>
  <Override PartName="/ppt/tags/tag574.xml" ContentType="application/vnd.openxmlformats-officedocument.presentationml.tag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61" r:id="rId1"/>
  </p:sldMasterIdLst>
  <p:notesMasterIdLst>
    <p:notesMasterId r:id="rId128"/>
  </p:notesMasterIdLst>
  <p:sldIdLst>
    <p:sldId id="359" r:id="rId2"/>
    <p:sldId id="265" r:id="rId3"/>
    <p:sldId id="259" r:id="rId4"/>
    <p:sldId id="258" r:id="rId5"/>
    <p:sldId id="291" r:id="rId6"/>
    <p:sldId id="292" r:id="rId7"/>
    <p:sldId id="293" r:id="rId8"/>
    <p:sldId id="294" r:id="rId9"/>
    <p:sldId id="296" r:id="rId10"/>
    <p:sldId id="266" r:id="rId11"/>
    <p:sldId id="300" r:id="rId12"/>
    <p:sldId id="299" r:id="rId13"/>
    <p:sldId id="301" r:id="rId14"/>
    <p:sldId id="302" r:id="rId15"/>
    <p:sldId id="267" r:id="rId16"/>
    <p:sldId id="304" r:id="rId17"/>
    <p:sldId id="305" r:id="rId18"/>
    <p:sldId id="306" r:id="rId19"/>
    <p:sldId id="307" r:id="rId20"/>
    <p:sldId id="308" r:id="rId21"/>
    <p:sldId id="314" r:id="rId22"/>
    <p:sldId id="315" r:id="rId23"/>
    <p:sldId id="309" r:id="rId24"/>
    <p:sldId id="310" r:id="rId25"/>
    <p:sldId id="311" r:id="rId26"/>
    <p:sldId id="316" r:id="rId27"/>
    <p:sldId id="312" r:id="rId28"/>
    <p:sldId id="313" r:id="rId29"/>
    <p:sldId id="262" r:id="rId30"/>
    <p:sldId id="268" r:id="rId31"/>
    <p:sldId id="317" r:id="rId32"/>
    <p:sldId id="318" r:id="rId33"/>
    <p:sldId id="269" r:id="rId34"/>
    <p:sldId id="319" r:id="rId35"/>
    <p:sldId id="320" r:id="rId36"/>
    <p:sldId id="321" r:id="rId37"/>
    <p:sldId id="322" r:id="rId38"/>
    <p:sldId id="323" r:id="rId39"/>
    <p:sldId id="324" r:id="rId40"/>
    <p:sldId id="325" r:id="rId41"/>
    <p:sldId id="263" r:id="rId42"/>
    <p:sldId id="270" r:id="rId43"/>
    <p:sldId id="326" r:id="rId44"/>
    <p:sldId id="327" r:id="rId45"/>
    <p:sldId id="332" r:id="rId46"/>
    <p:sldId id="333" r:id="rId47"/>
    <p:sldId id="334" r:id="rId48"/>
    <p:sldId id="335" r:id="rId49"/>
    <p:sldId id="336" r:id="rId50"/>
    <p:sldId id="492" r:id="rId51"/>
    <p:sldId id="272" r:id="rId52"/>
    <p:sldId id="365" r:id="rId53"/>
    <p:sldId id="366" r:id="rId54"/>
    <p:sldId id="476" r:id="rId55"/>
    <p:sldId id="477" r:id="rId56"/>
    <p:sldId id="491" r:id="rId57"/>
    <p:sldId id="495" r:id="rId58"/>
    <p:sldId id="496" r:id="rId59"/>
    <p:sldId id="497" r:id="rId60"/>
    <p:sldId id="498" r:id="rId61"/>
    <p:sldId id="499" r:id="rId62"/>
    <p:sldId id="500" r:id="rId63"/>
    <p:sldId id="494" r:id="rId64"/>
    <p:sldId id="490" r:id="rId65"/>
    <p:sldId id="489" r:id="rId66"/>
    <p:sldId id="474" r:id="rId67"/>
    <p:sldId id="475" r:id="rId68"/>
    <p:sldId id="367" r:id="rId69"/>
    <p:sldId id="368" r:id="rId70"/>
    <p:sldId id="369" r:id="rId71"/>
    <p:sldId id="363" r:id="rId72"/>
    <p:sldId id="371" r:id="rId73"/>
    <p:sldId id="370" r:id="rId74"/>
    <p:sldId id="364" r:id="rId75"/>
    <p:sldId id="273" r:id="rId76"/>
    <p:sldId id="488" r:id="rId77"/>
    <p:sldId id="467" r:id="rId78"/>
    <p:sldId id="274" r:id="rId79"/>
    <p:sldId id="487" r:id="rId80"/>
    <p:sldId id="472" r:id="rId81"/>
    <p:sldId id="470" r:id="rId82"/>
    <p:sldId id="468" r:id="rId83"/>
    <p:sldId id="486" r:id="rId84"/>
    <p:sldId id="465" r:id="rId85"/>
    <p:sldId id="466" r:id="rId86"/>
    <p:sldId id="485" r:id="rId87"/>
    <p:sldId id="464" r:id="rId88"/>
    <p:sldId id="484" r:id="rId89"/>
    <p:sldId id="277" r:id="rId90"/>
    <p:sldId id="462" r:id="rId91"/>
    <p:sldId id="483" r:id="rId92"/>
    <p:sldId id="278" r:id="rId93"/>
    <p:sldId id="482" r:id="rId94"/>
    <p:sldId id="457" r:id="rId95"/>
    <p:sldId id="458" r:id="rId96"/>
    <p:sldId id="459" r:id="rId97"/>
    <p:sldId id="460" r:id="rId98"/>
    <p:sldId id="480" r:id="rId99"/>
    <p:sldId id="481" r:id="rId100"/>
    <p:sldId id="261" r:id="rId101"/>
    <p:sldId id="377" r:id="rId102"/>
    <p:sldId id="376" r:id="rId103"/>
    <p:sldId id="271" r:id="rId104"/>
    <p:sldId id="382" r:id="rId105"/>
    <p:sldId id="378" r:id="rId106"/>
    <p:sldId id="379" r:id="rId107"/>
    <p:sldId id="380" r:id="rId108"/>
    <p:sldId id="381" r:id="rId109"/>
    <p:sldId id="280" r:id="rId110"/>
    <p:sldId id="450" r:id="rId111"/>
    <p:sldId id="451" r:id="rId112"/>
    <p:sldId id="452" r:id="rId113"/>
    <p:sldId id="453" r:id="rId114"/>
    <p:sldId id="454" r:id="rId115"/>
    <p:sldId id="455" r:id="rId116"/>
    <p:sldId id="456" r:id="rId117"/>
    <p:sldId id="281" r:id="rId118"/>
    <p:sldId id="384" r:id="rId119"/>
    <p:sldId id="479" r:id="rId120"/>
    <p:sldId id="282" r:id="rId121"/>
    <p:sldId id="478" r:id="rId122"/>
    <p:sldId id="283" r:id="rId123"/>
    <p:sldId id="447" r:id="rId124"/>
    <p:sldId id="285" r:id="rId125"/>
    <p:sldId id="284" r:id="rId126"/>
    <p:sldId id="493" r:id="rId127"/>
  </p:sldIdLst>
  <p:sldSz cx="12192000" cy="6858000"/>
  <p:notesSz cx="7104063" cy="10234613"/>
  <p:defaultTex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384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B0F0"/>
    <a:srgbClr val="58BDA8"/>
    <a:srgbClr val="FDC200"/>
    <a:srgbClr val="EF415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中度样式 2 - 强调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无样式，网格型">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F5AB1C69-6EDB-4FF4-983F-18BD219EF322}" styleName="中度样式 2 - 强调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 styleId="{2D5ABB26-0587-4C30-8999-92F81FD0307C}" styleName="无样式，无网格">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987" autoAdjust="0"/>
    <p:restoredTop sz="94660"/>
  </p:normalViewPr>
  <p:slideViewPr>
    <p:cSldViewPr snapToGrid="0">
      <p:cViewPr varScale="1">
        <p:scale>
          <a:sx n="103" d="100"/>
          <a:sy n="103" d="100"/>
        </p:scale>
        <p:origin x="138" y="198"/>
      </p:cViewPr>
      <p:guideLst>
        <p:guide orient="horz" pos="2160"/>
        <p:guide pos="384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17" Type="http://schemas.openxmlformats.org/officeDocument/2006/relationships/slide" Target="slides/slide116.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slide" Target="slides/slide88.xml"/><Relationship Id="rId112" Type="http://schemas.openxmlformats.org/officeDocument/2006/relationships/slide" Target="slides/slide111.xml"/><Relationship Id="rId16" Type="http://schemas.openxmlformats.org/officeDocument/2006/relationships/slide" Target="slides/slide15.xml"/><Relationship Id="rId107" Type="http://schemas.openxmlformats.org/officeDocument/2006/relationships/slide" Target="slides/slide106.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102" Type="http://schemas.openxmlformats.org/officeDocument/2006/relationships/slide" Target="slides/slide101.xml"/><Relationship Id="rId123" Type="http://schemas.openxmlformats.org/officeDocument/2006/relationships/slide" Target="slides/slide122.xml"/><Relationship Id="rId128" Type="http://schemas.openxmlformats.org/officeDocument/2006/relationships/notesMaster" Target="notesMasters/notesMaster1.xml"/><Relationship Id="rId5" Type="http://schemas.openxmlformats.org/officeDocument/2006/relationships/slide" Target="slides/slide4.xml"/><Relationship Id="rId90" Type="http://schemas.openxmlformats.org/officeDocument/2006/relationships/slide" Target="slides/slide89.xml"/><Relationship Id="rId95" Type="http://schemas.openxmlformats.org/officeDocument/2006/relationships/slide" Target="slides/slide94.xml"/><Relationship Id="rId22" Type="http://schemas.openxmlformats.org/officeDocument/2006/relationships/slide" Target="slides/slide21.xml"/><Relationship Id="rId27" Type="http://schemas.openxmlformats.org/officeDocument/2006/relationships/slide" Target="slides/slide26.xml"/><Relationship Id="rId43" Type="http://schemas.openxmlformats.org/officeDocument/2006/relationships/slide" Target="slides/slide42.xml"/><Relationship Id="rId48" Type="http://schemas.openxmlformats.org/officeDocument/2006/relationships/slide" Target="slides/slide47.xml"/><Relationship Id="rId64" Type="http://schemas.openxmlformats.org/officeDocument/2006/relationships/slide" Target="slides/slide63.xml"/><Relationship Id="rId69" Type="http://schemas.openxmlformats.org/officeDocument/2006/relationships/slide" Target="slides/slide68.xml"/><Relationship Id="rId113" Type="http://schemas.openxmlformats.org/officeDocument/2006/relationships/slide" Target="slides/slide112.xml"/><Relationship Id="rId118" Type="http://schemas.openxmlformats.org/officeDocument/2006/relationships/slide" Target="slides/slide117.xml"/><Relationship Id="rId80" Type="http://schemas.openxmlformats.org/officeDocument/2006/relationships/slide" Target="slides/slide79.xml"/><Relationship Id="rId85" Type="http://schemas.openxmlformats.org/officeDocument/2006/relationships/slide" Target="slides/slide84.xml"/><Relationship Id="rId12" Type="http://schemas.openxmlformats.org/officeDocument/2006/relationships/slide" Target="slides/slide11.xml"/><Relationship Id="rId17" Type="http://schemas.openxmlformats.org/officeDocument/2006/relationships/slide" Target="slides/slide16.xml"/><Relationship Id="rId33" Type="http://schemas.openxmlformats.org/officeDocument/2006/relationships/slide" Target="slides/slide32.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08" Type="http://schemas.openxmlformats.org/officeDocument/2006/relationships/slide" Target="slides/slide107.xml"/><Relationship Id="rId124" Type="http://schemas.openxmlformats.org/officeDocument/2006/relationships/slide" Target="slides/slide123.xml"/><Relationship Id="rId129" Type="http://schemas.openxmlformats.org/officeDocument/2006/relationships/presProps" Target="presProps.xml"/><Relationship Id="rId54" Type="http://schemas.openxmlformats.org/officeDocument/2006/relationships/slide" Target="slides/slide53.xml"/><Relationship Id="rId70" Type="http://schemas.openxmlformats.org/officeDocument/2006/relationships/slide" Target="slides/slide69.xml"/><Relationship Id="rId75" Type="http://schemas.openxmlformats.org/officeDocument/2006/relationships/slide" Target="slides/slide74.xml"/><Relationship Id="rId91" Type="http://schemas.openxmlformats.org/officeDocument/2006/relationships/slide" Target="slides/slide90.xml"/><Relationship Id="rId96" Type="http://schemas.openxmlformats.org/officeDocument/2006/relationships/slide" Target="slides/slide95.xml"/><Relationship Id="rId1" Type="http://schemas.openxmlformats.org/officeDocument/2006/relationships/slideMaster" Target="slideMasters/slideMaster1.xml"/><Relationship Id="rId6" Type="http://schemas.openxmlformats.org/officeDocument/2006/relationships/slide" Target="slides/slide5.xml"/><Relationship Id="rId23" Type="http://schemas.openxmlformats.org/officeDocument/2006/relationships/slide" Target="slides/slide22.xml"/><Relationship Id="rId28" Type="http://schemas.openxmlformats.org/officeDocument/2006/relationships/slide" Target="slides/slide27.xml"/><Relationship Id="rId49" Type="http://schemas.openxmlformats.org/officeDocument/2006/relationships/slide" Target="slides/slide48.xml"/><Relationship Id="rId114" Type="http://schemas.openxmlformats.org/officeDocument/2006/relationships/slide" Target="slides/slide113.xml"/><Relationship Id="rId119" Type="http://schemas.openxmlformats.org/officeDocument/2006/relationships/slide" Target="slides/slide118.xml"/><Relationship Id="rId44" Type="http://schemas.openxmlformats.org/officeDocument/2006/relationships/slide" Target="slides/slide43.xml"/><Relationship Id="rId60" Type="http://schemas.openxmlformats.org/officeDocument/2006/relationships/slide" Target="slides/slide59.xml"/><Relationship Id="rId65" Type="http://schemas.openxmlformats.org/officeDocument/2006/relationships/slide" Target="slides/slide64.xml"/><Relationship Id="rId81" Type="http://schemas.openxmlformats.org/officeDocument/2006/relationships/slide" Target="slides/slide80.xml"/><Relationship Id="rId86" Type="http://schemas.openxmlformats.org/officeDocument/2006/relationships/slide" Target="slides/slide85.xml"/><Relationship Id="rId130" Type="http://schemas.openxmlformats.org/officeDocument/2006/relationships/viewProps" Target="viewProps.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109" Type="http://schemas.openxmlformats.org/officeDocument/2006/relationships/slide" Target="slides/slide10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04" Type="http://schemas.openxmlformats.org/officeDocument/2006/relationships/slide" Target="slides/slide103.xml"/><Relationship Id="rId120" Type="http://schemas.openxmlformats.org/officeDocument/2006/relationships/slide" Target="slides/slide119.xml"/><Relationship Id="rId125" Type="http://schemas.openxmlformats.org/officeDocument/2006/relationships/slide" Target="slides/slide124.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openxmlformats.org/officeDocument/2006/relationships/slide" Target="slides/slide109.xml"/><Relationship Id="rId115" Type="http://schemas.openxmlformats.org/officeDocument/2006/relationships/slide" Target="slides/slide114.xml"/><Relationship Id="rId131" Type="http://schemas.openxmlformats.org/officeDocument/2006/relationships/theme" Target="theme/theme1.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105" Type="http://schemas.openxmlformats.org/officeDocument/2006/relationships/slide" Target="slides/slide104.xml"/><Relationship Id="rId126" Type="http://schemas.openxmlformats.org/officeDocument/2006/relationships/slide" Target="slides/slide125.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98" Type="http://schemas.openxmlformats.org/officeDocument/2006/relationships/slide" Target="slides/slide97.xml"/><Relationship Id="rId121" Type="http://schemas.openxmlformats.org/officeDocument/2006/relationships/slide" Target="slides/slide120.xml"/><Relationship Id="rId3" Type="http://schemas.openxmlformats.org/officeDocument/2006/relationships/slide" Target="slides/slide2.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116" Type="http://schemas.openxmlformats.org/officeDocument/2006/relationships/slide" Target="slides/slide115.xml"/><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88" Type="http://schemas.openxmlformats.org/officeDocument/2006/relationships/slide" Target="slides/slide87.xml"/><Relationship Id="rId111" Type="http://schemas.openxmlformats.org/officeDocument/2006/relationships/slide" Target="slides/slide110.xml"/><Relationship Id="rId132" Type="http://schemas.openxmlformats.org/officeDocument/2006/relationships/tableStyles" Target="tableStyles.xml"/><Relationship Id="rId15" Type="http://schemas.openxmlformats.org/officeDocument/2006/relationships/slide" Target="slides/slide14.xml"/><Relationship Id="rId36" Type="http://schemas.openxmlformats.org/officeDocument/2006/relationships/slide" Target="slides/slide35.xml"/><Relationship Id="rId57" Type="http://schemas.openxmlformats.org/officeDocument/2006/relationships/slide" Target="slides/slide56.xml"/><Relationship Id="rId106" Type="http://schemas.openxmlformats.org/officeDocument/2006/relationships/slide" Target="slides/slide105.xml"/><Relationship Id="rId127" Type="http://schemas.openxmlformats.org/officeDocument/2006/relationships/slide" Target="slides/slide126.xml"/><Relationship Id="rId10" Type="http://schemas.openxmlformats.org/officeDocument/2006/relationships/slide" Target="slides/slide9.xml"/><Relationship Id="rId31" Type="http://schemas.openxmlformats.org/officeDocument/2006/relationships/slide" Target="slides/slide30.xml"/><Relationship Id="rId52" Type="http://schemas.openxmlformats.org/officeDocument/2006/relationships/slide" Target="slides/slide51.xml"/><Relationship Id="rId73" Type="http://schemas.openxmlformats.org/officeDocument/2006/relationships/slide" Target="slides/slide72.xml"/><Relationship Id="rId78" Type="http://schemas.openxmlformats.org/officeDocument/2006/relationships/slide" Target="slides/slide77.xml"/><Relationship Id="rId94" Type="http://schemas.openxmlformats.org/officeDocument/2006/relationships/slide" Target="slides/slide93.xml"/><Relationship Id="rId99" Type="http://schemas.openxmlformats.org/officeDocument/2006/relationships/slide" Target="slides/slide98.xml"/><Relationship Id="rId101" Type="http://schemas.openxmlformats.org/officeDocument/2006/relationships/slide" Target="slides/slide100.xml"/><Relationship Id="rId122" Type="http://schemas.openxmlformats.org/officeDocument/2006/relationships/slide" Target="slides/slide121.xml"/><Relationship Id="rId4" Type="http://schemas.openxmlformats.org/officeDocument/2006/relationships/slide" Target="slides/slide3.xml"/><Relationship Id="rId9" Type="http://schemas.openxmlformats.org/officeDocument/2006/relationships/slide" Target="slides/slide8.xml"/><Relationship Id="rId26" Type="http://schemas.openxmlformats.org/officeDocument/2006/relationships/slide" Target="slides/slide2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3078290" cy="513492"/>
          </a:xfrm>
          <a:prstGeom prst="rect">
            <a:avLst/>
          </a:prstGeom>
        </p:spPr>
        <p:txBody>
          <a:bodyPr vert="horz" lIns="91440" tIns="45720" rIns="91440" bIns="45720" rtlCol="0"/>
          <a:lstStyle>
            <a:lvl1pPr algn="l">
              <a:defRPr sz="1200">
                <a:ea typeface="微软雅黑" panose="020B0503020204020204" pitchFamily="34" charset="-122"/>
              </a:defRPr>
            </a:lvl1pPr>
          </a:lstStyle>
          <a:p>
            <a:endParaRPr lang="zh-CN" altLang="en-US" dirty="0"/>
          </a:p>
        </p:txBody>
      </p:sp>
      <p:sp>
        <p:nvSpPr>
          <p:cNvPr id="3" name="日期占位符 2"/>
          <p:cNvSpPr>
            <a:spLocks noGrp="1"/>
          </p:cNvSpPr>
          <p:nvPr>
            <p:ph type="dt" idx="1"/>
          </p:nvPr>
        </p:nvSpPr>
        <p:spPr>
          <a:xfrm>
            <a:off x="4023812" y="0"/>
            <a:ext cx="3078290" cy="513492"/>
          </a:xfrm>
          <a:prstGeom prst="rect">
            <a:avLst/>
          </a:prstGeom>
        </p:spPr>
        <p:txBody>
          <a:bodyPr vert="horz" lIns="91440" tIns="45720" rIns="91440" bIns="45720" rtlCol="0"/>
          <a:lstStyle>
            <a:lvl1pPr algn="r">
              <a:defRPr sz="1200">
                <a:ea typeface="微软雅黑" panose="020B0503020204020204" pitchFamily="34" charset="-122"/>
              </a:defRPr>
            </a:lvl1pPr>
          </a:lstStyle>
          <a:p>
            <a:fld id="{D2A48B96-639E-45A3-A0BA-2464DFDB1FAA}" type="datetimeFigureOut">
              <a:rPr lang="zh-CN" altLang="en-US" smtClean="0"/>
              <a:pPr/>
              <a:t>2026/5/9</a:t>
            </a:fld>
            <a:endParaRPr lang="zh-CN" altLang="en-US" dirty="0"/>
          </a:p>
        </p:txBody>
      </p:sp>
      <p:sp>
        <p:nvSpPr>
          <p:cNvPr id="4" name="幻灯片图像占位符 3"/>
          <p:cNvSpPr>
            <a:spLocks noGrp="1" noRot="1" noChangeAspect="1"/>
          </p:cNvSpPr>
          <p:nvPr>
            <p:ph type="sldImg" idx="2"/>
          </p:nvPr>
        </p:nvSpPr>
        <p:spPr>
          <a:xfrm>
            <a:off x="481584" y="1279287"/>
            <a:ext cx="6140578" cy="3454075"/>
          </a:xfrm>
          <a:prstGeom prst="rect">
            <a:avLst/>
          </a:prstGeom>
          <a:noFill/>
          <a:ln w="12700">
            <a:solidFill>
              <a:prstClr val="black"/>
            </a:solidFill>
          </a:ln>
        </p:spPr>
        <p:txBody>
          <a:bodyPr vert="horz" lIns="91440" tIns="45720" rIns="91440" bIns="45720" rtlCol="0" anchor="ctr"/>
          <a:lstStyle/>
          <a:p>
            <a:endParaRPr lang="zh-CN" altLang="en-US" dirty="0"/>
          </a:p>
        </p:txBody>
      </p:sp>
      <p:sp>
        <p:nvSpPr>
          <p:cNvPr id="5" name="备注占位符 4"/>
          <p:cNvSpPr>
            <a:spLocks noGrp="1"/>
          </p:cNvSpPr>
          <p:nvPr>
            <p:ph type="body" sz="quarter" idx="3"/>
          </p:nvPr>
        </p:nvSpPr>
        <p:spPr>
          <a:xfrm>
            <a:off x="710375" y="4925254"/>
            <a:ext cx="5682996" cy="4029754"/>
          </a:xfrm>
          <a:prstGeom prst="rect">
            <a:avLst/>
          </a:prstGeom>
        </p:spPr>
        <p:txBody>
          <a:bodyPr vert="horz" lIns="91440" tIns="45720" rIns="91440" bIns="45720" rtlCol="0"/>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6" name="页脚占位符 5"/>
          <p:cNvSpPr>
            <a:spLocks noGrp="1"/>
          </p:cNvSpPr>
          <p:nvPr>
            <p:ph type="ftr" sz="quarter" idx="4"/>
          </p:nvPr>
        </p:nvSpPr>
        <p:spPr>
          <a:xfrm>
            <a:off x="0" y="9720804"/>
            <a:ext cx="3078290" cy="513491"/>
          </a:xfrm>
          <a:prstGeom prst="rect">
            <a:avLst/>
          </a:prstGeom>
        </p:spPr>
        <p:txBody>
          <a:bodyPr vert="horz" lIns="91440" tIns="45720" rIns="91440" bIns="45720" rtlCol="0" anchor="b"/>
          <a:lstStyle>
            <a:lvl1pPr algn="l">
              <a:defRPr sz="1200">
                <a:ea typeface="微软雅黑" panose="020B0503020204020204" pitchFamily="34" charset="-122"/>
              </a:defRPr>
            </a:lvl1pPr>
          </a:lstStyle>
          <a:p>
            <a:endParaRPr lang="zh-CN" altLang="en-US" dirty="0"/>
          </a:p>
        </p:txBody>
      </p:sp>
      <p:sp>
        <p:nvSpPr>
          <p:cNvPr id="7" name="灯片编号占位符 6"/>
          <p:cNvSpPr>
            <a:spLocks noGrp="1"/>
          </p:cNvSpPr>
          <p:nvPr>
            <p:ph type="sldNum" sz="quarter" idx="5"/>
          </p:nvPr>
        </p:nvSpPr>
        <p:spPr>
          <a:xfrm>
            <a:off x="4023812" y="9720804"/>
            <a:ext cx="3078290" cy="513491"/>
          </a:xfrm>
          <a:prstGeom prst="rect">
            <a:avLst/>
          </a:prstGeom>
        </p:spPr>
        <p:txBody>
          <a:bodyPr vert="horz" lIns="91440" tIns="45720" rIns="91440" bIns="45720" rtlCol="0" anchor="b"/>
          <a:lstStyle>
            <a:lvl1pPr algn="r">
              <a:defRPr sz="1200">
                <a:ea typeface="微软雅黑" panose="020B0503020204020204" pitchFamily="34" charset="-122"/>
              </a:defRPr>
            </a:lvl1pPr>
          </a:lstStyle>
          <a:p>
            <a:fld id="{A6837353-30EB-4A48-80EB-173D804AEFBD}" type="slidenum">
              <a:rPr lang="zh-CN" altLang="en-US" smtClean="0"/>
              <a:pPr/>
              <a:t>‹#›</a:t>
            </a:fld>
            <a:endParaRPr lang="zh-CN" altLang="en-US" dirty="0"/>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微软雅黑" panose="020B0503020204020204" pitchFamily="34" charset="-122"/>
        <a:cs typeface="+mn-cs"/>
      </a:defRPr>
    </a:lvl1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p:cSld>
    <p:bg bwMode="auto">
      <p:bgPr>
        <a:solidFill>
          <a:srgbClr val="FFFFFF"/>
        </a:solidFill>
        <a:effectLst/>
      </p:bgPr>
    </p:bg>
    <p:spTree>
      <p:nvGrpSpPr>
        <p:cNvPr id="1" name=""/>
        <p:cNvGrpSpPr/>
        <p:nvPr/>
      </p:nvGrpSpPr>
      <p:grpSpPr>
        <a:xfrm>
          <a:off x="0" y="0"/>
          <a:ext cx="0" cy="0"/>
          <a:chOff x="0" y="0"/>
          <a:chExt cx="0" cy="0"/>
        </a:xfrm>
      </p:grpSpPr>
      <p:sp>
        <p:nvSpPr>
          <p:cNvPr id="6146" name="幻灯片图像占位符 1"/>
          <p:cNvSpPr>
            <a:spLocks noGrp="1" noRot="1" noChangeAspect="1" noTextEdit="1"/>
          </p:cNvSpPr>
          <p:nvPr>
            <p:ph type="sldImg"/>
          </p:nvPr>
        </p:nvSpPr>
        <p:spPr>
          <a:xfrm>
            <a:off x="481013" y="1279525"/>
            <a:ext cx="6140450" cy="3454400"/>
          </a:xfrm>
        </p:spPr>
      </p:sp>
      <p:sp>
        <p:nvSpPr>
          <p:cNvPr id="6147" name="备注占位符 2"/>
          <p:cNvSpPr>
            <a:spLocks noGrp="1"/>
          </p:cNvSpPr>
          <p:nvPr>
            <p:ph type="body" idx="1"/>
          </p:nvPr>
        </p:nvSpPr>
        <p:spPr>
          <a:noFill/>
        </p:spPr>
        <p:txBody>
          <a:bodyPr anchor="t"/>
          <a:lstStyle/>
          <a:p>
            <a:pPr eaLnBrk="1" hangingPunct="1">
              <a:spcBef>
                <a:spcPct val="0"/>
              </a:spcBef>
            </a:pPr>
            <a:r>
              <a:rPr lang="zh-CN" altLang="en-US" dirty="0"/>
              <a:t>模板来自于 </a:t>
            </a:r>
            <a:r>
              <a:rPr lang="en-US" altLang="zh-CN" dirty="0"/>
              <a:t>http://docer.wps.cn</a:t>
            </a:r>
            <a:endParaRPr lang="zh-CN" altLang="en-US" dirty="0"/>
          </a:p>
        </p:txBody>
      </p:sp>
      <p:sp>
        <p:nvSpPr>
          <p:cNvPr id="6148" name="灯片编号占位符 3"/>
          <p:cNvSpPr txBox="1">
            <a:spLocks noGrp="1" noChangeArrowheads="1"/>
          </p:cNvSpPr>
          <p:nvPr/>
        </p:nvSpPr>
        <p:spPr bwMode="auto">
          <a:xfrm>
            <a:off x="4023992" y="9721107"/>
            <a:ext cx="3078427" cy="513507"/>
          </a:xfrm>
          <a:prstGeom prst="rect">
            <a:avLst/>
          </a:prstGeom>
          <a:noFill/>
          <a:ln w="9525">
            <a:noFill/>
            <a:miter lim="800000"/>
          </a:ln>
        </p:spPr>
        <p:txBody>
          <a:bodyPr lIns="99075" tIns="49538" rIns="99075" bIns="49538" anchor="b"/>
          <a:lstStyle/>
          <a:p>
            <a:pPr algn="r" eaLnBrk="1" hangingPunct="1">
              <a:buFont typeface="Arial" panose="020B0604020202020204" pitchFamily="34" charset="0"/>
              <a:buNone/>
            </a:pPr>
            <a:fld id="{AAED0429-06AC-4391-B511-C2D4F3A38C12}" type="slidenum">
              <a:rPr lang="zh-CN" altLang="en-US" sz="1300">
                <a:latin typeface="Calibri" panose="020F0502020204030204" charset="0"/>
                <a:ea typeface="微软雅黑" panose="020B0503020204020204" pitchFamily="34" charset="-122"/>
              </a:rPr>
              <a:pPr algn="r" eaLnBrk="1" hangingPunct="1">
                <a:buFont typeface="Arial" panose="020B0604020202020204" pitchFamily="34" charset="0"/>
                <a:buNone/>
              </a:pPr>
              <a:t>3</a:t>
            </a:fld>
            <a:endParaRPr lang="zh-CN" altLang="en-US" sz="1300" dirty="0">
              <a:latin typeface="Calibri" panose="020F0502020204030204" charset="0"/>
              <a:ea typeface="微软雅黑" panose="020B0503020204020204" pitchFamily="34" charset="-122"/>
            </a:endParaRPr>
          </a:p>
        </p:txBody>
      </p:sp>
    </p:spTree>
  </p:cSld>
  <p:clrMapOvr>
    <a:overrideClrMapping bg1="lt1" tx1="dk1" bg2="lt2" tx2="dk2" accent1="accent1" accent2="accent2" accent3="accent3" accent4="accent4" accent5="accent5" accent6="accent6" hlink="hlink" folHlink="folHlink"/>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a:xfrm>
            <a:off x="481013" y="1279525"/>
            <a:ext cx="6140450" cy="3454400"/>
          </a:xfrm>
        </p:spPr>
      </p:sp>
      <p:sp>
        <p:nvSpPr>
          <p:cNvPr id="3" name="备注占位符 2"/>
          <p:cNvSpPr>
            <a:spLocks noGrp="1"/>
          </p:cNvSpPr>
          <p:nvPr>
            <p:ph type="body" idx="1"/>
          </p:nvPr>
        </p:nvSpPr>
        <p:spPr/>
        <p:txBody>
          <a:bodyPr/>
          <a:lstStyle/>
          <a:p>
            <a:r>
              <a:rPr lang="zh-CN" altLang="en-US" dirty="0"/>
              <a:t>通常在</a:t>
            </a:r>
            <a:r>
              <a:rPr lang="en-US" altLang="zh-CN" dirty="0"/>
              <a:t>A</a:t>
            </a:r>
            <a:r>
              <a:rPr lang="zh-CN" altLang="en-US" dirty="0"/>
              <a:t>中</a:t>
            </a:r>
            <a:r>
              <a:rPr lang="en-US" altLang="zh-CN" dirty="0"/>
              <a:t>new</a:t>
            </a:r>
            <a:r>
              <a:rPr lang="zh-CN" altLang="en-US" dirty="0"/>
              <a:t>一个</a:t>
            </a:r>
            <a:r>
              <a:rPr lang="en-US" altLang="zh-CN" dirty="0"/>
              <a:t>B</a:t>
            </a:r>
            <a:r>
              <a:rPr lang="zh-CN" altLang="en-US" dirty="0"/>
              <a:t>出来</a:t>
            </a:r>
          </a:p>
        </p:txBody>
      </p:sp>
      <p:sp>
        <p:nvSpPr>
          <p:cNvPr id="4" name="灯片编号占位符 3"/>
          <p:cNvSpPr>
            <a:spLocks noGrp="1"/>
          </p:cNvSpPr>
          <p:nvPr>
            <p:ph type="sldNum" sz="quarter" idx="5"/>
          </p:nvPr>
        </p:nvSpPr>
        <p:spPr/>
        <p:txBody>
          <a:bodyPr/>
          <a:lstStyle/>
          <a:p>
            <a:fld id="{A6837353-30EB-4A48-80EB-173D804AEFBD}" type="slidenum">
              <a:rPr lang="zh-CN" altLang="en-US" smtClean="0"/>
              <a:pPr/>
              <a:t>59</a:t>
            </a:fld>
            <a:endParaRPr lang="zh-CN" altLang="en-US" dirty="0"/>
          </a:p>
        </p:txBody>
      </p:sp>
    </p:spTree>
    <p:extLst>
      <p:ext uri="{BB962C8B-B14F-4D97-AF65-F5344CB8AC3E}">
        <p14:creationId xmlns:p14="http://schemas.microsoft.com/office/powerpoint/2010/main" val="84752797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a:xfrm>
            <a:off x="481013" y="1279525"/>
            <a:ext cx="6140450" cy="3454400"/>
          </a:xfrm>
        </p:spPr>
      </p:sp>
      <p:sp>
        <p:nvSpPr>
          <p:cNvPr id="3" name="备注占位符 2"/>
          <p:cNvSpPr>
            <a:spLocks noGrp="1"/>
          </p:cNvSpPr>
          <p:nvPr>
            <p:ph type="body" idx="1"/>
          </p:nvPr>
        </p:nvSpPr>
        <p:spPr/>
        <p:txBody>
          <a:bodyPr/>
          <a:lstStyle/>
          <a:p>
            <a:r>
              <a:rPr lang="en-US" altLang="zh-CN" dirty="0"/>
              <a:t>A </a:t>
            </a:r>
            <a:r>
              <a:rPr lang="zh-CN" altLang="en-US" dirty="0"/>
              <a:t>拥有多个 </a:t>
            </a:r>
            <a:r>
              <a:rPr lang="en-US" altLang="zh-CN" dirty="0"/>
              <a:t>B</a:t>
            </a:r>
            <a:r>
              <a:rPr lang="zh-CN" altLang="en-US" dirty="0"/>
              <a:t>（比如一个用户有多张券、多个地址）。</a:t>
            </a:r>
          </a:p>
          <a:p>
            <a:r>
              <a:rPr lang="en-US" altLang="zh-CN" dirty="0"/>
              <a:t>B </a:t>
            </a:r>
            <a:r>
              <a:rPr lang="zh-CN" altLang="en-US" dirty="0"/>
              <a:t>可以脱离 </a:t>
            </a:r>
            <a:r>
              <a:rPr lang="en-US" altLang="zh-CN" dirty="0"/>
              <a:t>A </a:t>
            </a:r>
            <a:r>
              <a:rPr lang="zh-CN" altLang="en-US" dirty="0"/>
              <a:t>独立存在（或者 </a:t>
            </a:r>
            <a:r>
              <a:rPr lang="en-US" altLang="zh-CN" dirty="0"/>
              <a:t>B </a:t>
            </a:r>
            <a:r>
              <a:rPr lang="zh-CN" altLang="en-US" dirty="0"/>
              <a:t>的生死由第三方规则决定，而不是 </a:t>
            </a:r>
            <a:r>
              <a:rPr lang="en-US" altLang="zh-CN" dirty="0"/>
              <a:t>A </a:t>
            </a:r>
            <a:r>
              <a:rPr lang="zh-CN" altLang="en-US" dirty="0"/>
              <a:t>说了算）。</a:t>
            </a:r>
          </a:p>
        </p:txBody>
      </p:sp>
      <p:sp>
        <p:nvSpPr>
          <p:cNvPr id="4" name="灯片编号占位符 3"/>
          <p:cNvSpPr>
            <a:spLocks noGrp="1"/>
          </p:cNvSpPr>
          <p:nvPr>
            <p:ph type="sldNum" sz="quarter" idx="5"/>
          </p:nvPr>
        </p:nvSpPr>
        <p:spPr/>
        <p:txBody>
          <a:bodyPr/>
          <a:lstStyle/>
          <a:p>
            <a:fld id="{A6837353-30EB-4A48-80EB-173D804AEFBD}" type="slidenum">
              <a:rPr lang="zh-CN" altLang="en-US" smtClean="0"/>
              <a:pPr/>
              <a:t>60</a:t>
            </a:fld>
            <a:endParaRPr lang="zh-CN" altLang="en-US" dirty="0"/>
          </a:p>
        </p:txBody>
      </p:sp>
    </p:spTree>
    <p:extLst>
      <p:ext uri="{BB962C8B-B14F-4D97-AF65-F5344CB8AC3E}">
        <p14:creationId xmlns:p14="http://schemas.microsoft.com/office/powerpoint/2010/main" val="241977172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a:xfrm>
            <a:off x="481013" y="1279525"/>
            <a:ext cx="6140450" cy="3454400"/>
          </a:xfrm>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A6837353-30EB-4A48-80EB-173D804AEFBD}" type="slidenum">
              <a:rPr lang="zh-CN" altLang="en-US" smtClean="0"/>
              <a:pPr/>
              <a:t>61</a:t>
            </a:fld>
            <a:endParaRPr lang="zh-CN" altLang="en-US" dirty="0"/>
          </a:p>
        </p:txBody>
      </p:sp>
    </p:spTree>
    <p:extLst>
      <p:ext uri="{BB962C8B-B14F-4D97-AF65-F5344CB8AC3E}">
        <p14:creationId xmlns:p14="http://schemas.microsoft.com/office/powerpoint/2010/main" val="92102391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884A6E4-7BB8-75D2-D3BF-91116C51CF16}"/>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944DF79C-93AF-472D-47C1-2E8F4E281904}"/>
              </a:ext>
            </a:extLst>
          </p:cNvPr>
          <p:cNvSpPr>
            <a:spLocks noGrp="1" noRot="1" noChangeAspect="1"/>
          </p:cNvSpPr>
          <p:nvPr>
            <p:ph type="sldImg"/>
          </p:nvPr>
        </p:nvSpPr>
        <p:spPr>
          <a:xfrm>
            <a:off x="481013" y="1279525"/>
            <a:ext cx="6140450" cy="3454400"/>
          </a:xfrm>
        </p:spPr>
      </p:sp>
      <p:sp>
        <p:nvSpPr>
          <p:cNvPr id="3" name="备注占位符 2">
            <a:extLst>
              <a:ext uri="{FF2B5EF4-FFF2-40B4-BE49-F238E27FC236}">
                <a16:creationId xmlns:a16="http://schemas.microsoft.com/office/drawing/2014/main" id="{BFF1C7BF-D3DA-3B36-ECE8-A90C8EAFBDE8}"/>
              </a:ext>
            </a:extLst>
          </p:cNvPr>
          <p:cNvSpPr>
            <a:spLocks noGrp="1"/>
          </p:cNvSpPr>
          <p:nvPr>
            <p:ph type="body" idx="1"/>
          </p:nvPr>
        </p:nvSpPr>
        <p:spPr/>
        <p:txBody>
          <a:bodyPr/>
          <a:lstStyle/>
          <a:p>
            <a:r>
              <a:rPr lang="zh-CN" altLang="en-US" dirty="0"/>
              <a:t>一个模块（类）是否需要另一个模块（类）的支持</a:t>
            </a:r>
          </a:p>
        </p:txBody>
      </p:sp>
      <p:sp>
        <p:nvSpPr>
          <p:cNvPr id="4" name="灯片编号占位符 3">
            <a:extLst>
              <a:ext uri="{FF2B5EF4-FFF2-40B4-BE49-F238E27FC236}">
                <a16:creationId xmlns:a16="http://schemas.microsoft.com/office/drawing/2014/main" id="{5E9C314B-4F42-B827-2E2A-A3E4D61C161F}"/>
              </a:ext>
            </a:extLst>
          </p:cNvPr>
          <p:cNvSpPr>
            <a:spLocks noGrp="1"/>
          </p:cNvSpPr>
          <p:nvPr>
            <p:ph type="sldNum" sz="quarter" idx="5"/>
          </p:nvPr>
        </p:nvSpPr>
        <p:spPr/>
        <p:txBody>
          <a:bodyPr/>
          <a:lstStyle/>
          <a:p>
            <a:fld id="{A6837353-30EB-4A48-80EB-173D804AEFBD}" type="slidenum">
              <a:rPr lang="zh-CN" altLang="en-US" smtClean="0"/>
              <a:pPr/>
              <a:t>62</a:t>
            </a:fld>
            <a:endParaRPr lang="zh-CN" altLang="en-US" dirty="0"/>
          </a:p>
        </p:txBody>
      </p:sp>
    </p:spTree>
    <p:extLst>
      <p:ext uri="{BB962C8B-B14F-4D97-AF65-F5344CB8AC3E}">
        <p14:creationId xmlns:p14="http://schemas.microsoft.com/office/powerpoint/2010/main" val="126859707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8" Type="http://schemas.openxmlformats.org/officeDocument/2006/relationships/tags" Target="../tags/tag8.xml"/><Relationship Id="rId3" Type="http://schemas.openxmlformats.org/officeDocument/2006/relationships/tags" Target="../tags/tag3.xml"/><Relationship Id="rId7" Type="http://schemas.openxmlformats.org/officeDocument/2006/relationships/tags" Target="../tags/tag7.xml"/><Relationship Id="rId12" Type="http://schemas.openxmlformats.org/officeDocument/2006/relationships/slideMaster" Target="../slideMasters/slideMaster1.xml"/><Relationship Id="rId2" Type="http://schemas.openxmlformats.org/officeDocument/2006/relationships/tags" Target="../tags/tag2.xml"/><Relationship Id="rId1" Type="http://schemas.openxmlformats.org/officeDocument/2006/relationships/tags" Target="../tags/tag1.xml"/><Relationship Id="rId6" Type="http://schemas.openxmlformats.org/officeDocument/2006/relationships/tags" Target="../tags/tag6.xml"/><Relationship Id="rId11" Type="http://schemas.openxmlformats.org/officeDocument/2006/relationships/tags" Target="../tags/tag11.xml"/><Relationship Id="rId5" Type="http://schemas.openxmlformats.org/officeDocument/2006/relationships/tags" Target="../tags/tag5.xml"/><Relationship Id="rId10" Type="http://schemas.openxmlformats.org/officeDocument/2006/relationships/tags" Target="../tags/tag10.xml"/><Relationship Id="rId4" Type="http://schemas.openxmlformats.org/officeDocument/2006/relationships/tags" Target="../tags/tag4.xml"/><Relationship Id="rId9" Type="http://schemas.openxmlformats.org/officeDocument/2006/relationships/tags" Target="../tags/tag9.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cont">
    <p:spTree>
      <p:nvGrpSpPr>
        <p:cNvPr id="1" name=""/>
        <p:cNvGrpSpPr/>
        <p:nvPr/>
      </p:nvGrpSpPr>
      <p:grpSpPr>
        <a:xfrm>
          <a:off x="0" y="0"/>
          <a:ext cx="0" cy="0"/>
          <a:chOff x="0" y="0"/>
          <a:chExt cx="0" cy="0"/>
        </a:xfrm>
      </p:grpSpPr>
      <p:grpSp>
        <p:nvGrpSpPr>
          <p:cNvPr id="3" name="组合 2"/>
          <p:cNvGrpSpPr/>
          <p:nvPr userDrawn="1"/>
        </p:nvGrpSpPr>
        <p:grpSpPr>
          <a:xfrm>
            <a:off x="403225" y="1775460"/>
            <a:ext cx="11303635" cy="4248150"/>
            <a:chOff x="1211" y="3019"/>
            <a:chExt cx="17232" cy="6690"/>
          </a:xfrm>
        </p:grpSpPr>
        <p:sp>
          <p:nvSpPr>
            <p:cNvPr id="10" name="矩形 9"/>
            <p:cNvSpPr/>
            <p:nvPr userDrawn="1"/>
          </p:nvSpPr>
          <p:spPr>
            <a:xfrm>
              <a:off x="1211" y="3245"/>
              <a:ext cx="17232" cy="6300"/>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432000" rIns="216000" rtlCol="0" anchor="ctr"/>
            <a:lstStyle/>
            <a:p>
              <a:pPr algn="just">
                <a:lnSpc>
                  <a:spcPct val="200000"/>
                </a:lnSpc>
              </a:pPr>
              <a:endParaRPr lang="zh-CN" altLang="en-US" sz="1400">
                <a:solidFill>
                  <a:schemeClr val="tx1">
                    <a:lumMod val="75000"/>
                    <a:lumOff val="25000"/>
                  </a:schemeClr>
                </a:solidFill>
                <a:latin typeface="微软雅黑" panose="020B0503020204020204" charset="-122"/>
                <a:ea typeface="微软雅黑" panose="020B0503020204020204" charset="-122"/>
              </a:endParaRPr>
            </a:p>
          </p:txBody>
        </p:sp>
        <p:sp>
          <p:nvSpPr>
            <p:cNvPr id="11" name="矩形 10"/>
            <p:cNvSpPr/>
            <p:nvPr userDrawn="1"/>
          </p:nvSpPr>
          <p:spPr>
            <a:xfrm>
              <a:off x="1551" y="3019"/>
              <a:ext cx="1020" cy="6691"/>
            </a:xfrm>
            <a:prstGeom prst="rect">
              <a:avLst/>
            </a:prstGeom>
            <a:solidFill>
              <a:schemeClr val="accent3">
                <a:lumMod val="75000"/>
              </a:schemeClr>
            </a:solidFill>
            <a:effectLst>
              <a:outerShdw blurRad="50800" dist="38100" dir="2700000" algn="tl" rotWithShape="0">
                <a:prstClr val="black">
                  <a:alpha val="40000"/>
                </a:prstClr>
              </a:outerShdw>
            </a:effectLst>
          </p:spPr>
          <p:txBody>
            <a:bodyPr tIns="0" bIns="0"/>
            <a:lstStyle/>
            <a:p>
              <a:pPr lvl="0">
                <a:lnSpc>
                  <a:spcPct val="134000"/>
                </a:lnSpc>
                <a:spcBef>
                  <a:spcPts val="600"/>
                </a:spcBef>
              </a:pPr>
              <a:endParaRPr lang="zh-CN" altLang="en-US" sz="1600">
                <a:solidFill>
                  <a:schemeClr val="bg1"/>
                </a:solidFill>
                <a:latin typeface="微软雅黑" panose="020B0503020204020204" charset="-122"/>
                <a:ea typeface="微软雅黑" panose="020B0503020204020204" charset="-122"/>
              </a:endParaRPr>
            </a:p>
          </p:txBody>
        </p:sp>
      </p:grpSp>
      <p:sp>
        <p:nvSpPr>
          <p:cNvPr id="2" name="标题 1"/>
          <p:cNvSpPr>
            <a:spLocks noGrp="1"/>
          </p:cNvSpPr>
          <p:nvPr>
            <p:ph type="title"/>
          </p:nvPr>
        </p:nvSpPr>
        <p:spPr>
          <a:xfrm>
            <a:off x="694801" y="360000"/>
            <a:ext cx="5401200" cy="523220"/>
          </a:xfrm>
          <a:prstGeom prst="rect">
            <a:avLst/>
          </a:prstGeom>
        </p:spPr>
        <p:txBody>
          <a:bodyPr/>
          <a:lstStyle>
            <a:lvl1pPr>
              <a:defRPr lang="zh-CN" altLang="en-US" dirty="0"/>
            </a:lvl1pPr>
          </a:lstStyle>
          <a:p>
            <a:r>
              <a:rPr lang="zh-CN" altLang="en-US" dirty="0"/>
              <a:t>单击此处编辑母版标题样式</a:t>
            </a:r>
          </a:p>
        </p:txBody>
      </p:sp>
      <p:grpSp>
        <p:nvGrpSpPr>
          <p:cNvPr id="12" name="组合 11"/>
          <p:cNvGrpSpPr/>
          <p:nvPr userDrawn="1"/>
        </p:nvGrpSpPr>
        <p:grpSpPr>
          <a:xfrm>
            <a:off x="0" y="665480"/>
            <a:ext cx="12192000" cy="964565"/>
            <a:chOff x="0" y="-127"/>
            <a:chExt cx="19200" cy="1519"/>
          </a:xfrm>
        </p:grpSpPr>
        <p:cxnSp>
          <p:nvCxnSpPr>
            <p:cNvPr id="13" name="直接连接符 12"/>
            <p:cNvCxnSpPr/>
            <p:nvPr userDrawn="1"/>
          </p:nvCxnSpPr>
          <p:spPr>
            <a:xfrm>
              <a:off x="0" y="1318"/>
              <a:ext cx="19200" cy="0"/>
            </a:xfrm>
            <a:prstGeom prst="line">
              <a:avLst/>
            </a:prstGeom>
            <a:ln>
              <a:solidFill>
                <a:srgbClr val="148BDC"/>
              </a:solidFill>
              <a:prstDash val="dash"/>
            </a:ln>
          </p:spPr>
          <p:style>
            <a:lnRef idx="1">
              <a:schemeClr val="accent1"/>
            </a:lnRef>
            <a:fillRef idx="0">
              <a:schemeClr val="accent1"/>
            </a:fillRef>
            <a:effectRef idx="0">
              <a:schemeClr val="accent1"/>
            </a:effectRef>
            <a:fontRef idx="minor">
              <a:schemeClr val="tx1"/>
            </a:fontRef>
          </p:style>
        </p:cxnSp>
        <p:sp>
          <p:nvSpPr>
            <p:cNvPr id="32" name="矩形 31"/>
            <p:cNvSpPr/>
            <p:nvPr userDrawn="1"/>
          </p:nvSpPr>
          <p:spPr>
            <a:xfrm>
              <a:off x="0" y="434"/>
              <a:ext cx="16437" cy="397"/>
            </a:xfrm>
            <a:prstGeom prst="rect">
              <a:avLst/>
            </a:prstGeom>
            <a:solidFill>
              <a:schemeClr val="accent3">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800"/>
            </a:p>
          </p:txBody>
        </p:sp>
        <p:sp>
          <p:nvSpPr>
            <p:cNvPr id="21" name="矩形 20"/>
            <p:cNvSpPr/>
            <p:nvPr userDrawn="1"/>
          </p:nvSpPr>
          <p:spPr>
            <a:xfrm>
              <a:off x="18066" y="434"/>
              <a:ext cx="1134" cy="397"/>
            </a:xfrm>
            <a:prstGeom prst="rect">
              <a:avLst/>
            </a:prstGeom>
            <a:solidFill>
              <a:schemeClr val="accent3">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800"/>
            </a:p>
          </p:txBody>
        </p:sp>
        <p:sp>
          <p:nvSpPr>
            <p:cNvPr id="16" name="矩形 15"/>
            <p:cNvSpPr/>
            <p:nvPr userDrawn="1"/>
          </p:nvSpPr>
          <p:spPr>
            <a:xfrm>
              <a:off x="16230" y="-127"/>
              <a:ext cx="2022" cy="1519"/>
            </a:xfrm>
            <a:prstGeom prst="rect">
              <a:avLst/>
            </a:prstGeom>
            <a:solidFill>
              <a:schemeClr val="bg2">
                <a:lumMod val="90000"/>
                <a:alpha val="85000"/>
              </a:schemeClr>
            </a:solidFill>
            <a:ln w="3175" cap="flat" cmpd="sng" algn="ctr">
              <a:noFill/>
              <a:prstDash val="solid"/>
            </a:ln>
            <a:effectLst>
              <a:outerShdw blurRad="50800" dist="38100" dir="5400000" algn="t" rotWithShape="0">
                <a:prstClr val="black">
                  <a:alpha val="40000"/>
                </a:prstClr>
              </a:outerShdw>
            </a:effectLst>
          </p:spPr>
          <p:txBody>
            <a:bodyPr anchor="ctr"/>
            <a:lstStyle/>
            <a:p>
              <a:pPr marR="0" lvl="0" indent="0" algn="ctr" defTabSz="-635" fontAlgn="auto">
                <a:lnSpc>
                  <a:spcPct val="120000"/>
                </a:lnSpc>
                <a:spcBef>
                  <a:spcPts val="0"/>
                </a:spcBef>
                <a:spcAft>
                  <a:spcPts val="0"/>
                </a:spcAft>
                <a:buClrTx/>
                <a:buSzTx/>
                <a:buFontTx/>
                <a:buNone/>
              </a:pPr>
              <a:endParaRPr kumimoji="0" lang="zh-CN" altLang="en-US" sz="1800" b="1" i="0" u="none" strike="noStrike" kern="0" cap="none" spc="0" normalizeH="0" baseline="0">
                <a:ln>
                  <a:noFill/>
                </a:ln>
                <a:solidFill>
                  <a:schemeClr val="tx1"/>
                </a:solidFill>
                <a:effectLst/>
                <a:uLnTx/>
                <a:uFillTx/>
                <a:latin typeface="微软雅黑" panose="020B0503020204020204" charset="-122"/>
                <a:ea typeface="微软雅黑" panose="020B0503020204020204" charset="-122"/>
              </a:endParaRPr>
            </a:p>
          </p:txBody>
        </p:sp>
      </p:grpSp>
    </p:spTree>
  </p:cSld>
  <p:clrMapOvr>
    <a:masterClrMapping/>
  </p:clrMapOvr>
  <p:hf hdr="0" ftr="0" dt="0"/>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sub">
    <p:spTree>
      <p:nvGrpSpPr>
        <p:cNvPr id="1" name=""/>
        <p:cNvGrpSpPr/>
        <p:nvPr/>
      </p:nvGrpSpPr>
      <p:grpSpPr>
        <a:xfrm>
          <a:off x="0" y="0"/>
          <a:ext cx="0" cy="0"/>
          <a:chOff x="0" y="0"/>
          <a:chExt cx="0" cy="0"/>
        </a:xfrm>
      </p:grpSpPr>
      <p:sp>
        <p:nvSpPr>
          <p:cNvPr id="2" name="标题 1"/>
          <p:cNvSpPr>
            <a:spLocks noGrp="1"/>
          </p:cNvSpPr>
          <p:nvPr>
            <p:ph type="title"/>
          </p:nvPr>
        </p:nvSpPr>
        <p:spPr>
          <a:xfrm>
            <a:off x="694801" y="360000"/>
            <a:ext cx="5401200" cy="523220"/>
          </a:xfrm>
          <a:prstGeom prst="rect">
            <a:avLst/>
          </a:prstGeom>
        </p:spPr>
        <p:txBody>
          <a:bodyPr/>
          <a:lstStyle>
            <a:lvl1pPr>
              <a:defRPr lang="zh-CN" altLang="en-US" baseline="0"/>
            </a:lvl1pPr>
          </a:lstStyle>
          <a:p>
            <a:r>
              <a:rPr lang="zh-CN" altLang="en-US"/>
              <a:t>单击此处编辑母版标题样式</a:t>
            </a:r>
          </a:p>
        </p:txBody>
      </p:sp>
      <p:sp>
        <p:nvSpPr>
          <p:cNvPr id="18" name="任意多边形 17"/>
          <p:cNvSpPr/>
          <p:nvPr/>
        </p:nvSpPr>
        <p:spPr>
          <a:xfrm>
            <a:off x="694800" y="1080000"/>
            <a:ext cx="714380" cy="642942"/>
          </a:xfrm>
          <a:custGeom>
            <a:avLst/>
            <a:gdLst>
              <a:gd name="connsiteX0" fmla="*/ 0 w 864000"/>
              <a:gd name="connsiteY0" fmla="*/ 0 h 864000"/>
              <a:gd name="connsiteX1" fmla="*/ 864000 w 864000"/>
              <a:gd name="connsiteY1" fmla="*/ 0 h 864000"/>
              <a:gd name="connsiteX2" fmla="*/ 864000 w 864000"/>
              <a:gd name="connsiteY2" fmla="*/ 261737 h 864000"/>
              <a:gd name="connsiteX3" fmla="*/ 751007 w 864000"/>
              <a:gd name="connsiteY3" fmla="*/ 261737 h 864000"/>
              <a:gd name="connsiteX4" fmla="*/ 751007 w 864000"/>
              <a:gd name="connsiteY4" fmla="*/ 112993 h 864000"/>
              <a:gd name="connsiteX5" fmla="*/ 112993 w 864000"/>
              <a:gd name="connsiteY5" fmla="*/ 112993 h 864000"/>
              <a:gd name="connsiteX6" fmla="*/ 112993 w 864000"/>
              <a:gd name="connsiteY6" fmla="*/ 751007 h 864000"/>
              <a:gd name="connsiteX7" fmla="*/ 246681 w 864000"/>
              <a:gd name="connsiteY7" fmla="*/ 751007 h 864000"/>
              <a:gd name="connsiteX8" fmla="*/ 246681 w 864000"/>
              <a:gd name="connsiteY8" fmla="*/ 864000 h 864000"/>
              <a:gd name="connsiteX9" fmla="*/ 0 w 864000"/>
              <a:gd name="connsiteY9" fmla="*/ 864000 h 864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64000" h="864000">
                <a:moveTo>
                  <a:pt x="0" y="0"/>
                </a:moveTo>
                <a:lnTo>
                  <a:pt x="864000" y="0"/>
                </a:lnTo>
                <a:lnTo>
                  <a:pt x="864000" y="261737"/>
                </a:lnTo>
                <a:lnTo>
                  <a:pt x="751007" y="261737"/>
                </a:lnTo>
                <a:lnTo>
                  <a:pt x="751007" y="112993"/>
                </a:lnTo>
                <a:lnTo>
                  <a:pt x="112993" y="112993"/>
                </a:lnTo>
                <a:lnTo>
                  <a:pt x="112993" y="751007"/>
                </a:lnTo>
                <a:lnTo>
                  <a:pt x="246681" y="751007"/>
                </a:lnTo>
                <a:lnTo>
                  <a:pt x="246681" y="864000"/>
                </a:lnTo>
                <a:lnTo>
                  <a:pt x="0" y="864000"/>
                </a:lnTo>
                <a:close/>
              </a:path>
            </a:pathLst>
          </a:custGeom>
          <a:solidFill>
            <a:srgbClr val="00B0F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 name="文本占位符 3">
            <a:extLst>
              <a:ext uri="{FF2B5EF4-FFF2-40B4-BE49-F238E27FC236}">
                <a16:creationId xmlns:a16="http://schemas.microsoft.com/office/drawing/2014/main" id="{BE2EBFC0-D595-1B58-A0B1-E8DEF923815C}"/>
              </a:ext>
            </a:extLst>
          </p:cNvPr>
          <p:cNvSpPr>
            <a:spLocks noGrp="1"/>
          </p:cNvSpPr>
          <p:nvPr>
            <p:ph type="body" sz="quarter" idx="10"/>
          </p:nvPr>
        </p:nvSpPr>
        <p:spPr>
          <a:xfrm>
            <a:off x="900001" y="1322832"/>
            <a:ext cx="5196000" cy="400110"/>
          </a:xfrm>
        </p:spPr>
        <p:txBody>
          <a:bodyPr wrap="square">
            <a:spAutoFit/>
          </a:bodyPr>
          <a:lstStyle>
            <a:lvl1pPr indent="0">
              <a:lnSpc>
                <a:spcPct val="100000"/>
              </a:lnSpc>
              <a:spcBef>
                <a:spcPts val="0"/>
              </a:spcBef>
              <a:spcAft>
                <a:spcPts val="0"/>
              </a:spcAft>
              <a:buNone/>
              <a:defRPr baseline="0">
                <a:latin typeface="+mj-lt"/>
                <a:ea typeface="+mj-ea"/>
              </a:defRPr>
            </a:lvl1pPr>
            <a:lvl2pPr>
              <a:buNone/>
              <a:defRPr/>
            </a:lvl2pPr>
            <a:lvl3pPr>
              <a:buNone/>
              <a:defRPr/>
            </a:lvl3pPr>
            <a:lvl4pPr>
              <a:buNone/>
              <a:defRPr/>
            </a:lvl4pPr>
            <a:lvl5pPr>
              <a:buNone/>
              <a:defRPr/>
            </a:lvl5pPr>
          </a:lstStyle>
          <a:p>
            <a:pPr lvl="0"/>
            <a:r>
              <a:rPr lang="zh-CN" altLang="en-US" dirty="0"/>
              <a:t>单击此处编辑母版文本样式</a:t>
            </a: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blank">
    <p:spTree>
      <p:nvGrpSpPr>
        <p:cNvPr id="1" name=""/>
        <p:cNvGrpSpPr/>
        <p:nvPr/>
      </p:nvGrpSpPr>
      <p:grpSpPr>
        <a:xfrm>
          <a:off x="0" y="0"/>
          <a:ext cx="0" cy="0"/>
          <a:chOff x="0" y="0"/>
          <a:chExt cx="0" cy="0"/>
        </a:xfrm>
      </p:grpSpPr>
      <p:sp>
        <p:nvSpPr>
          <p:cNvPr id="2" name="标题 1"/>
          <p:cNvSpPr>
            <a:spLocks noGrp="1"/>
          </p:cNvSpPr>
          <p:nvPr>
            <p:ph type="title"/>
          </p:nvPr>
        </p:nvSpPr>
        <p:spPr>
          <a:xfrm>
            <a:off x="694801" y="360000"/>
            <a:ext cx="5401200" cy="523220"/>
          </a:xfrm>
          <a:prstGeom prst="rect">
            <a:avLst/>
          </a:prstGeom>
        </p:spPr>
        <p:txBody>
          <a:bodyPr/>
          <a:lstStyle>
            <a:lvl1pPr>
              <a:defRPr lang="zh-CN" altLang="en-US"/>
            </a:lvl1pPr>
          </a:lstStyle>
          <a:p>
            <a:r>
              <a:rPr lang="zh-CN" altLang="en-US"/>
              <a:t>单击此处编辑母版标题样式</a:t>
            </a:r>
          </a:p>
        </p:txBody>
      </p:sp>
      <p:sp>
        <p:nvSpPr>
          <p:cNvPr id="3" name="矩形 2">
            <a:extLst>
              <a:ext uri="{FF2B5EF4-FFF2-40B4-BE49-F238E27FC236}">
                <a16:creationId xmlns:a16="http://schemas.microsoft.com/office/drawing/2014/main" id="{D5907F13-2792-A368-4ED9-C809424D2600}"/>
              </a:ext>
            </a:extLst>
          </p:cNvPr>
          <p:cNvSpPr/>
          <p:nvPr userDrawn="1"/>
        </p:nvSpPr>
        <p:spPr>
          <a:xfrm>
            <a:off x="0" y="2160000"/>
            <a:ext cx="12192000" cy="3600000"/>
          </a:xfrm>
          <a:prstGeom prst="rect">
            <a:avLst/>
          </a:prstGeom>
          <a:solidFill>
            <a:schemeClr val="accent3">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spcAft>
                <a:spcPts val="600"/>
              </a:spcAft>
            </a:pPr>
            <a:endParaRPr lang="zh-CN" altLang="en-US" dirty="0"/>
          </a:p>
        </p:txBody>
      </p:sp>
      <p:sp>
        <p:nvSpPr>
          <p:cNvPr id="5" name="文本占位符 4">
            <a:extLst>
              <a:ext uri="{FF2B5EF4-FFF2-40B4-BE49-F238E27FC236}">
                <a16:creationId xmlns:a16="http://schemas.microsoft.com/office/drawing/2014/main" id="{1226BFA4-5BFD-D163-88FF-2B5BB7808C5E}"/>
              </a:ext>
            </a:extLst>
          </p:cNvPr>
          <p:cNvSpPr>
            <a:spLocks noGrp="1"/>
          </p:cNvSpPr>
          <p:nvPr>
            <p:ph type="body" sz="quarter" idx="10"/>
          </p:nvPr>
        </p:nvSpPr>
        <p:spPr>
          <a:xfrm>
            <a:off x="360000" y="2519363"/>
            <a:ext cx="7725747" cy="2845739"/>
          </a:xfrm>
        </p:spPr>
        <p:txBody>
          <a:bodyPr/>
          <a:lstStyle>
            <a:lvl1pPr indent="0">
              <a:lnSpc>
                <a:spcPct val="125000"/>
              </a:lnSpc>
              <a:spcBef>
                <a:spcPts val="0"/>
              </a:spcBef>
              <a:buNone/>
              <a:defRPr>
                <a:solidFill>
                  <a:schemeClr val="bg1"/>
                </a:solidFill>
                <a:latin typeface="+mn-ea"/>
                <a:ea typeface="+mn-ea"/>
              </a:defRPr>
            </a:lvl1pPr>
            <a:lvl2pPr>
              <a:buNone/>
              <a:defRPr>
                <a:solidFill>
                  <a:schemeClr val="bg1"/>
                </a:solidFill>
              </a:defRPr>
            </a:lvl2pPr>
            <a:lvl3pPr>
              <a:buNone/>
              <a:defRPr>
                <a:solidFill>
                  <a:schemeClr val="bg1"/>
                </a:solidFill>
              </a:defRPr>
            </a:lvl3pPr>
            <a:lvl4pPr>
              <a:buNone/>
              <a:defRPr>
                <a:solidFill>
                  <a:schemeClr val="bg1"/>
                </a:solidFill>
              </a:defRPr>
            </a:lvl4pPr>
            <a:lvl5pPr>
              <a:buNone/>
              <a:defRPr>
                <a:solidFill>
                  <a:schemeClr val="bg1"/>
                </a:solidFill>
              </a:defRPr>
            </a:lvl5pPr>
          </a:lstStyle>
          <a:p>
            <a:pPr lvl="0"/>
            <a:r>
              <a:rPr lang="zh-CN" altLang="en-US" dirty="0"/>
              <a:t>单击此处编辑母版文本样式</a:t>
            </a:r>
          </a:p>
        </p:txBody>
      </p:sp>
    </p:spTree>
  </p:cSld>
  <p:clrMapOvr>
    <a:masterClrMapping/>
  </p:clrMapOvr>
  <p:hf hdr="0" ftr="0" dt="0"/>
</p:sldLayout>
</file>

<file path=ppt/slideLayouts/slideLayout4.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Tree>
  </p:cSld>
  <p:clrMapOvr>
    <a:masterClrMapping/>
  </p:clrMapOvr>
  <p:hf hdr="0" ftr="0" dt="0"/>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userDrawn="1">
  <p:cSld name="1_首页">
    <p:bg>
      <p:bgPr>
        <a:solidFill>
          <a:schemeClr val="bg1"/>
        </a:solidFill>
        <a:effectLst/>
      </p:bgPr>
    </p:bg>
    <p:spTree>
      <p:nvGrpSpPr>
        <p:cNvPr id="1" name=""/>
        <p:cNvGrpSpPr/>
        <p:nvPr/>
      </p:nvGrpSpPr>
      <p:grpSpPr>
        <a:xfrm>
          <a:off x="0" y="0"/>
          <a:ext cx="0" cy="0"/>
          <a:chOff x="0" y="0"/>
          <a:chExt cx="0" cy="0"/>
        </a:xfrm>
      </p:grpSpPr>
      <p:sp>
        <p:nvSpPr>
          <p:cNvPr id="31" name="矩形 30"/>
          <p:cNvSpPr/>
          <p:nvPr userDrawn="1">
            <p:custDataLst>
              <p:tags r:id="rId1"/>
            </p:custDataLst>
          </p:nvPr>
        </p:nvSpPr>
        <p:spPr>
          <a:xfrm>
            <a:off x="0" y="-1"/>
            <a:ext cx="12192000" cy="3552825"/>
          </a:xfrm>
          <a:prstGeom prst="rect">
            <a:avLst/>
          </a:prstGeom>
          <a:solidFill>
            <a:schemeClr val="accent3">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0" name="TextBox 2"/>
          <p:cNvSpPr txBox="1">
            <a:spLocks noChangeArrowheads="1"/>
          </p:cNvSpPr>
          <p:nvPr userDrawn="1">
            <p:custDataLst>
              <p:tags r:id="rId2"/>
            </p:custDataLst>
          </p:nvPr>
        </p:nvSpPr>
        <p:spPr bwMode="auto">
          <a:xfrm>
            <a:off x="2254956" y="1411817"/>
            <a:ext cx="4670777" cy="3073400"/>
          </a:xfrm>
          <a:prstGeom prst="rect">
            <a:avLst/>
          </a:prstGeom>
          <a:noFill/>
          <a:ln w="9525">
            <a:noFill/>
            <a:miter lim="800000"/>
            <a:headEnd/>
            <a:tailEnd/>
          </a:ln>
        </p:spPr>
        <p:txBody>
          <a:bodyPr lIns="145143" tIns="72571" rIns="145143" bIns="72571"/>
          <a:lstStyle/>
          <a:p>
            <a:pPr eaLnBrk="1" hangingPunct="1"/>
            <a:r>
              <a:rPr lang="en-US" altLang="zh-CN" sz="21400" dirty="0">
                <a:latin typeface="微软雅黑 Light" panose="020B0502040204020203" pitchFamily="34" charset="-122"/>
                <a:cs typeface="Arial" charset="0"/>
              </a:rPr>
              <a:t>T</a:t>
            </a:r>
            <a:endParaRPr lang="zh-CN" altLang="en-US" sz="21400" dirty="0">
              <a:latin typeface="微软雅黑 Light" panose="020B0502040204020203" pitchFamily="34" charset="-122"/>
              <a:cs typeface="Arial" charset="0"/>
            </a:endParaRPr>
          </a:p>
        </p:txBody>
      </p:sp>
      <p:sp>
        <p:nvSpPr>
          <p:cNvPr id="21" name="TextBox 20"/>
          <p:cNvSpPr txBox="1"/>
          <p:nvPr userDrawn="1">
            <p:custDataLst>
              <p:tags r:id="rId3"/>
            </p:custDataLst>
          </p:nvPr>
        </p:nvSpPr>
        <p:spPr>
          <a:xfrm>
            <a:off x="4591757" y="1873252"/>
            <a:ext cx="6019799" cy="1299633"/>
          </a:xfrm>
          <a:prstGeom prst="rect">
            <a:avLst/>
          </a:prstGeom>
          <a:noFill/>
        </p:spPr>
        <p:txBody>
          <a:bodyPr lIns="145143" tIns="72571" rIns="145143" bIns="72571">
            <a:normAutofit lnSpcReduction="10000"/>
          </a:bodyPr>
          <a:lstStyle/>
          <a:p>
            <a:pPr>
              <a:defRPr/>
            </a:pPr>
            <a:r>
              <a:rPr lang="zh-CN" altLang="en-US" sz="7600" dirty="0">
                <a:solidFill>
                  <a:srgbClr val="FF0080"/>
                </a:solidFill>
                <a:latin typeface="+mj-ea"/>
                <a:ea typeface="+mj-ea"/>
              </a:rPr>
              <a:t>谢</a:t>
            </a:r>
            <a:r>
              <a:rPr lang="zh-CN" altLang="en-US" sz="7600" dirty="0">
                <a:solidFill>
                  <a:srgbClr val="FF8000"/>
                </a:solidFill>
                <a:latin typeface="+mj-ea"/>
                <a:ea typeface="+mj-ea"/>
              </a:rPr>
              <a:t>谢</a:t>
            </a:r>
            <a:r>
              <a:rPr lang="zh-CN" altLang="en-US" sz="7600" dirty="0">
                <a:solidFill>
                  <a:srgbClr val="FFC000"/>
                </a:solidFill>
                <a:latin typeface="+mj-ea"/>
                <a:ea typeface="+mj-ea"/>
              </a:rPr>
              <a:t>观</a:t>
            </a:r>
            <a:r>
              <a:rPr lang="zh-CN" altLang="en-US" sz="7600" dirty="0">
                <a:solidFill>
                  <a:srgbClr val="92D050"/>
                </a:solidFill>
                <a:latin typeface="+mj-ea"/>
                <a:ea typeface="+mj-ea"/>
              </a:rPr>
              <a:t>看</a:t>
            </a:r>
          </a:p>
        </p:txBody>
      </p:sp>
      <p:sp>
        <p:nvSpPr>
          <p:cNvPr id="22" name="TextBox 4"/>
          <p:cNvSpPr txBox="1">
            <a:spLocks noChangeArrowheads="1"/>
          </p:cNvSpPr>
          <p:nvPr userDrawn="1">
            <p:custDataLst>
              <p:tags r:id="rId4"/>
            </p:custDataLst>
          </p:nvPr>
        </p:nvSpPr>
        <p:spPr bwMode="auto">
          <a:xfrm>
            <a:off x="4222045" y="2980267"/>
            <a:ext cx="6268156" cy="984251"/>
          </a:xfrm>
          <a:prstGeom prst="rect">
            <a:avLst/>
          </a:prstGeom>
          <a:noFill/>
          <a:ln w="9525">
            <a:noFill/>
            <a:miter lim="800000"/>
            <a:headEnd/>
            <a:tailEnd/>
          </a:ln>
        </p:spPr>
        <p:txBody>
          <a:bodyPr lIns="145143" tIns="72571" rIns="145143" bIns="72571"/>
          <a:lstStyle/>
          <a:p>
            <a:pPr eaLnBrk="1" hangingPunct="1"/>
            <a:r>
              <a:rPr lang="en-US" altLang="zh-CN" sz="5700" b="1" dirty="0">
                <a:latin typeface="微软雅黑 Light" panose="020B0502040204020203" pitchFamily="34" charset="-122"/>
                <a:cs typeface="Arial" charset="0"/>
              </a:rPr>
              <a:t>HANK   YOU!</a:t>
            </a:r>
            <a:endParaRPr lang="zh-CN" altLang="en-US" sz="5700" b="1" dirty="0">
              <a:latin typeface="微软雅黑 Light" panose="020B0502040204020203" pitchFamily="34" charset="-122"/>
              <a:cs typeface="Arial" charset="0"/>
            </a:endParaRPr>
          </a:p>
        </p:txBody>
      </p:sp>
      <p:sp>
        <p:nvSpPr>
          <p:cNvPr id="23" name="直角三角形 22"/>
          <p:cNvSpPr/>
          <p:nvPr userDrawn="1">
            <p:custDataLst>
              <p:tags r:id="rId5"/>
            </p:custDataLst>
          </p:nvPr>
        </p:nvSpPr>
        <p:spPr>
          <a:xfrm rot="1665221">
            <a:off x="10301111" y="4826000"/>
            <a:ext cx="259644" cy="391584"/>
          </a:xfrm>
          <a:prstGeom prst="rtTriangle">
            <a:avLst/>
          </a:prstGeom>
          <a:solidFill>
            <a:srgbClr val="92D050"/>
          </a:solidFill>
          <a:ln>
            <a:noFill/>
          </a:ln>
        </p:spPr>
        <p:style>
          <a:lnRef idx="2">
            <a:schemeClr val="accent1">
              <a:shade val="50000"/>
            </a:schemeClr>
          </a:lnRef>
          <a:fillRef idx="1">
            <a:schemeClr val="accent1"/>
          </a:fillRef>
          <a:effectRef idx="0">
            <a:schemeClr val="accent1"/>
          </a:effectRef>
          <a:fontRef idx="minor">
            <a:schemeClr val="lt1"/>
          </a:fontRef>
        </p:style>
        <p:txBody>
          <a:bodyPr lIns="145143" tIns="72571" rIns="145143" bIns="72571" anchor="ctr"/>
          <a:lstStyle/>
          <a:p>
            <a:pPr algn="ctr">
              <a:defRPr/>
            </a:pPr>
            <a:endParaRPr lang="zh-CN" altLang="en-US" sz="2100" dirty="0"/>
          </a:p>
        </p:txBody>
      </p:sp>
      <p:sp>
        <p:nvSpPr>
          <p:cNvPr id="24" name="直角三角形 23"/>
          <p:cNvSpPr/>
          <p:nvPr userDrawn="1">
            <p:custDataLst>
              <p:tags r:id="rId6"/>
            </p:custDataLst>
          </p:nvPr>
        </p:nvSpPr>
        <p:spPr>
          <a:xfrm rot="9441503">
            <a:off x="10947401" y="4068233"/>
            <a:ext cx="496711" cy="745067"/>
          </a:xfrm>
          <a:prstGeom prst="rtTriangle">
            <a:avLst/>
          </a:prstGeom>
          <a:solidFill>
            <a:srgbClr val="FF0080"/>
          </a:solidFill>
          <a:ln>
            <a:noFill/>
          </a:ln>
        </p:spPr>
        <p:style>
          <a:lnRef idx="2">
            <a:schemeClr val="accent1">
              <a:shade val="50000"/>
            </a:schemeClr>
          </a:lnRef>
          <a:fillRef idx="1">
            <a:schemeClr val="accent1"/>
          </a:fillRef>
          <a:effectRef idx="0">
            <a:schemeClr val="accent1"/>
          </a:effectRef>
          <a:fontRef idx="minor">
            <a:schemeClr val="lt1"/>
          </a:fontRef>
        </p:style>
        <p:txBody>
          <a:bodyPr lIns="145143" tIns="72571" rIns="145143" bIns="72571" anchor="ctr"/>
          <a:lstStyle/>
          <a:p>
            <a:pPr algn="ctr">
              <a:defRPr/>
            </a:pPr>
            <a:endParaRPr lang="zh-CN" altLang="en-US" sz="2100" dirty="0"/>
          </a:p>
        </p:txBody>
      </p:sp>
      <p:sp>
        <p:nvSpPr>
          <p:cNvPr id="25" name="直角三角形 24"/>
          <p:cNvSpPr/>
          <p:nvPr userDrawn="1">
            <p:custDataLst>
              <p:tags r:id="rId7"/>
            </p:custDataLst>
          </p:nvPr>
        </p:nvSpPr>
        <p:spPr>
          <a:xfrm rot="14258978">
            <a:off x="7802740" y="4298951"/>
            <a:ext cx="376767" cy="1007532"/>
          </a:xfrm>
          <a:prstGeom prst="rtTriangle">
            <a:avLst/>
          </a:prstGeom>
          <a:solidFill>
            <a:srgbClr val="FF8000"/>
          </a:solidFill>
          <a:ln>
            <a:noFill/>
          </a:ln>
        </p:spPr>
        <p:style>
          <a:lnRef idx="2">
            <a:schemeClr val="accent1">
              <a:shade val="50000"/>
            </a:schemeClr>
          </a:lnRef>
          <a:fillRef idx="1">
            <a:schemeClr val="accent1"/>
          </a:fillRef>
          <a:effectRef idx="0">
            <a:schemeClr val="accent1"/>
          </a:effectRef>
          <a:fontRef idx="minor">
            <a:schemeClr val="lt1"/>
          </a:fontRef>
        </p:style>
        <p:txBody>
          <a:bodyPr lIns="145143" tIns="72571" rIns="145143" bIns="72571" anchor="ctr"/>
          <a:lstStyle/>
          <a:p>
            <a:pPr algn="ctr">
              <a:defRPr/>
            </a:pPr>
            <a:endParaRPr lang="zh-CN" altLang="en-US" sz="2100" dirty="0"/>
          </a:p>
        </p:txBody>
      </p:sp>
      <p:sp>
        <p:nvSpPr>
          <p:cNvPr id="26" name="直角三角形 25"/>
          <p:cNvSpPr/>
          <p:nvPr userDrawn="1">
            <p:custDataLst>
              <p:tags r:id="rId8"/>
            </p:custDataLst>
          </p:nvPr>
        </p:nvSpPr>
        <p:spPr>
          <a:xfrm rot="1312468">
            <a:off x="9214556" y="4974167"/>
            <a:ext cx="406400" cy="609600"/>
          </a:xfrm>
          <a:prstGeom prst="rtTriangle">
            <a:avLst/>
          </a:prstGeom>
          <a:solidFill>
            <a:srgbClr val="FFC000"/>
          </a:solidFill>
          <a:ln>
            <a:noFill/>
          </a:ln>
        </p:spPr>
        <p:style>
          <a:lnRef idx="2">
            <a:schemeClr val="accent1">
              <a:shade val="50000"/>
            </a:schemeClr>
          </a:lnRef>
          <a:fillRef idx="1">
            <a:schemeClr val="accent1"/>
          </a:fillRef>
          <a:effectRef idx="0">
            <a:schemeClr val="accent1"/>
          </a:effectRef>
          <a:fontRef idx="minor">
            <a:schemeClr val="lt1"/>
          </a:fontRef>
        </p:style>
        <p:txBody>
          <a:bodyPr lIns="145143" tIns="72571" rIns="145143" bIns="72571" anchor="ctr"/>
          <a:lstStyle/>
          <a:p>
            <a:pPr algn="ctr">
              <a:defRPr/>
            </a:pPr>
            <a:endParaRPr lang="zh-CN" altLang="en-US" sz="2100" dirty="0"/>
          </a:p>
        </p:txBody>
      </p:sp>
      <p:sp>
        <p:nvSpPr>
          <p:cNvPr id="27" name="直角三角形 26"/>
          <p:cNvSpPr/>
          <p:nvPr userDrawn="1">
            <p:custDataLst>
              <p:tags r:id="rId9"/>
            </p:custDataLst>
          </p:nvPr>
        </p:nvSpPr>
        <p:spPr>
          <a:xfrm rot="14258978">
            <a:off x="1666170" y="4439710"/>
            <a:ext cx="378884" cy="1007532"/>
          </a:xfrm>
          <a:prstGeom prst="rtTriangle">
            <a:avLst/>
          </a:prstGeom>
          <a:solidFill>
            <a:srgbClr val="FF8000"/>
          </a:solidFill>
          <a:ln>
            <a:noFill/>
          </a:ln>
        </p:spPr>
        <p:style>
          <a:lnRef idx="2">
            <a:schemeClr val="accent1">
              <a:shade val="50000"/>
            </a:schemeClr>
          </a:lnRef>
          <a:fillRef idx="1">
            <a:schemeClr val="accent1"/>
          </a:fillRef>
          <a:effectRef idx="0">
            <a:schemeClr val="accent1"/>
          </a:effectRef>
          <a:fontRef idx="minor">
            <a:schemeClr val="lt1"/>
          </a:fontRef>
        </p:style>
        <p:txBody>
          <a:bodyPr lIns="145143" tIns="72571" rIns="145143" bIns="72571" anchor="ctr"/>
          <a:lstStyle/>
          <a:p>
            <a:pPr algn="ctr">
              <a:defRPr/>
            </a:pPr>
            <a:endParaRPr lang="zh-CN" altLang="en-US" sz="2100" dirty="0"/>
          </a:p>
        </p:txBody>
      </p:sp>
      <p:sp>
        <p:nvSpPr>
          <p:cNvPr id="28" name="直角三角形 27"/>
          <p:cNvSpPr/>
          <p:nvPr userDrawn="1">
            <p:custDataLst>
              <p:tags r:id="rId10"/>
            </p:custDataLst>
          </p:nvPr>
        </p:nvSpPr>
        <p:spPr>
          <a:xfrm rot="4526379">
            <a:off x="3207104" y="5064125"/>
            <a:ext cx="141816" cy="381001"/>
          </a:xfrm>
          <a:prstGeom prst="rtTriangle">
            <a:avLst/>
          </a:prstGeom>
          <a:solidFill>
            <a:srgbClr val="FFC000"/>
          </a:solidFill>
          <a:ln>
            <a:noFill/>
          </a:ln>
        </p:spPr>
        <p:style>
          <a:lnRef idx="2">
            <a:schemeClr val="accent1">
              <a:shade val="50000"/>
            </a:schemeClr>
          </a:lnRef>
          <a:fillRef idx="1">
            <a:schemeClr val="accent1"/>
          </a:fillRef>
          <a:effectRef idx="0">
            <a:schemeClr val="accent1"/>
          </a:effectRef>
          <a:fontRef idx="minor">
            <a:schemeClr val="lt1"/>
          </a:fontRef>
        </p:style>
        <p:txBody>
          <a:bodyPr lIns="145143" tIns="72571" rIns="145143" bIns="72571" anchor="ctr"/>
          <a:lstStyle/>
          <a:p>
            <a:pPr algn="ctr">
              <a:defRPr/>
            </a:pPr>
            <a:endParaRPr lang="zh-CN" altLang="en-US" sz="2100" dirty="0"/>
          </a:p>
        </p:txBody>
      </p:sp>
      <p:sp>
        <p:nvSpPr>
          <p:cNvPr id="29" name="直角三角形 28"/>
          <p:cNvSpPr/>
          <p:nvPr userDrawn="1">
            <p:custDataLst>
              <p:tags r:id="rId11"/>
            </p:custDataLst>
          </p:nvPr>
        </p:nvSpPr>
        <p:spPr>
          <a:xfrm rot="1665221">
            <a:off x="5012267" y="4514851"/>
            <a:ext cx="632178" cy="952500"/>
          </a:xfrm>
          <a:prstGeom prst="rtTriangle">
            <a:avLst/>
          </a:prstGeom>
          <a:solidFill>
            <a:srgbClr val="92D050"/>
          </a:solidFill>
          <a:ln>
            <a:noFill/>
          </a:ln>
        </p:spPr>
        <p:style>
          <a:lnRef idx="2">
            <a:schemeClr val="accent1">
              <a:shade val="50000"/>
            </a:schemeClr>
          </a:lnRef>
          <a:fillRef idx="1">
            <a:schemeClr val="accent1"/>
          </a:fillRef>
          <a:effectRef idx="0">
            <a:schemeClr val="accent1"/>
          </a:effectRef>
          <a:fontRef idx="minor">
            <a:schemeClr val="lt1"/>
          </a:fontRef>
        </p:style>
        <p:txBody>
          <a:bodyPr lIns="145143" tIns="72571" rIns="145143" bIns="72571" anchor="ctr"/>
          <a:lstStyle/>
          <a:p>
            <a:pPr algn="ctr">
              <a:defRPr/>
            </a:pPr>
            <a:endParaRPr lang="zh-CN" altLang="en-US" sz="2100" dirty="0"/>
          </a:p>
        </p:txBody>
      </p:sp>
    </p:spTree>
    <p:extLst>
      <p:ext uri="{BB962C8B-B14F-4D97-AF65-F5344CB8AC3E}">
        <p14:creationId xmlns:p14="http://schemas.microsoft.com/office/powerpoint/2010/main" val="4223807772"/>
      </p:ext>
    </p:extLst>
  </p:cSld>
  <p:clrMapOvr>
    <a:masterClrMapping/>
  </p:clrMapOvr>
  <p:transition>
    <p:randomBar dir="vert"/>
  </p:transition>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1.png"/><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theme" Target="../theme/theme1.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pic>
        <p:nvPicPr>
          <p:cNvPr id="11" name="图片 10"/>
          <p:cNvPicPr>
            <a:picLocks noChangeAspect="1"/>
          </p:cNvPicPr>
          <p:nvPr userDrawn="1"/>
        </p:nvPicPr>
        <p:blipFill rotWithShape="1">
          <a:blip r:embed="rId7" cstate="print"/>
          <a:srcRect l="20452" r="17427" b="5390"/>
          <a:stretch>
            <a:fillRect/>
          </a:stretch>
        </p:blipFill>
        <p:spPr>
          <a:xfrm rot="16200000" flipV="1">
            <a:off x="-100248" y="100244"/>
            <a:ext cx="863601" cy="663109"/>
          </a:xfrm>
          <a:custGeom>
            <a:avLst/>
            <a:gdLst>
              <a:gd name="connsiteX0" fmla="*/ 1007279 w 1007279"/>
              <a:gd name="connsiteY0" fmla="*/ 773431 h 773431"/>
              <a:gd name="connsiteX1" fmla="*/ 1007279 w 1007279"/>
              <a:gd name="connsiteY1" fmla="*/ 0 h 773431"/>
              <a:gd name="connsiteX2" fmla="*/ 404691 w 1007279"/>
              <a:gd name="connsiteY2" fmla="*/ 0 h 773431"/>
              <a:gd name="connsiteX3" fmla="*/ 473879 w 1007279"/>
              <a:gd name="connsiteY3" fmla="*/ 45011 h 773431"/>
              <a:gd name="connsiteX4" fmla="*/ 0 w 1007279"/>
              <a:gd name="connsiteY4" fmla="*/ 773431 h 77343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007279" h="773431">
                <a:moveTo>
                  <a:pt x="1007279" y="773431"/>
                </a:moveTo>
                <a:lnTo>
                  <a:pt x="1007279" y="0"/>
                </a:lnTo>
                <a:lnTo>
                  <a:pt x="404691" y="0"/>
                </a:lnTo>
                <a:lnTo>
                  <a:pt x="473879" y="45011"/>
                </a:lnTo>
                <a:lnTo>
                  <a:pt x="0" y="773431"/>
                </a:lnTo>
                <a:close/>
              </a:path>
            </a:pathLst>
          </a:custGeom>
        </p:spPr>
      </p:pic>
      <p:sp>
        <p:nvSpPr>
          <p:cNvPr id="9" name="灯片编号占位符 8"/>
          <p:cNvSpPr txBox="1"/>
          <p:nvPr userDrawn="1"/>
        </p:nvSpPr>
        <p:spPr>
          <a:xfrm>
            <a:off x="8795068" y="5897402"/>
            <a:ext cx="2743200" cy="365125"/>
          </a:xfrm>
          <a:prstGeom prst="rect">
            <a:avLst/>
          </a:prstGeom>
        </p:spPr>
        <p:txBody>
          <a:bodyPr/>
          <a:lstStyle>
            <a:lvl1pPr>
              <a:defRPr b="1">
                <a:solidFill>
                  <a:schemeClr val="bg1"/>
                </a:solidFill>
              </a:defRPr>
            </a:lvl1pPr>
          </a:lstStyle>
          <a:p>
            <a:pPr marL="0" marR="0" lvl="0" indent="0" algn="l" defTabSz="914400" rtl="0" eaLnBrk="1" fontAlgn="auto" latinLnBrk="0" hangingPunct="1">
              <a:lnSpc>
                <a:spcPct val="100000"/>
              </a:lnSpc>
              <a:spcBef>
                <a:spcPts val="0"/>
              </a:spcBef>
              <a:spcAft>
                <a:spcPts val="0"/>
              </a:spcAft>
              <a:buClrTx/>
              <a:buSzTx/>
              <a:buFontTx/>
              <a:buNone/>
              <a:defRPr/>
            </a:pPr>
            <a:fld id="{EF906490-237C-474C-BA2E-D98840BC1F8F}" type="slidenum">
              <a:rPr kumimoji="0" lang="zh-CN" altLang="en-US" sz="1800" b="1" i="0" u="none" strike="noStrike" kern="1200" cap="none" spc="0" normalizeH="0" baseline="0" noProof="0" smtClean="0">
                <a:ln>
                  <a:noFill/>
                </a:ln>
                <a:solidFill>
                  <a:schemeClr val="bg1"/>
                </a:solidFill>
                <a:effectLst/>
                <a:uLnTx/>
                <a:uFillTx/>
                <a:latin typeface="+mn-lt"/>
                <a:ea typeface="+mn-ea"/>
                <a:cs typeface="+mn-cs"/>
              </a:rPr>
              <a:pPr marL="0" marR="0" lvl="0" indent="0" algn="l" defTabSz="914400" rtl="0" eaLnBrk="1" fontAlgn="auto" latinLnBrk="0" hangingPunct="1">
                <a:lnSpc>
                  <a:spcPct val="100000"/>
                </a:lnSpc>
                <a:spcBef>
                  <a:spcPts val="0"/>
                </a:spcBef>
                <a:spcAft>
                  <a:spcPts val="0"/>
                </a:spcAft>
                <a:buClrTx/>
                <a:buSzTx/>
                <a:buFontTx/>
                <a:buNone/>
                <a:defRPr/>
              </a:pPr>
              <a:t>‹#›</a:t>
            </a:fld>
            <a:endParaRPr kumimoji="0" lang="zh-CN" altLang="en-US" sz="1800" b="1" i="0" u="none" strike="noStrike" kern="1200" cap="none" spc="0" normalizeH="0" baseline="0" noProof="0">
              <a:ln>
                <a:noFill/>
              </a:ln>
              <a:solidFill>
                <a:schemeClr val="bg1"/>
              </a:solidFill>
              <a:effectLst/>
              <a:uLnTx/>
              <a:uFillTx/>
              <a:latin typeface="+mn-lt"/>
              <a:ea typeface="+mn-ea"/>
              <a:cs typeface="+mn-cs"/>
            </a:endParaRPr>
          </a:p>
        </p:txBody>
      </p:sp>
      <p:sp>
        <p:nvSpPr>
          <p:cNvPr id="2" name="标题占位符 1">
            <a:extLst>
              <a:ext uri="{FF2B5EF4-FFF2-40B4-BE49-F238E27FC236}">
                <a16:creationId xmlns:a16="http://schemas.microsoft.com/office/drawing/2014/main" id="{13A34D21-64EE-F0D3-1942-3BAE257F779B}"/>
              </a:ext>
            </a:extLst>
          </p:cNvPr>
          <p:cNvSpPr>
            <a:spLocks noGrp="1"/>
          </p:cNvSpPr>
          <p:nvPr>
            <p:ph type="title"/>
          </p:nvPr>
        </p:nvSpPr>
        <p:spPr>
          <a:xfrm>
            <a:off x="696000" y="360000"/>
            <a:ext cx="10800000" cy="523220"/>
          </a:xfrm>
          <a:prstGeom prst="rect">
            <a:avLst/>
          </a:prstGeom>
        </p:spPr>
        <p:txBody>
          <a:bodyPr vert="horz" lIns="91440" tIns="45720" rIns="91440" bIns="45720" rtlCol="0" anchor="ctr">
            <a:spAutoFit/>
          </a:bodyPr>
          <a:lstStyle/>
          <a:p>
            <a:r>
              <a:rPr lang="zh-CN" altLang="en-US"/>
              <a:t>单击此处编辑母版标题样式</a:t>
            </a:r>
          </a:p>
        </p:txBody>
      </p:sp>
      <p:sp>
        <p:nvSpPr>
          <p:cNvPr id="3" name="文本占位符 2">
            <a:extLst>
              <a:ext uri="{FF2B5EF4-FFF2-40B4-BE49-F238E27FC236}">
                <a16:creationId xmlns:a16="http://schemas.microsoft.com/office/drawing/2014/main" id="{991A8F45-1A9C-051A-B272-17956143C42E}"/>
              </a:ext>
            </a:extLst>
          </p:cNvPr>
          <p:cNvSpPr>
            <a:spLocks noGrp="1"/>
          </p:cNvSpPr>
          <p:nvPr>
            <p:ph type="body" idx="1"/>
          </p:nvPr>
        </p:nvSpPr>
        <p:spPr>
          <a:xfrm>
            <a:off x="696000" y="935999"/>
            <a:ext cx="10800000" cy="5175551"/>
          </a:xfrm>
          <a:prstGeom prst="rect">
            <a:avLst/>
          </a:prstGeom>
        </p:spPr>
        <p:txBody>
          <a:bodyPr vert="horz" lIns="91440" tIns="45720" rIns="91440" bIns="45720" rtlCol="0">
            <a:normAutofit/>
          </a:bodyPr>
          <a:lstStyle/>
          <a:p>
            <a:pPr lvl="0"/>
            <a:r>
              <a:rPr lang="zh-CN" altLang="en-US" dirty="0"/>
              <a:t>单击此处编辑母版文本样式</a:t>
            </a:r>
          </a:p>
          <a:p>
            <a:pPr lvl="1"/>
            <a:r>
              <a:rPr lang="zh-CN" altLang="en-US" dirty="0"/>
              <a:t>二级</a:t>
            </a:r>
          </a:p>
          <a:p>
            <a:pPr lvl="2"/>
            <a:r>
              <a:rPr lang="zh-CN" altLang="en-US" dirty="0"/>
              <a:t>三级</a:t>
            </a:r>
          </a:p>
        </p:txBody>
      </p:sp>
    </p:spTree>
  </p:cSld>
  <p:clrMap bg1="lt1" tx1="dk1" bg2="lt2" tx2="dk2" accent1="accent1" accent2="accent2" accent3="accent3" accent4="accent4" accent5="accent5" accent6="accent6" hlink="hlink" folHlink="folHlink"/>
  <p:sldLayoutIdLst>
    <p:sldLayoutId id="2147483665" r:id="rId1"/>
    <p:sldLayoutId id="2147483666" r:id="rId2"/>
    <p:sldLayoutId id="2147483664" r:id="rId3"/>
    <p:sldLayoutId id="2147483662" r:id="rId4"/>
    <p:sldLayoutId id="2147483671" r:id="rId5"/>
  </p:sldLayoutIdLst>
  <p:hf hdr="0" ftr="0" dt="0"/>
  <p:txStyles>
    <p:titleStyle>
      <a:lvl1pPr algn="l" rtl="0" eaLnBrk="1" fontAlgn="base" hangingPunct="1">
        <a:lnSpc>
          <a:spcPct val="100000"/>
        </a:lnSpc>
        <a:spcBef>
          <a:spcPct val="0"/>
        </a:spcBef>
        <a:spcAft>
          <a:spcPct val="0"/>
        </a:spcAft>
        <a:defRPr sz="2800" kern="1200" baseline="0">
          <a:solidFill>
            <a:srgbClr val="00B0F0"/>
          </a:solidFill>
          <a:latin typeface="+mj-lt"/>
          <a:ea typeface="+mj-ea"/>
          <a:cs typeface="+mj-cs"/>
        </a:defRPr>
      </a:lvl1pPr>
      <a:lvl2pPr algn="l" rtl="0" eaLnBrk="1" fontAlgn="base" hangingPunct="1">
        <a:lnSpc>
          <a:spcPct val="90000"/>
        </a:lnSpc>
        <a:spcBef>
          <a:spcPct val="0"/>
        </a:spcBef>
        <a:spcAft>
          <a:spcPct val="0"/>
        </a:spcAft>
        <a:defRPr sz="3200">
          <a:solidFill>
            <a:schemeClr val="accent1"/>
          </a:solidFill>
          <a:latin typeface="Arial" panose="020B0604020202020204" pitchFamily="34" charset="0"/>
          <a:ea typeface="黑体" panose="02010609060101010101" pitchFamily="49" charset="-122"/>
        </a:defRPr>
      </a:lvl2pPr>
      <a:lvl3pPr algn="l" rtl="0" eaLnBrk="1" fontAlgn="base" hangingPunct="1">
        <a:lnSpc>
          <a:spcPct val="90000"/>
        </a:lnSpc>
        <a:spcBef>
          <a:spcPct val="0"/>
        </a:spcBef>
        <a:spcAft>
          <a:spcPct val="0"/>
        </a:spcAft>
        <a:defRPr sz="3200">
          <a:solidFill>
            <a:schemeClr val="accent1"/>
          </a:solidFill>
          <a:latin typeface="Arial" panose="020B0604020202020204" pitchFamily="34" charset="0"/>
          <a:ea typeface="黑体" panose="02010609060101010101" pitchFamily="49" charset="-122"/>
        </a:defRPr>
      </a:lvl3pPr>
      <a:lvl4pPr algn="l" rtl="0" eaLnBrk="1" fontAlgn="base" hangingPunct="1">
        <a:lnSpc>
          <a:spcPct val="90000"/>
        </a:lnSpc>
        <a:spcBef>
          <a:spcPct val="0"/>
        </a:spcBef>
        <a:spcAft>
          <a:spcPct val="0"/>
        </a:spcAft>
        <a:defRPr sz="3200">
          <a:solidFill>
            <a:schemeClr val="accent1"/>
          </a:solidFill>
          <a:latin typeface="Arial" panose="020B0604020202020204" pitchFamily="34" charset="0"/>
          <a:ea typeface="黑体" panose="02010609060101010101" pitchFamily="49" charset="-122"/>
        </a:defRPr>
      </a:lvl4pPr>
      <a:lvl5pPr algn="l" rtl="0" eaLnBrk="1" fontAlgn="base" hangingPunct="1">
        <a:lnSpc>
          <a:spcPct val="90000"/>
        </a:lnSpc>
        <a:spcBef>
          <a:spcPct val="0"/>
        </a:spcBef>
        <a:spcAft>
          <a:spcPct val="0"/>
        </a:spcAft>
        <a:defRPr sz="3200">
          <a:solidFill>
            <a:schemeClr val="accent1"/>
          </a:solidFill>
          <a:latin typeface="Arial" panose="020B0604020202020204" pitchFamily="34" charset="0"/>
          <a:ea typeface="黑体" panose="02010609060101010101" pitchFamily="49" charset="-122"/>
        </a:defRPr>
      </a:lvl5pPr>
      <a:lvl6pPr marL="457200" algn="l" rtl="0" eaLnBrk="1" fontAlgn="base" hangingPunct="1">
        <a:lnSpc>
          <a:spcPct val="90000"/>
        </a:lnSpc>
        <a:spcBef>
          <a:spcPct val="0"/>
        </a:spcBef>
        <a:spcAft>
          <a:spcPct val="0"/>
        </a:spcAft>
        <a:defRPr sz="3200">
          <a:solidFill>
            <a:schemeClr val="tx1"/>
          </a:solidFill>
          <a:latin typeface="Tempus Sans ITC" panose="04020404030D07020202" pitchFamily="82" charset="0"/>
          <a:ea typeface="幼圆" panose="02010509060101010101" pitchFamily="49" charset="-122"/>
        </a:defRPr>
      </a:lvl6pPr>
      <a:lvl7pPr marL="914400" algn="l" rtl="0" eaLnBrk="1" fontAlgn="base" hangingPunct="1">
        <a:lnSpc>
          <a:spcPct val="90000"/>
        </a:lnSpc>
        <a:spcBef>
          <a:spcPct val="0"/>
        </a:spcBef>
        <a:spcAft>
          <a:spcPct val="0"/>
        </a:spcAft>
        <a:defRPr sz="3200">
          <a:solidFill>
            <a:schemeClr val="tx1"/>
          </a:solidFill>
          <a:latin typeface="Tempus Sans ITC" panose="04020404030D07020202" pitchFamily="82" charset="0"/>
          <a:ea typeface="幼圆" panose="02010509060101010101" pitchFamily="49" charset="-122"/>
        </a:defRPr>
      </a:lvl7pPr>
      <a:lvl8pPr marL="1371600" algn="l" rtl="0" eaLnBrk="1" fontAlgn="base" hangingPunct="1">
        <a:lnSpc>
          <a:spcPct val="90000"/>
        </a:lnSpc>
        <a:spcBef>
          <a:spcPct val="0"/>
        </a:spcBef>
        <a:spcAft>
          <a:spcPct val="0"/>
        </a:spcAft>
        <a:defRPr sz="3200">
          <a:solidFill>
            <a:schemeClr val="tx1"/>
          </a:solidFill>
          <a:latin typeface="Tempus Sans ITC" panose="04020404030D07020202" pitchFamily="82" charset="0"/>
          <a:ea typeface="幼圆" panose="02010509060101010101" pitchFamily="49" charset="-122"/>
        </a:defRPr>
      </a:lvl8pPr>
      <a:lvl9pPr marL="1828800" algn="l" rtl="0" eaLnBrk="1" fontAlgn="base" hangingPunct="1">
        <a:lnSpc>
          <a:spcPct val="90000"/>
        </a:lnSpc>
        <a:spcBef>
          <a:spcPct val="0"/>
        </a:spcBef>
        <a:spcAft>
          <a:spcPct val="0"/>
        </a:spcAft>
        <a:defRPr sz="3200">
          <a:solidFill>
            <a:schemeClr val="tx1"/>
          </a:solidFill>
          <a:latin typeface="Tempus Sans ITC" panose="04020404030D07020202" pitchFamily="82" charset="0"/>
          <a:ea typeface="幼圆" panose="02010509060101010101" pitchFamily="49" charset="-122"/>
        </a:defRPr>
      </a:lvl9pPr>
    </p:titleStyle>
    <p:bodyStyle>
      <a:lvl1pPr marL="0" indent="-179705" algn="l" rtl="0" eaLnBrk="1" fontAlgn="base" hangingPunct="1">
        <a:lnSpc>
          <a:spcPct val="100000"/>
        </a:lnSpc>
        <a:spcBef>
          <a:spcPts val="0"/>
        </a:spcBef>
        <a:spcAft>
          <a:spcPts val="600"/>
        </a:spcAft>
        <a:buClr>
          <a:schemeClr val="tx1"/>
        </a:buClr>
        <a:buSzPct val="80000"/>
        <a:buFont typeface="Arial" panose="020B0604020202020204" pitchFamily="34" charset="0"/>
        <a:buChar char="•"/>
        <a:defRPr sz="2000" kern="1200" baseline="0">
          <a:solidFill>
            <a:schemeClr val="tx1"/>
          </a:solidFill>
          <a:latin typeface="+mn-lt"/>
          <a:ea typeface="+mn-ea"/>
          <a:cs typeface="+mn-cs"/>
        </a:defRPr>
      </a:lvl1pPr>
      <a:lvl2pPr marL="360000" indent="-180000" algn="l" rtl="0" eaLnBrk="1" fontAlgn="base" hangingPunct="1">
        <a:lnSpc>
          <a:spcPct val="100000"/>
        </a:lnSpc>
        <a:spcBef>
          <a:spcPts val="0"/>
        </a:spcBef>
        <a:spcAft>
          <a:spcPts val="600"/>
        </a:spcAft>
        <a:buClr>
          <a:schemeClr val="tx1"/>
        </a:buClr>
        <a:buSzPct val="80000"/>
        <a:buFont typeface="Arial" panose="020B0604020202020204" pitchFamily="34" charset="0"/>
        <a:buChar char="•"/>
        <a:defRPr sz="1800" kern="1200" baseline="0">
          <a:solidFill>
            <a:schemeClr val="tx1"/>
          </a:solidFill>
          <a:latin typeface="+mn-lt"/>
          <a:ea typeface="+mn-ea"/>
          <a:cs typeface="+mn-cs"/>
        </a:defRPr>
      </a:lvl2pPr>
      <a:lvl3pPr marL="540000" indent="-180000" algn="l" rtl="0" eaLnBrk="1" fontAlgn="base" hangingPunct="1">
        <a:lnSpc>
          <a:spcPct val="100000"/>
        </a:lnSpc>
        <a:spcBef>
          <a:spcPts val="0"/>
        </a:spcBef>
        <a:spcAft>
          <a:spcPts val="600"/>
        </a:spcAft>
        <a:buClr>
          <a:schemeClr val="tx1"/>
        </a:buClr>
        <a:buSzPct val="80000"/>
        <a:buFont typeface="Arial" panose="020B0604020202020204" pitchFamily="34" charset="0"/>
        <a:buChar char="•"/>
        <a:defRPr sz="1600" kern="1200" baseline="0">
          <a:solidFill>
            <a:srgbClr val="262626"/>
          </a:solidFill>
          <a:latin typeface="+mn-lt"/>
          <a:ea typeface="+mn-ea"/>
          <a:cs typeface="+mn-cs"/>
        </a:defRPr>
      </a:lvl3pPr>
      <a:lvl4pPr marL="285750" indent="-285750" algn="l" rtl="0" eaLnBrk="1" fontAlgn="base" hangingPunct="1">
        <a:lnSpc>
          <a:spcPct val="150000"/>
        </a:lnSpc>
        <a:spcBef>
          <a:spcPts val="500"/>
        </a:spcBef>
        <a:spcAft>
          <a:spcPct val="0"/>
        </a:spcAft>
        <a:buClr>
          <a:schemeClr val="tx1"/>
        </a:buClr>
        <a:buSzPct val="80000"/>
        <a:buFont typeface="Arial" panose="020B0604020202020204" pitchFamily="34" charset="0"/>
        <a:buChar char="•"/>
        <a:defRPr sz="1800" kern="1200">
          <a:solidFill>
            <a:srgbClr val="262626"/>
          </a:solidFill>
          <a:latin typeface="+mn-lt"/>
          <a:ea typeface="+mn-ea"/>
          <a:cs typeface="+mn-cs"/>
        </a:defRPr>
      </a:lvl4pPr>
      <a:lvl5pPr marL="360045" indent="-179705" algn="l" rtl="0" eaLnBrk="1" fontAlgn="base" hangingPunct="1">
        <a:lnSpc>
          <a:spcPct val="150000"/>
        </a:lnSpc>
        <a:spcBef>
          <a:spcPts val="500"/>
        </a:spcBef>
        <a:spcAft>
          <a:spcPct val="0"/>
        </a:spcAft>
        <a:buClr>
          <a:schemeClr val="tx1"/>
        </a:buClr>
        <a:buSzPct val="80000"/>
        <a:buFont typeface="Arial" panose="020B0604020202020204" pitchFamily="34" charset="0"/>
        <a:buChar char="•"/>
        <a:defRPr kern="1200">
          <a:solidFill>
            <a:schemeClr val="tx1"/>
          </a:solidFill>
          <a:latin typeface="+mn-lt"/>
          <a:ea typeface="+mn-ea"/>
          <a:cs typeface="+mn-cs"/>
        </a:defRPr>
      </a:lvl5pPr>
      <a:lvl6pPr marL="0" indent="0" algn="l" defTabSz="914400" rtl="0" eaLnBrk="1" latinLnBrk="0" hangingPunct="1">
        <a:lnSpc>
          <a:spcPct val="90000"/>
        </a:lnSpc>
        <a:spcBef>
          <a:spcPts val="500"/>
        </a:spcBef>
        <a:buClr>
          <a:schemeClr val="tx1"/>
        </a:buClr>
        <a:buSzPct val="80000"/>
        <a:buFont typeface="Wingdings" panose="05000000000000000000" pitchFamily="2" charset="2"/>
        <a:buChar char="ü"/>
        <a:defRPr sz="1800" kern="1200">
          <a:solidFill>
            <a:schemeClr val="tx1"/>
          </a:solidFill>
          <a:latin typeface="+mn-lt"/>
          <a:ea typeface="+mn-ea"/>
          <a:cs typeface="+mn-cs"/>
        </a:defRPr>
      </a:lvl6pPr>
      <a:lvl7pPr marL="720090" indent="-179705" algn="l" defTabSz="914400" rtl="0" eaLnBrk="1" latinLnBrk="0" hangingPunct="1">
        <a:lnSpc>
          <a:spcPct val="150000"/>
        </a:lnSpc>
        <a:spcBef>
          <a:spcPts val="500"/>
        </a:spcBef>
        <a:buClr>
          <a:schemeClr val="tx1"/>
        </a:buClr>
        <a:buSzPct val="80000"/>
        <a:buFont typeface="Wingdings" panose="05000000000000000000" pitchFamily="2" charset="2"/>
        <a:buChar char="ü"/>
        <a:defRPr sz="1800" kern="1200">
          <a:solidFill>
            <a:schemeClr val="tx1"/>
          </a:solidFill>
          <a:latin typeface="+mn-lt"/>
          <a:ea typeface="+mn-ea"/>
          <a:cs typeface="+mn-cs"/>
        </a:defRPr>
      </a:lvl7pPr>
      <a:lvl8pPr marL="1080135" indent="-179705" algn="l" defTabSz="914400" rtl="0" eaLnBrk="1" latinLnBrk="0" hangingPunct="1">
        <a:lnSpc>
          <a:spcPct val="150000"/>
        </a:lnSpc>
        <a:spcBef>
          <a:spcPts val="500"/>
        </a:spcBef>
        <a:buClr>
          <a:schemeClr val="tx1"/>
        </a:buClr>
        <a:buSzPct val="80000"/>
        <a:buFont typeface="Wingdings" panose="05000000000000000000" pitchFamily="2" charset="2"/>
        <a:buChar char="ü"/>
        <a:defRPr sz="1800" kern="1200">
          <a:solidFill>
            <a:schemeClr val="tx1"/>
          </a:solidFill>
          <a:latin typeface="+mn-lt"/>
          <a:ea typeface="+mn-ea"/>
          <a:cs typeface="+mn-cs"/>
        </a:defRPr>
      </a:lvl8pPr>
      <a:lvl9pPr marL="1440180" indent="-179705" algn="l" defTabSz="914400" rtl="0" eaLnBrk="1" latinLnBrk="0" hangingPunct="1">
        <a:lnSpc>
          <a:spcPct val="150000"/>
        </a:lnSpc>
        <a:spcBef>
          <a:spcPts val="500"/>
        </a:spcBef>
        <a:buClr>
          <a:schemeClr val="tx1"/>
        </a:buClr>
        <a:buSzPct val="80000"/>
        <a:buFont typeface="Wingdings" panose="05000000000000000000" pitchFamily="2" charset="2"/>
        <a:buChar char="ü"/>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tags" Target="../tags/tag14.xml"/><Relationship Id="rId7" Type="http://schemas.openxmlformats.org/officeDocument/2006/relationships/image" Target="../media/image2.jpeg"/><Relationship Id="rId2" Type="http://schemas.openxmlformats.org/officeDocument/2006/relationships/tags" Target="../tags/tag13.xml"/><Relationship Id="rId1" Type="http://schemas.openxmlformats.org/officeDocument/2006/relationships/tags" Target="../tags/tag12.xml"/><Relationship Id="rId6" Type="http://schemas.openxmlformats.org/officeDocument/2006/relationships/slideLayout" Target="../slideLayouts/slideLayout4.xml"/><Relationship Id="rId5" Type="http://schemas.openxmlformats.org/officeDocument/2006/relationships/tags" Target="../tags/tag16.xml"/><Relationship Id="rId4" Type="http://schemas.openxmlformats.org/officeDocument/2006/relationships/tags" Target="../tags/tag15.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8" Type="http://schemas.openxmlformats.org/officeDocument/2006/relationships/notesSlide" Target="../notesSlides/notesSlide1.xml"/><Relationship Id="rId3" Type="http://schemas.openxmlformats.org/officeDocument/2006/relationships/tags" Target="../tags/tag19.xml"/><Relationship Id="rId7" Type="http://schemas.openxmlformats.org/officeDocument/2006/relationships/slideLayout" Target="../slideLayouts/slideLayout4.xml"/><Relationship Id="rId2" Type="http://schemas.openxmlformats.org/officeDocument/2006/relationships/tags" Target="../tags/tag18.xml"/><Relationship Id="rId1" Type="http://schemas.openxmlformats.org/officeDocument/2006/relationships/tags" Target="../tags/tag17.xml"/><Relationship Id="rId6" Type="http://schemas.openxmlformats.org/officeDocument/2006/relationships/tags" Target="../tags/tag22.xml"/><Relationship Id="rId11" Type="http://schemas.openxmlformats.org/officeDocument/2006/relationships/image" Target="../media/image5.png"/><Relationship Id="rId5" Type="http://schemas.openxmlformats.org/officeDocument/2006/relationships/tags" Target="../tags/tag21.xml"/><Relationship Id="rId10" Type="http://schemas.openxmlformats.org/officeDocument/2006/relationships/image" Target="../media/image4.png"/><Relationship Id="rId4" Type="http://schemas.openxmlformats.org/officeDocument/2006/relationships/tags" Target="../tags/tag20.xml"/><Relationship Id="rId9" Type="http://schemas.openxmlformats.org/officeDocument/2006/relationships/image" Target="../media/image3.png"/></Relationships>
</file>

<file path=ppt/slides/_rels/slide4.xml.rels><?xml version="1.0" encoding="UTF-8" standalone="yes"?>
<Relationships xmlns="http://schemas.openxmlformats.org/package/2006/relationships"><Relationship Id="rId2" Type="http://schemas.openxmlformats.org/officeDocument/2006/relationships/slideLayout" Target="../slideLayouts/slideLayout4.xml"/><Relationship Id="rId1" Type="http://schemas.openxmlformats.org/officeDocument/2006/relationships/tags" Target="../tags/tag23.xml"/></Relationships>
</file>

<file path=ppt/slides/_rels/slide5.xml.rels><?xml version="1.0" encoding="UTF-8" standalone="yes"?>
<Relationships xmlns="http://schemas.openxmlformats.org/package/2006/relationships"><Relationship Id="rId8" Type="http://schemas.openxmlformats.org/officeDocument/2006/relationships/tags" Target="../tags/tag31.xml"/><Relationship Id="rId13" Type="http://schemas.openxmlformats.org/officeDocument/2006/relationships/slideLayout" Target="../slideLayouts/slideLayout2.xml"/><Relationship Id="rId3" Type="http://schemas.openxmlformats.org/officeDocument/2006/relationships/tags" Target="../tags/tag26.xml"/><Relationship Id="rId7" Type="http://schemas.openxmlformats.org/officeDocument/2006/relationships/tags" Target="../tags/tag30.xml"/><Relationship Id="rId12" Type="http://schemas.openxmlformats.org/officeDocument/2006/relationships/tags" Target="../tags/tag35.xml"/><Relationship Id="rId2" Type="http://schemas.openxmlformats.org/officeDocument/2006/relationships/tags" Target="../tags/tag25.xml"/><Relationship Id="rId1" Type="http://schemas.openxmlformats.org/officeDocument/2006/relationships/tags" Target="../tags/tag24.xml"/><Relationship Id="rId6" Type="http://schemas.openxmlformats.org/officeDocument/2006/relationships/tags" Target="../tags/tag29.xml"/><Relationship Id="rId11" Type="http://schemas.openxmlformats.org/officeDocument/2006/relationships/tags" Target="../tags/tag34.xml"/><Relationship Id="rId5" Type="http://schemas.openxmlformats.org/officeDocument/2006/relationships/tags" Target="../tags/tag28.xml"/><Relationship Id="rId10" Type="http://schemas.openxmlformats.org/officeDocument/2006/relationships/tags" Target="../tags/tag33.xml"/><Relationship Id="rId4" Type="http://schemas.openxmlformats.org/officeDocument/2006/relationships/tags" Target="../tags/tag27.xml"/><Relationship Id="rId9" Type="http://schemas.openxmlformats.org/officeDocument/2006/relationships/tags" Target="../tags/tag32.xml"/></Relationships>
</file>

<file path=ppt/slides/_rels/slide6.xml.rels><?xml version="1.0" encoding="UTF-8" standalone="yes"?>
<Relationships xmlns="http://schemas.openxmlformats.org/package/2006/relationships"><Relationship Id="rId2" Type="http://schemas.openxmlformats.org/officeDocument/2006/relationships/image" Target="../media/image6.jpeg"/><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3" Type="http://schemas.openxmlformats.org/officeDocument/2006/relationships/image" Target="../media/image7.jpeg"/><Relationship Id="rId2" Type="http://schemas.openxmlformats.org/officeDocument/2006/relationships/slideLayout" Target="../slideLayouts/slideLayout3.xml"/><Relationship Id="rId1" Type="http://schemas.openxmlformats.org/officeDocument/2006/relationships/tags" Target="../tags/tag36.xml"/></Relationships>
</file>

<file path=ppt/slides/_rels/slide8.xml.rels><?xml version="1.0" encoding="UTF-8" standalone="yes"?>
<Relationships xmlns="http://schemas.openxmlformats.org/package/2006/relationships"><Relationship Id="rId3" Type="http://schemas.openxmlformats.org/officeDocument/2006/relationships/tags" Target="../tags/tag39.xml"/><Relationship Id="rId2" Type="http://schemas.openxmlformats.org/officeDocument/2006/relationships/tags" Target="../tags/tag38.xml"/><Relationship Id="rId1" Type="http://schemas.openxmlformats.org/officeDocument/2006/relationships/tags" Target="../tags/tag37.xml"/><Relationship Id="rId5" Type="http://schemas.openxmlformats.org/officeDocument/2006/relationships/image" Target="../media/image8.jpeg"/><Relationship Id="rId4"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3" Type="http://schemas.openxmlformats.org/officeDocument/2006/relationships/tags" Target="../tags/tag42.xml"/><Relationship Id="rId2" Type="http://schemas.openxmlformats.org/officeDocument/2006/relationships/tags" Target="../tags/tag41.xml"/><Relationship Id="rId1" Type="http://schemas.openxmlformats.org/officeDocument/2006/relationships/tags" Target="../tags/tag40.xml"/><Relationship Id="rId5" Type="http://schemas.openxmlformats.org/officeDocument/2006/relationships/image" Target="../media/image9.jpeg"/><Relationship Id="rId4" Type="http://schemas.openxmlformats.org/officeDocument/2006/relationships/slideLayout" Target="../slideLayouts/slideLayout3.xml"/></Relationships>
</file>

<file path=ppt/slides/_rels/slide10.xml.rels><?xml version="1.0" encoding="UTF-8" standalone="yes"?>
<Relationships xmlns="http://schemas.openxmlformats.org/package/2006/relationships"><Relationship Id="rId8" Type="http://schemas.openxmlformats.org/officeDocument/2006/relationships/tags" Target="../tags/tag50.xml"/><Relationship Id="rId13" Type="http://schemas.openxmlformats.org/officeDocument/2006/relationships/tags" Target="../tags/tag55.xml"/><Relationship Id="rId3" Type="http://schemas.openxmlformats.org/officeDocument/2006/relationships/tags" Target="../tags/tag45.xml"/><Relationship Id="rId7" Type="http://schemas.openxmlformats.org/officeDocument/2006/relationships/tags" Target="../tags/tag49.xml"/><Relationship Id="rId12" Type="http://schemas.openxmlformats.org/officeDocument/2006/relationships/tags" Target="../tags/tag54.xml"/><Relationship Id="rId2" Type="http://schemas.openxmlformats.org/officeDocument/2006/relationships/tags" Target="../tags/tag44.xml"/><Relationship Id="rId1" Type="http://schemas.openxmlformats.org/officeDocument/2006/relationships/tags" Target="../tags/tag43.xml"/><Relationship Id="rId6" Type="http://schemas.openxmlformats.org/officeDocument/2006/relationships/tags" Target="../tags/tag48.xml"/><Relationship Id="rId11" Type="http://schemas.openxmlformats.org/officeDocument/2006/relationships/tags" Target="../tags/tag53.xml"/><Relationship Id="rId5" Type="http://schemas.openxmlformats.org/officeDocument/2006/relationships/tags" Target="../tags/tag47.xml"/><Relationship Id="rId10" Type="http://schemas.openxmlformats.org/officeDocument/2006/relationships/tags" Target="../tags/tag52.xml"/><Relationship Id="rId4" Type="http://schemas.openxmlformats.org/officeDocument/2006/relationships/tags" Target="../tags/tag46.xml"/><Relationship Id="rId9" Type="http://schemas.openxmlformats.org/officeDocument/2006/relationships/tags" Target="../tags/tag51.xml"/><Relationship Id="rId14"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8" Type="http://schemas.openxmlformats.org/officeDocument/2006/relationships/tags" Target="../tags/tag63.xml"/><Relationship Id="rId13" Type="http://schemas.openxmlformats.org/officeDocument/2006/relationships/tags" Target="../tags/tag68.xml"/><Relationship Id="rId3" Type="http://schemas.openxmlformats.org/officeDocument/2006/relationships/tags" Target="../tags/tag58.xml"/><Relationship Id="rId7" Type="http://schemas.openxmlformats.org/officeDocument/2006/relationships/tags" Target="../tags/tag62.xml"/><Relationship Id="rId12" Type="http://schemas.openxmlformats.org/officeDocument/2006/relationships/tags" Target="../tags/tag67.xml"/><Relationship Id="rId2" Type="http://schemas.openxmlformats.org/officeDocument/2006/relationships/tags" Target="../tags/tag57.xml"/><Relationship Id="rId1" Type="http://schemas.openxmlformats.org/officeDocument/2006/relationships/tags" Target="../tags/tag56.xml"/><Relationship Id="rId6" Type="http://schemas.openxmlformats.org/officeDocument/2006/relationships/tags" Target="../tags/tag61.xml"/><Relationship Id="rId11" Type="http://schemas.openxmlformats.org/officeDocument/2006/relationships/tags" Target="../tags/tag66.xml"/><Relationship Id="rId5" Type="http://schemas.openxmlformats.org/officeDocument/2006/relationships/tags" Target="../tags/tag60.xml"/><Relationship Id="rId10" Type="http://schemas.openxmlformats.org/officeDocument/2006/relationships/tags" Target="../tags/tag65.xml"/><Relationship Id="rId4" Type="http://schemas.openxmlformats.org/officeDocument/2006/relationships/tags" Target="../tags/tag59.xml"/><Relationship Id="rId9" Type="http://schemas.openxmlformats.org/officeDocument/2006/relationships/tags" Target="../tags/tag64.xml"/><Relationship Id="rId14"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8" Type="http://schemas.openxmlformats.org/officeDocument/2006/relationships/tags" Target="../tags/tag76.xml"/><Relationship Id="rId13" Type="http://schemas.openxmlformats.org/officeDocument/2006/relationships/tags" Target="../tags/tag81.xml"/><Relationship Id="rId18" Type="http://schemas.openxmlformats.org/officeDocument/2006/relationships/tags" Target="../tags/tag86.xml"/><Relationship Id="rId3" Type="http://schemas.openxmlformats.org/officeDocument/2006/relationships/tags" Target="../tags/tag71.xml"/><Relationship Id="rId21" Type="http://schemas.openxmlformats.org/officeDocument/2006/relationships/tags" Target="../tags/tag89.xml"/><Relationship Id="rId7" Type="http://schemas.openxmlformats.org/officeDocument/2006/relationships/tags" Target="../tags/tag75.xml"/><Relationship Id="rId12" Type="http://schemas.openxmlformats.org/officeDocument/2006/relationships/tags" Target="../tags/tag80.xml"/><Relationship Id="rId17" Type="http://schemas.openxmlformats.org/officeDocument/2006/relationships/tags" Target="../tags/tag85.xml"/><Relationship Id="rId2" Type="http://schemas.openxmlformats.org/officeDocument/2006/relationships/tags" Target="../tags/tag70.xml"/><Relationship Id="rId16" Type="http://schemas.openxmlformats.org/officeDocument/2006/relationships/tags" Target="../tags/tag84.xml"/><Relationship Id="rId20" Type="http://schemas.openxmlformats.org/officeDocument/2006/relationships/tags" Target="../tags/tag88.xml"/><Relationship Id="rId1" Type="http://schemas.openxmlformats.org/officeDocument/2006/relationships/tags" Target="../tags/tag69.xml"/><Relationship Id="rId6" Type="http://schemas.openxmlformats.org/officeDocument/2006/relationships/tags" Target="../tags/tag74.xml"/><Relationship Id="rId11" Type="http://schemas.openxmlformats.org/officeDocument/2006/relationships/tags" Target="../tags/tag79.xml"/><Relationship Id="rId5" Type="http://schemas.openxmlformats.org/officeDocument/2006/relationships/tags" Target="../tags/tag73.xml"/><Relationship Id="rId15" Type="http://schemas.openxmlformats.org/officeDocument/2006/relationships/tags" Target="../tags/tag83.xml"/><Relationship Id="rId10" Type="http://schemas.openxmlformats.org/officeDocument/2006/relationships/tags" Target="../tags/tag78.xml"/><Relationship Id="rId19" Type="http://schemas.openxmlformats.org/officeDocument/2006/relationships/tags" Target="../tags/tag87.xml"/><Relationship Id="rId4" Type="http://schemas.openxmlformats.org/officeDocument/2006/relationships/tags" Target="../tags/tag72.xml"/><Relationship Id="rId9" Type="http://schemas.openxmlformats.org/officeDocument/2006/relationships/tags" Target="../tags/tag77.xml"/><Relationship Id="rId14" Type="http://schemas.openxmlformats.org/officeDocument/2006/relationships/tags" Target="../tags/tag82.xml"/><Relationship Id="rId22"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tags" Target="../tags/tag92.xml"/><Relationship Id="rId2" Type="http://schemas.openxmlformats.org/officeDocument/2006/relationships/tags" Target="../tags/tag91.xml"/><Relationship Id="rId1" Type="http://schemas.openxmlformats.org/officeDocument/2006/relationships/tags" Target="../tags/tag90.xml"/><Relationship Id="rId4"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tags" Target="../tags/tag95.xml"/><Relationship Id="rId2" Type="http://schemas.openxmlformats.org/officeDocument/2006/relationships/tags" Target="../tags/tag94.xml"/><Relationship Id="rId1" Type="http://schemas.openxmlformats.org/officeDocument/2006/relationships/tags" Target="../tags/tag93.xml"/><Relationship Id="rId4"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tags" Target="../tags/tag98.xml"/><Relationship Id="rId2" Type="http://schemas.openxmlformats.org/officeDocument/2006/relationships/tags" Target="../tags/tag97.xml"/><Relationship Id="rId1" Type="http://schemas.openxmlformats.org/officeDocument/2006/relationships/tags" Target="../tags/tag96.xml"/><Relationship Id="rId4"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tags" Target="../tags/tag101.xml"/><Relationship Id="rId2" Type="http://schemas.openxmlformats.org/officeDocument/2006/relationships/tags" Target="../tags/tag100.xml"/><Relationship Id="rId1" Type="http://schemas.openxmlformats.org/officeDocument/2006/relationships/tags" Target="../tags/tag99.xml"/><Relationship Id="rId4"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8" Type="http://schemas.openxmlformats.org/officeDocument/2006/relationships/tags" Target="../tags/tag109.xml"/><Relationship Id="rId13" Type="http://schemas.openxmlformats.org/officeDocument/2006/relationships/tags" Target="../tags/tag114.xml"/><Relationship Id="rId3" Type="http://schemas.openxmlformats.org/officeDocument/2006/relationships/tags" Target="../tags/tag104.xml"/><Relationship Id="rId7" Type="http://schemas.openxmlformats.org/officeDocument/2006/relationships/tags" Target="../tags/tag108.xml"/><Relationship Id="rId12" Type="http://schemas.openxmlformats.org/officeDocument/2006/relationships/tags" Target="../tags/tag113.xml"/><Relationship Id="rId2" Type="http://schemas.openxmlformats.org/officeDocument/2006/relationships/tags" Target="../tags/tag103.xml"/><Relationship Id="rId1" Type="http://schemas.openxmlformats.org/officeDocument/2006/relationships/tags" Target="../tags/tag102.xml"/><Relationship Id="rId6" Type="http://schemas.openxmlformats.org/officeDocument/2006/relationships/tags" Target="../tags/tag107.xml"/><Relationship Id="rId11" Type="http://schemas.openxmlformats.org/officeDocument/2006/relationships/tags" Target="../tags/tag112.xml"/><Relationship Id="rId5" Type="http://schemas.openxmlformats.org/officeDocument/2006/relationships/tags" Target="../tags/tag106.xml"/><Relationship Id="rId15" Type="http://schemas.openxmlformats.org/officeDocument/2006/relationships/slideLayout" Target="../slideLayouts/slideLayout2.xml"/><Relationship Id="rId10" Type="http://schemas.openxmlformats.org/officeDocument/2006/relationships/tags" Target="../tags/tag111.xml"/><Relationship Id="rId4" Type="http://schemas.openxmlformats.org/officeDocument/2006/relationships/tags" Target="../tags/tag105.xml"/><Relationship Id="rId9" Type="http://schemas.openxmlformats.org/officeDocument/2006/relationships/tags" Target="../tags/tag110.xml"/><Relationship Id="rId14" Type="http://schemas.openxmlformats.org/officeDocument/2006/relationships/tags" Target="../tags/tag115.xml"/></Relationships>
</file>

<file path=ppt/slides/_rels/slide21.xml.rels><?xml version="1.0" encoding="UTF-8" standalone="yes"?>
<Relationships xmlns="http://schemas.openxmlformats.org/package/2006/relationships"><Relationship Id="rId8" Type="http://schemas.openxmlformats.org/officeDocument/2006/relationships/tags" Target="../tags/tag123.xml"/><Relationship Id="rId13" Type="http://schemas.openxmlformats.org/officeDocument/2006/relationships/tags" Target="../tags/tag128.xml"/><Relationship Id="rId3" Type="http://schemas.openxmlformats.org/officeDocument/2006/relationships/tags" Target="../tags/tag118.xml"/><Relationship Id="rId7" Type="http://schemas.openxmlformats.org/officeDocument/2006/relationships/tags" Target="../tags/tag122.xml"/><Relationship Id="rId12" Type="http://schemas.openxmlformats.org/officeDocument/2006/relationships/tags" Target="../tags/tag127.xml"/><Relationship Id="rId2" Type="http://schemas.openxmlformats.org/officeDocument/2006/relationships/tags" Target="../tags/tag117.xml"/><Relationship Id="rId1" Type="http://schemas.openxmlformats.org/officeDocument/2006/relationships/tags" Target="../tags/tag116.xml"/><Relationship Id="rId6" Type="http://schemas.openxmlformats.org/officeDocument/2006/relationships/tags" Target="../tags/tag121.xml"/><Relationship Id="rId11" Type="http://schemas.openxmlformats.org/officeDocument/2006/relationships/tags" Target="../tags/tag126.xml"/><Relationship Id="rId5" Type="http://schemas.openxmlformats.org/officeDocument/2006/relationships/tags" Target="../tags/tag120.xml"/><Relationship Id="rId15" Type="http://schemas.openxmlformats.org/officeDocument/2006/relationships/slideLayout" Target="../slideLayouts/slideLayout2.xml"/><Relationship Id="rId10" Type="http://schemas.openxmlformats.org/officeDocument/2006/relationships/tags" Target="../tags/tag125.xml"/><Relationship Id="rId4" Type="http://schemas.openxmlformats.org/officeDocument/2006/relationships/tags" Target="../tags/tag119.xml"/><Relationship Id="rId9" Type="http://schemas.openxmlformats.org/officeDocument/2006/relationships/tags" Target="../tags/tag124.xml"/><Relationship Id="rId14" Type="http://schemas.openxmlformats.org/officeDocument/2006/relationships/tags" Target="../tags/tag129.xml"/></Relationships>
</file>

<file path=ppt/slides/_rels/slide22.xml.rels><?xml version="1.0" encoding="UTF-8" standalone="yes"?>
<Relationships xmlns="http://schemas.openxmlformats.org/package/2006/relationships"><Relationship Id="rId8" Type="http://schemas.openxmlformats.org/officeDocument/2006/relationships/tags" Target="../tags/tag137.xml"/><Relationship Id="rId13" Type="http://schemas.openxmlformats.org/officeDocument/2006/relationships/tags" Target="../tags/tag142.xml"/><Relationship Id="rId3" Type="http://schemas.openxmlformats.org/officeDocument/2006/relationships/tags" Target="../tags/tag132.xml"/><Relationship Id="rId7" Type="http://schemas.openxmlformats.org/officeDocument/2006/relationships/tags" Target="../tags/tag136.xml"/><Relationship Id="rId12" Type="http://schemas.openxmlformats.org/officeDocument/2006/relationships/tags" Target="../tags/tag141.xml"/><Relationship Id="rId2" Type="http://schemas.openxmlformats.org/officeDocument/2006/relationships/tags" Target="../tags/tag131.xml"/><Relationship Id="rId1" Type="http://schemas.openxmlformats.org/officeDocument/2006/relationships/tags" Target="../tags/tag130.xml"/><Relationship Id="rId6" Type="http://schemas.openxmlformats.org/officeDocument/2006/relationships/tags" Target="../tags/tag135.xml"/><Relationship Id="rId11" Type="http://schemas.openxmlformats.org/officeDocument/2006/relationships/tags" Target="../tags/tag140.xml"/><Relationship Id="rId5" Type="http://schemas.openxmlformats.org/officeDocument/2006/relationships/tags" Target="../tags/tag134.xml"/><Relationship Id="rId15" Type="http://schemas.openxmlformats.org/officeDocument/2006/relationships/slideLayout" Target="../slideLayouts/slideLayout2.xml"/><Relationship Id="rId10" Type="http://schemas.openxmlformats.org/officeDocument/2006/relationships/tags" Target="../tags/tag139.xml"/><Relationship Id="rId4" Type="http://schemas.openxmlformats.org/officeDocument/2006/relationships/tags" Target="../tags/tag133.xml"/><Relationship Id="rId9" Type="http://schemas.openxmlformats.org/officeDocument/2006/relationships/tags" Target="../tags/tag138.xml"/><Relationship Id="rId14" Type="http://schemas.openxmlformats.org/officeDocument/2006/relationships/tags" Target="../tags/tag143.xml"/></Relationships>
</file>

<file path=ppt/slides/_rels/slide23.xml.rels><?xml version="1.0" encoding="UTF-8" standalone="yes"?>
<Relationships xmlns="http://schemas.openxmlformats.org/package/2006/relationships"><Relationship Id="rId8" Type="http://schemas.openxmlformats.org/officeDocument/2006/relationships/tags" Target="../tags/tag151.xml"/><Relationship Id="rId13" Type="http://schemas.openxmlformats.org/officeDocument/2006/relationships/tags" Target="../tags/tag156.xml"/><Relationship Id="rId18" Type="http://schemas.openxmlformats.org/officeDocument/2006/relationships/tags" Target="../tags/tag161.xml"/><Relationship Id="rId3" Type="http://schemas.openxmlformats.org/officeDocument/2006/relationships/tags" Target="../tags/tag146.xml"/><Relationship Id="rId7" Type="http://schemas.openxmlformats.org/officeDocument/2006/relationships/tags" Target="../tags/tag150.xml"/><Relationship Id="rId12" Type="http://schemas.openxmlformats.org/officeDocument/2006/relationships/tags" Target="../tags/tag155.xml"/><Relationship Id="rId17" Type="http://schemas.openxmlformats.org/officeDocument/2006/relationships/tags" Target="../tags/tag160.xml"/><Relationship Id="rId2" Type="http://schemas.openxmlformats.org/officeDocument/2006/relationships/tags" Target="../tags/tag145.xml"/><Relationship Id="rId16" Type="http://schemas.openxmlformats.org/officeDocument/2006/relationships/tags" Target="../tags/tag159.xml"/><Relationship Id="rId1" Type="http://schemas.openxmlformats.org/officeDocument/2006/relationships/tags" Target="../tags/tag144.xml"/><Relationship Id="rId6" Type="http://schemas.openxmlformats.org/officeDocument/2006/relationships/tags" Target="../tags/tag149.xml"/><Relationship Id="rId11" Type="http://schemas.openxmlformats.org/officeDocument/2006/relationships/tags" Target="../tags/tag154.xml"/><Relationship Id="rId5" Type="http://schemas.openxmlformats.org/officeDocument/2006/relationships/tags" Target="../tags/tag148.xml"/><Relationship Id="rId15" Type="http://schemas.openxmlformats.org/officeDocument/2006/relationships/tags" Target="../tags/tag158.xml"/><Relationship Id="rId10" Type="http://schemas.openxmlformats.org/officeDocument/2006/relationships/tags" Target="../tags/tag153.xml"/><Relationship Id="rId19" Type="http://schemas.openxmlformats.org/officeDocument/2006/relationships/slideLayout" Target="../slideLayouts/slideLayout2.xml"/><Relationship Id="rId4" Type="http://schemas.openxmlformats.org/officeDocument/2006/relationships/tags" Target="../tags/tag147.xml"/><Relationship Id="rId9" Type="http://schemas.openxmlformats.org/officeDocument/2006/relationships/tags" Target="../tags/tag152.xml"/><Relationship Id="rId14" Type="http://schemas.openxmlformats.org/officeDocument/2006/relationships/tags" Target="../tags/tag157.xml"/></Relationships>
</file>

<file path=ppt/slides/_rels/slide24.xml.rels><?xml version="1.0" encoding="UTF-8" standalone="yes"?>
<Relationships xmlns="http://schemas.openxmlformats.org/package/2006/relationships"><Relationship Id="rId3" Type="http://schemas.openxmlformats.org/officeDocument/2006/relationships/tags" Target="../tags/tag164.xml"/><Relationship Id="rId2" Type="http://schemas.openxmlformats.org/officeDocument/2006/relationships/tags" Target="../tags/tag163.xml"/><Relationship Id="rId1" Type="http://schemas.openxmlformats.org/officeDocument/2006/relationships/tags" Target="../tags/tag162.xml"/><Relationship Id="rId4"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3" Type="http://schemas.openxmlformats.org/officeDocument/2006/relationships/tags" Target="../tags/tag167.xml"/><Relationship Id="rId2" Type="http://schemas.openxmlformats.org/officeDocument/2006/relationships/tags" Target="../tags/tag166.xml"/><Relationship Id="rId1" Type="http://schemas.openxmlformats.org/officeDocument/2006/relationships/tags" Target="../tags/tag165.xml"/><Relationship Id="rId5" Type="http://schemas.openxmlformats.org/officeDocument/2006/relationships/slideLayout" Target="../slideLayouts/slideLayout2.xml"/><Relationship Id="rId4" Type="http://schemas.openxmlformats.org/officeDocument/2006/relationships/tags" Target="../tags/tag168.xml"/></Relationships>
</file>

<file path=ppt/slides/_rels/slide26.xml.rels><?xml version="1.0" encoding="UTF-8" standalone="yes"?>
<Relationships xmlns="http://schemas.openxmlformats.org/package/2006/relationships"><Relationship Id="rId3" Type="http://schemas.openxmlformats.org/officeDocument/2006/relationships/tags" Target="../tags/tag171.xml"/><Relationship Id="rId2" Type="http://schemas.openxmlformats.org/officeDocument/2006/relationships/tags" Target="../tags/tag170.xml"/><Relationship Id="rId1" Type="http://schemas.openxmlformats.org/officeDocument/2006/relationships/tags" Target="../tags/tag169.xml"/><Relationship Id="rId5" Type="http://schemas.openxmlformats.org/officeDocument/2006/relationships/slideLayout" Target="../slideLayouts/slideLayout2.xml"/><Relationship Id="rId4" Type="http://schemas.openxmlformats.org/officeDocument/2006/relationships/tags" Target="../tags/tag172.xml"/></Relationships>
</file>

<file path=ppt/slides/_rels/slide27.xml.rels><?xml version="1.0" encoding="UTF-8" standalone="yes"?>
<Relationships xmlns="http://schemas.openxmlformats.org/package/2006/relationships"><Relationship Id="rId3" Type="http://schemas.openxmlformats.org/officeDocument/2006/relationships/tags" Target="../tags/tag175.xml"/><Relationship Id="rId2" Type="http://schemas.openxmlformats.org/officeDocument/2006/relationships/tags" Target="../tags/tag174.xml"/><Relationship Id="rId1" Type="http://schemas.openxmlformats.org/officeDocument/2006/relationships/tags" Target="../tags/tag173.xml"/><Relationship Id="rId4"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8" Type="http://schemas.openxmlformats.org/officeDocument/2006/relationships/slideLayout" Target="../slideLayouts/slideLayout2.xml"/><Relationship Id="rId3" Type="http://schemas.openxmlformats.org/officeDocument/2006/relationships/tags" Target="../tags/tag178.xml"/><Relationship Id="rId7" Type="http://schemas.openxmlformats.org/officeDocument/2006/relationships/tags" Target="../tags/tag182.xml"/><Relationship Id="rId2" Type="http://schemas.openxmlformats.org/officeDocument/2006/relationships/tags" Target="../tags/tag177.xml"/><Relationship Id="rId1" Type="http://schemas.openxmlformats.org/officeDocument/2006/relationships/tags" Target="../tags/tag176.xml"/><Relationship Id="rId6" Type="http://schemas.openxmlformats.org/officeDocument/2006/relationships/tags" Target="../tags/tag181.xml"/><Relationship Id="rId5" Type="http://schemas.openxmlformats.org/officeDocument/2006/relationships/tags" Target="../tags/tag180.xml"/><Relationship Id="rId4" Type="http://schemas.openxmlformats.org/officeDocument/2006/relationships/tags" Target="../tags/tag179.xml"/></Relationships>
</file>

<file path=ppt/slides/_rels/slide29.xml.rels><?xml version="1.0" encoding="UTF-8" standalone="yes"?>
<Relationships xmlns="http://schemas.openxmlformats.org/package/2006/relationships"><Relationship Id="rId2" Type="http://schemas.openxmlformats.org/officeDocument/2006/relationships/slideLayout" Target="../slideLayouts/slideLayout4.xml"/><Relationship Id="rId1" Type="http://schemas.openxmlformats.org/officeDocument/2006/relationships/tags" Target="../tags/tag183.xml"/></Relationships>
</file>

<file path=ppt/slides/_rels/slide30.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3" Type="http://schemas.openxmlformats.org/officeDocument/2006/relationships/tags" Target="../tags/tag186.xml"/><Relationship Id="rId2" Type="http://schemas.openxmlformats.org/officeDocument/2006/relationships/tags" Target="../tags/tag185.xml"/><Relationship Id="rId1" Type="http://schemas.openxmlformats.org/officeDocument/2006/relationships/tags" Target="../tags/tag184.xml"/><Relationship Id="rId5" Type="http://schemas.openxmlformats.org/officeDocument/2006/relationships/slideLayout" Target="../slideLayouts/slideLayout2.xml"/><Relationship Id="rId4" Type="http://schemas.openxmlformats.org/officeDocument/2006/relationships/tags" Target="../tags/tag187.xml"/></Relationships>
</file>

<file path=ppt/slides/_rels/slide32.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tags" Target="../tags/tag189.xml"/><Relationship Id="rId1" Type="http://schemas.openxmlformats.org/officeDocument/2006/relationships/tags" Target="../tags/tag188.xml"/></Relationships>
</file>

<file path=ppt/slides/_rels/slide33.xml.rels><?xml version="1.0" encoding="UTF-8" standalone="yes"?>
<Relationships xmlns="http://schemas.openxmlformats.org/package/2006/relationships"><Relationship Id="rId8" Type="http://schemas.openxmlformats.org/officeDocument/2006/relationships/tags" Target="../tags/tag197.xml"/><Relationship Id="rId13" Type="http://schemas.openxmlformats.org/officeDocument/2006/relationships/tags" Target="../tags/tag202.xml"/><Relationship Id="rId18" Type="http://schemas.openxmlformats.org/officeDocument/2006/relationships/tags" Target="../tags/tag207.xml"/><Relationship Id="rId3" Type="http://schemas.openxmlformats.org/officeDocument/2006/relationships/tags" Target="../tags/tag192.xml"/><Relationship Id="rId21" Type="http://schemas.openxmlformats.org/officeDocument/2006/relationships/slideLayout" Target="../slideLayouts/slideLayout2.xml"/><Relationship Id="rId7" Type="http://schemas.openxmlformats.org/officeDocument/2006/relationships/tags" Target="../tags/tag196.xml"/><Relationship Id="rId12" Type="http://schemas.openxmlformats.org/officeDocument/2006/relationships/tags" Target="../tags/tag201.xml"/><Relationship Id="rId17" Type="http://schemas.openxmlformats.org/officeDocument/2006/relationships/tags" Target="../tags/tag206.xml"/><Relationship Id="rId2" Type="http://schemas.openxmlformats.org/officeDocument/2006/relationships/tags" Target="../tags/tag191.xml"/><Relationship Id="rId16" Type="http://schemas.openxmlformats.org/officeDocument/2006/relationships/tags" Target="../tags/tag205.xml"/><Relationship Id="rId20" Type="http://schemas.openxmlformats.org/officeDocument/2006/relationships/tags" Target="../tags/tag209.xml"/><Relationship Id="rId1" Type="http://schemas.openxmlformats.org/officeDocument/2006/relationships/tags" Target="../tags/tag190.xml"/><Relationship Id="rId6" Type="http://schemas.openxmlformats.org/officeDocument/2006/relationships/tags" Target="../tags/tag195.xml"/><Relationship Id="rId11" Type="http://schemas.openxmlformats.org/officeDocument/2006/relationships/tags" Target="../tags/tag200.xml"/><Relationship Id="rId5" Type="http://schemas.openxmlformats.org/officeDocument/2006/relationships/tags" Target="../tags/tag194.xml"/><Relationship Id="rId15" Type="http://schemas.openxmlformats.org/officeDocument/2006/relationships/tags" Target="../tags/tag204.xml"/><Relationship Id="rId10" Type="http://schemas.openxmlformats.org/officeDocument/2006/relationships/tags" Target="../tags/tag199.xml"/><Relationship Id="rId19" Type="http://schemas.openxmlformats.org/officeDocument/2006/relationships/tags" Target="../tags/tag208.xml"/><Relationship Id="rId4" Type="http://schemas.openxmlformats.org/officeDocument/2006/relationships/tags" Target="../tags/tag193.xml"/><Relationship Id="rId9" Type="http://schemas.openxmlformats.org/officeDocument/2006/relationships/tags" Target="../tags/tag198.xml"/><Relationship Id="rId14" Type="http://schemas.openxmlformats.org/officeDocument/2006/relationships/tags" Target="../tags/tag20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8" Type="http://schemas.openxmlformats.org/officeDocument/2006/relationships/tags" Target="../tags/tag217.xml"/><Relationship Id="rId13" Type="http://schemas.openxmlformats.org/officeDocument/2006/relationships/tags" Target="../tags/tag222.xml"/><Relationship Id="rId3" Type="http://schemas.openxmlformats.org/officeDocument/2006/relationships/tags" Target="../tags/tag212.xml"/><Relationship Id="rId7" Type="http://schemas.openxmlformats.org/officeDocument/2006/relationships/tags" Target="../tags/tag216.xml"/><Relationship Id="rId12" Type="http://schemas.openxmlformats.org/officeDocument/2006/relationships/tags" Target="../tags/tag221.xml"/><Relationship Id="rId17" Type="http://schemas.openxmlformats.org/officeDocument/2006/relationships/slideLayout" Target="../slideLayouts/slideLayout2.xml"/><Relationship Id="rId2" Type="http://schemas.openxmlformats.org/officeDocument/2006/relationships/tags" Target="../tags/tag211.xml"/><Relationship Id="rId16" Type="http://schemas.openxmlformats.org/officeDocument/2006/relationships/tags" Target="../tags/tag225.xml"/><Relationship Id="rId1" Type="http://schemas.openxmlformats.org/officeDocument/2006/relationships/tags" Target="../tags/tag210.xml"/><Relationship Id="rId6" Type="http://schemas.openxmlformats.org/officeDocument/2006/relationships/tags" Target="../tags/tag215.xml"/><Relationship Id="rId11" Type="http://schemas.openxmlformats.org/officeDocument/2006/relationships/tags" Target="../tags/tag220.xml"/><Relationship Id="rId5" Type="http://schemas.openxmlformats.org/officeDocument/2006/relationships/tags" Target="../tags/tag214.xml"/><Relationship Id="rId15" Type="http://schemas.openxmlformats.org/officeDocument/2006/relationships/tags" Target="../tags/tag224.xml"/><Relationship Id="rId10" Type="http://schemas.openxmlformats.org/officeDocument/2006/relationships/tags" Target="../tags/tag219.xml"/><Relationship Id="rId4" Type="http://schemas.openxmlformats.org/officeDocument/2006/relationships/tags" Target="../tags/tag213.xml"/><Relationship Id="rId9" Type="http://schemas.openxmlformats.org/officeDocument/2006/relationships/tags" Target="../tags/tag218.xml"/><Relationship Id="rId14" Type="http://schemas.openxmlformats.org/officeDocument/2006/relationships/tags" Target="../tags/tag223.xml"/></Relationships>
</file>

<file path=ppt/slides/_rels/slide36.xml.rels><?xml version="1.0" encoding="UTF-8" standalone="yes"?>
<Relationships xmlns="http://schemas.openxmlformats.org/package/2006/relationships"><Relationship Id="rId8" Type="http://schemas.openxmlformats.org/officeDocument/2006/relationships/tags" Target="../tags/tag233.xml"/><Relationship Id="rId13" Type="http://schemas.openxmlformats.org/officeDocument/2006/relationships/tags" Target="../tags/tag238.xml"/><Relationship Id="rId18" Type="http://schemas.openxmlformats.org/officeDocument/2006/relationships/tags" Target="../tags/tag243.xml"/><Relationship Id="rId26" Type="http://schemas.openxmlformats.org/officeDocument/2006/relationships/tags" Target="../tags/tag251.xml"/><Relationship Id="rId3" Type="http://schemas.openxmlformats.org/officeDocument/2006/relationships/tags" Target="../tags/tag228.xml"/><Relationship Id="rId21" Type="http://schemas.openxmlformats.org/officeDocument/2006/relationships/tags" Target="../tags/tag246.xml"/><Relationship Id="rId7" Type="http://schemas.openxmlformats.org/officeDocument/2006/relationships/tags" Target="../tags/tag232.xml"/><Relationship Id="rId12" Type="http://schemas.openxmlformats.org/officeDocument/2006/relationships/tags" Target="../tags/tag237.xml"/><Relationship Id="rId17" Type="http://schemas.openxmlformats.org/officeDocument/2006/relationships/tags" Target="../tags/tag242.xml"/><Relationship Id="rId25" Type="http://schemas.openxmlformats.org/officeDocument/2006/relationships/tags" Target="../tags/tag250.xml"/><Relationship Id="rId2" Type="http://schemas.openxmlformats.org/officeDocument/2006/relationships/tags" Target="../tags/tag227.xml"/><Relationship Id="rId16" Type="http://schemas.openxmlformats.org/officeDocument/2006/relationships/tags" Target="../tags/tag241.xml"/><Relationship Id="rId20" Type="http://schemas.openxmlformats.org/officeDocument/2006/relationships/tags" Target="../tags/tag245.xml"/><Relationship Id="rId1" Type="http://schemas.openxmlformats.org/officeDocument/2006/relationships/tags" Target="../tags/tag226.xml"/><Relationship Id="rId6" Type="http://schemas.openxmlformats.org/officeDocument/2006/relationships/tags" Target="../tags/tag231.xml"/><Relationship Id="rId11" Type="http://schemas.openxmlformats.org/officeDocument/2006/relationships/tags" Target="../tags/tag236.xml"/><Relationship Id="rId24" Type="http://schemas.openxmlformats.org/officeDocument/2006/relationships/tags" Target="../tags/tag249.xml"/><Relationship Id="rId5" Type="http://schemas.openxmlformats.org/officeDocument/2006/relationships/tags" Target="../tags/tag230.xml"/><Relationship Id="rId15" Type="http://schemas.openxmlformats.org/officeDocument/2006/relationships/tags" Target="../tags/tag240.xml"/><Relationship Id="rId23" Type="http://schemas.openxmlformats.org/officeDocument/2006/relationships/tags" Target="../tags/tag248.xml"/><Relationship Id="rId10" Type="http://schemas.openxmlformats.org/officeDocument/2006/relationships/tags" Target="../tags/tag235.xml"/><Relationship Id="rId19" Type="http://schemas.openxmlformats.org/officeDocument/2006/relationships/tags" Target="../tags/tag244.xml"/><Relationship Id="rId4" Type="http://schemas.openxmlformats.org/officeDocument/2006/relationships/tags" Target="../tags/tag229.xml"/><Relationship Id="rId9" Type="http://schemas.openxmlformats.org/officeDocument/2006/relationships/tags" Target="../tags/tag234.xml"/><Relationship Id="rId14" Type="http://schemas.openxmlformats.org/officeDocument/2006/relationships/tags" Target="../tags/tag239.xml"/><Relationship Id="rId22" Type="http://schemas.openxmlformats.org/officeDocument/2006/relationships/tags" Target="../tags/tag247.xml"/><Relationship Id="rId27"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8" Type="http://schemas.openxmlformats.org/officeDocument/2006/relationships/slideLayout" Target="../slideLayouts/slideLayout2.xml"/><Relationship Id="rId3" Type="http://schemas.openxmlformats.org/officeDocument/2006/relationships/tags" Target="../tags/tag254.xml"/><Relationship Id="rId7" Type="http://schemas.openxmlformats.org/officeDocument/2006/relationships/tags" Target="../tags/tag258.xml"/><Relationship Id="rId2" Type="http://schemas.openxmlformats.org/officeDocument/2006/relationships/tags" Target="../tags/tag253.xml"/><Relationship Id="rId1" Type="http://schemas.openxmlformats.org/officeDocument/2006/relationships/tags" Target="../tags/tag252.xml"/><Relationship Id="rId6" Type="http://schemas.openxmlformats.org/officeDocument/2006/relationships/tags" Target="../tags/tag257.xml"/><Relationship Id="rId5" Type="http://schemas.openxmlformats.org/officeDocument/2006/relationships/tags" Target="../tags/tag256.xml"/><Relationship Id="rId4" Type="http://schemas.openxmlformats.org/officeDocument/2006/relationships/tags" Target="../tags/tag255.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slideLayout" Target="../slideLayouts/slideLayout4.xml"/><Relationship Id="rId1" Type="http://schemas.openxmlformats.org/officeDocument/2006/relationships/tags" Target="../tags/tag259.xml"/></Relationships>
</file>

<file path=ppt/slides/_rels/slide42.xml.rels><?xml version="1.0" encoding="UTF-8" standalone="yes"?>
<Relationships xmlns="http://schemas.openxmlformats.org/package/2006/relationships"><Relationship Id="rId3" Type="http://schemas.openxmlformats.org/officeDocument/2006/relationships/image" Target="../media/image12.emf"/><Relationship Id="rId2" Type="http://schemas.openxmlformats.org/officeDocument/2006/relationships/package" Target="../embeddings/Microsoft_Word_Document.docx"/><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slideLayout" Target="../slideLayouts/slideLayout2.xml"/><Relationship Id="rId1" Type="http://schemas.openxmlformats.org/officeDocument/2006/relationships/tags" Target="../tags/tag260.xml"/></Relationships>
</file>

<file path=ppt/slides/_rels/slide44.xml.rels><?xml version="1.0" encoding="UTF-8" standalone="yes"?>
<Relationships xmlns="http://schemas.openxmlformats.org/package/2006/relationships"><Relationship Id="rId8" Type="http://schemas.openxmlformats.org/officeDocument/2006/relationships/tags" Target="../tags/tag268.xml"/><Relationship Id="rId13" Type="http://schemas.openxmlformats.org/officeDocument/2006/relationships/tags" Target="../tags/tag273.xml"/><Relationship Id="rId18" Type="http://schemas.openxmlformats.org/officeDocument/2006/relationships/image" Target="../media/image14.png"/><Relationship Id="rId3" Type="http://schemas.openxmlformats.org/officeDocument/2006/relationships/tags" Target="../tags/tag263.xml"/><Relationship Id="rId7" Type="http://schemas.openxmlformats.org/officeDocument/2006/relationships/tags" Target="../tags/tag267.xml"/><Relationship Id="rId12" Type="http://schemas.openxmlformats.org/officeDocument/2006/relationships/tags" Target="../tags/tag272.xml"/><Relationship Id="rId17" Type="http://schemas.openxmlformats.org/officeDocument/2006/relationships/slideLayout" Target="../slideLayouts/slideLayout2.xml"/><Relationship Id="rId2" Type="http://schemas.openxmlformats.org/officeDocument/2006/relationships/tags" Target="../tags/tag262.xml"/><Relationship Id="rId16" Type="http://schemas.openxmlformats.org/officeDocument/2006/relationships/tags" Target="../tags/tag276.xml"/><Relationship Id="rId1" Type="http://schemas.openxmlformats.org/officeDocument/2006/relationships/tags" Target="../tags/tag261.xml"/><Relationship Id="rId6" Type="http://schemas.openxmlformats.org/officeDocument/2006/relationships/tags" Target="../tags/tag266.xml"/><Relationship Id="rId11" Type="http://schemas.openxmlformats.org/officeDocument/2006/relationships/tags" Target="../tags/tag271.xml"/><Relationship Id="rId5" Type="http://schemas.openxmlformats.org/officeDocument/2006/relationships/tags" Target="../tags/tag265.xml"/><Relationship Id="rId15" Type="http://schemas.openxmlformats.org/officeDocument/2006/relationships/tags" Target="../tags/tag275.xml"/><Relationship Id="rId10" Type="http://schemas.openxmlformats.org/officeDocument/2006/relationships/tags" Target="../tags/tag270.xml"/><Relationship Id="rId4" Type="http://schemas.openxmlformats.org/officeDocument/2006/relationships/tags" Target="../tags/tag264.xml"/><Relationship Id="rId9" Type="http://schemas.openxmlformats.org/officeDocument/2006/relationships/tags" Target="../tags/tag269.xml"/><Relationship Id="rId14" Type="http://schemas.openxmlformats.org/officeDocument/2006/relationships/tags" Target="../tags/tag274.xml"/></Relationships>
</file>

<file path=ppt/slides/_rels/slide45.xml.rels><?xml version="1.0" encoding="UTF-8" standalone="yes"?>
<Relationships xmlns="http://schemas.openxmlformats.org/package/2006/relationships"><Relationship Id="rId8" Type="http://schemas.openxmlformats.org/officeDocument/2006/relationships/tags" Target="../tags/tag284.xml"/><Relationship Id="rId13" Type="http://schemas.openxmlformats.org/officeDocument/2006/relationships/tags" Target="../tags/tag289.xml"/><Relationship Id="rId3" Type="http://schemas.openxmlformats.org/officeDocument/2006/relationships/tags" Target="../tags/tag279.xml"/><Relationship Id="rId7" Type="http://schemas.openxmlformats.org/officeDocument/2006/relationships/tags" Target="../tags/tag283.xml"/><Relationship Id="rId12" Type="http://schemas.openxmlformats.org/officeDocument/2006/relationships/tags" Target="../tags/tag288.xml"/><Relationship Id="rId2" Type="http://schemas.openxmlformats.org/officeDocument/2006/relationships/tags" Target="../tags/tag278.xml"/><Relationship Id="rId16" Type="http://schemas.openxmlformats.org/officeDocument/2006/relationships/image" Target="../media/image13.png"/><Relationship Id="rId1" Type="http://schemas.openxmlformats.org/officeDocument/2006/relationships/tags" Target="../tags/tag277.xml"/><Relationship Id="rId6" Type="http://schemas.openxmlformats.org/officeDocument/2006/relationships/tags" Target="../tags/tag282.xml"/><Relationship Id="rId11" Type="http://schemas.openxmlformats.org/officeDocument/2006/relationships/tags" Target="../tags/tag287.xml"/><Relationship Id="rId5" Type="http://schemas.openxmlformats.org/officeDocument/2006/relationships/tags" Target="../tags/tag281.xml"/><Relationship Id="rId15" Type="http://schemas.openxmlformats.org/officeDocument/2006/relationships/slideLayout" Target="../slideLayouts/slideLayout2.xml"/><Relationship Id="rId10" Type="http://schemas.openxmlformats.org/officeDocument/2006/relationships/tags" Target="../tags/tag286.xml"/><Relationship Id="rId4" Type="http://schemas.openxmlformats.org/officeDocument/2006/relationships/tags" Target="../tags/tag280.xml"/><Relationship Id="rId9" Type="http://schemas.openxmlformats.org/officeDocument/2006/relationships/tags" Target="../tags/tag285.xml"/><Relationship Id="rId14" Type="http://schemas.openxmlformats.org/officeDocument/2006/relationships/tags" Target="../tags/tag290.xml"/></Relationships>
</file>

<file path=ppt/slides/_rels/slide46.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6.png"/><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3" Type="http://schemas.openxmlformats.org/officeDocument/2006/relationships/tags" Target="../tags/tag293.xml"/><Relationship Id="rId2" Type="http://schemas.openxmlformats.org/officeDocument/2006/relationships/tags" Target="../tags/tag292.xml"/><Relationship Id="rId1" Type="http://schemas.openxmlformats.org/officeDocument/2006/relationships/tags" Target="../tags/tag291.xml"/><Relationship Id="rId5" Type="http://schemas.openxmlformats.org/officeDocument/2006/relationships/slideLayout" Target="../slideLayouts/slideLayout2.xml"/><Relationship Id="rId4" Type="http://schemas.openxmlformats.org/officeDocument/2006/relationships/tags" Target="../tags/tag294.xml"/></Relationships>
</file>

<file path=ppt/slides/_rels/slide53.xml.rels><?xml version="1.0" encoding="UTF-8" standalone="yes"?>
<Relationships xmlns="http://schemas.openxmlformats.org/package/2006/relationships"><Relationship Id="rId8" Type="http://schemas.openxmlformats.org/officeDocument/2006/relationships/slideLayout" Target="../slideLayouts/slideLayout2.xml"/><Relationship Id="rId3" Type="http://schemas.openxmlformats.org/officeDocument/2006/relationships/tags" Target="../tags/tag297.xml"/><Relationship Id="rId7" Type="http://schemas.openxmlformats.org/officeDocument/2006/relationships/tags" Target="../tags/tag301.xml"/><Relationship Id="rId2" Type="http://schemas.openxmlformats.org/officeDocument/2006/relationships/tags" Target="../tags/tag296.xml"/><Relationship Id="rId1" Type="http://schemas.openxmlformats.org/officeDocument/2006/relationships/tags" Target="../tags/tag295.xml"/><Relationship Id="rId6" Type="http://schemas.openxmlformats.org/officeDocument/2006/relationships/tags" Target="../tags/tag300.xml"/><Relationship Id="rId5" Type="http://schemas.openxmlformats.org/officeDocument/2006/relationships/tags" Target="../tags/tag299.xml"/><Relationship Id="rId4" Type="http://schemas.openxmlformats.org/officeDocument/2006/relationships/tags" Target="../tags/tag298.xml"/></Relationships>
</file>

<file path=ppt/slides/_rels/slide54.xml.rels><?xml version="1.0" encoding="UTF-8" standalone="yes"?>
<Relationships xmlns="http://schemas.openxmlformats.org/package/2006/relationships"><Relationship Id="rId8" Type="http://schemas.openxmlformats.org/officeDocument/2006/relationships/slideLayout" Target="../slideLayouts/slideLayout2.xml"/><Relationship Id="rId3" Type="http://schemas.openxmlformats.org/officeDocument/2006/relationships/tags" Target="../tags/tag304.xml"/><Relationship Id="rId7" Type="http://schemas.openxmlformats.org/officeDocument/2006/relationships/tags" Target="../tags/tag308.xml"/><Relationship Id="rId2" Type="http://schemas.openxmlformats.org/officeDocument/2006/relationships/tags" Target="../tags/tag303.xml"/><Relationship Id="rId1" Type="http://schemas.openxmlformats.org/officeDocument/2006/relationships/tags" Target="../tags/tag302.xml"/><Relationship Id="rId6" Type="http://schemas.openxmlformats.org/officeDocument/2006/relationships/tags" Target="../tags/tag307.xml"/><Relationship Id="rId5" Type="http://schemas.openxmlformats.org/officeDocument/2006/relationships/tags" Target="../tags/tag306.xml"/><Relationship Id="rId4" Type="http://schemas.openxmlformats.org/officeDocument/2006/relationships/tags" Target="../tags/tag305.xml"/></Relationships>
</file>

<file path=ppt/slides/_rels/slide55.xml.rels><?xml version="1.0" encoding="UTF-8" standalone="yes"?>
<Relationships xmlns="http://schemas.openxmlformats.org/package/2006/relationships"><Relationship Id="rId8" Type="http://schemas.openxmlformats.org/officeDocument/2006/relationships/slideLayout" Target="../slideLayouts/slideLayout2.xml"/><Relationship Id="rId3" Type="http://schemas.openxmlformats.org/officeDocument/2006/relationships/tags" Target="../tags/tag311.xml"/><Relationship Id="rId7" Type="http://schemas.openxmlformats.org/officeDocument/2006/relationships/tags" Target="../tags/tag315.xml"/><Relationship Id="rId2" Type="http://schemas.openxmlformats.org/officeDocument/2006/relationships/tags" Target="../tags/tag310.xml"/><Relationship Id="rId1" Type="http://schemas.openxmlformats.org/officeDocument/2006/relationships/tags" Target="../tags/tag309.xml"/><Relationship Id="rId6" Type="http://schemas.openxmlformats.org/officeDocument/2006/relationships/tags" Target="../tags/tag314.xml"/><Relationship Id="rId5" Type="http://schemas.openxmlformats.org/officeDocument/2006/relationships/tags" Target="../tags/tag313.xml"/><Relationship Id="rId4" Type="http://schemas.openxmlformats.org/officeDocument/2006/relationships/tags" Target="../tags/tag312.xml"/></Relationships>
</file>

<file path=ppt/slides/_rels/slide56.xml.rels><?xml version="1.0" encoding="UTF-8" standalone="yes"?>
<Relationships xmlns="http://schemas.openxmlformats.org/package/2006/relationships"><Relationship Id="rId3" Type="http://schemas.openxmlformats.org/officeDocument/2006/relationships/tags" Target="../tags/tag318.xml"/><Relationship Id="rId2" Type="http://schemas.openxmlformats.org/officeDocument/2006/relationships/tags" Target="../tags/tag317.xml"/><Relationship Id="rId1" Type="http://schemas.openxmlformats.org/officeDocument/2006/relationships/tags" Target="../tags/tag316.xml"/><Relationship Id="rId4"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3" Type="http://schemas.openxmlformats.org/officeDocument/2006/relationships/tags" Target="../tags/tag321.xml"/><Relationship Id="rId2" Type="http://schemas.openxmlformats.org/officeDocument/2006/relationships/tags" Target="../tags/tag320.xml"/><Relationship Id="rId1" Type="http://schemas.openxmlformats.org/officeDocument/2006/relationships/tags" Target="../tags/tag319.xml"/><Relationship Id="rId5" Type="http://schemas.openxmlformats.org/officeDocument/2006/relationships/slideLayout" Target="../slideLayouts/slideLayout2.xml"/><Relationship Id="rId4" Type="http://schemas.openxmlformats.org/officeDocument/2006/relationships/tags" Target="../tags/tag322.xml"/></Relationships>
</file>

<file path=ppt/slides/_rels/slide58.xml.rels><?xml version="1.0" encoding="UTF-8" standalone="yes"?>
<Relationships xmlns="http://schemas.openxmlformats.org/package/2006/relationships"><Relationship Id="rId3" Type="http://schemas.openxmlformats.org/officeDocument/2006/relationships/tags" Target="../tags/tag325.xml"/><Relationship Id="rId2" Type="http://schemas.openxmlformats.org/officeDocument/2006/relationships/tags" Target="../tags/tag324.xml"/><Relationship Id="rId1" Type="http://schemas.openxmlformats.org/officeDocument/2006/relationships/tags" Target="../tags/tag323.xml"/><Relationship Id="rId5" Type="http://schemas.openxmlformats.org/officeDocument/2006/relationships/slideLayout" Target="../slideLayouts/slideLayout2.xml"/><Relationship Id="rId4" Type="http://schemas.openxmlformats.org/officeDocument/2006/relationships/tags" Target="../tags/tag326.xml"/></Relationships>
</file>

<file path=ppt/slides/_rels/slide59.xml.rels><?xml version="1.0" encoding="UTF-8" standalone="yes"?>
<Relationships xmlns="http://schemas.openxmlformats.org/package/2006/relationships"><Relationship Id="rId3" Type="http://schemas.openxmlformats.org/officeDocument/2006/relationships/tags" Target="../tags/tag329.xml"/><Relationship Id="rId2" Type="http://schemas.openxmlformats.org/officeDocument/2006/relationships/tags" Target="../tags/tag328.xml"/><Relationship Id="rId1" Type="http://schemas.openxmlformats.org/officeDocument/2006/relationships/tags" Target="../tags/tag327.xml"/><Relationship Id="rId6" Type="http://schemas.openxmlformats.org/officeDocument/2006/relationships/notesSlide" Target="../notesSlides/notesSlide2.xml"/><Relationship Id="rId5" Type="http://schemas.openxmlformats.org/officeDocument/2006/relationships/slideLayout" Target="../slideLayouts/slideLayout2.xml"/><Relationship Id="rId4" Type="http://schemas.openxmlformats.org/officeDocument/2006/relationships/tags" Target="../tags/tag330.xml"/></Relationships>
</file>

<file path=ppt/slides/_rels/slide60.xml.rels><?xml version="1.0" encoding="UTF-8" standalone="yes"?>
<Relationships xmlns="http://schemas.openxmlformats.org/package/2006/relationships"><Relationship Id="rId3" Type="http://schemas.openxmlformats.org/officeDocument/2006/relationships/tags" Target="../tags/tag333.xml"/><Relationship Id="rId2" Type="http://schemas.openxmlformats.org/officeDocument/2006/relationships/tags" Target="../tags/tag332.xml"/><Relationship Id="rId1" Type="http://schemas.openxmlformats.org/officeDocument/2006/relationships/tags" Target="../tags/tag331.xml"/><Relationship Id="rId6" Type="http://schemas.openxmlformats.org/officeDocument/2006/relationships/notesSlide" Target="../notesSlides/notesSlide3.xml"/><Relationship Id="rId5" Type="http://schemas.openxmlformats.org/officeDocument/2006/relationships/slideLayout" Target="../slideLayouts/slideLayout2.xml"/><Relationship Id="rId4" Type="http://schemas.openxmlformats.org/officeDocument/2006/relationships/tags" Target="../tags/tag334.xml"/></Relationships>
</file>

<file path=ppt/slides/_rels/slide61.xml.rels><?xml version="1.0" encoding="UTF-8" standalone="yes"?>
<Relationships xmlns="http://schemas.openxmlformats.org/package/2006/relationships"><Relationship Id="rId3" Type="http://schemas.openxmlformats.org/officeDocument/2006/relationships/tags" Target="../tags/tag337.xml"/><Relationship Id="rId2" Type="http://schemas.openxmlformats.org/officeDocument/2006/relationships/tags" Target="../tags/tag336.xml"/><Relationship Id="rId1" Type="http://schemas.openxmlformats.org/officeDocument/2006/relationships/tags" Target="../tags/tag335.xml"/><Relationship Id="rId6" Type="http://schemas.openxmlformats.org/officeDocument/2006/relationships/notesSlide" Target="../notesSlides/notesSlide4.xml"/><Relationship Id="rId5" Type="http://schemas.openxmlformats.org/officeDocument/2006/relationships/slideLayout" Target="../slideLayouts/slideLayout2.xml"/><Relationship Id="rId4" Type="http://schemas.openxmlformats.org/officeDocument/2006/relationships/tags" Target="../tags/tag338.xml"/></Relationships>
</file>

<file path=ppt/slides/_rels/slide62.xml.rels><?xml version="1.0" encoding="UTF-8" standalone="yes"?>
<Relationships xmlns="http://schemas.openxmlformats.org/package/2006/relationships"><Relationship Id="rId3" Type="http://schemas.openxmlformats.org/officeDocument/2006/relationships/tags" Target="../tags/tag341.xml"/><Relationship Id="rId2" Type="http://schemas.openxmlformats.org/officeDocument/2006/relationships/tags" Target="../tags/tag340.xml"/><Relationship Id="rId1" Type="http://schemas.openxmlformats.org/officeDocument/2006/relationships/tags" Target="../tags/tag339.xml"/><Relationship Id="rId6" Type="http://schemas.openxmlformats.org/officeDocument/2006/relationships/notesSlide" Target="../notesSlides/notesSlide5.xml"/><Relationship Id="rId5" Type="http://schemas.openxmlformats.org/officeDocument/2006/relationships/slideLayout" Target="../slideLayouts/slideLayout2.xml"/><Relationship Id="rId4" Type="http://schemas.openxmlformats.org/officeDocument/2006/relationships/tags" Target="../tags/tag342.xml"/></Relationships>
</file>

<file path=ppt/slides/_rels/slide63.xml.rels><?xml version="1.0" encoding="UTF-8" standalone="yes"?>
<Relationships xmlns="http://schemas.openxmlformats.org/package/2006/relationships"><Relationship Id="rId3" Type="http://schemas.openxmlformats.org/officeDocument/2006/relationships/tags" Target="../tags/tag345.xml"/><Relationship Id="rId7" Type="http://schemas.openxmlformats.org/officeDocument/2006/relationships/image" Target="../media/image17.png"/><Relationship Id="rId2" Type="http://schemas.openxmlformats.org/officeDocument/2006/relationships/tags" Target="../tags/tag344.xml"/><Relationship Id="rId1" Type="http://schemas.openxmlformats.org/officeDocument/2006/relationships/tags" Target="../tags/tag343.xml"/><Relationship Id="rId6" Type="http://schemas.openxmlformats.org/officeDocument/2006/relationships/slideLayout" Target="../slideLayouts/slideLayout2.xml"/><Relationship Id="rId5" Type="http://schemas.openxmlformats.org/officeDocument/2006/relationships/tags" Target="../tags/tag347.xml"/><Relationship Id="rId4" Type="http://schemas.openxmlformats.org/officeDocument/2006/relationships/tags" Target="../tags/tag346.xml"/></Relationships>
</file>

<file path=ppt/slides/_rels/slide64.xml.rels><?xml version="1.0" encoding="UTF-8" standalone="yes"?>
<Relationships xmlns="http://schemas.openxmlformats.org/package/2006/relationships"><Relationship Id="rId3" Type="http://schemas.openxmlformats.org/officeDocument/2006/relationships/tags" Target="../tags/tag350.xml"/><Relationship Id="rId7" Type="http://schemas.openxmlformats.org/officeDocument/2006/relationships/image" Target="../media/image18.png"/><Relationship Id="rId2" Type="http://schemas.openxmlformats.org/officeDocument/2006/relationships/tags" Target="../tags/tag349.xml"/><Relationship Id="rId1" Type="http://schemas.openxmlformats.org/officeDocument/2006/relationships/tags" Target="../tags/tag348.xml"/><Relationship Id="rId6" Type="http://schemas.openxmlformats.org/officeDocument/2006/relationships/slideLayout" Target="../slideLayouts/slideLayout2.xml"/><Relationship Id="rId5" Type="http://schemas.openxmlformats.org/officeDocument/2006/relationships/tags" Target="../tags/tag352.xml"/><Relationship Id="rId4" Type="http://schemas.openxmlformats.org/officeDocument/2006/relationships/tags" Target="../tags/tag351.xml"/></Relationships>
</file>

<file path=ppt/slides/_rels/slide65.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tags" Target="../tags/tag354.xml"/><Relationship Id="rId1" Type="http://schemas.openxmlformats.org/officeDocument/2006/relationships/tags" Target="../tags/tag353.xml"/><Relationship Id="rId4" Type="http://schemas.openxmlformats.org/officeDocument/2006/relationships/image" Target="../media/image19.png"/></Relationships>
</file>

<file path=ppt/slides/_rels/slide66.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tags" Target="../tags/tag356.xml"/><Relationship Id="rId1" Type="http://schemas.openxmlformats.org/officeDocument/2006/relationships/tags" Target="../tags/tag355.xml"/><Relationship Id="rId4" Type="http://schemas.openxmlformats.org/officeDocument/2006/relationships/image" Target="../media/image20.png"/></Relationships>
</file>

<file path=ppt/slides/_rels/slide67.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tags" Target="../tags/tag358.xml"/><Relationship Id="rId1" Type="http://schemas.openxmlformats.org/officeDocument/2006/relationships/tags" Target="../tags/tag357.xml"/><Relationship Id="rId4" Type="http://schemas.openxmlformats.org/officeDocument/2006/relationships/image" Target="../media/image21.png"/></Relationships>
</file>

<file path=ppt/slides/_rels/slide68.xml.rels><?xml version="1.0" encoding="UTF-8" standalone="yes"?>
<Relationships xmlns="http://schemas.openxmlformats.org/package/2006/relationships"><Relationship Id="rId3" Type="http://schemas.openxmlformats.org/officeDocument/2006/relationships/tags" Target="../tags/tag361.xml"/><Relationship Id="rId2" Type="http://schemas.openxmlformats.org/officeDocument/2006/relationships/tags" Target="../tags/tag360.xml"/><Relationship Id="rId1" Type="http://schemas.openxmlformats.org/officeDocument/2006/relationships/tags" Target="../tags/tag359.xml"/><Relationship Id="rId6" Type="http://schemas.openxmlformats.org/officeDocument/2006/relationships/image" Target="../media/image22.png"/><Relationship Id="rId5" Type="http://schemas.openxmlformats.org/officeDocument/2006/relationships/slideLayout" Target="../slideLayouts/slideLayout2.xml"/><Relationship Id="rId4" Type="http://schemas.openxmlformats.org/officeDocument/2006/relationships/tags" Target="../tags/tag362.xml"/></Relationships>
</file>

<file path=ppt/slides/_rels/slide69.xml.rels><?xml version="1.0" encoding="UTF-8" standalone="yes"?>
<Relationships xmlns="http://schemas.openxmlformats.org/package/2006/relationships"><Relationship Id="rId3" Type="http://schemas.openxmlformats.org/officeDocument/2006/relationships/tags" Target="../tags/tag365.xml"/><Relationship Id="rId2" Type="http://schemas.openxmlformats.org/officeDocument/2006/relationships/tags" Target="../tags/tag364.xml"/><Relationship Id="rId1" Type="http://schemas.openxmlformats.org/officeDocument/2006/relationships/tags" Target="../tags/tag363.xml"/><Relationship Id="rId6" Type="http://schemas.openxmlformats.org/officeDocument/2006/relationships/image" Target="../media/image23.png"/><Relationship Id="rId5" Type="http://schemas.openxmlformats.org/officeDocument/2006/relationships/slideLayout" Target="../slideLayouts/slideLayout2.xml"/><Relationship Id="rId4" Type="http://schemas.openxmlformats.org/officeDocument/2006/relationships/tags" Target="../tags/tag366.xml"/></Relationships>
</file>

<file path=ppt/slides/_rels/slide70.xml.rels><?xml version="1.0" encoding="UTF-8" standalone="yes"?>
<Relationships xmlns="http://schemas.openxmlformats.org/package/2006/relationships"><Relationship Id="rId3" Type="http://schemas.openxmlformats.org/officeDocument/2006/relationships/tags" Target="../tags/tag369.xml"/><Relationship Id="rId2" Type="http://schemas.openxmlformats.org/officeDocument/2006/relationships/tags" Target="../tags/tag368.xml"/><Relationship Id="rId1" Type="http://schemas.openxmlformats.org/officeDocument/2006/relationships/tags" Target="../tags/tag367.xml"/><Relationship Id="rId6" Type="http://schemas.openxmlformats.org/officeDocument/2006/relationships/image" Target="../media/image24.png"/><Relationship Id="rId5" Type="http://schemas.openxmlformats.org/officeDocument/2006/relationships/slideLayout" Target="../slideLayouts/slideLayout2.xml"/><Relationship Id="rId4" Type="http://schemas.openxmlformats.org/officeDocument/2006/relationships/tags" Target="../tags/tag370.xml"/></Relationships>
</file>

<file path=ppt/slides/_rels/slide71.xml.rels><?xml version="1.0" encoding="UTF-8" standalone="yes"?>
<Relationships xmlns="http://schemas.openxmlformats.org/package/2006/relationships"><Relationship Id="rId8" Type="http://schemas.openxmlformats.org/officeDocument/2006/relationships/tags" Target="../tags/tag378.xml"/><Relationship Id="rId13" Type="http://schemas.openxmlformats.org/officeDocument/2006/relationships/tags" Target="../tags/tag383.xml"/><Relationship Id="rId3" Type="http://schemas.openxmlformats.org/officeDocument/2006/relationships/tags" Target="../tags/tag373.xml"/><Relationship Id="rId7" Type="http://schemas.openxmlformats.org/officeDocument/2006/relationships/tags" Target="../tags/tag377.xml"/><Relationship Id="rId12" Type="http://schemas.openxmlformats.org/officeDocument/2006/relationships/tags" Target="../tags/tag382.xml"/><Relationship Id="rId2" Type="http://schemas.openxmlformats.org/officeDocument/2006/relationships/tags" Target="../tags/tag372.xml"/><Relationship Id="rId1" Type="http://schemas.openxmlformats.org/officeDocument/2006/relationships/tags" Target="../tags/tag371.xml"/><Relationship Id="rId6" Type="http://schemas.openxmlformats.org/officeDocument/2006/relationships/tags" Target="../tags/tag376.xml"/><Relationship Id="rId11" Type="http://schemas.openxmlformats.org/officeDocument/2006/relationships/tags" Target="../tags/tag381.xml"/><Relationship Id="rId5" Type="http://schemas.openxmlformats.org/officeDocument/2006/relationships/tags" Target="../tags/tag375.xml"/><Relationship Id="rId10" Type="http://schemas.openxmlformats.org/officeDocument/2006/relationships/tags" Target="../tags/tag380.xml"/><Relationship Id="rId4" Type="http://schemas.openxmlformats.org/officeDocument/2006/relationships/tags" Target="../tags/tag374.xml"/><Relationship Id="rId9" Type="http://schemas.openxmlformats.org/officeDocument/2006/relationships/tags" Target="../tags/tag379.xml"/><Relationship Id="rId14"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3" Type="http://schemas.openxmlformats.org/officeDocument/2006/relationships/tags" Target="../tags/tag386.xml"/><Relationship Id="rId2" Type="http://schemas.openxmlformats.org/officeDocument/2006/relationships/tags" Target="../tags/tag385.xml"/><Relationship Id="rId1" Type="http://schemas.openxmlformats.org/officeDocument/2006/relationships/tags" Target="../tags/tag384.xml"/><Relationship Id="rId6" Type="http://schemas.openxmlformats.org/officeDocument/2006/relationships/image" Target="../media/image25.png"/><Relationship Id="rId5" Type="http://schemas.openxmlformats.org/officeDocument/2006/relationships/slideLayout" Target="../slideLayouts/slideLayout2.xml"/><Relationship Id="rId4" Type="http://schemas.openxmlformats.org/officeDocument/2006/relationships/tags" Target="../tags/tag387.xml"/></Relationships>
</file>

<file path=ppt/slides/_rels/slide73.xml.rels><?xml version="1.0" encoding="UTF-8" standalone="yes"?>
<Relationships xmlns="http://schemas.openxmlformats.org/package/2006/relationships"><Relationship Id="rId3" Type="http://schemas.openxmlformats.org/officeDocument/2006/relationships/tags" Target="../tags/tag390.xml"/><Relationship Id="rId2" Type="http://schemas.openxmlformats.org/officeDocument/2006/relationships/tags" Target="../tags/tag389.xml"/><Relationship Id="rId1" Type="http://schemas.openxmlformats.org/officeDocument/2006/relationships/tags" Target="../tags/tag388.xml"/><Relationship Id="rId6" Type="http://schemas.openxmlformats.org/officeDocument/2006/relationships/image" Target="../media/image25.png"/><Relationship Id="rId5" Type="http://schemas.openxmlformats.org/officeDocument/2006/relationships/slideLayout" Target="../slideLayouts/slideLayout2.xml"/><Relationship Id="rId4" Type="http://schemas.openxmlformats.org/officeDocument/2006/relationships/tags" Target="../tags/tag391.xml"/></Relationships>
</file>

<file path=ppt/slides/_rels/slide74.xml.rels><?xml version="1.0" encoding="UTF-8" standalone="yes"?>
<Relationships xmlns="http://schemas.openxmlformats.org/package/2006/relationships"><Relationship Id="rId8" Type="http://schemas.openxmlformats.org/officeDocument/2006/relationships/tags" Target="../tags/tag399.xml"/><Relationship Id="rId13" Type="http://schemas.openxmlformats.org/officeDocument/2006/relationships/tags" Target="../tags/tag404.xml"/><Relationship Id="rId3" Type="http://schemas.openxmlformats.org/officeDocument/2006/relationships/tags" Target="../tags/tag394.xml"/><Relationship Id="rId7" Type="http://schemas.openxmlformats.org/officeDocument/2006/relationships/tags" Target="../tags/tag398.xml"/><Relationship Id="rId12" Type="http://schemas.openxmlformats.org/officeDocument/2006/relationships/tags" Target="../tags/tag403.xml"/><Relationship Id="rId17" Type="http://schemas.openxmlformats.org/officeDocument/2006/relationships/slideLayout" Target="../slideLayouts/slideLayout2.xml"/><Relationship Id="rId2" Type="http://schemas.openxmlformats.org/officeDocument/2006/relationships/tags" Target="../tags/tag393.xml"/><Relationship Id="rId16" Type="http://schemas.openxmlformats.org/officeDocument/2006/relationships/tags" Target="../tags/tag407.xml"/><Relationship Id="rId1" Type="http://schemas.openxmlformats.org/officeDocument/2006/relationships/tags" Target="../tags/tag392.xml"/><Relationship Id="rId6" Type="http://schemas.openxmlformats.org/officeDocument/2006/relationships/tags" Target="../tags/tag397.xml"/><Relationship Id="rId11" Type="http://schemas.openxmlformats.org/officeDocument/2006/relationships/tags" Target="../tags/tag402.xml"/><Relationship Id="rId5" Type="http://schemas.openxmlformats.org/officeDocument/2006/relationships/tags" Target="../tags/tag396.xml"/><Relationship Id="rId15" Type="http://schemas.openxmlformats.org/officeDocument/2006/relationships/tags" Target="../tags/tag406.xml"/><Relationship Id="rId10" Type="http://schemas.openxmlformats.org/officeDocument/2006/relationships/tags" Target="../tags/tag401.xml"/><Relationship Id="rId4" Type="http://schemas.openxmlformats.org/officeDocument/2006/relationships/tags" Target="../tags/tag395.xml"/><Relationship Id="rId9" Type="http://schemas.openxmlformats.org/officeDocument/2006/relationships/tags" Target="../tags/tag400.xml"/><Relationship Id="rId14" Type="http://schemas.openxmlformats.org/officeDocument/2006/relationships/tags" Target="../tags/tag405.xml"/></Relationships>
</file>

<file path=ppt/slides/_rels/slide75.xml.rels><?xml version="1.0" encoding="UTF-8" standalone="yes"?>
<Relationships xmlns="http://schemas.openxmlformats.org/package/2006/relationships"><Relationship Id="rId3" Type="http://schemas.openxmlformats.org/officeDocument/2006/relationships/tags" Target="../tags/tag410.xml"/><Relationship Id="rId2" Type="http://schemas.openxmlformats.org/officeDocument/2006/relationships/tags" Target="../tags/tag409.xml"/><Relationship Id="rId1" Type="http://schemas.openxmlformats.org/officeDocument/2006/relationships/tags" Target="../tags/tag408.xml"/><Relationship Id="rId6" Type="http://schemas.openxmlformats.org/officeDocument/2006/relationships/image" Target="../media/image27.jpeg"/><Relationship Id="rId5" Type="http://schemas.openxmlformats.org/officeDocument/2006/relationships/image" Target="../media/image26.jpeg"/><Relationship Id="rId4" Type="http://schemas.openxmlformats.org/officeDocument/2006/relationships/slideLayout" Target="../slideLayouts/slideLayout2.xml"/></Relationships>
</file>

<file path=ppt/slides/_rels/slide76.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image" Target="../media/image16.png"/><Relationship Id="rId1" Type="http://schemas.openxmlformats.org/officeDocument/2006/relationships/slideLayout" Target="../slideLayouts/slideLayout2.xml"/></Relationships>
</file>

<file path=ppt/slides/_rels/slide77.xml.rels><?xml version="1.0" encoding="UTF-8" standalone="yes"?>
<Relationships xmlns="http://schemas.openxmlformats.org/package/2006/relationships"><Relationship Id="rId8" Type="http://schemas.openxmlformats.org/officeDocument/2006/relationships/tags" Target="../tags/tag418.xml"/><Relationship Id="rId13" Type="http://schemas.openxmlformats.org/officeDocument/2006/relationships/tags" Target="../tags/tag423.xml"/><Relationship Id="rId3" Type="http://schemas.openxmlformats.org/officeDocument/2006/relationships/tags" Target="../tags/tag413.xml"/><Relationship Id="rId7" Type="http://schemas.openxmlformats.org/officeDocument/2006/relationships/tags" Target="../tags/tag417.xml"/><Relationship Id="rId12" Type="http://schemas.openxmlformats.org/officeDocument/2006/relationships/tags" Target="../tags/tag422.xml"/><Relationship Id="rId2" Type="http://schemas.openxmlformats.org/officeDocument/2006/relationships/tags" Target="../tags/tag412.xml"/><Relationship Id="rId16" Type="http://schemas.openxmlformats.org/officeDocument/2006/relationships/slideLayout" Target="../slideLayouts/slideLayout2.xml"/><Relationship Id="rId1" Type="http://schemas.openxmlformats.org/officeDocument/2006/relationships/tags" Target="../tags/tag411.xml"/><Relationship Id="rId6" Type="http://schemas.openxmlformats.org/officeDocument/2006/relationships/tags" Target="../tags/tag416.xml"/><Relationship Id="rId11" Type="http://schemas.openxmlformats.org/officeDocument/2006/relationships/tags" Target="../tags/tag421.xml"/><Relationship Id="rId5" Type="http://schemas.openxmlformats.org/officeDocument/2006/relationships/tags" Target="../tags/tag415.xml"/><Relationship Id="rId15" Type="http://schemas.openxmlformats.org/officeDocument/2006/relationships/tags" Target="../tags/tag425.xml"/><Relationship Id="rId10" Type="http://schemas.openxmlformats.org/officeDocument/2006/relationships/tags" Target="../tags/tag420.xml"/><Relationship Id="rId4" Type="http://schemas.openxmlformats.org/officeDocument/2006/relationships/tags" Target="../tags/tag414.xml"/><Relationship Id="rId9" Type="http://schemas.openxmlformats.org/officeDocument/2006/relationships/tags" Target="../tags/tag419.xml"/><Relationship Id="rId14" Type="http://schemas.openxmlformats.org/officeDocument/2006/relationships/tags" Target="../tags/tag424.xml"/></Relationships>
</file>

<file path=ppt/slides/_rels/slide78.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tags" Target="../tags/tag427.xml"/><Relationship Id="rId1" Type="http://schemas.openxmlformats.org/officeDocument/2006/relationships/tags" Target="../tags/tag426.xml"/></Relationships>
</file>

<file path=ppt/slides/_rels/slide79.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tags" Target="../tags/tag429.xml"/><Relationship Id="rId1" Type="http://schemas.openxmlformats.org/officeDocument/2006/relationships/tags" Target="../tags/tag428.xml"/><Relationship Id="rId4" Type="http://schemas.openxmlformats.org/officeDocument/2006/relationships/image" Target="../media/image29.png"/></Relationships>
</file>

<file path=ppt/slides/_rels/slide80.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tags" Target="../tags/tag431.xml"/><Relationship Id="rId1" Type="http://schemas.openxmlformats.org/officeDocument/2006/relationships/tags" Target="../tags/tag43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2.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2.xml"/></Relationships>
</file>

<file path=ppt/slides/_rels/slide83.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image" Target="../media/image16.png"/><Relationship Id="rId1" Type="http://schemas.openxmlformats.org/officeDocument/2006/relationships/slideLayout" Target="../slideLayouts/slideLayout2.xml"/></Relationships>
</file>

<file path=ppt/slides/_rels/slide84.xml.rels><?xml version="1.0" encoding="UTF-8" standalone="yes"?>
<Relationships xmlns="http://schemas.openxmlformats.org/package/2006/relationships"><Relationship Id="rId8" Type="http://schemas.openxmlformats.org/officeDocument/2006/relationships/slideLayout" Target="../slideLayouts/slideLayout2.xml"/><Relationship Id="rId3" Type="http://schemas.openxmlformats.org/officeDocument/2006/relationships/tags" Target="../tags/tag434.xml"/><Relationship Id="rId7" Type="http://schemas.openxmlformats.org/officeDocument/2006/relationships/tags" Target="../tags/tag438.xml"/><Relationship Id="rId2" Type="http://schemas.openxmlformats.org/officeDocument/2006/relationships/tags" Target="../tags/tag433.xml"/><Relationship Id="rId1" Type="http://schemas.openxmlformats.org/officeDocument/2006/relationships/tags" Target="../tags/tag432.xml"/><Relationship Id="rId6" Type="http://schemas.openxmlformats.org/officeDocument/2006/relationships/tags" Target="../tags/tag437.xml"/><Relationship Id="rId5" Type="http://schemas.openxmlformats.org/officeDocument/2006/relationships/tags" Target="../tags/tag436.xml"/><Relationship Id="rId4" Type="http://schemas.openxmlformats.org/officeDocument/2006/relationships/tags" Target="../tags/tag435.xml"/></Relationships>
</file>

<file path=ppt/slides/_rels/slide85.xml.rels><?xml version="1.0" encoding="UTF-8" standalone="yes"?>
<Relationships xmlns="http://schemas.openxmlformats.org/package/2006/relationships"><Relationship Id="rId2" Type="http://schemas.openxmlformats.org/officeDocument/2006/relationships/image" Target="../media/image31.png"/><Relationship Id="rId1" Type="http://schemas.openxmlformats.org/officeDocument/2006/relationships/slideLayout" Target="../slideLayouts/slideLayout2.xml"/></Relationships>
</file>

<file path=ppt/slides/_rels/slide86.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image" Target="../media/image16.png"/><Relationship Id="rId1" Type="http://schemas.openxmlformats.org/officeDocument/2006/relationships/slideLayout" Target="../slideLayouts/slideLayout2.xml"/></Relationships>
</file>

<file path=ppt/slides/_rels/slide87.xml.rels><?xml version="1.0" encoding="UTF-8" standalone="yes"?>
<Relationships xmlns="http://schemas.openxmlformats.org/package/2006/relationships"><Relationship Id="rId2" Type="http://schemas.openxmlformats.org/officeDocument/2006/relationships/image" Target="../media/image33.jpeg"/><Relationship Id="rId1" Type="http://schemas.openxmlformats.org/officeDocument/2006/relationships/slideLayout" Target="../slideLayouts/slideLayout2.xml"/></Relationships>
</file>

<file path=ppt/slides/_rels/slide88.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image" Target="../media/image16.png"/><Relationship Id="rId1" Type="http://schemas.openxmlformats.org/officeDocument/2006/relationships/slideLayout" Target="../slideLayouts/slideLayout2.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1.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image" Target="../media/image16.png"/><Relationship Id="rId1" Type="http://schemas.openxmlformats.org/officeDocument/2006/relationships/slideLayout" Target="../slideLayouts/slideLayout2.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3.xml.rels><?xml version="1.0" encoding="UTF-8" standalone="yes"?>
<Relationships xmlns="http://schemas.openxmlformats.org/package/2006/relationships"><Relationship Id="rId2" Type="http://schemas.openxmlformats.org/officeDocument/2006/relationships/image" Target="../media/image36.png"/><Relationship Id="rId1" Type="http://schemas.openxmlformats.org/officeDocument/2006/relationships/slideLayout" Target="../slideLayouts/slideLayout2.xml"/></Relationships>
</file>

<file path=ppt/slides/_rels/slide94.xml.rels><?xml version="1.0" encoding="UTF-8" standalone="yes"?>
<Relationships xmlns="http://schemas.openxmlformats.org/package/2006/relationships"><Relationship Id="rId3" Type="http://schemas.openxmlformats.org/officeDocument/2006/relationships/image" Target="../media/image37.jpeg"/><Relationship Id="rId2" Type="http://schemas.openxmlformats.org/officeDocument/2006/relationships/slideLayout" Target="../slideLayouts/slideLayout2.xml"/><Relationship Id="rId1" Type="http://schemas.openxmlformats.org/officeDocument/2006/relationships/tags" Target="../tags/tag439.xml"/></Relationships>
</file>

<file path=ppt/slides/_rels/slide95.xml.rels><?xml version="1.0" encoding="UTF-8" standalone="yes"?>
<Relationships xmlns="http://schemas.openxmlformats.org/package/2006/relationships"><Relationship Id="rId8" Type="http://schemas.openxmlformats.org/officeDocument/2006/relationships/tags" Target="../tags/tag447.xml"/><Relationship Id="rId3" Type="http://schemas.openxmlformats.org/officeDocument/2006/relationships/tags" Target="../tags/tag442.xml"/><Relationship Id="rId7" Type="http://schemas.openxmlformats.org/officeDocument/2006/relationships/tags" Target="../tags/tag446.xml"/><Relationship Id="rId12" Type="http://schemas.openxmlformats.org/officeDocument/2006/relationships/slideLayout" Target="../slideLayouts/slideLayout2.xml"/><Relationship Id="rId2" Type="http://schemas.openxmlformats.org/officeDocument/2006/relationships/tags" Target="../tags/tag441.xml"/><Relationship Id="rId1" Type="http://schemas.openxmlformats.org/officeDocument/2006/relationships/tags" Target="../tags/tag440.xml"/><Relationship Id="rId6" Type="http://schemas.openxmlformats.org/officeDocument/2006/relationships/tags" Target="../tags/tag445.xml"/><Relationship Id="rId11" Type="http://schemas.openxmlformats.org/officeDocument/2006/relationships/tags" Target="../tags/tag450.xml"/><Relationship Id="rId5" Type="http://schemas.openxmlformats.org/officeDocument/2006/relationships/tags" Target="../tags/tag444.xml"/><Relationship Id="rId10" Type="http://schemas.openxmlformats.org/officeDocument/2006/relationships/tags" Target="../tags/tag449.xml"/><Relationship Id="rId4" Type="http://schemas.openxmlformats.org/officeDocument/2006/relationships/tags" Target="../tags/tag443.xml"/><Relationship Id="rId9" Type="http://schemas.openxmlformats.org/officeDocument/2006/relationships/tags" Target="../tags/tag448.xml"/></Relationships>
</file>

<file path=ppt/slides/_rels/slide96.xml.rels><?xml version="1.0" encoding="UTF-8" standalone="yes"?>
<Relationships xmlns="http://schemas.openxmlformats.org/package/2006/relationships"><Relationship Id="rId8" Type="http://schemas.openxmlformats.org/officeDocument/2006/relationships/tags" Target="../tags/tag458.xml"/><Relationship Id="rId3" Type="http://schemas.openxmlformats.org/officeDocument/2006/relationships/tags" Target="../tags/tag453.xml"/><Relationship Id="rId7" Type="http://schemas.openxmlformats.org/officeDocument/2006/relationships/tags" Target="../tags/tag457.xml"/><Relationship Id="rId12" Type="http://schemas.openxmlformats.org/officeDocument/2006/relationships/slideLayout" Target="../slideLayouts/slideLayout2.xml"/><Relationship Id="rId2" Type="http://schemas.openxmlformats.org/officeDocument/2006/relationships/tags" Target="../tags/tag452.xml"/><Relationship Id="rId1" Type="http://schemas.openxmlformats.org/officeDocument/2006/relationships/tags" Target="../tags/tag451.xml"/><Relationship Id="rId6" Type="http://schemas.openxmlformats.org/officeDocument/2006/relationships/tags" Target="../tags/tag456.xml"/><Relationship Id="rId11" Type="http://schemas.openxmlformats.org/officeDocument/2006/relationships/tags" Target="../tags/tag461.xml"/><Relationship Id="rId5" Type="http://schemas.openxmlformats.org/officeDocument/2006/relationships/tags" Target="../tags/tag455.xml"/><Relationship Id="rId10" Type="http://schemas.openxmlformats.org/officeDocument/2006/relationships/tags" Target="../tags/tag460.xml"/><Relationship Id="rId4" Type="http://schemas.openxmlformats.org/officeDocument/2006/relationships/tags" Target="../tags/tag454.xml"/><Relationship Id="rId9" Type="http://schemas.openxmlformats.org/officeDocument/2006/relationships/tags" Target="../tags/tag459.xml"/></Relationships>
</file>

<file path=ppt/slides/_rels/slide97.xml.rels><?xml version="1.0" encoding="UTF-8" standalone="yes"?>
<Relationships xmlns="http://schemas.openxmlformats.org/package/2006/relationships"><Relationship Id="rId8" Type="http://schemas.openxmlformats.org/officeDocument/2006/relationships/tags" Target="../tags/tag469.xml"/><Relationship Id="rId3" Type="http://schemas.openxmlformats.org/officeDocument/2006/relationships/tags" Target="../tags/tag464.xml"/><Relationship Id="rId7" Type="http://schemas.openxmlformats.org/officeDocument/2006/relationships/tags" Target="../tags/tag468.xml"/><Relationship Id="rId12" Type="http://schemas.openxmlformats.org/officeDocument/2006/relationships/slideLayout" Target="../slideLayouts/slideLayout2.xml"/><Relationship Id="rId2" Type="http://schemas.openxmlformats.org/officeDocument/2006/relationships/tags" Target="../tags/tag463.xml"/><Relationship Id="rId1" Type="http://schemas.openxmlformats.org/officeDocument/2006/relationships/tags" Target="../tags/tag462.xml"/><Relationship Id="rId6" Type="http://schemas.openxmlformats.org/officeDocument/2006/relationships/tags" Target="../tags/tag467.xml"/><Relationship Id="rId11" Type="http://schemas.openxmlformats.org/officeDocument/2006/relationships/tags" Target="../tags/tag472.xml"/><Relationship Id="rId5" Type="http://schemas.openxmlformats.org/officeDocument/2006/relationships/tags" Target="../tags/tag466.xml"/><Relationship Id="rId10" Type="http://schemas.openxmlformats.org/officeDocument/2006/relationships/tags" Target="../tags/tag471.xml"/><Relationship Id="rId4" Type="http://schemas.openxmlformats.org/officeDocument/2006/relationships/tags" Target="../tags/tag465.xml"/><Relationship Id="rId9" Type="http://schemas.openxmlformats.org/officeDocument/2006/relationships/tags" Target="../tags/tag470.xml"/></Relationships>
</file>

<file path=ppt/slides/_rels/slide98.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2.xml"/></Relationships>
</file>

<file path=ppt/slides/_rels/slide99.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image" Target="../media/image16.png"/><Relationship Id="rId1" Type="http://schemas.openxmlformats.org/officeDocument/2006/relationships/slideLayout" Target="../slideLayouts/slideLayout2.xml"/></Relationships>
</file>

<file path=ppt/slides/_rels/slide100.xml.rels><?xml version="1.0" encoding="UTF-8" standalone="yes"?>
<Relationships xmlns="http://schemas.openxmlformats.org/package/2006/relationships"><Relationship Id="rId2" Type="http://schemas.openxmlformats.org/officeDocument/2006/relationships/slideLayout" Target="../slideLayouts/slideLayout4.xml"/><Relationship Id="rId1" Type="http://schemas.openxmlformats.org/officeDocument/2006/relationships/tags" Target="../tags/tag473.xml"/></Relationships>
</file>

<file path=ppt/slides/_rels/slide101.xml.rels><?xml version="1.0" encoding="UTF-8" standalone="yes"?>
<Relationships xmlns="http://schemas.openxmlformats.org/package/2006/relationships"><Relationship Id="rId2" Type="http://schemas.openxmlformats.org/officeDocument/2006/relationships/image" Target="../media/image39.png"/><Relationship Id="rId1" Type="http://schemas.openxmlformats.org/officeDocument/2006/relationships/slideLayout" Target="../slideLayouts/slideLayout3.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03.xml.rels><?xml version="1.0" encoding="UTF-8" standalone="yes"?>
<Relationships xmlns="http://schemas.openxmlformats.org/package/2006/relationships"><Relationship Id="rId8" Type="http://schemas.openxmlformats.org/officeDocument/2006/relationships/tags" Target="../tags/tag481.xml"/><Relationship Id="rId13" Type="http://schemas.openxmlformats.org/officeDocument/2006/relationships/tags" Target="../tags/tag486.xml"/><Relationship Id="rId3" Type="http://schemas.openxmlformats.org/officeDocument/2006/relationships/tags" Target="../tags/tag476.xml"/><Relationship Id="rId7" Type="http://schemas.openxmlformats.org/officeDocument/2006/relationships/tags" Target="../tags/tag480.xml"/><Relationship Id="rId12" Type="http://schemas.openxmlformats.org/officeDocument/2006/relationships/tags" Target="../tags/tag485.xml"/><Relationship Id="rId2" Type="http://schemas.openxmlformats.org/officeDocument/2006/relationships/tags" Target="../tags/tag475.xml"/><Relationship Id="rId1" Type="http://schemas.openxmlformats.org/officeDocument/2006/relationships/tags" Target="../tags/tag474.xml"/><Relationship Id="rId6" Type="http://schemas.openxmlformats.org/officeDocument/2006/relationships/tags" Target="../tags/tag479.xml"/><Relationship Id="rId11" Type="http://schemas.openxmlformats.org/officeDocument/2006/relationships/tags" Target="../tags/tag484.xml"/><Relationship Id="rId5" Type="http://schemas.openxmlformats.org/officeDocument/2006/relationships/tags" Target="../tags/tag478.xml"/><Relationship Id="rId10" Type="http://schemas.openxmlformats.org/officeDocument/2006/relationships/tags" Target="../tags/tag483.xml"/><Relationship Id="rId4" Type="http://schemas.openxmlformats.org/officeDocument/2006/relationships/tags" Target="../tags/tag477.xml"/><Relationship Id="rId9" Type="http://schemas.openxmlformats.org/officeDocument/2006/relationships/tags" Target="../tags/tag482.xml"/><Relationship Id="rId14" Type="http://schemas.openxmlformats.org/officeDocument/2006/relationships/slideLayout" Target="../slideLayouts/slideLayout2.xml"/></Relationships>
</file>

<file path=ppt/slides/_rels/slide104.xml.rels><?xml version="1.0" encoding="UTF-8" standalone="yes"?>
<Relationships xmlns="http://schemas.openxmlformats.org/package/2006/relationships"><Relationship Id="rId8" Type="http://schemas.openxmlformats.org/officeDocument/2006/relationships/slideLayout" Target="../slideLayouts/slideLayout2.xml"/><Relationship Id="rId3" Type="http://schemas.openxmlformats.org/officeDocument/2006/relationships/tags" Target="../tags/tag489.xml"/><Relationship Id="rId7" Type="http://schemas.openxmlformats.org/officeDocument/2006/relationships/tags" Target="../tags/tag493.xml"/><Relationship Id="rId2" Type="http://schemas.openxmlformats.org/officeDocument/2006/relationships/tags" Target="../tags/tag488.xml"/><Relationship Id="rId1" Type="http://schemas.openxmlformats.org/officeDocument/2006/relationships/tags" Target="../tags/tag487.xml"/><Relationship Id="rId6" Type="http://schemas.openxmlformats.org/officeDocument/2006/relationships/tags" Target="../tags/tag492.xml"/><Relationship Id="rId5" Type="http://schemas.openxmlformats.org/officeDocument/2006/relationships/tags" Target="../tags/tag491.xml"/><Relationship Id="rId4" Type="http://schemas.openxmlformats.org/officeDocument/2006/relationships/tags" Target="../tags/tag490.xml"/></Relationships>
</file>

<file path=ppt/slides/_rels/slide105.xml.rels><?xml version="1.0" encoding="UTF-8" standalone="yes"?>
<Relationships xmlns="http://schemas.openxmlformats.org/package/2006/relationships"><Relationship Id="rId8" Type="http://schemas.openxmlformats.org/officeDocument/2006/relationships/tags" Target="../tags/tag501.xml"/><Relationship Id="rId13" Type="http://schemas.openxmlformats.org/officeDocument/2006/relationships/tags" Target="../tags/tag506.xml"/><Relationship Id="rId3" Type="http://schemas.openxmlformats.org/officeDocument/2006/relationships/tags" Target="../tags/tag496.xml"/><Relationship Id="rId7" Type="http://schemas.openxmlformats.org/officeDocument/2006/relationships/tags" Target="../tags/tag500.xml"/><Relationship Id="rId12" Type="http://schemas.openxmlformats.org/officeDocument/2006/relationships/tags" Target="../tags/tag505.xml"/><Relationship Id="rId2" Type="http://schemas.openxmlformats.org/officeDocument/2006/relationships/tags" Target="../tags/tag495.xml"/><Relationship Id="rId16" Type="http://schemas.openxmlformats.org/officeDocument/2006/relationships/slideLayout" Target="../slideLayouts/slideLayout2.xml"/><Relationship Id="rId1" Type="http://schemas.openxmlformats.org/officeDocument/2006/relationships/tags" Target="../tags/tag494.xml"/><Relationship Id="rId6" Type="http://schemas.openxmlformats.org/officeDocument/2006/relationships/tags" Target="../tags/tag499.xml"/><Relationship Id="rId11" Type="http://schemas.openxmlformats.org/officeDocument/2006/relationships/tags" Target="../tags/tag504.xml"/><Relationship Id="rId5" Type="http://schemas.openxmlformats.org/officeDocument/2006/relationships/tags" Target="../tags/tag498.xml"/><Relationship Id="rId15" Type="http://schemas.openxmlformats.org/officeDocument/2006/relationships/tags" Target="../tags/tag508.xml"/><Relationship Id="rId10" Type="http://schemas.openxmlformats.org/officeDocument/2006/relationships/tags" Target="../tags/tag503.xml"/><Relationship Id="rId4" Type="http://schemas.openxmlformats.org/officeDocument/2006/relationships/tags" Target="../tags/tag497.xml"/><Relationship Id="rId9" Type="http://schemas.openxmlformats.org/officeDocument/2006/relationships/tags" Target="../tags/tag502.xml"/><Relationship Id="rId14" Type="http://schemas.openxmlformats.org/officeDocument/2006/relationships/tags" Target="../tags/tag507.xml"/></Relationships>
</file>

<file path=ppt/slides/_rels/slide106.xml.rels><?xml version="1.0" encoding="UTF-8" standalone="yes"?>
<Relationships xmlns="http://schemas.openxmlformats.org/package/2006/relationships"><Relationship Id="rId3" Type="http://schemas.openxmlformats.org/officeDocument/2006/relationships/tags" Target="../tags/tag511.xml"/><Relationship Id="rId7" Type="http://schemas.openxmlformats.org/officeDocument/2006/relationships/image" Target="../media/image40.png"/><Relationship Id="rId2" Type="http://schemas.openxmlformats.org/officeDocument/2006/relationships/tags" Target="../tags/tag510.xml"/><Relationship Id="rId1" Type="http://schemas.openxmlformats.org/officeDocument/2006/relationships/tags" Target="../tags/tag509.xml"/><Relationship Id="rId6" Type="http://schemas.openxmlformats.org/officeDocument/2006/relationships/slideLayout" Target="../slideLayouts/slideLayout2.xml"/><Relationship Id="rId5" Type="http://schemas.openxmlformats.org/officeDocument/2006/relationships/tags" Target="../tags/tag513.xml"/><Relationship Id="rId4" Type="http://schemas.openxmlformats.org/officeDocument/2006/relationships/tags" Target="../tags/tag512.xml"/></Relationships>
</file>

<file path=ppt/slides/_rels/slide107.xml.rels><?xml version="1.0" encoding="UTF-8" standalone="yes"?>
<Relationships xmlns="http://schemas.openxmlformats.org/package/2006/relationships"><Relationship Id="rId8" Type="http://schemas.openxmlformats.org/officeDocument/2006/relationships/slideLayout" Target="../slideLayouts/slideLayout2.xml"/><Relationship Id="rId3" Type="http://schemas.openxmlformats.org/officeDocument/2006/relationships/tags" Target="../tags/tag516.xml"/><Relationship Id="rId7" Type="http://schemas.openxmlformats.org/officeDocument/2006/relationships/tags" Target="../tags/tag520.xml"/><Relationship Id="rId2" Type="http://schemas.openxmlformats.org/officeDocument/2006/relationships/tags" Target="../tags/tag515.xml"/><Relationship Id="rId1" Type="http://schemas.openxmlformats.org/officeDocument/2006/relationships/tags" Target="../tags/tag514.xml"/><Relationship Id="rId6" Type="http://schemas.openxmlformats.org/officeDocument/2006/relationships/tags" Target="../tags/tag519.xml"/><Relationship Id="rId5" Type="http://schemas.openxmlformats.org/officeDocument/2006/relationships/tags" Target="../tags/tag518.xml"/><Relationship Id="rId4" Type="http://schemas.openxmlformats.org/officeDocument/2006/relationships/tags" Target="../tags/tag517.xml"/></Relationships>
</file>

<file path=ppt/slides/_rels/slide108.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109.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slideLayout" Target="../slideLayouts/slideLayout2.xml"/><Relationship Id="rId1" Type="http://schemas.openxmlformats.org/officeDocument/2006/relationships/tags" Target="../tags/tag521.xml"/></Relationships>
</file>

<file path=ppt/slides/_rels/slide110.xml.rels><?xml version="1.0" encoding="UTF-8" standalone="yes"?>
<Relationships xmlns="http://schemas.openxmlformats.org/package/2006/relationships"><Relationship Id="rId8" Type="http://schemas.openxmlformats.org/officeDocument/2006/relationships/tags" Target="../tags/tag529.xml"/><Relationship Id="rId13" Type="http://schemas.openxmlformats.org/officeDocument/2006/relationships/tags" Target="../tags/tag534.xml"/><Relationship Id="rId3" Type="http://schemas.openxmlformats.org/officeDocument/2006/relationships/tags" Target="../tags/tag524.xml"/><Relationship Id="rId7" Type="http://schemas.openxmlformats.org/officeDocument/2006/relationships/tags" Target="../tags/tag528.xml"/><Relationship Id="rId12" Type="http://schemas.openxmlformats.org/officeDocument/2006/relationships/tags" Target="../tags/tag533.xml"/><Relationship Id="rId2" Type="http://schemas.openxmlformats.org/officeDocument/2006/relationships/tags" Target="../tags/tag523.xml"/><Relationship Id="rId1" Type="http://schemas.openxmlformats.org/officeDocument/2006/relationships/tags" Target="../tags/tag522.xml"/><Relationship Id="rId6" Type="http://schemas.openxmlformats.org/officeDocument/2006/relationships/tags" Target="../tags/tag527.xml"/><Relationship Id="rId11" Type="http://schemas.openxmlformats.org/officeDocument/2006/relationships/tags" Target="../tags/tag532.xml"/><Relationship Id="rId5" Type="http://schemas.openxmlformats.org/officeDocument/2006/relationships/tags" Target="../tags/tag526.xml"/><Relationship Id="rId10" Type="http://schemas.openxmlformats.org/officeDocument/2006/relationships/tags" Target="../tags/tag531.xml"/><Relationship Id="rId4" Type="http://schemas.openxmlformats.org/officeDocument/2006/relationships/tags" Target="../tags/tag525.xml"/><Relationship Id="rId9" Type="http://schemas.openxmlformats.org/officeDocument/2006/relationships/tags" Target="../tags/tag530.xml"/><Relationship Id="rId14" Type="http://schemas.openxmlformats.org/officeDocument/2006/relationships/slideLayout" Target="../slideLayouts/slideLayout2.xml"/></Relationships>
</file>

<file path=ppt/slides/_rels/slide111.xml.rels><?xml version="1.0" encoding="UTF-8" standalone="yes"?>
<Relationships xmlns="http://schemas.openxmlformats.org/package/2006/relationships"><Relationship Id="rId8" Type="http://schemas.openxmlformats.org/officeDocument/2006/relationships/tags" Target="../tags/tag542.xml"/><Relationship Id="rId13" Type="http://schemas.openxmlformats.org/officeDocument/2006/relationships/tags" Target="../tags/tag547.xml"/><Relationship Id="rId3" Type="http://schemas.openxmlformats.org/officeDocument/2006/relationships/tags" Target="../tags/tag537.xml"/><Relationship Id="rId7" Type="http://schemas.openxmlformats.org/officeDocument/2006/relationships/tags" Target="../tags/tag541.xml"/><Relationship Id="rId12" Type="http://schemas.openxmlformats.org/officeDocument/2006/relationships/tags" Target="../tags/tag546.xml"/><Relationship Id="rId2" Type="http://schemas.openxmlformats.org/officeDocument/2006/relationships/tags" Target="../tags/tag536.xml"/><Relationship Id="rId1" Type="http://schemas.openxmlformats.org/officeDocument/2006/relationships/tags" Target="../tags/tag535.xml"/><Relationship Id="rId6" Type="http://schemas.openxmlformats.org/officeDocument/2006/relationships/tags" Target="../tags/tag540.xml"/><Relationship Id="rId11" Type="http://schemas.openxmlformats.org/officeDocument/2006/relationships/tags" Target="../tags/tag545.xml"/><Relationship Id="rId5" Type="http://schemas.openxmlformats.org/officeDocument/2006/relationships/tags" Target="../tags/tag539.xml"/><Relationship Id="rId15" Type="http://schemas.openxmlformats.org/officeDocument/2006/relationships/slideLayout" Target="../slideLayouts/slideLayout2.xml"/><Relationship Id="rId10" Type="http://schemas.openxmlformats.org/officeDocument/2006/relationships/tags" Target="../tags/tag544.xml"/><Relationship Id="rId4" Type="http://schemas.openxmlformats.org/officeDocument/2006/relationships/tags" Target="../tags/tag538.xml"/><Relationship Id="rId9" Type="http://schemas.openxmlformats.org/officeDocument/2006/relationships/tags" Target="../tags/tag543.xml"/><Relationship Id="rId14" Type="http://schemas.openxmlformats.org/officeDocument/2006/relationships/tags" Target="../tags/tag548.xml"/></Relationships>
</file>

<file path=ppt/slides/_rels/slide112.xml.rels><?xml version="1.0" encoding="UTF-8" standalone="yes"?>
<Relationships xmlns="http://schemas.openxmlformats.org/package/2006/relationships"><Relationship Id="rId2" Type="http://schemas.openxmlformats.org/officeDocument/2006/relationships/image" Target="../media/image42.jpeg"/><Relationship Id="rId1" Type="http://schemas.openxmlformats.org/officeDocument/2006/relationships/slideLayout" Target="../slideLayouts/slideLayout2.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7.xml.rels><?xml version="1.0" encoding="UTF-8" standalone="yes"?>
<Relationships xmlns="http://schemas.openxmlformats.org/package/2006/relationships"><Relationship Id="rId8" Type="http://schemas.openxmlformats.org/officeDocument/2006/relationships/tags" Target="../tags/tag556.xml"/><Relationship Id="rId3" Type="http://schemas.openxmlformats.org/officeDocument/2006/relationships/tags" Target="../tags/tag551.xml"/><Relationship Id="rId7" Type="http://schemas.openxmlformats.org/officeDocument/2006/relationships/tags" Target="../tags/tag555.xml"/><Relationship Id="rId2" Type="http://schemas.openxmlformats.org/officeDocument/2006/relationships/tags" Target="../tags/tag550.xml"/><Relationship Id="rId1" Type="http://schemas.openxmlformats.org/officeDocument/2006/relationships/tags" Target="../tags/tag549.xml"/><Relationship Id="rId6" Type="http://schemas.openxmlformats.org/officeDocument/2006/relationships/tags" Target="../tags/tag554.xml"/><Relationship Id="rId5" Type="http://schemas.openxmlformats.org/officeDocument/2006/relationships/tags" Target="../tags/tag553.xml"/><Relationship Id="rId4" Type="http://schemas.openxmlformats.org/officeDocument/2006/relationships/tags" Target="../tags/tag552.xml"/><Relationship Id="rId9" Type="http://schemas.openxmlformats.org/officeDocument/2006/relationships/slideLayout" Target="../slideLayouts/slideLayout2.xml"/></Relationships>
</file>

<file path=ppt/slides/_rels/slide118.xml.rels><?xml version="1.0" encoding="UTF-8" standalone="yes"?>
<Relationships xmlns="http://schemas.openxmlformats.org/package/2006/relationships"><Relationship Id="rId3" Type="http://schemas.openxmlformats.org/officeDocument/2006/relationships/tags" Target="../tags/tag559.xml"/><Relationship Id="rId2" Type="http://schemas.openxmlformats.org/officeDocument/2006/relationships/tags" Target="../tags/tag558.xml"/><Relationship Id="rId1" Type="http://schemas.openxmlformats.org/officeDocument/2006/relationships/tags" Target="../tags/tag557.xml"/><Relationship Id="rId5" Type="http://schemas.openxmlformats.org/officeDocument/2006/relationships/slideLayout" Target="../slideLayouts/slideLayout2.xml"/><Relationship Id="rId4" Type="http://schemas.openxmlformats.org/officeDocument/2006/relationships/tags" Target="../tags/tag560.xml"/></Relationships>
</file>

<file path=ppt/slides/_rels/slide119.xml.rels><?xml version="1.0" encoding="UTF-8" standalone="yes"?>
<Relationships xmlns="http://schemas.openxmlformats.org/package/2006/relationships"><Relationship Id="rId3" Type="http://schemas.openxmlformats.org/officeDocument/2006/relationships/tags" Target="../tags/tag563.xml"/><Relationship Id="rId2" Type="http://schemas.openxmlformats.org/officeDocument/2006/relationships/tags" Target="../tags/tag562.xml"/><Relationship Id="rId1" Type="http://schemas.openxmlformats.org/officeDocument/2006/relationships/tags" Target="../tags/tag561.xml"/><Relationship Id="rId6" Type="http://schemas.openxmlformats.org/officeDocument/2006/relationships/image" Target="../media/image43.png"/><Relationship Id="rId5" Type="http://schemas.openxmlformats.org/officeDocument/2006/relationships/slideLayout" Target="../slideLayouts/slideLayout2.xml"/><Relationship Id="rId4" Type="http://schemas.openxmlformats.org/officeDocument/2006/relationships/tags" Target="../tags/tag564.xml"/></Relationships>
</file>

<file path=ppt/slides/_rels/slide120.xml.rels><?xml version="1.0" encoding="UTF-8" standalone="yes"?>
<Relationships xmlns="http://schemas.openxmlformats.org/package/2006/relationships"><Relationship Id="rId3" Type="http://schemas.openxmlformats.org/officeDocument/2006/relationships/tags" Target="../tags/tag567.xml"/><Relationship Id="rId2" Type="http://schemas.openxmlformats.org/officeDocument/2006/relationships/tags" Target="../tags/tag566.xml"/><Relationship Id="rId1" Type="http://schemas.openxmlformats.org/officeDocument/2006/relationships/tags" Target="../tags/tag565.xml"/><Relationship Id="rId6" Type="http://schemas.openxmlformats.org/officeDocument/2006/relationships/image" Target="../media/image44.png"/><Relationship Id="rId5" Type="http://schemas.openxmlformats.org/officeDocument/2006/relationships/slideLayout" Target="../slideLayouts/slideLayout2.xml"/><Relationship Id="rId4" Type="http://schemas.openxmlformats.org/officeDocument/2006/relationships/tags" Target="../tags/tag568.xml"/></Relationships>
</file>

<file path=ppt/slides/_rels/slide121.xml.rels><?xml version="1.0" encoding="UTF-8" standalone="yes"?>
<Relationships xmlns="http://schemas.openxmlformats.org/package/2006/relationships"><Relationship Id="rId3" Type="http://schemas.openxmlformats.org/officeDocument/2006/relationships/tags" Target="../tags/tag571.xml"/><Relationship Id="rId2" Type="http://schemas.openxmlformats.org/officeDocument/2006/relationships/tags" Target="../tags/tag570.xml"/><Relationship Id="rId1" Type="http://schemas.openxmlformats.org/officeDocument/2006/relationships/tags" Target="../tags/tag569.xml"/><Relationship Id="rId6" Type="http://schemas.openxmlformats.org/officeDocument/2006/relationships/image" Target="../media/image45.png"/><Relationship Id="rId5" Type="http://schemas.openxmlformats.org/officeDocument/2006/relationships/slideLayout" Target="../slideLayouts/slideLayout2.xml"/><Relationship Id="rId4" Type="http://schemas.openxmlformats.org/officeDocument/2006/relationships/tags" Target="../tags/tag572.xml"/></Relationships>
</file>

<file path=ppt/slides/_rels/slide122.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tags" Target="../tags/tag574.xml"/><Relationship Id="rId1" Type="http://schemas.openxmlformats.org/officeDocument/2006/relationships/tags" Target="../tags/tag573.xml"/><Relationship Id="rId4" Type="http://schemas.openxmlformats.org/officeDocument/2006/relationships/image" Target="../media/image46.jpe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 name="MH_Picture_1"/>
          <p:cNvSpPr/>
          <p:nvPr>
            <p:custDataLst>
              <p:tags r:id="rId2"/>
            </p:custDataLst>
          </p:nvPr>
        </p:nvSpPr>
        <p:spPr>
          <a:xfrm>
            <a:off x="2397843" y="1061577"/>
            <a:ext cx="9794157" cy="4218037"/>
          </a:xfrm>
          <a:custGeom>
            <a:avLst/>
            <a:gdLst>
              <a:gd name="connsiteX0" fmla="*/ 0 w 7345618"/>
              <a:gd name="connsiteY0" fmla="*/ 0 h 4218037"/>
              <a:gd name="connsiteX1" fmla="*/ 7345618 w 7345618"/>
              <a:gd name="connsiteY1" fmla="*/ 0 h 4218037"/>
              <a:gd name="connsiteX2" fmla="*/ 7345618 w 7345618"/>
              <a:gd name="connsiteY2" fmla="*/ 4218037 h 4218037"/>
              <a:gd name="connsiteX3" fmla="*/ 2604652 w 7345618"/>
              <a:gd name="connsiteY3" fmla="*/ 4218037 h 4218037"/>
            </a:gdLst>
            <a:ahLst/>
            <a:cxnLst>
              <a:cxn ang="0">
                <a:pos x="connsiteX0" y="connsiteY0"/>
              </a:cxn>
              <a:cxn ang="0">
                <a:pos x="connsiteX1" y="connsiteY1"/>
              </a:cxn>
              <a:cxn ang="0">
                <a:pos x="connsiteX2" y="connsiteY2"/>
              </a:cxn>
              <a:cxn ang="0">
                <a:pos x="connsiteX3" y="connsiteY3"/>
              </a:cxn>
            </a:cxnLst>
            <a:rect l="l" t="t" r="r" b="b"/>
            <a:pathLst>
              <a:path w="7345618" h="4218037">
                <a:moveTo>
                  <a:pt x="0" y="0"/>
                </a:moveTo>
                <a:lnTo>
                  <a:pt x="7345618" y="0"/>
                </a:lnTo>
                <a:lnTo>
                  <a:pt x="7345618" y="4218037"/>
                </a:lnTo>
                <a:lnTo>
                  <a:pt x="2604652" y="4218037"/>
                </a:lnTo>
                <a:close/>
              </a:path>
            </a:pathLst>
          </a:custGeom>
          <a:blipFill dpi="0" rotWithShape="1">
            <a:blip r:embed="rId7" cstate="print">
              <a:alphaModFix amt="80000"/>
            </a:blip>
            <a:srcRect/>
            <a:stretch>
              <a:fillRect t="-3066" b="-28358"/>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ea typeface="微软雅黑" panose="020B0503020204020204" pitchFamily="34" charset="-122"/>
            </a:endParaRPr>
          </a:p>
        </p:txBody>
      </p:sp>
      <p:sp>
        <p:nvSpPr>
          <p:cNvPr id="24" name="MH_Text_1"/>
          <p:cNvSpPr/>
          <p:nvPr>
            <p:custDataLst>
              <p:tags r:id="rId3"/>
            </p:custDataLst>
          </p:nvPr>
        </p:nvSpPr>
        <p:spPr>
          <a:xfrm>
            <a:off x="4643" y="1060521"/>
            <a:ext cx="5308601" cy="4234460"/>
          </a:xfrm>
          <a:custGeom>
            <a:avLst/>
            <a:gdLst>
              <a:gd name="connsiteX0" fmla="*/ 0 w 3905250"/>
              <a:gd name="connsiteY0" fmla="*/ 0 h 4204068"/>
              <a:gd name="connsiteX1" fmla="*/ 1314884 w 3905250"/>
              <a:gd name="connsiteY1" fmla="*/ 0 h 4204068"/>
              <a:gd name="connsiteX2" fmla="*/ 3905250 w 3905250"/>
              <a:gd name="connsiteY2" fmla="*/ 4204068 h 4204068"/>
              <a:gd name="connsiteX3" fmla="*/ 0 w 3905250"/>
              <a:gd name="connsiteY3" fmla="*/ 4204068 h 4204068"/>
            </a:gdLst>
            <a:ahLst/>
            <a:cxnLst>
              <a:cxn ang="0">
                <a:pos x="connsiteX0" y="connsiteY0"/>
              </a:cxn>
              <a:cxn ang="0">
                <a:pos x="connsiteX1" y="connsiteY1"/>
              </a:cxn>
              <a:cxn ang="0">
                <a:pos x="connsiteX2" y="connsiteY2"/>
              </a:cxn>
              <a:cxn ang="0">
                <a:pos x="connsiteX3" y="connsiteY3"/>
              </a:cxn>
            </a:cxnLst>
            <a:rect l="l" t="t" r="r" b="b"/>
            <a:pathLst>
              <a:path w="3905250" h="4204068">
                <a:moveTo>
                  <a:pt x="0" y="0"/>
                </a:moveTo>
                <a:lnTo>
                  <a:pt x="1314884" y="0"/>
                </a:lnTo>
                <a:lnTo>
                  <a:pt x="3905250" y="4204068"/>
                </a:lnTo>
                <a:lnTo>
                  <a:pt x="0" y="4204068"/>
                </a:lnTo>
                <a:close/>
              </a:path>
            </a:pathLst>
          </a:custGeom>
          <a:solidFill>
            <a:srgbClr val="008080"/>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180000" tIns="0" rIns="0" bIns="144000" rtlCol="0" anchor="b" anchorCtr="0">
            <a:normAutofit/>
          </a:bodyPr>
          <a:lstStyle/>
          <a:p>
            <a:pPr>
              <a:lnSpc>
                <a:spcPct val="120000"/>
              </a:lnSpc>
            </a:pPr>
            <a:endParaRPr lang="en-US" altLang="zh-CN" sz="2000" dirty="0">
              <a:solidFill>
                <a:srgbClr val="292929"/>
              </a:solidFill>
              <a:latin typeface="Calibri" panose="020F0502020204030204" charset="0"/>
              <a:ea typeface="微软雅黑" panose="020B0503020204020204" pitchFamily="34" charset="-122"/>
            </a:endParaRPr>
          </a:p>
        </p:txBody>
      </p:sp>
      <p:cxnSp>
        <p:nvCxnSpPr>
          <p:cNvPr id="9" name="MH_Other_2"/>
          <p:cNvCxnSpPr/>
          <p:nvPr>
            <p:custDataLst>
              <p:tags r:id="rId4"/>
            </p:custDataLst>
          </p:nvPr>
        </p:nvCxnSpPr>
        <p:spPr>
          <a:xfrm>
            <a:off x="1200897" y="0"/>
            <a:ext cx="5683044" cy="6858000"/>
          </a:xfrm>
          <a:prstGeom prst="line">
            <a:avLst/>
          </a:prstGeom>
          <a:ln>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cxnSp>
      <p:sp>
        <p:nvSpPr>
          <p:cNvPr id="22" name="MH_Other_3"/>
          <p:cNvSpPr/>
          <p:nvPr>
            <p:custDataLst>
              <p:tags r:id="rId5"/>
            </p:custDataLst>
          </p:nvPr>
        </p:nvSpPr>
        <p:spPr>
          <a:xfrm>
            <a:off x="5404987" y="4717307"/>
            <a:ext cx="6787015" cy="385547"/>
          </a:xfrm>
          <a:custGeom>
            <a:avLst/>
            <a:gdLst>
              <a:gd name="connsiteX0" fmla="*/ 0 w 5090261"/>
              <a:gd name="connsiteY0" fmla="*/ 0 h 385547"/>
              <a:gd name="connsiteX1" fmla="*/ 5090261 w 5090261"/>
              <a:gd name="connsiteY1" fmla="*/ 0 h 385547"/>
              <a:gd name="connsiteX2" fmla="*/ 5090261 w 5090261"/>
              <a:gd name="connsiteY2" fmla="*/ 385547 h 385547"/>
              <a:gd name="connsiteX3" fmla="*/ 240311 w 5090261"/>
              <a:gd name="connsiteY3" fmla="*/ 385547 h 385547"/>
            </a:gdLst>
            <a:ahLst/>
            <a:cxnLst>
              <a:cxn ang="0">
                <a:pos x="connsiteX0" y="connsiteY0"/>
              </a:cxn>
              <a:cxn ang="0">
                <a:pos x="connsiteX1" y="connsiteY1"/>
              </a:cxn>
              <a:cxn ang="0">
                <a:pos x="connsiteX2" y="connsiteY2"/>
              </a:cxn>
              <a:cxn ang="0">
                <a:pos x="connsiteX3" y="connsiteY3"/>
              </a:cxn>
            </a:cxnLst>
            <a:rect l="l" t="t" r="r" b="b"/>
            <a:pathLst>
              <a:path w="5090261" h="385547">
                <a:moveTo>
                  <a:pt x="0" y="0"/>
                </a:moveTo>
                <a:lnTo>
                  <a:pt x="5090261" y="0"/>
                </a:lnTo>
                <a:lnTo>
                  <a:pt x="5090261" y="385547"/>
                </a:lnTo>
                <a:lnTo>
                  <a:pt x="240311" y="385547"/>
                </a:lnTo>
                <a:close/>
              </a:path>
            </a:pathLst>
          </a:custGeom>
          <a:solidFill>
            <a:srgbClr val="66CCFF">
              <a:alpha val="8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rIns="324000" rtlCol="0" anchor="ctr"/>
          <a:lstStyle/>
          <a:p>
            <a:pPr algn="r"/>
            <a:endParaRPr lang="zh-CN" altLang="en-US" dirty="0">
              <a:solidFill>
                <a:srgbClr val="292929"/>
              </a:solidFill>
              <a:ea typeface="微软雅黑" panose="020B0503020204020204" pitchFamily="34" charset="-122"/>
            </a:endParaRPr>
          </a:p>
        </p:txBody>
      </p:sp>
      <p:sp>
        <p:nvSpPr>
          <p:cNvPr id="10" name="TextBox 9"/>
          <p:cNvSpPr txBox="1"/>
          <p:nvPr/>
        </p:nvSpPr>
        <p:spPr>
          <a:xfrm>
            <a:off x="201928" y="2586439"/>
            <a:ext cx="3866607" cy="2616200"/>
          </a:xfrm>
          <a:prstGeom prst="rect">
            <a:avLst/>
          </a:prstGeom>
          <a:noFill/>
        </p:spPr>
        <p:txBody>
          <a:bodyPr wrap="square" rtlCol="0">
            <a:spAutoFit/>
          </a:bodyPr>
          <a:lstStyle/>
          <a:p>
            <a:r>
              <a:rPr lang="zh-CN" altLang="en-US" sz="8000" b="1" spc="50" dirty="0">
                <a:solidFill>
                  <a:schemeClr val="bg2"/>
                </a:solidFill>
                <a:effectLst>
                  <a:glow rad="101600">
                    <a:schemeClr val="tx2">
                      <a:alpha val="60000"/>
                    </a:schemeClr>
                  </a:glow>
                  <a:outerShdw blurRad="38100" dist="38100" dir="2700000" algn="tl">
                    <a:srgbClr val="000000">
                      <a:alpha val="43137"/>
                    </a:srgbClr>
                  </a:outerShdw>
                </a:effectLst>
                <a:latin typeface="微软雅黑" panose="020B0503020204020204" charset="-122"/>
                <a:ea typeface="微软雅黑" panose="020B0503020204020204" charset="-122"/>
              </a:rPr>
              <a:t>软件</a:t>
            </a:r>
            <a:endParaRPr lang="en-US" altLang="zh-CN" sz="8000" b="1" spc="50" dirty="0">
              <a:solidFill>
                <a:schemeClr val="bg2"/>
              </a:solidFill>
              <a:effectLst>
                <a:glow rad="101600">
                  <a:schemeClr val="tx2">
                    <a:alpha val="60000"/>
                  </a:schemeClr>
                </a:glow>
                <a:outerShdw blurRad="38100" dist="38100" dir="2700000" algn="tl">
                  <a:srgbClr val="000000">
                    <a:alpha val="43137"/>
                  </a:srgbClr>
                </a:outerShdw>
              </a:effectLst>
              <a:latin typeface="微软雅黑" panose="020B0503020204020204" charset="-122"/>
              <a:ea typeface="微软雅黑" panose="020B0503020204020204" charset="-122"/>
            </a:endParaRPr>
          </a:p>
          <a:p>
            <a:pPr algn="r"/>
            <a:r>
              <a:rPr lang="zh-CN" altLang="en-US" sz="8000" b="1" spc="50" dirty="0">
                <a:solidFill>
                  <a:schemeClr val="bg2"/>
                </a:solidFill>
                <a:effectLst>
                  <a:glow rad="101600">
                    <a:schemeClr val="tx2">
                      <a:alpha val="60000"/>
                    </a:schemeClr>
                  </a:glow>
                  <a:outerShdw blurRad="38100" dist="38100" dir="2700000" algn="tl">
                    <a:srgbClr val="000000">
                      <a:alpha val="43137"/>
                    </a:srgbClr>
                  </a:outerShdw>
                </a:effectLst>
                <a:latin typeface="微软雅黑" panose="020B0503020204020204" charset="-122"/>
                <a:ea typeface="微软雅黑" panose="020B0503020204020204" charset="-122"/>
              </a:rPr>
              <a:t>工程</a:t>
            </a:r>
          </a:p>
        </p:txBody>
      </p:sp>
    </p:spTree>
    <p:custDataLst>
      <p:tags r:id="rId1"/>
    </p:custDataLst>
  </p:cSld>
  <p:clrMapOvr>
    <a:masterClrMapping/>
  </p:clrMapOvr>
  <p:transition>
    <p:randomBar dir="vert"/>
  </p:transition>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694801" y="360000"/>
            <a:ext cx="5401200" cy="523220"/>
          </a:xfrm>
        </p:spPr>
        <p:txBody>
          <a:bodyPr/>
          <a:lstStyle/>
          <a:p>
            <a:r>
              <a:rPr lang="en-US" dirty="0"/>
              <a:t>6 </a:t>
            </a:r>
            <a:r>
              <a:rPr lang="zh-CN" altLang="en-US" dirty="0"/>
              <a:t>面向对象方法学与</a:t>
            </a:r>
            <a:r>
              <a:rPr lang="en-US" altLang="zh-CN" dirty="0"/>
              <a:t>UML</a:t>
            </a:r>
          </a:p>
        </p:txBody>
      </p:sp>
      <p:sp>
        <p:nvSpPr>
          <p:cNvPr id="16" name="矩形 15"/>
          <p:cNvSpPr/>
          <p:nvPr/>
        </p:nvSpPr>
        <p:spPr>
          <a:xfrm>
            <a:off x="10306050" y="665480"/>
            <a:ext cx="1283970" cy="964565"/>
          </a:xfrm>
          <a:prstGeom prst="rect">
            <a:avLst/>
          </a:prstGeom>
          <a:solidFill>
            <a:srgbClr val="FFFFFF">
              <a:alpha val="85098"/>
            </a:srgbClr>
          </a:solidFill>
          <a:ln w="3175" cap="flat" cmpd="sng" algn="ctr">
            <a:noFill/>
            <a:prstDash val="solid"/>
          </a:ln>
          <a:effectLst>
            <a:outerShdw blurRad="50800" dist="38100" dir="5400000" algn="t" rotWithShape="0">
              <a:prstClr val="black">
                <a:alpha val="40000"/>
              </a:prstClr>
            </a:outerShdw>
          </a:effectLst>
        </p:spPr>
        <p:txBody>
          <a:bodyPr anchor="ctr"/>
          <a:lstStyle/>
          <a:p>
            <a:pPr marR="0" lvl="0" indent="0" algn="ctr" defTabSz="-635" fontAlgn="auto">
              <a:lnSpc>
                <a:spcPct val="120000"/>
              </a:lnSpc>
              <a:spcBef>
                <a:spcPts val="0"/>
              </a:spcBef>
              <a:spcAft>
                <a:spcPts val="0"/>
              </a:spcAft>
              <a:buClrTx/>
              <a:buSzTx/>
              <a:buFontTx/>
              <a:buNone/>
            </a:pPr>
            <a:r>
              <a:rPr kumimoji="0" lang="zh-CN" altLang="en-US" sz="1800" b="1" i="0" u="none" strike="noStrike" kern="0" cap="none" spc="0" normalizeH="0" baseline="0">
                <a:ln>
                  <a:noFill/>
                </a:ln>
                <a:solidFill>
                  <a:schemeClr val="tx1"/>
                </a:solidFill>
                <a:effectLst/>
                <a:uLnTx/>
                <a:uFillTx/>
                <a:latin typeface="微软雅黑" panose="020B0503020204020204" charset="-122"/>
                <a:ea typeface="微软雅黑" panose="020B0503020204020204" charset="-122"/>
              </a:rPr>
              <a:t>本章概述</a:t>
            </a:r>
          </a:p>
        </p:txBody>
      </p:sp>
      <p:sp>
        <p:nvSpPr>
          <p:cNvPr id="100" name="文本框 99"/>
          <p:cNvSpPr txBox="1"/>
          <p:nvPr/>
        </p:nvSpPr>
        <p:spPr>
          <a:xfrm>
            <a:off x="1497330" y="2001520"/>
            <a:ext cx="9828530" cy="3693795"/>
          </a:xfrm>
          <a:prstGeom prst="rect">
            <a:avLst/>
          </a:prstGeom>
          <a:noFill/>
          <a:ln w="9525">
            <a:noFill/>
          </a:ln>
        </p:spPr>
        <p:txBody>
          <a:bodyPr wrap="square">
            <a:spAutoFit/>
          </a:bodyPr>
          <a:lstStyle/>
          <a:p>
            <a:pPr marL="0" indent="0" algn="l" fontAlgn="auto">
              <a:lnSpc>
                <a:spcPct val="130000"/>
              </a:lnSpc>
            </a:pPr>
            <a:r>
              <a:rPr lang="en-US" altLang="zh-CN" sz="2000" dirty="0">
                <a:latin typeface="微软雅黑" panose="020B0503020204020204" charset="-122"/>
                <a:ea typeface="微软雅黑" panose="020B0503020204020204" charset="-122"/>
                <a:sym typeface="+mn-ea"/>
              </a:rPr>
              <a:t>    </a:t>
            </a:r>
            <a:r>
              <a:rPr lang="en-US" altLang="zh-CN" dirty="0">
                <a:latin typeface="微软雅黑" panose="020B0503020204020204" charset="-122"/>
                <a:ea typeface="微软雅黑" panose="020B0503020204020204" charset="-122"/>
                <a:sym typeface="+mn-ea"/>
              </a:rPr>
              <a:t>   </a:t>
            </a:r>
            <a:r>
              <a:rPr lang="zh-CN" altLang="en-US" dirty="0">
                <a:latin typeface="微软雅黑" panose="020B0503020204020204" charset="-122"/>
                <a:ea typeface="微软雅黑" panose="020B0503020204020204" charset="-122"/>
                <a:sym typeface="+mn-ea"/>
              </a:rPr>
              <a:t>面向对象方法有许多优点，是目前广泛使用的软件开发方法之一。面向对象方法的要素是对象、类、继承和用消息通信。</a:t>
            </a:r>
          </a:p>
          <a:p>
            <a:pPr marL="0" indent="0" algn="l" fontAlgn="auto">
              <a:lnSpc>
                <a:spcPct val="130000"/>
              </a:lnSpc>
            </a:pPr>
            <a:r>
              <a:rPr lang="zh-CN" altLang="en-US" dirty="0">
                <a:latin typeface="微软雅黑" panose="020B0503020204020204" charset="-122"/>
                <a:ea typeface="微软雅黑" panose="020B0503020204020204" charset="-122"/>
                <a:sym typeface="+mn-ea"/>
              </a:rPr>
              <a:t>       软件工程领域在1995～1997年期间取得的最重要的成果之一，是统一建模语言（Unified Modeling Language，UML）。UML是一种直观的、通用的、可视化建模语言。</a:t>
            </a:r>
          </a:p>
          <a:p>
            <a:pPr marL="0" indent="0" algn="l" fontAlgn="auto">
              <a:lnSpc>
                <a:spcPct val="130000"/>
              </a:lnSpc>
            </a:pPr>
            <a:r>
              <a:rPr lang="zh-CN" altLang="en-US" dirty="0">
                <a:latin typeface="微软雅黑" panose="020B0503020204020204" charset="-122"/>
                <a:ea typeface="微软雅黑" panose="020B0503020204020204" charset="-122"/>
                <a:sym typeface="+mn-ea"/>
              </a:rPr>
              <a:t>       在用面向对象方法进行软件分析和设计时，必须按照其方法和原则，要懂得UML的概念、符号和使用规则，然后再学习如何灵活应用UML进行软件的分析、设计。目前在设计移动互联系统时，常采用面向对象方法。</a:t>
            </a:r>
          </a:p>
          <a:p>
            <a:pPr marL="0" indent="0" algn="l" fontAlgn="auto">
              <a:lnSpc>
                <a:spcPct val="130000"/>
              </a:lnSpc>
            </a:pPr>
            <a:r>
              <a:rPr lang="zh-CN" altLang="en-US" dirty="0">
                <a:latin typeface="微软雅黑" panose="020B0503020204020204" charset="-122"/>
                <a:ea typeface="微软雅黑" panose="020B0503020204020204" charset="-122"/>
                <a:sym typeface="+mn-ea"/>
              </a:rPr>
              <a:t>       在介绍用面向对象的方法进行软件分析和设计时，本书采用统一建模语言（UML）来描述系统。</a:t>
            </a:r>
          </a:p>
          <a:p>
            <a:pPr marL="0" indent="0" algn="l" fontAlgn="auto">
              <a:lnSpc>
                <a:spcPct val="130000"/>
              </a:lnSpc>
            </a:pPr>
            <a:r>
              <a:rPr lang="zh-CN" altLang="en-US" dirty="0">
                <a:latin typeface="微软雅黑" panose="020B0503020204020204" charset="-122"/>
                <a:ea typeface="微软雅黑" panose="020B0503020204020204" charset="-122"/>
                <a:sym typeface="+mn-ea"/>
              </a:rPr>
              <a:t>★ 本章重点：</a:t>
            </a:r>
            <a:r>
              <a:rPr lang="zh-CN" altLang="en-US" dirty="0">
                <a:solidFill>
                  <a:srgbClr val="C00000"/>
                </a:solidFill>
                <a:latin typeface="微软雅黑" panose="020B0503020204020204" charset="-122"/>
                <a:ea typeface="微软雅黑" panose="020B0503020204020204" charset="-122"/>
                <a:sym typeface="+mn-ea"/>
              </a:rPr>
              <a:t>面向对象方法的概念；UML图。</a:t>
            </a:r>
          </a:p>
        </p:txBody>
      </p:sp>
      <p:sp>
        <p:nvSpPr>
          <p:cNvPr id="7" name="文本框 6"/>
          <p:cNvSpPr txBox="1"/>
          <p:nvPr/>
        </p:nvSpPr>
        <p:spPr>
          <a:xfrm>
            <a:off x="754380" y="2520315"/>
            <a:ext cx="476250" cy="2655570"/>
          </a:xfrm>
          <a:prstGeom prst="rect">
            <a:avLst/>
          </a:prstGeom>
          <a:noFill/>
        </p:spPr>
        <p:txBody>
          <a:bodyPr vert="eaVert" wrap="none" rtlCol="0">
            <a:spAutoFit/>
          </a:bodyPr>
          <a:lstStyle/>
          <a:p>
            <a:pPr algn="l"/>
            <a:r>
              <a:rPr lang="zh-CN" altLang="en-US" spc="160" dirty="0">
                <a:solidFill>
                  <a:schemeClr val="bg1"/>
                </a:solidFill>
                <a:latin typeface="微软雅黑" panose="020B0503020204020204" charset="-122"/>
                <a:ea typeface="微软雅黑" panose="020B0503020204020204" charset="-122"/>
              </a:rPr>
              <a:t>面向对象方法学与</a:t>
            </a:r>
            <a:r>
              <a:rPr lang="en-US" altLang="zh-CN" spc="160" dirty="0">
                <a:solidFill>
                  <a:schemeClr val="bg1"/>
                </a:solidFill>
                <a:latin typeface="微软雅黑" panose="020B0503020204020204" charset="-122"/>
                <a:ea typeface="微软雅黑" panose="020B0503020204020204" charset="-122"/>
              </a:rPr>
              <a:t>UML</a:t>
            </a:r>
          </a:p>
        </p:txBody>
      </p:sp>
    </p:spTree>
  </p:cSld>
  <p:clrMapOvr>
    <a:masterClrMapping/>
  </p:clrMapOvr>
  <p:transition>
    <p:wedge/>
  </p:transition>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22" name="任意多边形 17"/>
          <p:cNvSpPr/>
          <p:nvPr>
            <p:custDataLst>
              <p:tags r:id="rId2"/>
            </p:custDataLst>
          </p:nvPr>
        </p:nvSpPr>
        <p:spPr bwMode="auto">
          <a:xfrm>
            <a:off x="-2117" y="0"/>
            <a:ext cx="7249584" cy="6858000"/>
          </a:xfrm>
          <a:custGeom>
            <a:avLst/>
            <a:gdLst>
              <a:gd name="T0" fmla="*/ 0 w 5437991"/>
              <a:gd name="T1" fmla="*/ 0 h 6858000"/>
              <a:gd name="T2" fmla="*/ 5433976 w 5437991"/>
              <a:gd name="T3" fmla="*/ 0 h 6858000"/>
              <a:gd name="T4" fmla="*/ 1631922 w 5437991"/>
              <a:gd name="T5" fmla="*/ 6858000 h 6858000"/>
              <a:gd name="T6" fmla="*/ 0 w 5437991"/>
              <a:gd name="T7" fmla="*/ 6858000 h 6858000"/>
              <a:gd name="T8" fmla="*/ 0 w 5437991"/>
              <a:gd name="T9" fmla="*/ 0 h 685800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5437991" h="6858000">
                <a:moveTo>
                  <a:pt x="0" y="0"/>
                </a:moveTo>
                <a:lnTo>
                  <a:pt x="5437991" y="0"/>
                </a:lnTo>
                <a:lnTo>
                  <a:pt x="1633127" y="6858000"/>
                </a:lnTo>
                <a:lnTo>
                  <a:pt x="0" y="6858000"/>
                </a:lnTo>
                <a:lnTo>
                  <a:pt x="0" y="0"/>
                </a:lnTo>
                <a:close/>
              </a:path>
            </a:pathLst>
          </a:custGeom>
          <a:solidFill>
            <a:srgbClr val="008080"/>
          </a:solidFill>
          <a:ln w="9525">
            <a:noFill/>
            <a:round/>
          </a:ln>
        </p:spPr>
        <p:txBody>
          <a:bodyPr anchor="ctr"/>
          <a:lstStyle/>
          <a:p>
            <a:endParaRPr lang="zh-CN" altLang="en-US" dirty="0">
              <a:ea typeface="微软雅黑" panose="020B0503020204020204" pitchFamily="34" charset="-122"/>
            </a:endParaRPr>
          </a:p>
        </p:txBody>
      </p:sp>
      <p:sp>
        <p:nvSpPr>
          <p:cNvPr id="5123" name="Text Box 20"/>
          <p:cNvSpPr txBox="1">
            <a:spLocks noChangeArrowheads="1"/>
          </p:cNvSpPr>
          <p:nvPr>
            <p:custDataLst>
              <p:tags r:id="rId3"/>
            </p:custDataLst>
          </p:nvPr>
        </p:nvSpPr>
        <p:spPr bwMode="auto">
          <a:xfrm>
            <a:off x="1794269" y="1781267"/>
            <a:ext cx="2415116" cy="461665"/>
          </a:xfrm>
          <a:prstGeom prst="rect">
            <a:avLst/>
          </a:prstGeom>
          <a:noFill/>
          <a:ln w="9525">
            <a:noFill/>
            <a:miter lim="800000"/>
          </a:ln>
          <a:effectLst/>
        </p:spPr>
        <p:txBody>
          <a:bodyPr>
            <a:spAutoFit/>
          </a:bodyPr>
          <a:lstStyle/>
          <a:p>
            <a:pPr algn="dist" eaLnBrk="1" hangingPunct="1">
              <a:buFont typeface="Arial" panose="020B0604020202020204" pitchFamily="34" charset="0"/>
              <a:buNone/>
            </a:pPr>
            <a:r>
              <a:rPr lang="zh-CN" altLang="en-US" sz="2400" dirty="0">
                <a:solidFill>
                  <a:srgbClr val="FFFFFF"/>
                </a:solidFill>
                <a:latin typeface="Times New Roman" panose="02020603050405020304" pitchFamily="18" charset="0"/>
                <a:ea typeface="华文新魏" panose="02010800040101010101" pitchFamily="2" charset="-122"/>
              </a:rPr>
              <a:t>Contents</a:t>
            </a:r>
          </a:p>
        </p:txBody>
      </p:sp>
      <p:sp>
        <p:nvSpPr>
          <p:cNvPr id="5124" name="文本框 20"/>
          <p:cNvSpPr txBox="1">
            <a:spLocks noChangeArrowheads="1"/>
          </p:cNvSpPr>
          <p:nvPr>
            <p:custDataLst>
              <p:tags r:id="rId4"/>
            </p:custDataLst>
          </p:nvPr>
        </p:nvSpPr>
        <p:spPr bwMode="auto">
          <a:xfrm>
            <a:off x="178820" y="828675"/>
            <a:ext cx="1797049" cy="822960"/>
          </a:xfrm>
          <a:prstGeom prst="rect">
            <a:avLst/>
          </a:prstGeom>
          <a:noFill/>
          <a:ln w="9525">
            <a:noFill/>
            <a:miter lim="800000"/>
          </a:ln>
        </p:spPr>
        <p:txBody>
          <a:bodyPr>
            <a:spAutoFit/>
          </a:bodyPr>
          <a:lstStyle/>
          <a:p>
            <a:pPr algn="ctr" eaLnBrk="1" hangingPunct="1">
              <a:buFont typeface="Arial" panose="020B0604020202020204" pitchFamily="34" charset="0"/>
              <a:buNone/>
            </a:pPr>
            <a:r>
              <a:rPr lang="zh-CN" altLang="en-US" sz="4800" dirty="0">
                <a:solidFill>
                  <a:srgbClr val="FFFFFF"/>
                </a:solidFill>
                <a:latin typeface="微软雅黑" panose="020B0503020204020204" charset="-122"/>
                <a:ea typeface="微软雅黑" panose="020B0503020204020204" pitchFamily="34" charset="-122"/>
              </a:rPr>
              <a:t>目录</a:t>
            </a:r>
          </a:p>
        </p:txBody>
      </p:sp>
      <p:cxnSp>
        <p:nvCxnSpPr>
          <p:cNvPr id="5125" name="直接连接符 22"/>
          <p:cNvCxnSpPr>
            <a:cxnSpLocks noChangeShapeType="1"/>
          </p:cNvCxnSpPr>
          <p:nvPr>
            <p:custDataLst>
              <p:tags r:id="rId5"/>
            </p:custDataLst>
          </p:nvPr>
        </p:nvCxnSpPr>
        <p:spPr bwMode="auto">
          <a:xfrm>
            <a:off x="762001" y="1628775"/>
            <a:ext cx="3240617" cy="0"/>
          </a:xfrm>
          <a:prstGeom prst="line">
            <a:avLst/>
          </a:prstGeom>
          <a:noFill/>
          <a:ln w="9525">
            <a:solidFill>
              <a:srgbClr val="FFFFFF"/>
            </a:solidFill>
            <a:prstDash val="sysDash"/>
            <a:round/>
          </a:ln>
        </p:spPr>
      </p:cxnSp>
      <p:cxnSp>
        <p:nvCxnSpPr>
          <p:cNvPr id="5126" name="直接连接符 24"/>
          <p:cNvCxnSpPr>
            <a:cxnSpLocks noChangeShapeType="1"/>
          </p:cNvCxnSpPr>
          <p:nvPr>
            <p:custDataLst>
              <p:tags r:id="rId6"/>
            </p:custDataLst>
          </p:nvPr>
        </p:nvCxnSpPr>
        <p:spPr bwMode="auto">
          <a:xfrm>
            <a:off x="1761067" y="534989"/>
            <a:ext cx="0" cy="2124075"/>
          </a:xfrm>
          <a:prstGeom prst="line">
            <a:avLst/>
          </a:prstGeom>
          <a:noFill/>
          <a:ln w="9525">
            <a:solidFill>
              <a:srgbClr val="FFFFFF"/>
            </a:solidFill>
            <a:prstDash val="sysDash"/>
            <a:round/>
          </a:ln>
        </p:spPr>
      </p:cxnSp>
      <p:grpSp>
        <p:nvGrpSpPr>
          <p:cNvPr id="17" name="组合 16"/>
          <p:cNvGrpSpPr/>
          <p:nvPr/>
        </p:nvGrpSpPr>
        <p:grpSpPr>
          <a:xfrm>
            <a:off x="5469255" y="1536700"/>
            <a:ext cx="5085080" cy="611505"/>
            <a:chOff x="8728" y="2565"/>
            <a:chExt cx="8008" cy="963"/>
          </a:xfrm>
        </p:grpSpPr>
        <p:pic>
          <p:nvPicPr>
            <p:cNvPr id="47" name="图片 14"/>
            <p:cNvPicPr>
              <a:picLocks noChangeAspect="1"/>
            </p:cNvPicPr>
            <p:nvPr/>
          </p:nvPicPr>
          <p:blipFill>
            <a:blip r:embed="rId9" cstate="print"/>
            <a:stretch>
              <a:fillRect/>
            </a:stretch>
          </p:blipFill>
          <p:spPr>
            <a:xfrm>
              <a:off x="8728" y="2565"/>
              <a:ext cx="963" cy="963"/>
            </a:xfrm>
            <a:prstGeom prst="rect">
              <a:avLst/>
            </a:prstGeom>
            <a:noFill/>
            <a:ln w="9525">
              <a:noFill/>
            </a:ln>
          </p:spPr>
        </p:pic>
        <p:sp>
          <p:nvSpPr>
            <p:cNvPr id="48" name="椭圆 47"/>
            <p:cNvSpPr/>
            <p:nvPr/>
          </p:nvSpPr>
          <p:spPr>
            <a:xfrm>
              <a:off x="8728" y="2565"/>
              <a:ext cx="963" cy="963"/>
            </a:xfrm>
            <a:prstGeom prst="ellipse">
              <a:avLst/>
            </a:prstGeom>
            <a:solidFill>
              <a:schemeClr val="tx1">
                <a:alpha val="34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dirty="0">
                <a:ln>
                  <a:noFill/>
                </a:ln>
                <a:solidFill>
                  <a:schemeClr val="lt1"/>
                </a:solidFill>
                <a:effectLst/>
                <a:uLnTx/>
                <a:uFillTx/>
                <a:latin typeface="+mn-lt"/>
                <a:ea typeface="微软雅黑" panose="020B0503020204020204" pitchFamily="34" charset="-122"/>
                <a:cs typeface="+mn-cs"/>
              </a:endParaRPr>
            </a:p>
          </p:txBody>
        </p:sp>
        <p:grpSp>
          <p:nvGrpSpPr>
            <p:cNvPr id="2" name="组合 20"/>
            <p:cNvGrpSpPr/>
            <p:nvPr/>
          </p:nvGrpSpPr>
          <p:grpSpPr>
            <a:xfrm>
              <a:off x="9883" y="2565"/>
              <a:ext cx="6853" cy="960"/>
              <a:chOff x="6004452" y="1971917"/>
              <a:chExt cx="3406249" cy="610204"/>
            </a:xfrm>
          </p:grpSpPr>
          <p:pic>
            <p:nvPicPr>
              <p:cNvPr id="50" name="图片 10"/>
              <p:cNvPicPr>
                <a:picLocks noChangeAspect="1"/>
              </p:cNvPicPr>
              <p:nvPr/>
            </p:nvPicPr>
            <p:blipFill>
              <a:blip r:embed="rId10" cstate="print"/>
              <a:stretch>
                <a:fillRect/>
              </a:stretch>
            </p:blipFill>
            <p:spPr>
              <a:xfrm>
                <a:off x="6004452" y="1973117"/>
                <a:ext cx="3406249" cy="609004"/>
              </a:xfrm>
              <a:prstGeom prst="rect">
                <a:avLst/>
              </a:prstGeom>
              <a:noFill/>
              <a:ln w="9525">
                <a:noFill/>
              </a:ln>
            </p:spPr>
          </p:pic>
          <p:sp>
            <p:nvSpPr>
              <p:cNvPr id="51" name="圆角矩形 50"/>
              <p:cNvSpPr/>
              <p:nvPr/>
            </p:nvSpPr>
            <p:spPr>
              <a:xfrm>
                <a:off x="6004452" y="1971917"/>
                <a:ext cx="3406249" cy="610204"/>
              </a:xfrm>
              <a:prstGeom prst="roundRect">
                <a:avLst>
                  <a:gd name="adj" fmla="val 50000"/>
                </a:avLst>
              </a:prstGeom>
              <a:solidFill>
                <a:schemeClr val="tx1">
                  <a:alpha val="34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dirty="0">
                  <a:ln>
                    <a:noFill/>
                  </a:ln>
                  <a:solidFill>
                    <a:schemeClr val="lt1"/>
                  </a:solidFill>
                  <a:effectLst/>
                  <a:uLnTx/>
                  <a:uFillTx/>
                  <a:latin typeface="+mn-lt"/>
                  <a:ea typeface="微软雅黑" panose="020B0503020204020204" pitchFamily="34" charset="-122"/>
                  <a:cs typeface="+mn-cs"/>
                </a:endParaRPr>
              </a:p>
            </p:txBody>
          </p:sp>
        </p:grpSp>
        <p:sp>
          <p:nvSpPr>
            <p:cNvPr id="52" name="文本框 19"/>
            <p:cNvSpPr txBox="1"/>
            <p:nvPr/>
          </p:nvSpPr>
          <p:spPr>
            <a:xfrm>
              <a:off x="10325" y="2660"/>
              <a:ext cx="6217" cy="761"/>
            </a:xfrm>
            <a:prstGeom prst="rect">
              <a:avLst/>
            </a:prstGeom>
            <a:noFill/>
            <a:ln w="9525">
              <a:noFill/>
            </a:ln>
          </p:spPr>
          <p:txBody>
            <a:bodyPr wrap="square">
              <a:spAutoFit/>
            </a:bodyPr>
            <a:lstStyle>
              <a:lvl1pPr marL="228600" indent="-228600" algn="l" rtl="0" fontAlgn="base">
                <a:lnSpc>
                  <a:spcPct val="90000"/>
                </a:lnSpc>
                <a:spcBef>
                  <a:spcPts val="1000"/>
                </a:spcBef>
                <a:spcAft>
                  <a:spcPct val="0"/>
                </a:spcAft>
                <a:buFont typeface="Arial" panose="020B0604020202020204" pitchFamily="34" charset="0"/>
                <a:buChar char="•"/>
                <a:defRPr sz="2800" kern="1200">
                  <a:solidFill>
                    <a:schemeClr val="tx1"/>
                  </a:solidFill>
                  <a:latin typeface="+mn-lt"/>
                  <a:ea typeface="+mn-ea"/>
                  <a:cs typeface="+mn-cs"/>
                </a:defRPr>
              </a:lvl1pPr>
              <a:lvl2pPr marL="685800" indent="-228600" algn="l" rtl="0" fontAlgn="base">
                <a:lnSpc>
                  <a:spcPct val="90000"/>
                </a:lnSpc>
                <a:spcBef>
                  <a:spcPts val="500"/>
                </a:spcBef>
                <a:spcAft>
                  <a:spcPct val="0"/>
                </a:spcAft>
                <a:buFont typeface="Arial" panose="020B0604020202020204" pitchFamily="34" charset="0"/>
                <a:buChar char="•"/>
                <a:defRPr sz="2400" kern="1200">
                  <a:solidFill>
                    <a:schemeClr val="tx1"/>
                  </a:solidFill>
                  <a:latin typeface="+mn-lt"/>
                  <a:ea typeface="+mn-ea"/>
                  <a:cs typeface="+mn-cs"/>
                </a:defRPr>
              </a:lvl2pPr>
              <a:lvl3pPr marL="1143000" indent="-228600" algn="l" rtl="0" fontAlgn="base">
                <a:lnSpc>
                  <a:spcPct val="90000"/>
                </a:lnSpc>
                <a:spcBef>
                  <a:spcPts val="500"/>
                </a:spcBef>
                <a:spcAft>
                  <a:spcPct val="0"/>
                </a:spcAft>
                <a:buFont typeface="Arial" panose="020B0604020202020204" pitchFamily="34" charset="0"/>
                <a:buChar char="•"/>
                <a:defRPr sz="2000" kern="1200">
                  <a:solidFill>
                    <a:schemeClr val="tx1"/>
                  </a:solidFill>
                  <a:latin typeface="+mn-lt"/>
                  <a:ea typeface="+mn-ea"/>
                  <a:cs typeface="+mn-cs"/>
                </a:defRPr>
              </a:lvl3pPr>
              <a:lvl4pPr marL="16002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4pPr>
              <a:lvl5pPr marL="20574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5pPr>
            </a:lstStyle>
            <a:p>
              <a:pPr marL="0" lvl="0" indent="0" eaLnBrk="1" hangingPunct="1">
                <a:lnSpc>
                  <a:spcPct val="100000"/>
                </a:lnSpc>
                <a:spcBef>
                  <a:spcPct val="0"/>
                </a:spcBef>
                <a:buNone/>
              </a:pPr>
              <a:r>
                <a:rPr lang="zh-CN" altLang="zh-CN" sz="2400" b="1" dirty="0">
                  <a:solidFill>
                    <a:schemeClr val="bg1"/>
                  </a:solidFill>
                  <a:latin typeface="微软雅黑" panose="020B0503020204020204" charset="-122"/>
                  <a:ea typeface="微软雅黑" panose="020B0503020204020204" charset="-122"/>
                </a:rPr>
                <a:t>面向对象方法概述</a:t>
              </a:r>
            </a:p>
          </p:txBody>
        </p:sp>
        <p:sp>
          <p:nvSpPr>
            <p:cNvPr id="53" name="文本框 21"/>
            <p:cNvSpPr txBox="1"/>
            <p:nvPr/>
          </p:nvSpPr>
          <p:spPr>
            <a:xfrm>
              <a:off x="8788" y="2700"/>
              <a:ext cx="1000" cy="761"/>
            </a:xfrm>
            <a:prstGeom prst="rect">
              <a:avLst/>
            </a:prstGeom>
            <a:noFill/>
            <a:ln w="9525">
              <a:noFill/>
            </a:ln>
          </p:spPr>
          <p:txBody>
            <a:bodyPr>
              <a:spAutoFit/>
            </a:bodyPr>
            <a:lstStyle>
              <a:lvl1pPr marL="228600" indent="-228600" algn="l" rtl="0" fontAlgn="base">
                <a:lnSpc>
                  <a:spcPct val="90000"/>
                </a:lnSpc>
                <a:spcBef>
                  <a:spcPts val="1000"/>
                </a:spcBef>
                <a:spcAft>
                  <a:spcPct val="0"/>
                </a:spcAft>
                <a:buFont typeface="Arial" panose="020B0604020202020204" pitchFamily="34" charset="0"/>
                <a:buChar char="•"/>
                <a:defRPr sz="2800" kern="1200">
                  <a:solidFill>
                    <a:schemeClr val="tx1"/>
                  </a:solidFill>
                  <a:latin typeface="+mn-lt"/>
                  <a:ea typeface="+mn-ea"/>
                  <a:cs typeface="+mn-cs"/>
                </a:defRPr>
              </a:lvl1pPr>
              <a:lvl2pPr marL="685800" indent="-228600" algn="l" rtl="0" fontAlgn="base">
                <a:lnSpc>
                  <a:spcPct val="90000"/>
                </a:lnSpc>
                <a:spcBef>
                  <a:spcPts val="500"/>
                </a:spcBef>
                <a:spcAft>
                  <a:spcPct val="0"/>
                </a:spcAft>
                <a:buFont typeface="Arial" panose="020B0604020202020204" pitchFamily="34" charset="0"/>
                <a:buChar char="•"/>
                <a:defRPr sz="2400" kern="1200">
                  <a:solidFill>
                    <a:schemeClr val="tx1"/>
                  </a:solidFill>
                  <a:latin typeface="+mn-lt"/>
                  <a:ea typeface="+mn-ea"/>
                  <a:cs typeface="+mn-cs"/>
                </a:defRPr>
              </a:lvl2pPr>
              <a:lvl3pPr marL="1143000" indent="-228600" algn="l" rtl="0" fontAlgn="base">
                <a:lnSpc>
                  <a:spcPct val="90000"/>
                </a:lnSpc>
                <a:spcBef>
                  <a:spcPts val="500"/>
                </a:spcBef>
                <a:spcAft>
                  <a:spcPct val="0"/>
                </a:spcAft>
                <a:buFont typeface="Arial" panose="020B0604020202020204" pitchFamily="34" charset="0"/>
                <a:buChar char="•"/>
                <a:defRPr sz="2000" kern="1200">
                  <a:solidFill>
                    <a:schemeClr val="tx1"/>
                  </a:solidFill>
                  <a:latin typeface="+mn-lt"/>
                  <a:ea typeface="+mn-ea"/>
                  <a:cs typeface="+mn-cs"/>
                </a:defRPr>
              </a:lvl3pPr>
              <a:lvl4pPr marL="16002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4pPr>
              <a:lvl5pPr marL="20574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5pPr>
            </a:lstStyle>
            <a:p>
              <a:pPr marL="0" lvl="0" indent="0" eaLnBrk="1" hangingPunct="1">
                <a:lnSpc>
                  <a:spcPct val="100000"/>
                </a:lnSpc>
                <a:spcBef>
                  <a:spcPct val="0"/>
                </a:spcBef>
                <a:buNone/>
              </a:pPr>
              <a:r>
                <a:rPr lang="en-US" altLang="zh-CN" sz="2400" b="1" dirty="0">
                  <a:solidFill>
                    <a:schemeClr val="bg1"/>
                  </a:solidFill>
                  <a:latin typeface="微软雅黑" panose="020B0503020204020204" charset="-122"/>
                  <a:ea typeface="微软雅黑" panose="020B0503020204020204" charset="-122"/>
                </a:rPr>
                <a:t>01</a:t>
              </a:r>
              <a:endParaRPr lang="zh-CN" altLang="en-US" sz="2400" b="1" dirty="0">
                <a:solidFill>
                  <a:schemeClr val="bg1"/>
                </a:solidFill>
                <a:latin typeface="微软雅黑" panose="020B0503020204020204" charset="-122"/>
                <a:ea typeface="微软雅黑" panose="020B0503020204020204" charset="-122"/>
              </a:endParaRPr>
            </a:p>
          </p:txBody>
        </p:sp>
      </p:grpSp>
      <p:grpSp>
        <p:nvGrpSpPr>
          <p:cNvPr id="16" name="组合 15"/>
          <p:cNvGrpSpPr/>
          <p:nvPr/>
        </p:nvGrpSpPr>
        <p:grpSpPr>
          <a:xfrm>
            <a:off x="4735830" y="2659380"/>
            <a:ext cx="5048250" cy="612775"/>
            <a:chOff x="7754" y="4005"/>
            <a:chExt cx="7781" cy="965"/>
          </a:xfrm>
        </p:grpSpPr>
        <p:pic>
          <p:nvPicPr>
            <p:cNvPr id="54" name="图片 24"/>
            <p:cNvPicPr>
              <a:picLocks noChangeAspect="1"/>
            </p:cNvPicPr>
            <p:nvPr/>
          </p:nvPicPr>
          <p:blipFill>
            <a:blip r:embed="rId9" cstate="print"/>
            <a:stretch>
              <a:fillRect/>
            </a:stretch>
          </p:blipFill>
          <p:spPr>
            <a:xfrm>
              <a:off x="7754" y="4005"/>
              <a:ext cx="963" cy="965"/>
            </a:xfrm>
            <a:prstGeom prst="rect">
              <a:avLst/>
            </a:prstGeom>
            <a:noFill/>
            <a:ln w="9525">
              <a:noFill/>
            </a:ln>
          </p:spPr>
        </p:pic>
        <p:sp>
          <p:nvSpPr>
            <p:cNvPr id="55" name="椭圆 54"/>
            <p:cNvSpPr/>
            <p:nvPr/>
          </p:nvSpPr>
          <p:spPr>
            <a:xfrm>
              <a:off x="7754" y="4005"/>
              <a:ext cx="963" cy="965"/>
            </a:xfrm>
            <a:prstGeom prst="ellipse">
              <a:avLst/>
            </a:prstGeom>
            <a:solidFill>
              <a:schemeClr val="tx1">
                <a:alpha val="34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dirty="0">
                <a:ln>
                  <a:noFill/>
                </a:ln>
                <a:solidFill>
                  <a:schemeClr val="lt1"/>
                </a:solidFill>
                <a:effectLst/>
                <a:uLnTx/>
                <a:uFillTx/>
                <a:latin typeface="+mn-lt"/>
                <a:ea typeface="微软雅黑" panose="020B0503020204020204" pitchFamily="34" charset="-122"/>
                <a:cs typeface="+mn-cs"/>
              </a:endParaRPr>
            </a:p>
          </p:txBody>
        </p:sp>
        <p:grpSp>
          <p:nvGrpSpPr>
            <p:cNvPr id="3" name="组合 26"/>
            <p:cNvGrpSpPr/>
            <p:nvPr/>
          </p:nvGrpSpPr>
          <p:grpSpPr>
            <a:xfrm>
              <a:off x="8909" y="4005"/>
              <a:ext cx="6360" cy="963"/>
              <a:chOff x="6004452" y="1971917"/>
              <a:chExt cx="3406249" cy="610204"/>
            </a:xfrm>
          </p:grpSpPr>
          <p:pic>
            <p:nvPicPr>
              <p:cNvPr id="57" name="图片 29"/>
              <p:cNvPicPr>
                <a:picLocks noChangeAspect="1"/>
              </p:cNvPicPr>
              <p:nvPr/>
            </p:nvPicPr>
            <p:blipFill>
              <a:blip r:embed="rId11" cstate="print"/>
              <a:stretch>
                <a:fillRect/>
              </a:stretch>
            </p:blipFill>
            <p:spPr>
              <a:xfrm>
                <a:off x="6004452" y="1973117"/>
                <a:ext cx="3406249" cy="609004"/>
              </a:xfrm>
              <a:prstGeom prst="rect">
                <a:avLst/>
              </a:prstGeom>
              <a:noFill/>
              <a:ln w="9525">
                <a:noFill/>
              </a:ln>
            </p:spPr>
          </p:pic>
          <p:sp>
            <p:nvSpPr>
              <p:cNvPr id="58" name="圆角矩形 57"/>
              <p:cNvSpPr/>
              <p:nvPr/>
            </p:nvSpPr>
            <p:spPr>
              <a:xfrm>
                <a:off x="6004452" y="1971917"/>
                <a:ext cx="3406249" cy="610204"/>
              </a:xfrm>
              <a:prstGeom prst="roundRect">
                <a:avLst>
                  <a:gd name="adj" fmla="val 50000"/>
                </a:avLst>
              </a:prstGeom>
              <a:solidFill>
                <a:schemeClr val="tx1">
                  <a:alpha val="34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dirty="0">
                  <a:ln>
                    <a:noFill/>
                  </a:ln>
                  <a:solidFill>
                    <a:schemeClr val="lt1"/>
                  </a:solidFill>
                  <a:effectLst/>
                  <a:uLnTx/>
                  <a:uFillTx/>
                  <a:latin typeface="+mn-lt"/>
                  <a:ea typeface="微软雅黑" panose="020B0503020204020204" pitchFamily="34" charset="-122"/>
                  <a:cs typeface="+mn-cs"/>
                </a:endParaRPr>
              </a:p>
            </p:txBody>
          </p:sp>
        </p:grpSp>
        <p:sp>
          <p:nvSpPr>
            <p:cNvPr id="59" name="文本框 27"/>
            <p:cNvSpPr txBox="1"/>
            <p:nvPr/>
          </p:nvSpPr>
          <p:spPr>
            <a:xfrm>
              <a:off x="9352" y="4103"/>
              <a:ext cx="6183" cy="761"/>
            </a:xfrm>
            <a:prstGeom prst="rect">
              <a:avLst/>
            </a:prstGeom>
            <a:noFill/>
            <a:ln w="9525">
              <a:noFill/>
            </a:ln>
          </p:spPr>
          <p:txBody>
            <a:bodyPr wrap="square">
              <a:spAutoFit/>
            </a:bodyPr>
            <a:lstStyle>
              <a:lvl1pPr marL="228600" indent="-228600" algn="l" rtl="0" fontAlgn="base">
                <a:lnSpc>
                  <a:spcPct val="90000"/>
                </a:lnSpc>
                <a:spcBef>
                  <a:spcPts val="1000"/>
                </a:spcBef>
                <a:spcAft>
                  <a:spcPct val="0"/>
                </a:spcAft>
                <a:buFont typeface="Arial" panose="020B0604020202020204" pitchFamily="34" charset="0"/>
                <a:buChar char="•"/>
                <a:defRPr sz="2800" kern="1200">
                  <a:solidFill>
                    <a:schemeClr val="tx1"/>
                  </a:solidFill>
                  <a:latin typeface="+mn-lt"/>
                  <a:ea typeface="+mn-ea"/>
                  <a:cs typeface="+mn-cs"/>
                </a:defRPr>
              </a:lvl1pPr>
              <a:lvl2pPr marL="685800" indent="-228600" algn="l" rtl="0" fontAlgn="base">
                <a:lnSpc>
                  <a:spcPct val="90000"/>
                </a:lnSpc>
                <a:spcBef>
                  <a:spcPts val="500"/>
                </a:spcBef>
                <a:spcAft>
                  <a:spcPct val="0"/>
                </a:spcAft>
                <a:buFont typeface="Arial" panose="020B0604020202020204" pitchFamily="34" charset="0"/>
                <a:buChar char="•"/>
                <a:defRPr sz="2400" kern="1200">
                  <a:solidFill>
                    <a:schemeClr val="tx1"/>
                  </a:solidFill>
                  <a:latin typeface="+mn-lt"/>
                  <a:ea typeface="+mn-ea"/>
                  <a:cs typeface="+mn-cs"/>
                </a:defRPr>
              </a:lvl2pPr>
              <a:lvl3pPr marL="1143000" indent="-228600" algn="l" rtl="0" fontAlgn="base">
                <a:lnSpc>
                  <a:spcPct val="90000"/>
                </a:lnSpc>
                <a:spcBef>
                  <a:spcPts val="500"/>
                </a:spcBef>
                <a:spcAft>
                  <a:spcPct val="0"/>
                </a:spcAft>
                <a:buFont typeface="Arial" panose="020B0604020202020204" pitchFamily="34" charset="0"/>
                <a:buChar char="•"/>
                <a:defRPr sz="2000" kern="1200">
                  <a:solidFill>
                    <a:schemeClr val="tx1"/>
                  </a:solidFill>
                  <a:latin typeface="+mn-lt"/>
                  <a:ea typeface="+mn-ea"/>
                  <a:cs typeface="+mn-cs"/>
                </a:defRPr>
              </a:lvl3pPr>
              <a:lvl4pPr marL="16002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4pPr>
              <a:lvl5pPr marL="20574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5pPr>
            </a:lstStyle>
            <a:p>
              <a:pPr marL="0" lvl="0" indent="0" eaLnBrk="1" hangingPunct="1">
                <a:lnSpc>
                  <a:spcPct val="100000"/>
                </a:lnSpc>
                <a:spcBef>
                  <a:spcPct val="0"/>
                </a:spcBef>
                <a:buNone/>
              </a:pPr>
              <a:r>
                <a:rPr lang="en-US" altLang="zh-CN" sz="2400" b="1" dirty="0">
                  <a:solidFill>
                    <a:schemeClr val="bg1"/>
                  </a:solidFill>
                  <a:latin typeface="微软雅黑" panose="020B0503020204020204" charset="-122"/>
                  <a:ea typeface="微软雅黑" panose="020B0503020204020204" charset="-122"/>
                </a:rPr>
                <a:t>UML</a:t>
              </a:r>
              <a:r>
                <a:rPr lang="zh-CN" altLang="en-US" sz="2400" b="1" dirty="0">
                  <a:solidFill>
                    <a:schemeClr val="bg1"/>
                  </a:solidFill>
                  <a:latin typeface="微软雅黑" panose="020B0503020204020204" charset="-122"/>
                  <a:ea typeface="微软雅黑" panose="020B0503020204020204" charset="-122"/>
                </a:rPr>
                <a:t>概述</a:t>
              </a:r>
            </a:p>
          </p:txBody>
        </p:sp>
        <p:sp>
          <p:nvSpPr>
            <p:cNvPr id="60" name="文本框 28"/>
            <p:cNvSpPr txBox="1"/>
            <p:nvPr/>
          </p:nvSpPr>
          <p:spPr>
            <a:xfrm>
              <a:off x="7814" y="4143"/>
              <a:ext cx="1000" cy="761"/>
            </a:xfrm>
            <a:prstGeom prst="rect">
              <a:avLst/>
            </a:prstGeom>
            <a:noFill/>
            <a:ln w="9525">
              <a:noFill/>
            </a:ln>
          </p:spPr>
          <p:txBody>
            <a:bodyPr>
              <a:spAutoFit/>
            </a:bodyPr>
            <a:lstStyle>
              <a:lvl1pPr marL="228600" indent="-228600" algn="l" rtl="0" fontAlgn="base">
                <a:lnSpc>
                  <a:spcPct val="90000"/>
                </a:lnSpc>
                <a:spcBef>
                  <a:spcPts val="1000"/>
                </a:spcBef>
                <a:spcAft>
                  <a:spcPct val="0"/>
                </a:spcAft>
                <a:buFont typeface="Arial" panose="020B0604020202020204" pitchFamily="34" charset="0"/>
                <a:buChar char="•"/>
                <a:defRPr sz="2800" kern="1200">
                  <a:solidFill>
                    <a:schemeClr val="tx1"/>
                  </a:solidFill>
                  <a:latin typeface="+mn-lt"/>
                  <a:ea typeface="+mn-ea"/>
                  <a:cs typeface="+mn-cs"/>
                </a:defRPr>
              </a:lvl1pPr>
              <a:lvl2pPr marL="685800" indent="-228600" algn="l" rtl="0" fontAlgn="base">
                <a:lnSpc>
                  <a:spcPct val="90000"/>
                </a:lnSpc>
                <a:spcBef>
                  <a:spcPts val="500"/>
                </a:spcBef>
                <a:spcAft>
                  <a:spcPct val="0"/>
                </a:spcAft>
                <a:buFont typeface="Arial" panose="020B0604020202020204" pitchFamily="34" charset="0"/>
                <a:buChar char="•"/>
                <a:defRPr sz="2400" kern="1200">
                  <a:solidFill>
                    <a:schemeClr val="tx1"/>
                  </a:solidFill>
                  <a:latin typeface="+mn-lt"/>
                  <a:ea typeface="+mn-ea"/>
                  <a:cs typeface="+mn-cs"/>
                </a:defRPr>
              </a:lvl2pPr>
              <a:lvl3pPr marL="1143000" indent="-228600" algn="l" rtl="0" fontAlgn="base">
                <a:lnSpc>
                  <a:spcPct val="90000"/>
                </a:lnSpc>
                <a:spcBef>
                  <a:spcPts val="500"/>
                </a:spcBef>
                <a:spcAft>
                  <a:spcPct val="0"/>
                </a:spcAft>
                <a:buFont typeface="Arial" panose="020B0604020202020204" pitchFamily="34" charset="0"/>
                <a:buChar char="•"/>
                <a:defRPr sz="2000" kern="1200">
                  <a:solidFill>
                    <a:schemeClr val="tx1"/>
                  </a:solidFill>
                  <a:latin typeface="+mn-lt"/>
                  <a:ea typeface="+mn-ea"/>
                  <a:cs typeface="+mn-cs"/>
                </a:defRPr>
              </a:lvl3pPr>
              <a:lvl4pPr marL="16002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4pPr>
              <a:lvl5pPr marL="20574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5pPr>
            </a:lstStyle>
            <a:p>
              <a:pPr marL="0" lvl="0" indent="0" eaLnBrk="1" hangingPunct="1">
                <a:lnSpc>
                  <a:spcPct val="100000"/>
                </a:lnSpc>
                <a:spcBef>
                  <a:spcPct val="0"/>
                </a:spcBef>
                <a:buNone/>
              </a:pPr>
              <a:r>
                <a:rPr lang="en-US" altLang="zh-CN" sz="2400" b="1" dirty="0">
                  <a:solidFill>
                    <a:schemeClr val="bg1"/>
                  </a:solidFill>
                  <a:latin typeface="微软雅黑" panose="020B0503020204020204" charset="-122"/>
                  <a:ea typeface="微软雅黑" panose="020B0503020204020204" charset="-122"/>
                </a:rPr>
                <a:t>02</a:t>
              </a:r>
              <a:endParaRPr lang="zh-CN" altLang="en-US" sz="2400" b="1" dirty="0">
                <a:solidFill>
                  <a:schemeClr val="bg1"/>
                </a:solidFill>
                <a:latin typeface="微软雅黑" panose="020B0503020204020204" charset="-122"/>
                <a:ea typeface="微软雅黑" panose="020B0503020204020204" charset="-122"/>
              </a:endParaRPr>
            </a:p>
          </p:txBody>
        </p:sp>
      </p:grpSp>
      <p:grpSp>
        <p:nvGrpSpPr>
          <p:cNvPr id="15" name="组合 14"/>
          <p:cNvGrpSpPr/>
          <p:nvPr/>
        </p:nvGrpSpPr>
        <p:grpSpPr>
          <a:xfrm>
            <a:off x="4002405" y="3767455"/>
            <a:ext cx="4770755" cy="612775"/>
            <a:chOff x="6616" y="5448"/>
            <a:chExt cx="7513" cy="965"/>
          </a:xfrm>
        </p:grpSpPr>
        <p:pic>
          <p:nvPicPr>
            <p:cNvPr id="61" name="图片 32"/>
            <p:cNvPicPr>
              <a:picLocks noChangeAspect="1"/>
            </p:cNvPicPr>
            <p:nvPr/>
          </p:nvPicPr>
          <p:blipFill>
            <a:blip r:embed="rId9" cstate="print"/>
            <a:stretch>
              <a:fillRect/>
            </a:stretch>
          </p:blipFill>
          <p:spPr>
            <a:xfrm>
              <a:off x="6616" y="5448"/>
              <a:ext cx="963" cy="965"/>
            </a:xfrm>
            <a:prstGeom prst="rect">
              <a:avLst/>
            </a:prstGeom>
            <a:noFill/>
            <a:ln w="9525">
              <a:noFill/>
            </a:ln>
          </p:spPr>
        </p:pic>
        <p:sp>
          <p:nvSpPr>
            <p:cNvPr id="62" name="椭圆 61"/>
            <p:cNvSpPr/>
            <p:nvPr/>
          </p:nvSpPr>
          <p:spPr>
            <a:xfrm>
              <a:off x="6616" y="5448"/>
              <a:ext cx="963" cy="965"/>
            </a:xfrm>
            <a:prstGeom prst="ellipse">
              <a:avLst/>
            </a:prstGeom>
            <a:solidFill>
              <a:schemeClr val="tx1">
                <a:alpha val="34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dirty="0">
                <a:ln>
                  <a:noFill/>
                </a:ln>
                <a:solidFill>
                  <a:schemeClr val="lt1"/>
                </a:solidFill>
                <a:effectLst/>
                <a:uLnTx/>
                <a:uFillTx/>
                <a:latin typeface="+mn-lt"/>
                <a:ea typeface="微软雅黑" panose="020B0503020204020204" pitchFamily="34" charset="-122"/>
                <a:cs typeface="+mn-cs"/>
              </a:endParaRPr>
            </a:p>
          </p:txBody>
        </p:sp>
        <p:grpSp>
          <p:nvGrpSpPr>
            <p:cNvPr id="4" name="组合 34"/>
            <p:cNvGrpSpPr/>
            <p:nvPr/>
          </p:nvGrpSpPr>
          <p:grpSpPr>
            <a:xfrm>
              <a:off x="7771" y="5448"/>
              <a:ext cx="6358" cy="962"/>
              <a:chOff x="6004452" y="1971917"/>
              <a:chExt cx="3406249" cy="610204"/>
            </a:xfrm>
          </p:grpSpPr>
          <p:pic>
            <p:nvPicPr>
              <p:cNvPr id="64" name="图片 37"/>
              <p:cNvPicPr>
                <a:picLocks noChangeAspect="1"/>
              </p:cNvPicPr>
              <p:nvPr/>
            </p:nvPicPr>
            <p:blipFill>
              <a:blip r:embed="rId11" cstate="print"/>
              <a:stretch>
                <a:fillRect/>
              </a:stretch>
            </p:blipFill>
            <p:spPr>
              <a:xfrm>
                <a:off x="6004452" y="1973117"/>
                <a:ext cx="3406249" cy="609004"/>
              </a:xfrm>
              <a:prstGeom prst="rect">
                <a:avLst/>
              </a:prstGeom>
              <a:noFill/>
              <a:ln w="9525">
                <a:noFill/>
              </a:ln>
            </p:spPr>
          </p:pic>
          <p:sp>
            <p:nvSpPr>
              <p:cNvPr id="65" name="圆角矩形 64"/>
              <p:cNvSpPr/>
              <p:nvPr/>
            </p:nvSpPr>
            <p:spPr>
              <a:xfrm>
                <a:off x="6004452" y="1971917"/>
                <a:ext cx="3406249" cy="610204"/>
              </a:xfrm>
              <a:prstGeom prst="roundRect">
                <a:avLst>
                  <a:gd name="adj" fmla="val 50000"/>
                </a:avLst>
              </a:prstGeom>
              <a:solidFill>
                <a:schemeClr val="tx1">
                  <a:alpha val="34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dirty="0">
                  <a:ln>
                    <a:noFill/>
                  </a:ln>
                  <a:solidFill>
                    <a:schemeClr val="lt1"/>
                  </a:solidFill>
                  <a:effectLst/>
                  <a:uLnTx/>
                  <a:uFillTx/>
                  <a:latin typeface="+mn-lt"/>
                  <a:ea typeface="微软雅黑" panose="020B0503020204020204" pitchFamily="34" charset="-122"/>
                  <a:cs typeface="+mn-cs"/>
                </a:endParaRPr>
              </a:p>
            </p:txBody>
          </p:sp>
        </p:grpSp>
        <p:sp>
          <p:nvSpPr>
            <p:cNvPr id="66" name="文本框 35"/>
            <p:cNvSpPr txBox="1"/>
            <p:nvPr/>
          </p:nvSpPr>
          <p:spPr>
            <a:xfrm>
              <a:off x="8213" y="5545"/>
              <a:ext cx="5916" cy="761"/>
            </a:xfrm>
            <a:prstGeom prst="rect">
              <a:avLst/>
            </a:prstGeom>
            <a:noFill/>
            <a:ln w="9525">
              <a:noFill/>
            </a:ln>
          </p:spPr>
          <p:txBody>
            <a:bodyPr wrap="square">
              <a:spAutoFit/>
            </a:bodyPr>
            <a:lstStyle>
              <a:lvl1pPr marL="228600" indent="-228600" algn="l" rtl="0" fontAlgn="base">
                <a:lnSpc>
                  <a:spcPct val="90000"/>
                </a:lnSpc>
                <a:spcBef>
                  <a:spcPts val="1000"/>
                </a:spcBef>
                <a:spcAft>
                  <a:spcPct val="0"/>
                </a:spcAft>
                <a:buFont typeface="Arial" panose="020B0604020202020204" pitchFamily="34" charset="0"/>
                <a:buChar char="•"/>
                <a:defRPr sz="2800" kern="1200">
                  <a:solidFill>
                    <a:schemeClr val="tx1"/>
                  </a:solidFill>
                  <a:latin typeface="+mn-lt"/>
                  <a:ea typeface="+mn-ea"/>
                  <a:cs typeface="+mn-cs"/>
                </a:defRPr>
              </a:lvl1pPr>
              <a:lvl2pPr marL="685800" indent="-228600" algn="l" rtl="0" fontAlgn="base">
                <a:lnSpc>
                  <a:spcPct val="90000"/>
                </a:lnSpc>
                <a:spcBef>
                  <a:spcPts val="500"/>
                </a:spcBef>
                <a:spcAft>
                  <a:spcPct val="0"/>
                </a:spcAft>
                <a:buFont typeface="Arial" panose="020B0604020202020204" pitchFamily="34" charset="0"/>
                <a:buChar char="•"/>
                <a:defRPr sz="2400" kern="1200">
                  <a:solidFill>
                    <a:schemeClr val="tx1"/>
                  </a:solidFill>
                  <a:latin typeface="+mn-lt"/>
                  <a:ea typeface="+mn-ea"/>
                  <a:cs typeface="+mn-cs"/>
                </a:defRPr>
              </a:lvl2pPr>
              <a:lvl3pPr marL="1143000" indent="-228600" algn="l" rtl="0" fontAlgn="base">
                <a:lnSpc>
                  <a:spcPct val="90000"/>
                </a:lnSpc>
                <a:spcBef>
                  <a:spcPts val="500"/>
                </a:spcBef>
                <a:spcAft>
                  <a:spcPct val="0"/>
                </a:spcAft>
                <a:buFont typeface="Arial" panose="020B0604020202020204" pitchFamily="34" charset="0"/>
                <a:buChar char="•"/>
                <a:defRPr sz="2000" kern="1200">
                  <a:solidFill>
                    <a:schemeClr val="tx1"/>
                  </a:solidFill>
                  <a:latin typeface="+mn-lt"/>
                  <a:ea typeface="+mn-ea"/>
                  <a:cs typeface="+mn-cs"/>
                </a:defRPr>
              </a:lvl3pPr>
              <a:lvl4pPr marL="16002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4pPr>
              <a:lvl5pPr marL="20574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5pPr>
            </a:lstStyle>
            <a:p>
              <a:pPr marL="0" lvl="0" indent="0" eaLnBrk="1" hangingPunct="1">
                <a:lnSpc>
                  <a:spcPct val="100000"/>
                </a:lnSpc>
                <a:spcBef>
                  <a:spcPct val="0"/>
                </a:spcBef>
                <a:buNone/>
              </a:pPr>
              <a:r>
                <a:rPr lang="en-US" altLang="zh-CN" sz="2400" b="1" dirty="0">
                  <a:solidFill>
                    <a:schemeClr val="bg1"/>
                  </a:solidFill>
                  <a:latin typeface="微软雅黑" panose="020B0503020204020204" charset="-122"/>
                  <a:ea typeface="微软雅黑" panose="020B0503020204020204" charset="-122"/>
                </a:rPr>
                <a:t>UML</a:t>
              </a:r>
              <a:r>
                <a:rPr lang="zh-CN" altLang="en-US" sz="2400" b="1" dirty="0">
                  <a:solidFill>
                    <a:schemeClr val="bg1"/>
                  </a:solidFill>
                  <a:latin typeface="微软雅黑" panose="020B0503020204020204" charset="-122"/>
                  <a:ea typeface="微软雅黑" panose="020B0503020204020204" charset="-122"/>
                </a:rPr>
                <a:t>图</a:t>
              </a:r>
            </a:p>
          </p:txBody>
        </p:sp>
        <p:sp>
          <p:nvSpPr>
            <p:cNvPr id="67" name="文本框 36"/>
            <p:cNvSpPr txBox="1"/>
            <p:nvPr/>
          </p:nvSpPr>
          <p:spPr>
            <a:xfrm>
              <a:off x="6676" y="5585"/>
              <a:ext cx="1000" cy="761"/>
            </a:xfrm>
            <a:prstGeom prst="rect">
              <a:avLst/>
            </a:prstGeom>
            <a:noFill/>
            <a:ln w="9525">
              <a:noFill/>
            </a:ln>
          </p:spPr>
          <p:txBody>
            <a:bodyPr>
              <a:spAutoFit/>
            </a:bodyPr>
            <a:lstStyle>
              <a:lvl1pPr marL="228600" indent="-228600" algn="l" rtl="0" fontAlgn="base">
                <a:lnSpc>
                  <a:spcPct val="90000"/>
                </a:lnSpc>
                <a:spcBef>
                  <a:spcPts val="1000"/>
                </a:spcBef>
                <a:spcAft>
                  <a:spcPct val="0"/>
                </a:spcAft>
                <a:buFont typeface="Arial" panose="020B0604020202020204" pitchFamily="34" charset="0"/>
                <a:buChar char="•"/>
                <a:defRPr sz="2800" kern="1200">
                  <a:solidFill>
                    <a:schemeClr val="tx1"/>
                  </a:solidFill>
                  <a:latin typeface="+mn-lt"/>
                  <a:ea typeface="+mn-ea"/>
                  <a:cs typeface="+mn-cs"/>
                </a:defRPr>
              </a:lvl1pPr>
              <a:lvl2pPr marL="685800" indent="-228600" algn="l" rtl="0" fontAlgn="base">
                <a:lnSpc>
                  <a:spcPct val="90000"/>
                </a:lnSpc>
                <a:spcBef>
                  <a:spcPts val="500"/>
                </a:spcBef>
                <a:spcAft>
                  <a:spcPct val="0"/>
                </a:spcAft>
                <a:buFont typeface="Arial" panose="020B0604020202020204" pitchFamily="34" charset="0"/>
                <a:buChar char="•"/>
                <a:defRPr sz="2400" kern="1200">
                  <a:solidFill>
                    <a:schemeClr val="tx1"/>
                  </a:solidFill>
                  <a:latin typeface="+mn-lt"/>
                  <a:ea typeface="+mn-ea"/>
                  <a:cs typeface="+mn-cs"/>
                </a:defRPr>
              </a:lvl2pPr>
              <a:lvl3pPr marL="1143000" indent="-228600" algn="l" rtl="0" fontAlgn="base">
                <a:lnSpc>
                  <a:spcPct val="90000"/>
                </a:lnSpc>
                <a:spcBef>
                  <a:spcPts val="500"/>
                </a:spcBef>
                <a:spcAft>
                  <a:spcPct val="0"/>
                </a:spcAft>
                <a:buFont typeface="Arial" panose="020B0604020202020204" pitchFamily="34" charset="0"/>
                <a:buChar char="•"/>
                <a:defRPr sz="2000" kern="1200">
                  <a:solidFill>
                    <a:schemeClr val="tx1"/>
                  </a:solidFill>
                  <a:latin typeface="+mn-lt"/>
                  <a:ea typeface="+mn-ea"/>
                  <a:cs typeface="+mn-cs"/>
                </a:defRPr>
              </a:lvl3pPr>
              <a:lvl4pPr marL="16002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4pPr>
              <a:lvl5pPr marL="20574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5pPr>
            </a:lstStyle>
            <a:p>
              <a:pPr marL="0" lvl="0" indent="0" eaLnBrk="1" hangingPunct="1">
                <a:lnSpc>
                  <a:spcPct val="100000"/>
                </a:lnSpc>
                <a:spcBef>
                  <a:spcPct val="0"/>
                </a:spcBef>
                <a:buNone/>
              </a:pPr>
              <a:r>
                <a:rPr lang="en-US" altLang="zh-CN" sz="2400" b="1" dirty="0">
                  <a:solidFill>
                    <a:schemeClr val="bg1"/>
                  </a:solidFill>
                  <a:latin typeface="微软雅黑" panose="020B0503020204020204" charset="-122"/>
                  <a:ea typeface="微软雅黑" panose="020B0503020204020204" charset="-122"/>
                </a:rPr>
                <a:t>03</a:t>
              </a:r>
              <a:endParaRPr lang="zh-CN" altLang="en-US" sz="2400" b="1" dirty="0">
                <a:solidFill>
                  <a:schemeClr val="bg1"/>
                </a:solidFill>
                <a:latin typeface="微软雅黑" panose="020B0503020204020204" charset="-122"/>
                <a:ea typeface="微软雅黑" panose="020B0503020204020204" charset="-122"/>
              </a:endParaRPr>
            </a:p>
          </p:txBody>
        </p:sp>
      </p:grpSp>
      <p:grpSp>
        <p:nvGrpSpPr>
          <p:cNvPr id="6" name="组合 5"/>
          <p:cNvGrpSpPr/>
          <p:nvPr/>
        </p:nvGrpSpPr>
        <p:grpSpPr>
          <a:xfrm>
            <a:off x="3216910" y="4869180"/>
            <a:ext cx="4683760" cy="611505"/>
            <a:chOff x="5228" y="7274"/>
            <a:chExt cx="7100" cy="963"/>
          </a:xfrm>
        </p:grpSpPr>
        <p:pic>
          <p:nvPicPr>
            <p:cNvPr id="68" name="图片 40"/>
            <p:cNvPicPr>
              <a:picLocks noChangeAspect="1"/>
            </p:cNvPicPr>
            <p:nvPr/>
          </p:nvPicPr>
          <p:blipFill>
            <a:blip r:embed="rId9" cstate="print"/>
            <a:stretch>
              <a:fillRect/>
            </a:stretch>
          </p:blipFill>
          <p:spPr>
            <a:xfrm>
              <a:off x="5228" y="7274"/>
              <a:ext cx="963" cy="963"/>
            </a:xfrm>
            <a:prstGeom prst="rect">
              <a:avLst/>
            </a:prstGeom>
            <a:noFill/>
            <a:ln w="9525">
              <a:noFill/>
            </a:ln>
          </p:spPr>
        </p:pic>
        <p:sp>
          <p:nvSpPr>
            <p:cNvPr id="69" name="椭圆 68"/>
            <p:cNvSpPr/>
            <p:nvPr/>
          </p:nvSpPr>
          <p:spPr>
            <a:xfrm>
              <a:off x="5228" y="7274"/>
              <a:ext cx="963" cy="963"/>
            </a:xfrm>
            <a:prstGeom prst="ellipse">
              <a:avLst/>
            </a:prstGeom>
            <a:solidFill>
              <a:schemeClr val="tx1">
                <a:alpha val="34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dirty="0">
                <a:ln>
                  <a:noFill/>
                </a:ln>
                <a:solidFill>
                  <a:schemeClr val="lt1"/>
                </a:solidFill>
                <a:effectLst/>
                <a:uLnTx/>
                <a:uFillTx/>
                <a:latin typeface="+mn-lt"/>
                <a:ea typeface="微软雅黑" panose="020B0503020204020204" pitchFamily="34" charset="-122"/>
                <a:cs typeface="+mn-cs"/>
              </a:endParaRPr>
            </a:p>
          </p:txBody>
        </p:sp>
        <p:grpSp>
          <p:nvGrpSpPr>
            <p:cNvPr id="5" name="组合 42"/>
            <p:cNvGrpSpPr/>
            <p:nvPr/>
          </p:nvGrpSpPr>
          <p:grpSpPr>
            <a:xfrm>
              <a:off x="6383" y="7274"/>
              <a:ext cx="5945" cy="960"/>
              <a:chOff x="6004452" y="1971917"/>
              <a:chExt cx="3406249" cy="610204"/>
            </a:xfrm>
          </p:grpSpPr>
          <p:pic>
            <p:nvPicPr>
              <p:cNvPr id="71" name="图片 45"/>
              <p:cNvPicPr>
                <a:picLocks noChangeAspect="1"/>
              </p:cNvPicPr>
              <p:nvPr/>
            </p:nvPicPr>
            <p:blipFill>
              <a:blip r:embed="rId10" cstate="print"/>
              <a:stretch>
                <a:fillRect/>
              </a:stretch>
            </p:blipFill>
            <p:spPr>
              <a:xfrm>
                <a:off x="6004452" y="1973117"/>
                <a:ext cx="3406249" cy="609004"/>
              </a:xfrm>
              <a:prstGeom prst="rect">
                <a:avLst/>
              </a:prstGeom>
              <a:noFill/>
              <a:ln w="9525">
                <a:noFill/>
              </a:ln>
            </p:spPr>
          </p:pic>
          <p:sp>
            <p:nvSpPr>
              <p:cNvPr id="72" name="圆角矩形 71"/>
              <p:cNvSpPr/>
              <p:nvPr/>
            </p:nvSpPr>
            <p:spPr>
              <a:xfrm>
                <a:off x="6004452" y="1971917"/>
                <a:ext cx="3406249" cy="610204"/>
              </a:xfrm>
              <a:prstGeom prst="roundRect">
                <a:avLst>
                  <a:gd name="adj" fmla="val 50000"/>
                </a:avLst>
              </a:prstGeom>
              <a:solidFill>
                <a:schemeClr val="tx1">
                  <a:alpha val="34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dirty="0">
                  <a:ln>
                    <a:noFill/>
                  </a:ln>
                  <a:solidFill>
                    <a:schemeClr val="lt1"/>
                  </a:solidFill>
                  <a:effectLst/>
                  <a:uLnTx/>
                  <a:uFillTx/>
                  <a:latin typeface="+mn-lt"/>
                  <a:ea typeface="微软雅黑" panose="020B0503020204020204" pitchFamily="34" charset="-122"/>
                  <a:cs typeface="+mn-cs"/>
                </a:endParaRPr>
              </a:p>
            </p:txBody>
          </p:sp>
        </p:grpSp>
        <p:sp>
          <p:nvSpPr>
            <p:cNvPr id="73" name="文本框 43"/>
            <p:cNvSpPr txBox="1"/>
            <p:nvPr/>
          </p:nvSpPr>
          <p:spPr>
            <a:xfrm>
              <a:off x="6825" y="7371"/>
              <a:ext cx="5220" cy="761"/>
            </a:xfrm>
            <a:prstGeom prst="rect">
              <a:avLst/>
            </a:prstGeom>
            <a:noFill/>
            <a:ln w="9525">
              <a:noFill/>
            </a:ln>
          </p:spPr>
          <p:txBody>
            <a:bodyPr>
              <a:spAutoFit/>
            </a:bodyPr>
            <a:lstStyle>
              <a:lvl1pPr marL="228600" indent="-228600" algn="l" rtl="0" fontAlgn="base">
                <a:lnSpc>
                  <a:spcPct val="90000"/>
                </a:lnSpc>
                <a:spcBef>
                  <a:spcPts val="1000"/>
                </a:spcBef>
                <a:spcAft>
                  <a:spcPct val="0"/>
                </a:spcAft>
                <a:buFont typeface="Arial" panose="020B0604020202020204" pitchFamily="34" charset="0"/>
                <a:buChar char="•"/>
                <a:defRPr sz="2800" kern="1200">
                  <a:solidFill>
                    <a:schemeClr val="tx1"/>
                  </a:solidFill>
                  <a:latin typeface="+mn-lt"/>
                  <a:ea typeface="+mn-ea"/>
                  <a:cs typeface="+mn-cs"/>
                </a:defRPr>
              </a:lvl1pPr>
              <a:lvl2pPr marL="685800" indent="-228600" algn="l" rtl="0" fontAlgn="base">
                <a:lnSpc>
                  <a:spcPct val="90000"/>
                </a:lnSpc>
                <a:spcBef>
                  <a:spcPts val="500"/>
                </a:spcBef>
                <a:spcAft>
                  <a:spcPct val="0"/>
                </a:spcAft>
                <a:buFont typeface="Arial" panose="020B0604020202020204" pitchFamily="34" charset="0"/>
                <a:buChar char="•"/>
                <a:defRPr sz="2400" kern="1200">
                  <a:solidFill>
                    <a:schemeClr val="tx1"/>
                  </a:solidFill>
                  <a:latin typeface="+mn-lt"/>
                  <a:ea typeface="+mn-ea"/>
                  <a:cs typeface="+mn-cs"/>
                </a:defRPr>
              </a:lvl2pPr>
              <a:lvl3pPr marL="1143000" indent="-228600" algn="l" rtl="0" fontAlgn="base">
                <a:lnSpc>
                  <a:spcPct val="90000"/>
                </a:lnSpc>
                <a:spcBef>
                  <a:spcPts val="500"/>
                </a:spcBef>
                <a:spcAft>
                  <a:spcPct val="0"/>
                </a:spcAft>
                <a:buFont typeface="Arial" panose="020B0604020202020204" pitchFamily="34" charset="0"/>
                <a:buChar char="•"/>
                <a:defRPr sz="2000" kern="1200">
                  <a:solidFill>
                    <a:schemeClr val="tx1"/>
                  </a:solidFill>
                  <a:latin typeface="+mn-lt"/>
                  <a:ea typeface="+mn-ea"/>
                  <a:cs typeface="+mn-cs"/>
                </a:defRPr>
              </a:lvl3pPr>
              <a:lvl4pPr marL="16002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4pPr>
              <a:lvl5pPr marL="20574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5pPr>
            </a:lstStyle>
            <a:p>
              <a:pPr marL="0" lvl="0" indent="0" eaLnBrk="1" hangingPunct="1">
                <a:lnSpc>
                  <a:spcPct val="100000"/>
                </a:lnSpc>
                <a:spcBef>
                  <a:spcPct val="0"/>
                </a:spcBef>
                <a:buNone/>
              </a:pPr>
              <a:r>
                <a:rPr lang="en-US" altLang="zh-CN" sz="2400" b="1" dirty="0">
                  <a:solidFill>
                    <a:schemeClr val="bg1"/>
                  </a:solidFill>
                  <a:latin typeface="微软雅黑" panose="020B0503020204020204" charset="-122"/>
                  <a:ea typeface="微软雅黑" panose="020B0503020204020204" charset="-122"/>
                </a:rPr>
                <a:t>UML</a:t>
              </a:r>
              <a:r>
                <a:rPr lang="zh-CN" altLang="en-US" sz="2400" b="1" dirty="0">
                  <a:solidFill>
                    <a:schemeClr val="bg1"/>
                  </a:solidFill>
                  <a:latin typeface="微软雅黑" panose="020B0503020204020204" charset="-122"/>
                  <a:ea typeface="微软雅黑" panose="020B0503020204020204" charset="-122"/>
                </a:rPr>
                <a:t>的应用</a:t>
              </a:r>
            </a:p>
          </p:txBody>
        </p:sp>
        <p:sp>
          <p:nvSpPr>
            <p:cNvPr id="74" name="文本框 44"/>
            <p:cNvSpPr txBox="1"/>
            <p:nvPr/>
          </p:nvSpPr>
          <p:spPr>
            <a:xfrm>
              <a:off x="5288" y="7411"/>
              <a:ext cx="1000" cy="761"/>
            </a:xfrm>
            <a:prstGeom prst="rect">
              <a:avLst/>
            </a:prstGeom>
            <a:noFill/>
            <a:ln w="9525">
              <a:noFill/>
            </a:ln>
          </p:spPr>
          <p:txBody>
            <a:bodyPr>
              <a:spAutoFit/>
            </a:bodyPr>
            <a:lstStyle>
              <a:lvl1pPr marL="228600" indent="-228600" algn="l" rtl="0" fontAlgn="base">
                <a:lnSpc>
                  <a:spcPct val="90000"/>
                </a:lnSpc>
                <a:spcBef>
                  <a:spcPts val="1000"/>
                </a:spcBef>
                <a:spcAft>
                  <a:spcPct val="0"/>
                </a:spcAft>
                <a:buFont typeface="Arial" panose="020B0604020202020204" pitchFamily="34" charset="0"/>
                <a:buChar char="•"/>
                <a:defRPr sz="2800" kern="1200">
                  <a:solidFill>
                    <a:schemeClr val="tx1"/>
                  </a:solidFill>
                  <a:latin typeface="+mn-lt"/>
                  <a:ea typeface="+mn-ea"/>
                  <a:cs typeface="+mn-cs"/>
                </a:defRPr>
              </a:lvl1pPr>
              <a:lvl2pPr marL="685800" indent="-228600" algn="l" rtl="0" fontAlgn="base">
                <a:lnSpc>
                  <a:spcPct val="90000"/>
                </a:lnSpc>
                <a:spcBef>
                  <a:spcPts val="500"/>
                </a:spcBef>
                <a:spcAft>
                  <a:spcPct val="0"/>
                </a:spcAft>
                <a:buFont typeface="Arial" panose="020B0604020202020204" pitchFamily="34" charset="0"/>
                <a:buChar char="•"/>
                <a:defRPr sz="2400" kern="1200">
                  <a:solidFill>
                    <a:schemeClr val="tx1"/>
                  </a:solidFill>
                  <a:latin typeface="+mn-lt"/>
                  <a:ea typeface="+mn-ea"/>
                  <a:cs typeface="+mn-cs"/>
                </a:defRPr>
              </a:lvl2pPr>
              <a:lvl3pPr marL="1143000" indent="-228600" algn="l" rtl="0" fontAlgn="base">
                <a:lnSpc>
                  <a:spcPct val="90000"/>
                </a:lnSpc>
                <a:spcBef>
                  <a:spcPts val="500"/>
                </a:spcBef>
                <a:spcAft>
                  <a:spcPct val="0"/>
                </a:spcAft>
                <a:buFont typeface="Arial" panose="020B0604020202020204" pitchFamily="34" charset="0"/>
                <a:buChar char="•"/>
                <a:defRPr sz="2000" kern="1200">
                  <a:solidFill>
                    <a:schemeClr val="tx1"/>
                  </a:solidFill>
                  <a:latin typeface="+mn-lt"/>
                  <a:ea typeface="+mn-ea"/>
                  <a:cs typeface="+mn-cs"/>
                </a:defRPr>
              </a:lvl3pPr>
              <a:lvl4pPr marL="16002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4pPr>
              <a:lvl5pPr marL="20574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5pPr>
            </a:lstStyle>
            <a:p>
              <a:pPr marL="0" lvl="0" indent="0" eaLnBrk="1" hangingPunct="1">
                <a:lnSpc>
                  <a:spcPct val="100000"/>
                </a:lnSpc>
                <a:spcBef>
                  <a:spcPct val="0"/>
                </a:spcBef>
                <a:buNone/>
              </a:pPr>
              <a:r>
                <a:rPr lang="en-US" altLang="zh-CN" sz="2400" b="1" dirty="0">
                  <a:solidFill>
                    <a:schemeClr val="bg1"/>
                  </a:solidFill>
                  <a:latin typeface="微软雅黑" panose="020B0503020204020204" charset="-122"/>
                  <a:ea typeface="微软雅黑" panose="020B0503020204020204" charset="-122"/>
                </a:rPr>
                <a:t>04</a:t>
              </a:r>
              <a:endParaRPr lang="zh-CN" altLang="en-US" sz="2400" b="1" dirty="0">
                <a:solidFill>
                  <a:schemeClr val="bg1"/>
                </a:solidFill>
                <a:latin typeface="微软雅黑" panose="020B0503020204020204" charset="-122"/>
                <a:ea typeface="微软雅黑" panose="020B0503020204020204" charset="-122"/>
              </a:endParaRPr>
            </a:p>
          </p:txBody>
        </p:sp>
      </p:grpSp>
    </p:spTree>
    <p:custDataLst>
      <p:tags r:id="rId1"/>
    </p:custDataLst>
  </p:cSld>
  <p:clrMapOvr>
    <a:masterClrMapping/>
  </p:clrMapOvr>
  <p:transition>
    <p:pull/>
  </p:transition>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任意多边形 17"/>
          <p:cNvSpPr/>
          <p:nvPr>
            <p:custDataLst>
              <p:tags r:id="rId1"/>
            </p:custDataLst>
          </p:nvPr>
        </p:nvSpPr>
        <p:spPr bwMode="auto">
          <a:xfrm>
            <a:off x="-2117" y="0"/>
            <a:ext cx="7249584" cy="6858000"/>
          </a:xfrm>
          <a:custGeom>
            <a:avLst/>
            <a:gdLst>
              <a:gd name="T0" fmla="*/ 0 w 5437991"/>
              <a:gd name="T1" fmla="*/ 0 h 6858000"/>
              <a:gd name="T2" fmla="*/ 5433976 w 5437991"/>
              <a:gd name="T3" fmla="*/ 0 h 6858000"/>
              <a:gd name="T4" fmla="*/ 1631922 w 5437991"/>
              <a:gd name="T5" fmla="*/ 6858000 h 6858000"/>
              <a:gd name="T6" fmla="*/ 0 w 5437991"/>
              <a:gd name="T7" fmla="*/ 6858000 h 6858000"/>
              <a:gd name="T8" fmla="*/ 0 w 5437991"/>
              <a:gd name="T9" fmla="*/ 0 h 685800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5437991" h="6858000">
                <a:moveTo>
                  <a:pt x="0" y="0"/>
                </a:moveTo>
                <a:lnTo>
                  <a:pt x="5437991" y="0"/>
                </a:lnTo>
                <a:lnTo>
                  <a:pt x="1633127" y="6858000"/>
                </a:lnTo>
                <a:lnTo>
                  <a:pt x="0" y="6858000"/>
                </a:lnTo>
                <a:lnTo>
                  <a:pt x="0" y="0"/>
                </a:lnTo>
                <a:close/>
              </a:path>
            </a:pathLst>
          </a:custGeom>
          <a:solidFill>
            <a:srgbClr val="008080"/>
          </a:solidFill>
          <a:ln w="9525">
            <a:noFill/>
            <a:round/>
          </a:ln>
        </p:spPr>
        <p:txBody>
          <a:bodyPr anchor="ctr"/>
          <a:lstStyle/>
          <a:p>
            <a:endParaRPr lang="zh-CN" altLang="en-US" dirty="0">
              <a:ea typeface="微软雅黑" panose="020B0503020204020204" pitchFamily="34" charset="-122"/>
            </a:endParaRPr>
          </a:p>
        </p:txBody>
      </p:sp>
      <p:grpSp>
        <p:nvGrpSpPr>
          <p:cNvPr id="4" name="组合 2"/>
          <p:cNvGrpSpPr/>
          <p:nvPr/>
        </p:nvGrpSpPr>
        <p:grpSpPr>
          <a:xfrm>
            <a:off x="3428455" y="2169500"/>
            <a:ext cx="2362200" cy="2362200"/>
            <a:chOff x="977900" y="2247899"/>
            <a:chExt cx="2362200" cy="2362200"/>
          </a:xfrm>
        </p:grpSpPr>
        <p:sp>
          <p:nvSpPr>
            <p:cNvPr id="2" name="椭圆 1"/>
            <p:cNvSpPr/>
            <p:nvPr/>
          </p:nvSpPr>
          <p:spPr>
            <a:xfrm>
              <a:off x="977900" y="2247899"/>
              <a:ext cx="2362200" cy="2362200"/>
            </a:xfrm>
            <a:prstGeom prst="ellipse">
              <a:avLst/>
            </a:prstGeom>
            <a:solidFill>
              <a:schemeClr val="bg1"/>
            </a:solidFill>
            <a:ln>
              <a:solidFill>
                <a:schemeClr val="accent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dirty="0">
                <a:ln>
                  <a:noFill/>
                </a:ln>
                <a:solidFill>
                  <a:schemeClr val="lt1"/>
                </a:solidFill>
                <a:effectLst/>
                <a:uLnTx/>
                <a:uFillTx/>
                <a:latin typeface="+mn-lt"/>
                <a:ea typeface="微软雅黑" panose="020B0503020204020204" pitchFamily="34" charset="-122"/>
                <a:cs typeface="+mn-cs"/>
              </a:endParaRPr>
            </a:p>
          </p:txBody>
        </p:sp>
        <p:sp>
          <p:nvSpPr>
            <p:cNvPr id="18442" name="文本框 5"/>
            <p:cNvSpPr txBox="1"/>
            <p:nvPr/>
          </p:nvSpPr>
          <p:spPr>
            <a:xfrm>
              <a:off x="1316396" y="2644169"/>
              <a:ext cx="1736009" cy="1657985"/>
            </a:xfrm>
            <a:prstGeom prst="rect">
              <a:avLst/>
            </a:prstGeom>
            <a:noFill/>
            <a:ln w="9525">
              <a:noFill/>
            </a:ln>
          </p:spPr>
          <p:txBody>
            <a:bodyPr>
              <a:spAutoFit/>
            </a:bodyPr>
            <a:lstStyle>
              <a:lvl1pPr marL="228600" indent="-228600" algn="l" rtl="0" fontAlgn="base">
                <a:lnSpc>
                  <a:spcPct val="90000"/>
                </a:lnSpc>
                <a:spcBef>
                  <a:spcPts val="1000"/>
                </a:spcBef>
                <a:spcAft>
                  <a:spcPct val="0"/>
                </a:spcAft>
                <a:buFont typeface="Arial" panose="020B0604020202020204" pitchFamily="34" charset="0"/>
                <a:buChar char="•"/>
                <a:defRPr sz="2800" kern="1200">
                  <a:solidFill>
                    <a:schemeClr val="tx1"/>
                  </a:solidFill>
                  <a:latin typeface="+mn-lt"/>
                  <a:ea typeface="+mn-ea"/>
                  <a:cs typeface="+mn-cs"/>
                </a:defRPr>
              </a:lvl1pPr>
              <a:lvl2pPr marL="685800" indent="-228600" algn="l" rtl="0" fontAlgn="base">
                <a:lnSpc>
                  <a:spcPct val="90000"/>
                </a:lnSpc>
                <a:spcBef>
                  <a:spcPts val="500"/>
                </a:spcBef>
                <a:spcAft>
                  <a:spcPct val="0"/>
                </a:spcAft>
                <a:buFont typeface="Arial" panose="020B0604020202020204" pitchFamily="34" charset="0"/>
                <a:buChar char="•"/>
                <a:defRPr sz="2400" kern="1200">
                  <a:solidFill>
                    <a:schemeClr val="tx1"/>
                  </a:solidFill>
                  <a:latin typeface="+mn-lt"/>
                  <a:ea typeface="+mn-ea"/>
                  <a:cs typeface="+mn-cs"/>
                </a:defRPr>
              </a:lvl2pPr>
              <a:lvl3pPr marL="1143000" indent="-228600" algn="l" rtl="0" fontAlgn="base">
                <a:lnSpc>
                  <a:spcPct val="90000"/>
                </a:lnSpc>
                <a:spcBef>
                  <a:spcPts val="500"/>
                </a:spcBef>
                <a:spcAft>
                  <a:spcPct val="0"/>
                </a:spcAft>
                <a:buFont typeface="Arial" panose="020B0604020202020204" pitchFamily="34" charset="0"/>
                <a:buChar char="•"/>
                <a:defRPr sz="2000" kern="1200">
                  <a:solidFill>
                    <a:schemeClr val="tx1"/>
                  </a:solidFill>
                  <a:latin typeface="+mn-lt"/>
                  <a:ea typeface="+mn-ea"/>
                  <a:cs typeface="+mn-cs"/>
                </a:defRPr>
              </a:lvl3pPr>
              <a:lvl4pPr marL="16002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4pPr>
              <a:lvl5pPr marL="20574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5pPr>
            </a:lstStyle>
            <a:p>
              <a:pPr marL="0" lvl="0" indent="0" eaLnBrk="1" hangingPunct="1">
                <a:lnSpc>
                  <a:spcPct val="100000"/>
                </a:lnSpc>
                <a:spcBef>
                  <a:spcPct val="0"/>
                </a:spcBef>
                <a:buNone/>
              </a:pPr>
              <a:r>
                <a:rPr lang="en-US" altLang="zh-CN" sz="9600" b="1" dirty="0">
                  <a:solidFill>
                    <a:srgbClr val="FF0000"/>
                  </a:solidFill>
                  <a:latin typeface="微软雅黑" panose="020B0503020204020204" charset="-122"/>
                  <a:ea typeface="微软雅黑" panose="020B0503020204020204" charset="-122"/>
                </a:rPr>
                <a:t>0</a:t>
              </a:r>
              <a:r>
                <a:rPr lang="en-US" sz="9600" b="1" dirty="0">
                  <a:solidFill>
                    <a:srgbClr val="FF0000"/>
                  </a:solidFill>
                  <a:latin typeface="微软雅黑" panose="020B0503020204020204" charset="-122"/>
                  <a:ea typeface="微软雅黑" panose="020B0503020204020204" charset="-122"/>
                </a:rPr>
                <a:t>1</a:t>
              </a:r>
            </a:p>
          </p:txBody>
        </p:sp>
      </p:grpSp>
      <p:sp>
        <p:nvSpPr>
          <p:cNvPr id="40" name="文本框 39"/>
          <p:cNvSpPr txBox="1"/>
          <p:nvPr/>
        </p:nvSpPr>
        <p:spPr>
          <a:xfrm>
            <a:off x="6006555" y="2913198"/>
            <a:ext cx="5137150" cy="874395"/>
          </a:xfrm>
          <a:prstGeom prst="rect">
            <a:avLst/>
          </a:prstGeom>
          <a:noFill/>
        </p:spPr>
        <p:txBody>
          <a:bodyPr>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zh-CN" altLang="en-US" sz="4800" b="1" i="0" u="none" strike="noStrike" kern="1200" cap="none" spc="0" normalizeH="0" baseline="0" noProof="0" dirty="0">
                <a:ln>
                  <a:noFill/>
                </a:ln>
                <a:solidFill>
                  <a:schemeClr val="bg2">
                    <a:lumMod val="50000"/>
                  </a:schemeClr>
                </a:solidFill>
                <a:effectLst/>
                <a:uLnTx/>
                <a:uFillTx/>
                <a:latin typeface="微软雅黑" panose="020B0503020204020204" charset="-122"/>
                <a:ea typeface="微软雅黑" panose="020B0503020204020204" charset="-122"/>
                <a:cs typeface="+mn-cs"/>
              </a:rPr>
              <a:t>面向对象方法概述</a:t>
            </a:r>
          </a:p>
        </p:txBody>
      </p:sp>
      <p:grpSp>
        <p:nvGrpSpPr>
          <p:cNvPr id="11" name="组合 10"/>
          <p:cNvGrpSpPr/>
          <p:nvPr/>
        </p:nvGrpSpPr>
        <p:grpSpPr>
          <a:xfrm>
            <a:off x="6006465" y="4135755"/>
            <a:ext cx="3712845" cy="913130"/>
            <a:chOff x="9459" y="7137"/>
            <a:chExt cx="5847" cy="1438"/>
          </a:xfrm>
        </p:grpSpPr>
        <p:sp>
          <p:nvSpPr>
            <p:cNvPr id="48" name="文本框 47"/>
            <p:cNvSpPr txBox="1"/>
            <p:nvPr/>
          </p:nvSpPr>
          <p:spPr>
            <a:xfrm>
              <a:off x="9459" y="7137"/>
              <a:ext cx="5847" cy="658"/>
            </a:xfrm>
            <a:prstGeom prst="rect">
              <a:avLst/>
            </a:prstGeom>
            <a:noFill/>
          </p:spPr>
          <p:txBody>
            <a:bodyPr wrap="square">
              <a:spAutoFit/>
            </a:bodyPr>
            <a:lstStyle/>
            <a:p>
              <a:pPr marL="342900" marR="0" lvl="0" indent="-342900" algn="l" defTabSz="914400" rtl="0" eaLnBrk="1" fontAlgn="auto" latinLnBrk="0" hangingPunct="1">
                <a:lnSpc>
                  <a:spcPct val="100000"/>
                </a:lnSpc>
                <a:spcBef>
                  <a:spcPts val="0"/>
                </a:spcBef>
                <a:spcAft>
                  <a:spcPts val="0"/>
                </a:spcAft>
                <a:buClrTx/>
                <a:buSzTx/>
                <a:buFont typeface="Arial" panose="020B0604020202020204" pitchFamily="34" charset="0"/>
                <a:buChar char="•"/>
                <a:defRPr/>
              </a:pPr>
              <a:r>
                <a:rPr kumimoji="0" lang="zh-CN" altLang="en-US" sz="2000" b="0" i="0" u="none" strike="noStrike" kern="1200" cap="none" spc="0" normalizeH="0" baseline="0" noProof="0" dirty="0">
                  <a:ln>
                    <a:noFill/>
                  </a:ln>
                  <a:solidFill>
                    <a:schemeClr val="bg2">
                      <a:lumMod val="50000"/>
                    </a:schemeClr>
                  </a:solidFill>
                  <a:effectLst/>
                  <a:uLnTx/>
                  <a:uFillTx/>
                  <a:latin typeface="微软雅黑" panose="020B0503020204020204" charset="-122"/>
                  <a:ea typeface="微软雅黑" panose="020B0503020204020204" charset="-122"/>
                  <a:cs typeface="+mn-cs"/>
                </a:rPr>
                <a:t>面向对象方法的要素和优点</a:t>
              </a:r>
            </a:p>
          </p:txBody>
        </p:sp>
        <p:sp>
          <p:nvSpPr>
            <p:cNvPr id="50" name="文本框 49"/>
            <p:cNvSpPr txBox="1"/>
            <p:nvPr/>
          </p:nvSpPr>
          <p:spPr>
            <a:xfrm>
              <a:off x="9459" y="7917"/>
              <a:ext cx="5847" cy="658"/>
            </a:xfrm>
            <a:prstGeom prst="rect">
              <a:avLst/>
            </a:prstGeom>
            <a:noFill/>
          </p:spPr>
          <p:txBody>
            <a:bodyPr wrap="square">
              <a:spAutoFit/>
            </a:bodyPr>
            <a:lstStyle/>
            <a:p>
              <a:pPr marL="342900" marR="0" lvl="0" indent="-342900" algn="l" defTabSz="914400" rtl="0" eaLnBrk="1" fontAlgn="auto" latinLnBrk="0" hangingPunct="1">
                <a:lnSpc>
                  <a:spcPct val="100000"/>
                </a:lnSpc>
                <a:spcBef>
                  <a:spcPts val="0"/>
                </a:spcBef>
                <a:spcAft>
                  <a:spcPts val="0"/>
                </a:spcAft>
                <a:buClrTx/>
                <a:buSzTx/>
                <a:buFont typeface="Arial" panose="020B0604020202020204" pitchFamily="34" charset="0"/>
                <a:buChar char="•"/>
                <a:defRPr/>
              </a:pPr>
              <a:r>
                <a:rPr kumimoji="0" lang="zh-CN" altLang="en-US" sz="2000" b="0" i="0" u="none" strike="noStrike" kern="1200" cap="none" spc="0" normalizeH="0" baseline="0" noProof="0" dirty="0">
                  <a:ln>
                    <a:noFill/>
                  </a:ln>
                  <a:solidFill>
                    <a:schemeClr val="bg2">
                      <a:lumMod val="50000"/>
                    </a:schemeClr>
                  </a:solidFill>
                  <a:effectLst/>
                  <a:uLnTx/>
                  <a:uFillTx/>
                  <a:latin typeface="微软雅黑" panose="020B0503020204020204" charset="-122"/>
                  <a:ea typeface="微软雅黑" panose="020B0503020204020204" charset="-122"/>
                  <a:cs typeface="+mn-cs"/>
                </a:rPr>
                <a:t>面向对象方法的概念</a:t>
              </a:r>
            </a:p>
          </p:txBody>
        </p:sp>
      </p:grpSp>
    </p:spTree>
  </p:cSld>
  <p:clrMapOvr>
    <a:masterClrMapping/>
  </p:clrMapOvr>
  <p:transition spd="slow">
    <p:wipe/>
  </p:transition>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694801" y="360000"/>
            <a:ext cx="5401200" cy="523220"/>
          </a:xfrm>
        </p:spPr>
        <p:txBody>
          <a:bodyPr>
            <a:normAutofit/>
          </a:bodyPr>
          <a:lstStyle/>
          <a:p>
            <a:r>
              <a:rPr lang="en-US" dirty="0"/>
              <a:t>6.1 </a:t>
            </a:r>
            <a:r>
              <a:rPr lang="zh-CN" altLang="en-US" dirty="0"/>
              <a:t>面向对象方法概述</a:t>
            </a:r>
            <a:endParaRPr lang="en-US" altLang="zh-CN" dirty="0"/>
          </a:p>
        </p:txBody>
      </p:sp>
      <p:sp>
        <p:nvSpPr>
          <p:cNvPr id="21" name="文本占位符 20">
            <a:extLst>
              <a:ext uri="{FF2B5EF4-FFF2-40B4-BE49-F238E27FC236}">
                <a16:creationId xmlns:a16="http://schemas.microsoft.com/office/drawing/2014/main" id="{984881A7-0385-1A50-D787-CC039718B2E0}"/>
              </a:ext>
            </a:extLst>
          </p:cNvPr>
          <p:cNvSpPr>
            <a:spLocks noGrp="1"/>
          </p:cNvSpPr>
          <p:nvPr>
            <p:ph type="body" sz="quarter" idx="10"/>
          </p:nvPr>
        </p:nvSpPr>
        <p:spPr>
          <a:xfrm>
            <a:off x="900001" y="1322832"/>
            <a:ext cx="5196000" cy="400110"/>
          </a:xfrm>
        </p:spPr>
        <p:txBody>
          <a:bodyPr/>
          <a:lstStyle/>
          <a:p>
            <a:r>
              <a:rPr lang="zh-CN" altLang="en-US" dirty="0">
                <a:sym typeface="+mn-ea"/>
              </a:rPr>
              <a:t>传统软件工程方法</a:t>
            </a:r>
          </a:p>
        </p:txBody>
      </p:sp>
      <p:grpSp>
        <p:nvGrpSpPr>
          <p:cNvPr id="15" name="组合 14"/>
          <p:cNvGrpSpPr/>
          <p:nvPr/>
        </p:nvGrpSpPr>
        <p:grpSpPr>
          <a:xfrm>
            <a:off x="579453" y="1075803"/>
            <a:ext cx="11129645" cy="4598672"/>
            <a:chOff x="-234" y="1310"/>
            <a:chExt cx="17527" cy="7242"/>
          </a:xfrm>
        </p:grpSpPr>
        <p:grpSp>
          <p:nvGrpSpPr>
            <p:cNvPr id="2" name="组合 1"/>
            <p:cNvGrpSpPr/>
            <p:nvPr/>
          </p:nvGrpSpPr>
          <p:grpSpPr>
            <a:xfrm>
              <a:off x="-234" y="1310"/>
              <a:ext cx="17527" cy="7242"/>
              <a:chOff x="450350" y="1099955"/>
              <a:chExt cx="11129581" cy="4598538"/>
            </a:xfrm>
          </p:grpSpPr>
          <p:sp>
            <p:nvSpPr>
              <p:cNvPr id="4" name="MH_Other_1"/>
              <p:cNvSpPr/>
              <p:nvPr>
                <p:custDataLst>
                  <p:tags r:id="rId1"/>
                </p:custDataLst>
              </p:nvPr>
            </p:nvSpPr>
            <p:spPr>
              <a:xfrm rot="15013344" flipH="1">
                <a:off x="5732000" y="3022522"/>
                <a:ext cx="3272539" cy="2079403"/>
              </a:xfrm>
              <a:custGeom>
                <a:avLst/>
                <a:gdLst>
                  <a:gd name="connsiteX0" fmla="*/ 297033 w 4752528"/>
                  <a:gd name="connsiteY0" fmla="*/ 2376264 h 4752528"/>
                  <a:gd name="connsiteX1" fmla="*/ 2082640 w 4752528"/>
                  <a:gd name="connsiteY1" fmla="*/ 317870 h 4752528"/>
                  <a:gd name="connsiteX2" fmla="*/ 4372565 w 4752528"/>
                  <a:gd name="connsiteY2" fmla="*/ 1794901 h 4752528"/>
                  <a:gd name="connsiteX3" fmla="*/ 4655040 w 4752528"/>
                  <a:gd name="connsiteY3" fmla="*/ 1794900 h 4752528"/>
                  <a:gd name="connsiteX4" fmla="*/ 4158462 w 4752528"/>
                  <a:gd name="connsiteY4" fmla="*/ 2376264 h 4752528"/>
                  <a:gd name="connsiteX5" fmla="*/ 3466908 w 4752528"/>
                  <a:gd name="connsiteY5" fmla="*/ 1794900 h 4752528"/>
                  <a:gd name="connsiteX6" fmla="*/ 3742914 w 4752528"/>
                  <a:gd name="connsiteY6" fmla="*/ 1794900 h 4752528"/>
                  <a:gd name="connsiteX7" fmla="*/ 2079604 w 4752528"/>
                  <a:gd name="connsiteY7" fmla="*/ 921029 h 4752528"/>
                  <a:gd name="connsiteX8" fmla="*/ 891099 w 4752528"/>
                  <a:gd name="connsiteY8" fmla="*/ 2376264 h 4752528"/>
                  <a:gd name="connsiteX9" fmla="*/ 297033 w 4752528"/>
                  <a:gd name="connsiteY9" fmla="*/ 2376264 h 4752528"/>
                  <a:gd name="connsiteX0-1" fmla="*/ 0 w 4358007"/>
                  <a:gd name="connsiteY0-2" fmla="*/ 2079403 h 2079403"/>
                  <a:gd name="connsiteX1-3" fmla="*/ 1785607 w 4358007"/>
                  <a:gd name="connsiteY1-4" fmla="*/ 21009 h 2079403"/>
                  <a:gd name="connsiteX2-5" fmla="*/ 4075532 w 4358007"/>
                  <a:gd name="connsiteY2-6" fmla="*/ 1498040 h 2079403"/>
                  <a:gd name="connsiteX3-7" fmla="*/ 4358007 w 4358007"/>
                  <a:gd name="connsiteY3-8" fmla="*/ 1498039 h 2079403"/>
                  <a:gd name="connsiteX4-9" fmla="*/ 3861429 w 4358007"/>
                  <a:gd name="connsiteY4-10" fmla="*/ 2079403 h 2079403"/>
                  <a:gd name="connsiteX5-11" fmla="*/ 3169875 w 4358007"/>
                  <a:gd name="connsiteY5-12" fmla="*/ 1498039 h 2079403"/>
                  <a:gd name="connsiteX6-13" fmla="*/ 3445881 w 4358007"/>
                  <a:gd name="connsiteY6-14" fmla="*/ 1498039 h 2079403"/>
                  <a:gd name="connsiteX7-15" fmla="*/ 1782571 w 4358007"/>
                  <a:gd name="connsiteY7-16" fmla="*/ 624168 h 2079403"/>
                  <a:gd name="connsiteX8-17" fmla="*/ 62726 w 4358007"/>
                  <a:gd name="connsiteY8-18" fmla="*/ 2079403 h 2079403"/>
                  <a:gd name="connsiteX9-19" fmla="*/ 0 w 4358007"/>
                  <a:gd name="connsiteY9-20" fmla="*/ 2079403 h 2079403"/>
                  <a:gd name="connsiteX0-21" fmla="*/ 0 w 4358007"/>
                  <a:gd name="connsiteY0-22" fmla="*/ 2079403 h 2079403"/>
                  <a:gd name="connsiteX1-23" fmla="*/ 1785607 w 4358007"/>
                  <a:gd name="connsiteY1-24" fmla="*/ 21009 h 2079403"/>
                  <a:gd name="connsiteX2-25" fmla="*/ 4075532 w 4358007"/>
                  <a:gd name="connsiteY2-26" fmla="*/ 1498040 h 2079403"/>
                  <a:gd name="connsiteX3-27" fmla="*/ 4358007 w 4358007"/>
                  <a:gd name="connsiteY3-28" fmla="*/ 1498039 h 2079403"/>
                  <a:gd name="connsiteX4-29" fmla="*/ 3861429 w 4358007"/>
                  <a:gd name="connsiteY4-30" fmla="*/ 2079403 h 2079403"/>
                  <a:gd name="connsiteX5-31" fmla="*/ 3169875 w 4358007"/>
                  <a:gd name="connsiteY5-32" fmla="*/ 1498039 h 2079403"/>
                  <a:gd name="connsiteX6-33" fmla="*/ 3445881 w 4358007"/>
                  <a:gd name="connsiteY6-34" fmla="*/ 1498039 h 2079403"/>
                  <a:gd name="connsiteX7-35" fmla="*/ 1782571 w 4358007"/>
                  <a:gd name="connsiteY7-36" fmla="*/ 624168 h 2079403"/>
                  <a:gd name="connsiteX8-37" fmla="*/ 25655 w 4358007"/>
                  <a:gd name="connsiteY8-38" fmla="*/ 2067046 h 2079403"/>
                  <a:gd name="connsiteX9-39" fmla="*/ 0 w 4358007"/>
                  <a:gd name="connsiteY9-40" fmla="*/ 2079403 h 2079403"/>
                  <a:gd name="connsiteX0-41" fmla="*/ 0 w 4358007"/>
                  <a:gd name="connsiteY0-42" fmla="*/ 2079403 h 2079403"/>
                  <a:gd name="connsiteX1-43" fmla="*/ 1785607 w 4358007"/>
                  <a:gd name="connsiteY1-44" fmla="*/ 21009 h 2079403"/>
                  <a:gd name="connsiteX2-45" fmla="*/ 4075532 w 4358007"/>
                  <a:gd name="connsiteY2-46" fmla="*/ 1498040 h 2079403"/>
                  <a:gd name="connsiteX3-47" fmla="*/ 4358007 w 4358007"/>
                  <a:gd name="connsiteY3-48" fmla="*/ 1498039 h 2079403"/>
                  <a:gd name="connsiteX4-49" fmla="*/ 3861429 w 4358007"/>
                  <a:gd name="connsiteY4-50" fmla="*/ 2079403 h 2079403"/>
                  <a:gd name="connsiteX5-51" fmla="*/ 3169875 w 4358007"/>
                  <a:gd name="connsiteY5-52" fmla="*/ 1498039 h 2079403"/>
                  <a:gd name="connsiteX6-53" fmla="*/ 3445881 w 4358007"/>
                  <a:gd name="connsiteY6-54" fmla="*/ 1498039 h 2079403"/>
                  <a:gd name="connsiteX7-55" fmla="*/ 1782571 w 4358007"/>
                  <a:gd name="connsiteY7-56" fmla="*/ 624168 h 2079403"/>
                  <a:gd name="connsiteX8-57" fmla="*/ 25655 w 4358007"/>
                  <a:gd name="connsiteY8-58" fmla="*/ 2067046 h 2079403"/>
                  <a:gd name="connsiteX9-59" fmla="*/ 0 w 4358007"/>
                  <a:gd name="connsiteY9-60" fmla="*/ 2079403 h 2079403"/>
                  <a:gd name="connsiteX0-61" fmla="*/ 0 w 4358007"/>
                  <a:gd name="connsiteY0-62" fmla="*/ 2079403 h 2079403"/>
                  <a:gd name="connsiteX1-63" fmla="*/ 1785607 w 4358007"/>
                  <a:gd name="connsiteY1-64" fmla="*/ 21009 h 2079403"/>
                  <a:gd name="connsiteX2-65" fmla="*/ 4075532 w 4358007"/>
                  <a:gd name="connsiteY2-66" fmla="*/ 1498040 h 2079403"/>
                  <a:gd name="connsiteX3-67" fmla="*/ 4358007 w 4358007"/>
                  <a:gd name="connsiteY3-68" fmla="*/ 1498039 h 2079403"/>
                  <a:gd name="connsiteX4-69" fmla="*/ 3861429 w 4358007"/>
                  <a:gd name="connsiteY4-70" fmla="*/ 2079403 h 2079403"/>
                  <a:gd name="connsiteX5-71" fmla="*/ 3169875 w 4358007"/>
                  <a:gd name="connsiteY5-72" fmla="*/ 1498039 h 2079403"/>
                  <a:gd name="connsiteX6-73" fmla="*/ 3445881 w 4358007"/>
                  <a:gd name="connsiteY6-74" fmla="*/ 1498039 h 2079403"/>
                  <a:gd name="connsiteX7-75" fmla="*/ 1819641 w 4358007"/>
                  <a:gd name="connsiteY7-76" fmla="*/ 339962 h 2079403"/>
                  <a:gd name="connsiteX8-77" fmla="*/ 25655 w 4358007"/>
                  <a:gd name="connsiteY8-78" fmla="*/ 2067046 h 2079403"/>
                  <a:gd name="connsiteX9-79" fmla="*/ 0 w 4358007"/>
                  <a:gd name="connsiteY9-80" fmla="*/ 2079403 h 2079403"/>
                  <a:gd name="connsiteX0-81" fmla="*/ 0 w 4358007"/>
                  <a:gd name="connsiteY0-82" fmla="*/ 2079403 h 2079403"/>
                  <a:gd name="connsiteX1-83" fmla="*/ 1785607 w 4358007"/>
                  <a:gd name="connsiteY1-84" fmla="*/ 21009 h 2079403"/>
                  <a:gd name="connsiteX2-85" fmla="*/ 4075532 w 4358007"/>
                  <a:gd name="connsiteY2-86" fmla="*/ 1498040 h 2079403"/>
                  <a:gd name="connsiteX3-87" fmla="*/ 4358007 w 4358007"/>
                  <a:gd name="connsiteY3-88" fmla="*/ 1498039 h 2079403"/>
                  <a:gd name="connsiteX4-89" fmla="*/ 3861429 w 4358007"/>
                  <a:gd name="connsiteY4-90" fmla="*/ 2079403 h 2079403"/>
                  <a:gd name="connsiteX5-91" fmla="*/ 3169875 w 4358007"/>
                  <a:gd name="connsiteY5-92" fmla="*/ 1498039 h 2079403"/>
                  <a:gd name="connsiteX6-93" fmla="*/ 3445881 w 4358007"/>
                  <a:gd name="connsiteY6-94" fmla="*/ 1498039 h 2079403"/>
                  <a:gd name="connsiteX7-95" fmla="*/ 1770214 w 4358007"/>
                  <a:gd name="connsiteY7-96" fmla="*/ 525314 h 2079403"/>
                  <a:gd name="connsiteX8-97" fmla="*/ 25655 w 4358007"/>
                  <a:gd name="connsiteY8-98" fmla="*/ 2067046 h 2079403"/>
                  <a:gd name="connsiteX9-99" fmla="*/ 0 w 4358007"/>
                  <a:gd name="connsiteY9-100" fmla="*/ 2079403 h 2079403"/>
                  <a:gd name="connsiteX0-101" fmla="*/ 0 w 4358007"/>
                  <a:gd name="connsiteY0-102" fmla="*/ 2079403 h 2079403"/>
                  <a:gd name="connsiteX1-103" fmla="*/ 1785607 w 4358007"/>
                  <a:gd name="connsiteY1-104" fmla="*/ 21009 h 2079403"/>
                  <a:gd name="connsiteX2-105" fmla="*/ 4075532 w 4358007"/>
                  <a:gd name="connsiteY2-106" fmla="*/ 1498040 h 2079403"/>
                  <a:gd name="connsiteX3-107" fmla="*/ 4358007 w 4358007"/>
                  <a:gd name="connsiteY3-108" fmla="*/ 1498039 h 2079403"/>
                  <a:gd name="connsiteX4-109" fmla="*/ 3861429 w 4358007"/>
                  <a:gd name="connsiteY4-110" fmla="*/ 2079403 h 2079403"/>
                  <a:gd name="connsiteX5-111" fmla="*/ 3169875 w 4358007"/>
                  <a:gd name="connsiteY5-112" fmla="*/ 1498039 h 2079403"/>
                  <a:gd name="connsiteX6-113" fmla="*/ 3445881 w 4358007"/>
                  <a:gd name="connsiteY6-114" fmla="*/ 1498039 h 2079403"/>
                  <a:gd name="connsiteX7-115" fmla="*/ 1535436 w 4358007"/>
                  <a:gd name="connsiteY7-116" fmla="*/ 463531 h 2079403"/>
                  <a:gd name="connsiteX8-117" fmla="*/ 25655 w 4358007"/>
                  <a:gd name="connsiteY8-118" fmla="*/ 2067046 h 2079403"/>
                  <a:gd name="connsiteX9-119" fmla="*/ 0 w 4358007"/>
                  <a:gd name="connsiteY9-120" fmla="*/ 2079403 h 2079403"/>
                  <a:gd name="connsiteX0-121" fmla="*/ 0 w 4358007"/>
                  <a:gd name="connsiteY0-122" fmla="*/ 2079403 h 2079403"/>
                  <a:gd name="connsiteX1-123" fmla="*/ 1785607 w 4358007"/>
                  <a:gd name="connsiteY1-124" fmla="*/ 21009 h 2079403"/>
                  <a:gd name="connsiteX2-125" fmla="*/ 4075532 w 4358007"/>
                  <a:gd name="connsiteY2-126" fmla="*/ 1498040 h 2079403"/>
                  <a:gd name="connsiteX3-127" fmla="*/ 4358007 w 4358007"/>
                  <a:gd name="connsiteY3-128" fmla="*/ 1498039 h 2079403"/>
                  <a:gd name="connsiteX4-129" fmla="*/ 3268305 w 4358007"/>
                  <a:gd name="connsiteY4-130" fmla="*/ 1683987 h 2079403"/>
                  <a:gd name="connsiteX5-131" fmla="*/ 3169875 w 4358007"/>
                  <a:gd name="connsiteY5-132" fmla="*/ 1498039 h 2079403"/>
                  <a:gd name="connsiteX6-133" fmla="*/ 3445881 w 4358007"/>
                  <a:gd name="connsiteY6-134" fmla="*/ 1498039 h 2079403"/>
                  <a:gd name="connsiteX7-135" fmla="*/ 1535436 w 4358007"/>
                  <a:gd name="connsiteY7-136" fmla="*/ 463531 h 2079403"/>
                  <a:gd name="connsiteX8-137" fmla="*/ 25655 w 4358007"/>
                  <a:gd name="connsiteY8-138" fmla="*/ 2067046 h 2079403"/>
                  <a:gd name="connsiteX9-139" fmla="*/ 0 w 4358007"/>
                  <a:gd name="connsiteY9-140" fmla="*/ 2079403 h 2079403"/>
                  <a:gd name="connsiteX0-141" fmla="*/ 0 w 4358007"/>
                  <a:gd name="connsiteY0-142" fmla="*/ 2079403 h 2079403"/>
                  <a:gd name="connsiteX1-143" fmla="*/ 1785607 w 4358007"/>
                  <a:gd name="connsiteY1-144" fmla="*/ 21009 h 2079403"/>
                  <a:gd name="connsiteX2-145" fmla="*/ 4075532 w 4358007"/>
                  <a:gd name="connsiteY2-146" fmla="*/ 1498040 h 2079403"/>
                  <a:gd name="connsiteX3-147" fmla="*/ 4358007 w 4358007"/>
                  <a:gd name="connsiteY3-148" fmla="*/ 1498039 h 2079403"/>
                  <a:gd name="connsiteX4-149" fmla="*/ 3268305 w 4358007"/>
                  <a:gd name="connsiteY4-150" fmla="*/ 1683987 h 2079403"/>
                  <a:gd name="connsiteX5-151" fmla="*/ 3251241 w 4358007"/>
                  <a:gd name="connsiteY5-152" fmla="*/ 1673622 h 2079403"/>
                  <a:gd name="connsiteX6-153" fmla="*/ 3169875 w 4358007"/>
                  <a:gd name="connsiteY6-154" fmla="*/ 1498039 h 2079403"/>
                  <a:gd name="connsiteX7-155" fmla="*/ 3445881 w 4358007"/>
                  <a:gd name="connsiteY7-156" fmla="*/ 1498039 h 2079403"/>
                  <a:gd name="connsiteX8-157" fmla="*/ 1535436 w 4358007"/>
                  <a:gd name="connsiteY8-158" fmla="*/ 463531 h 2079403"/>
                  <a:gd name="connsiteX9-159" fmla="*/ 25655 w 4358007"/>
                  <a:gd name="connsiteY9-160" fmla="*/ 2067046 h 2079403"/>
                  <a:gd name="connsiteX10" fmla="*/ 0 w 4358007"/>
                  <a:gd name="connsiteY10" fmla="*/ 2079403 h 2079403"/>
                  <a:gd name="connsiteX0-161" fmla="*/ 0 w 4358007"/>
                  <a:gd name="connsiteY0-162" fmla="*/ 2079403 h 2079403"/>
                  <a:gd name="connsiteX1-163" fmla="*/ 1785607 w 4358007"/>
                  <a:gd name="connsiteY1-164" fmla="*/ 21009 h 2079403"/>
                  <a:gd name="connsiteX2-165" fmla="*/ 4075532 w 4358007"/>
                  <a:gd name="connsiteY2-166" fmla="*/ 1498040 h 2079403"/>
                  <a:gd name="connsiteX3-167" fmla="*/ 4358007 w 4358007"/>
                  <a:gd name="connsiteY3-168" fmla="*/ 1498039 h 2079403"/>
                  <a:gd name="connsiteX4-169" fmla="*/ 3268305 w 4358007"/>
                  <a:gd name="connsiteY4-170" fmla="*/ 1683987 h 2079403"/>
                  <a:gd name="connsiteX5-171" fmla="*/ 3115316 w 4358007"/>
                  <a:gd name="connsiteY5-172" fmla="*/ 1661266 h 2079403"/>
                  <a:gd name="connsiteX6-173" fmla="*/ 3169875 w 4358007"/>
                  <a:gd name="connsiteY6-174" fmla="*/ 1498039 h 2079403"/>
                  <a:gd name="connsiteX7-175" fmla="*/ 3445881 w 4358007"/>
                  <a:gd name="connsiteY7-176" fmla="*/ 1498039 h 2079403"/>
                  <a:gd name="connsiteX8-177" fmla="*/ 1535436 w 4358007"/>
                  <a:gd name="connsiteY8-178" fmla="*/ 463531 h 2079403"/>
                  <a:gd name="connsiteX9-179" fmla="*/ 25655 w 4358007"/>
                  <a:gd name="connsiteY9-180" fmla="*/ 2067046 h 2079403"/>
                  <a:gd name="connsiteX10-181" fmla="*/ 0 w 4358007"/>
                  <a:gd name="connsiteY10-182" fmla="*/ 2079403 h 2079403"/>
                  <a:gd name="connsiteX0-183" fmla="*/ 0 w 4358007"/>
                  <a:gd name="connsiteY0-184" fmla="*/ 2079403 h 2079403"/>
                  <a:gd name="connsiteX1-185" fmla="*/ 1785607 w 4358007"/>
                  <a:gd name="connsiteY1-186" fmla="*/ 21009 h 2079403"/>
                  <a:gd name="connsiteX2-187" fmla="*/ 4075532 w 4358007"/>
                  <a:gd name="connsiteY2-188" fmla="*/ 1498040 h 2079403"/>
                  <a:gd name="connsiteX3-189" fmla="*/ 4358007 w 4358007"/>
                  <a:gd name="connsiteY3-190" fmla="*/ 1498039 h 2079403"/>
                  <a:gd name="connsiteX4-191" fmla="*/ 4355700 w 4358007"/>
                  <a:gd name="connsiteY4-192" fmla="*/ 1683987 h 2079403"/>
                  <a:gd name="connsiteX5-193" fmla="*/ 3115316 w 4358007"/>
                  <a:gd name="connsiteY5-194" fmla="*/ 1661266 h 2079403"/>
                  <a:gd name="connsiteX6-195" fmla="*/ 3169875 w 4358007"/>
                  <a:gd name="connsiteY6-196" fmla="*/ 1498039 h 2079403"/>
                  <a:gd name="connsiteX7-197" fmla="*/ 3445881 w 4358007"/>
                  <a:gd name="connsiteY7-198" fmla="*/ 1498039 h 2079403"/>
                  <a:gd name="connsiteX8-199" fmla="*/ 1535436 w 4358007"/>
                  <a:gd name="connsiteY8-200" fmla="*/ 463531 h 2079403"/>
                  <a:gd name="connsiteX9-201" fmla="*/ 25655 w 4358007"/>
                  <a:gd name="connsiteY9-202" fmla="*/ 2067046 h 2079403"/>
                  <a:gd name="connsiteX10-203" fmla="*/ 0 w 4358007"/>
                  <a:gd name="connsiteY10-204" fmla="*/ 2079403 h 2079403"/>
                  <a:gd name="connsiteX0-205" fmla="*/ 0 w 4358007"/>
                  <a:gd name="connsiteY0-206" fmla="*/ 2079403 h 2079403"/>
                  <a:gd name="connsiteX1-207" fmla="*/ 1785607 w 4358007"/>
                  <a:gd name="connsiteY1-208" fmla="*/ 21009 h 2079403"/>
                  <a:gd name="connsiteX2-209" fmla="*/ 4075532 w 4358007"/>
                  <a:gd name="connsiteY2-210" fmla="*/ 1498040 h 2079403"/>
                  <a:gd name="connsiteX3-211" fmla="*/ 4358007 w 4358007"/>
                  <a:gd name="connsiteY3-212" fmla="*/ 1498039 h 2079403"/>
                  <a:gd name="connsiteX4-213" fmla="*/ 4355700 w 4358007"/>
                  <a:gd name="connsiteY4-214" fmla="*/ 1683987 h 2079403"/>
                  <a:gd name="connsiteX5-215" fmla="*/ 3152386 w 4358007"/>
                  <a:gd name="connsiteY5-216" fmla="*/ 1636552 h 2079403"/>
                  <a:gd name="connsiteX6-217" fmla="*/ 3169875 w 4358007"/>
                  <a:gd name="connsiteY6-218" fmla="*/ 1498039 h 2079403"/>
                  <a:gd name="connsiteX7-219" fmla="*/ 3445881 w 4358007"/>
                  <a:gd name="connsiteY7-220" fmla="*/ 1498039 h 2079403"/>
                  <a:gd name="connsiteX8-221" fmla="*/ 1535436 w 4358007"/>
                  <a:gd name="connsiteY8-222" fmla="*/ 463531 h 2079403"/>
                  <a:gd name="connsiteX9-223" fmla="*/ 25655 w 4358007"/>
                  <a:gd name="connsiteY9-224" fmla="*/ 2067046 h 2079403"/>
                  <a:gd name="connsiteX10-225" fmla="*/ 0 w 4358007"/>
                  <a:gd name="connsiteY10-226" fmla="*/ 2079403 h 2079403"/>
                  <a:gd name="connsiteX0-227" fmla="*/ 0 w 4358007"/>
                  <a:gd name="connsiteY0-228" fmla="*/ 2079403 h 2079403"/>
                  <a:gd name="connsiteX1-229" fmla="*/ 1785607 w 4358007"/>
                  <a:gd name="connsiteY1-230" fmla="*/ 21009 h 2079403"/>
                  <a:gd name="connsiteX2-231" fmla="*/ 4075532 w 4358007"/>
                  <a:gd name="connsiteY2-232" fmla="*/ 1498040 h 2079403"/>
                  <a:gd name="connsiteX3-233" fmla="*/ 4358007 w 4358007"/>
                  <a:gd name="connsiteY3-234" fmla="*/ 1498039 h 2079403"/>
                  <a:gd name="connsiteX4-235" fmla="*/ 4355700 w 4358007"/>
                  <a:gd name="connsiteY4-236" fmla="*/ 1683987 h 2079403"/>
                  <a:gd name="connsiteX5-237" fmla="*/ 3190806 w 4358007"/>
                  <a:gd name="connsiteY5-238" fmla="*/ 1636552 h 2079403"/>
                  <a:gd name="connsiteX6-239" fmla="*/ 3169875 w 4358007"/>
                  <a:gd name="connsiteY6-240" fmla="*/ 1498039 h 2079403"/>
                  <a:gd name="connsiteX7-241" fmla="*/ 3445881 w 4358007"/>
                  <a:gd name="connsiteY7-242" fmla="*/ 1498039 h 2079403"/>
                  <a:gd name="connsiteX8-243" fmla="*/ 1535436 w 4358007"/>
                  <a:gd name="connsiteY8-244" fmla="*/ 463531 h 2079403"/>
                  <a:gd name="connsiteX9-245" fmla="*/ 25655 w 4358007"/>
                  <a:gd name="connsiteY9-246" fmla="*/ 2067046 h 2079403"/>
                  <a:gd name="connsiteX10-247" fmla="*/ 0 w 4358007"/>
                  <a:gd name="connsiteY10-248" fmla="*/ 2079403 h 2079403"/>
                  <a:gd name="connsiteX0-249" fmla="*/ 0 w 4358007"/>
                  <a:gd name="connsiteY0-250" fmla="*/ 2079403 h 2079403"/>
                  <a:gd name="connsiteX1-251" fmla="*/ 1785607 w 4358007"/>
                  <a:gd name="connsiteY1-252" fmla="*/ 21009 h 2079403"/>
                  <a:gd name="connsiteX2-253" fmla="*/ 4075532 w 4358007"/>
                  <a:gd name="connsiteY2-254" fmla="*/ 1498040 h 2079403"/>
                  <a:gd name="connsiteX3-255" fmla="*/ 4358007 w 4358007"/>
                  <a:gd name="connsiteY3-256" fmla="*/ 1498039 h 2079403"/>
                  <a:gd name="connsiteX4-257" fmla="*/ 4340332 w 4358007"/>
                  <a:gd name="connsiteY4-258" fmla="*/ 1614830 h 2079403"/>
                  <a:gd name="connsiteX5-259" fmla="*/ 3190806 w 4358007"/>
                  <a:gd name="connsiteY5-260" fmla="*/ 1636552 h 2079403"/>
                  <a:gd name="connsiteX6-261" fmla="*/ 3169875 w 4358007"/>
                  <a:gd name="connsiteY6-262" fmla="*/ 1498039 h 2079403"/>
                  <a:gd name="connsiteX7-263" fmla="*/ 3445881 w 4358007"/>
                  <a:gd name="connsiteY7-264" fmla="*/ 1498039 h 2079403"/>
                  <a:gd name="connsiteX8-265" fmla="*/ 1535436 w 4358007"/>
                  <a:gd name="connsiteY8-266" fmla="*/ 463531 h 2079403"/>
                  <a:gd name="connsiteX9-267" fmla="*/ 25655 w 4358007"/>
                  <a:gd name="connsiteY9-268" fmla="*/ 2067046 h 2079403"/>
                  <a:gd name="connsiteX10-269" fmla="*/ 0 w 4358007"/>
                  <a:gd name="connsiteY10-270" fmla="*/ 2079403 h 2079403"/>
                  <a:gd name="connsiteX0-271" fmla="*/ 0 w 4358007"/>
                  <a:gd name="connsiteY0-272" fmla="*/ 2079403 h 2079403"/>
                  <a:gd name="connsiteX1-273" fmla="*/ 1785607 w 4358007"/>
                  <a:gd name="connsiteY1-274" fmla="*/ 21009 h 2079403"/>
                  <a:gd name="connsiteX2-275" fmla="*/ 4075532 w 4358007"/>
                  <a:gd name="connsiteY2-276" fmla="*/ 1498040 h 2079403"/>
                  <a:gd name="connsiteX3-277" fmla="*/ 4358007 w 4358007"/>
                  <a:gd name="connsiteY3-278" fmla="*/ 1498039 h 2079403"/>
                  <a:gd name="connsiteX4-279" fmla="*/ 4340332 w 4358007"/>
                  <a:gd name="connsiteY4-280" fmla="*/ 1614830 h 2079403"/>
                  <a:gd name="connsiteX5-281" fmla="*/ 3190806 w 4358007"/>
                  <a:gd name="connsiteY5-282" fmla="*/ 1621184 h 2079403"/>
                  <a:gd name="connsiteX6-283" fmla="*/ 3169875 w 4358007"/>
                  <a:gd name="connsiteY6-284" fmla="*/ 1498039 h 2079403"/>
                  <a:gd name="connsiteX7-285" fmla="*/ 3445881 w 4358007"/>
                  <a:gd name="connsiteY7-286" fmla="*/ 1498039 h 2079403"/>
                  <a:gd name="connsiteX8-287" fmla="*/ 1535436 w 4358007"/>
                  <a:gd name="connsiteY8-288" fmla="*/ 463531 h 2079403"/>
                  <a:gd name="connsiteX9-289" fmla="*/ 25655 w 4358007"/>
                  <a:gd name="connsiteY9-290" fmla="*/ 2067046 h 2079403"/>
                  <a:gd name="connsiteX10-291" fmla="*/ 0 w 4358007"/>
                  <a:gd name="connsiteY10-292" fmla="*/ 2079403 h 2079403"/>
                  <a:gd name="connsiteX0-293" fmla="*/ 0 w 4363385"/>
                  <a:gd name="connsiteY0-294" fmla="*/ 2079403 h 2079403"/>
                  <a:gd name="connsiteX1-295" fmla="*/ 1785607 w 4363385"/>
                  <a:gd name="connsiteY1-296" fmla="*/ 21009 h 2079403"/>
                  <a:gd name="connsiteX2-297" fmla="*/ 4075532 w 4363385"/>
                  <a:gd name="connsiteY2-298" fmla="*/ 1498040 h 2079403"/>
                  <a:gd name="connsiteX3-299" fmla="*/ 4358007 w 4363385"/>
                  <a:gd name="connsiteY3-300" fmla="*/ 1498039 h 2079403"/>
                  <a:gd name="connsiteX4-301" fmla="*/ 4363385 w 4363385"/>
                  <a:gd name="connsiteY4-302" fmla="*/ 1614830 h 2079403"/>
                  <a:gd name="connsiteX5-303" fmla="*/ 3190806 w 4363385"/>
                  <a:gd name="connsiteY5-304" fmla="*/ 1621184 h 2079403"/>
                  <a:gd name="connsiteX6-305" fmla="*/ 3169875 w 4363385"/>
                  <a:gd name="connsiteY6-306" fmla="*/ 1498039 h 2079403"/>
                  <a:gd name="connsiteX7-307" fmla="*/ 3445881 w 4363385"/>
                  <a:gd name="connsiteY7-308" fmla="*/ 1498039 h 2079403"/>
                  <a:gd name="connsiteX8-309" fmla="*/ 1535436 w 4363385"/>
                  <a:gd name="connsiteY8-310" fmla="*/ 463531 h 2079403"/>
                  <a:gd name="connsiteX9-311" fmla="*/ 25655 w 4363385"/>
                  <a:gd name="connsiteY9-312" fmla="*/ 2067046 h 2079403"/>
                  <a:gd name="connsiteX10-313" fmla="*/ 0 w 4363385"/>
                  <a:gd name="connsiteY10-314" fmla="*/ 2079403 h 2079403"/>
                </a:gdLst>
                <a:ahLst/>
                <a:cxnLst>
                  <a:cxn ang="0">
                    <a:pos x="connsiteX0-1" y="connsiteY0-2"/>
                  </a:cxn>
                  <a:cxn ang="0">
                    <a:pos x="connsiteX1-3" y="connsiteY1-4"/>
                  </a:cxn>
                  <a:cxn ang="0">
                    <a:pos x="connsiteX2-5" y="connsiteY2-6"/>
                  </a:cxn>
                  <a:cxn ang="0">
                    <a:pos x="connsiteX3-7" y="connsiteY3-8"/>
                  </a:cxn>
                  <a:cxn ang="0">
                    <a:pos x="connsiteX4-9" y="connsiteY4-10"/>
                  </a:cxn>
                  <a:cxn ang="0">
                    <a:pos x="connsiteX5-11" y="connsiteY5-12"/>
                  </a:cxn>
                  <a:cxn ang="0">
                    <a:pos x="connsiteX6-13" y="connsiteY6-14"/>
                  </a:cxn>
                  <a:cxn ang="0">
                    <a:pos x="connsiteX7-15" y="connsiteY7-16"/>
                  </a:cxn>
                  <a:cxn ang="0">
                    <a:pos x="connsiteX8-17" y="connsiteY8-18"/>
                  </a:cxn>
                  <a:cxn ang="0">
                    <a:pos x="connsiteX9-19" y="connsiteY9-20"/>
                  </a:cxn>
                  <a:cxn ang="0">
                    <a:pos x="connsiteX10-181" y="connsiteY10-182"/>
                  </a:cxn>
                </a:cxnLst>
                <a:rect l="l" t="t" r="r" b="b"/>
                <a:pathLst>
                  <a:path w="4363385" h="2079403">
                    <a:moveTo>
                      <a:pt x="0" y="2079403"/>
                    </a:moveTo>
                    <a:cubicBezTo>
                      <a:pt x="0" y="1044510"/>
                      <a:pt x="761085" y="167154"/>
                      <a:pt x="1785607" y="21009"/>
                    </a:cubicBezTo>
                    <a:cubicBezTo>
                      <a:pt x="2810128" y="-125136"/>
                      <a:pt x="3786171" y="504424"/>
                      <a:pt x="4075532" y="1498040"/>
                    </a:cubicBezTo>
                    <a:lnTo>
                      <a:pt x="4358007" y="1498039"/>
                    </a:lnTo>
                    <a:lnTo>
                      <a:pt x="4363385" y="1614830"/>
                    </a:lnTo>
                    <a:lnTo>
                      <a:pt x="3190806" y="1621184"/>
                    </a:lnTo>
                    <a:lnTo>
                      <a:pt x="3169875" y="1498039"/>
                    </a:lnTo>
                    <a:lnTo>
                      <a:pt x="3445881" y="1498039"/>
                    </a:lnTo>
                    <a:cubicBezTo>
                      <a:pt x="3169566" y="848487"/>
                      <a:pt x="2227092" y="322532"/>
                      <a:pt x="1535436" y="463531"/>
                    </a:cubicBezTo>
                    <a:cubicBezTo>
                      <a:pt x="843780" y="604530"/>
                      <a:pt x="25655" y="1361164"/>
                      <a:pt x="25655" y="2067046"/>
                    </a:cubicBezTo>
                    <a:lnTo>
                      <a:pt x="0" y="2079403"/>
                    </a:lnTo>
                    <a:close/>
                  </a:path>
                </a:pathLst>
              </a:custGeom>
              <a:gradFill flip="none" rotWithShape="1">
                <a:gsLst>
                  <a:gs pos="43000">
                    <a:schemeClr val="tx1">
                      <a:lumMod val="95000"/>
                      <a:lumOff val="5000"/>
                    </a:schemeClr>
                  </a:gs>
                  <a:gs pos="14000">
                    <a:schemeClr val="tx1">
                      <a:lumMod val="50000"/>
                      <a:lumOff val="50000"/>
                    </a:schemeClr>
                  </a:gs>
                  <a:gs pos="100000">
                    <a:schemeClr val="tx1">
                      <a:lumMod val="50000"/>
                      <a:lumOff val="50000"/>
                    </a:schemeClr>
                  </a:gs>
                </a:gsLst>
                <a:lin ang="2700000" scaled="1"/>
                <a:tileRect/>
              </a:gradFill>
              <a:ln>
                <a:noFill/>
              </a:ln>
              <a:effectLst/>
              <a:scene3d>
                <a:camera prst="orthographicFront"/>
                <a:lightRig rig="flat" dir="t">
                  <a:rot lat="0" lon="0" rev="11400000"/>
                </a:lightRig>
              </a:scene3d>
              <a:sp3d extrusionH="1270000" contourW="12700" prstMaterial="softEdge">
                <a:bevelB h="107950"/>
                <a:extrusionClr>
                  <a:schemeClr val="accent2">
                    <a:lumMod val="50000"/>
                  </a:schemeClr>
                </a:extrusionClr>
                <a:contourClr>
                  <a:srgbClr val="FFFFFF"/>
                </a:contourClr>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sz="1350" dirty="0">
                  <a:solidFill>
                    <a:schemeClr val="tx1"/>
                  </a:solidFill>
                  <a:latin typeface="+mn-ea"/>
                </a:endParaRPr>
              </a:p>
            </p:txBody>
          </p:sp>
          <p:sp>
            <p:nvSpPr>
              <p:cNvPr id="5" name="MH_Other_2"/>
              <p:cNvSpPr/>
              <p:nvPr>
                <p:custDataLst>
                  <p:tags r:id="rId2"/>
                </p:custDataLst>
              </p:nvPr>
            </p:nvSpPr>
            <p:spPr>
              <a:xfrm rot="15013344" flipH="1">
                <a:off x="5923809" y="2890569"/>
                <a:ext cx="3268505" cy="2252397"/>
              </a:xfrm>
              <a:custGeom>
                <a:avLst/>
                <a:gdLst>
                  <a:gd name="connsiteX0" fmla="*/ 297033 w 4752528"/>
                  <a:gd name="connsiteY0" fmla="*/ 2376264 h 4752528"/>
                  <a:gd name="connsiteX1" fmla="*/ 2082640 w 4752528"/>
                  <a:gd name="connsiteY1" fmla="*/ 317870 h 4752528"/>
                  <a:gd name="connsiteX2" fmla="*/ 4372565 w 4752528"/>
                  <a:gd name="connsiteY2" fmla="*/ 1794901 h 4752528"/>
                  <a:gd name="connsiteX3" fmla="*/ 4655040 w 4752528"/>
                  <a:gd name="connsiteY3" fmla="*/ 1794900 h 4752528"/>
                  <a:gd name="connsiteX4" fmla="*/ 4158462 w 4752528"/>
                  <a:gd name="connsiteY4" fmla="*/ 2376264 h 4752528"/>
                  <a:gd name="connsiteX5" fmla="*/ 3466908 w 4752528"/>
                  <a:gd name="connsiteY5" fmla="*/ 1794900 h 4752528"/>
                  <a:gd name="connsiteX6" fmla="*/ 3742914 w 4752528"/>
                  <a:gd name="connsiteY6" fmla="*/ 1794900 h 4752528"/>
                  <a:gd name="connsiteX7" fmla="*/ 2079604 w 4752528"/>
                  <a:gd name="connsiteY7" fmla="*/ 921029 h 4752528"/>
                  <a:gd name="connsiteX8" fmla="*/ 891099 w 4752528"/>
                  <a:gd name="connsiteY8" fmla="*/ 2376264 h 4752528"/>
                  <a:gd name="connsiteX9" fmla="*/ 297033 w 4752528"/>
                  <a:gd name="connsiteY9" fmla="*/ 2376264 h 4752528"/>
                  <a:gd name="connsiteX0-1" fmla="*/ 0 w 4358007"/>
                  <a:gd name="connsiteY0-2" fmla="*/ 2079403 h 2079403"/>
                  <a:gd name="connsiteX1-3" fmla="*/ 1785607 w 4358007"/>
                  <a:gd name="connsiteY1-4" fmla="*/ 21009 h 2079403"/>
                  <a:gd name="connsiteX2-5" fmla="*/ 4075532 w 4358007"/>
                  <a:gd name="connsiteY2-6" fmla="*/ 1498040 h 2079403"/>
                  <a:gd name="connsiteX3-7" fmla="*/ 4358007 w 4358007"/>
                  <a:gd name="connsiteY3-8" fmla="*/ 1498039 h 2079403"/>
                  <a:gd name="connsiteX4-9" fmla="*/ 3861429 w 4358007"/>
                  <a:gd name="connsiteY4-10" fmla="*/ 2079403 h 2079403"/>
                  <a:gd name="connsiteX5-11" fmla="*/ 3169875 w 4358007"/>
                  <a:gd name="connsiteY5-12" fmla="*/ 1498039 h 2079403"/>
                  <a:gd name="connsiteX6-13" fmla="*/ 3445881 w 4358007"/>
                  <a:gd name="connsiteY6-14" fmla="*/ 1498039 h 2079403"/>
                  <a:gd name="connsiteX7-15" fmla="*/ 1782571 w 4358007"/>
                  <a:gd name="connsiteY7-16" fmla="*/ 624168 h 2079403"/>
                  <a:gd name="connsiteX8-17" fmla="*/ 62726 w 4358007"/>
                  <a:gd name="connsiteY8-18" fmla="*/ 2079403 h 2079403"/>
                  <a:gd name="connsiteX9-19" fmla="*/ 0 w 4358007"/>
                  <a:gd name="connsiteY9-20" fmla="*/ 2079403 h 2079403"/>
                  <a:gd name="connsiteX0-21" fmla="*/ 0 w 4358007"/>
                  <a:gd name="connsiteY0-22" fmla="*/ 2079403 h 2079403"/>
                  <a:gd name="connsiteX1-23" fmla="*/ 1785607 w 4358007"/>
                  <a:gd name="connsiteY1-24" fmla="*/ 21009 h 2079403"/>
                  <a:gd name="connsiteX2-25" fmla="*/ 4075532 w 4358007"/>
                  <a:gd name="connsiteY2-26" fmla="*/ 1498040 h 2079403"/>
                  <a:gd name="connsiteX3-27" fmla="*/ 4358007 w 4358007"/>
                  <a:gd name="connsiteY3-28" fmla="*/ 1498039 h 2079403"/>
                  <a:gd name="connsiteX4-29" fmla="*/ 3861429 w 4358007"/>
                  <a:gd name="connsiteY4-30" fmla="*/ 2079403 h 2079403"/>
                  <a:gd name="connsiteX5-31" fmla="*/ 3169875 w 4358007"/>
                  <a:gd name="connsiteY5-32" fmla="*/ 1498039 h 2079403"/>
                  <a:gd name="connsiteX6-33" fmla="*/ 3445881 w 4358007"/>
                  <a:gd name="connsiteY6-34" fmla="*/ 1498039 h 2079403"/>
                  <a:gd name="connsiteX7-35" fmla="*/ 1782571 w 4358007"/>
                  <a:gd name="connsiteY7-36" fmla="*/ 624168 h 2079403"/>
                  <a:gd name="connsiteX8-37" fmla="*/ 25655 w 4358007"/>
                  <a:gd name="connsiteY8-38" fmla="*/ 2067046 h 2079403"/>
                  <a:gd name="connsiteX9-39" fmla="*/ 0 w 4358007"/>
                  <a:gd name="connsiteY9-40" fmla="*/ 2079403 h 2079403"/>
                  <a:gd name="connsiteX0-41" fmla="*/ 0 w 4358007"/>
                  <a:gd name="connsiteY0-42" fmla="*/ 2079403 h 2079403"/>
                  <a:gd name="connsiteX1-43" fmla="*/ 1785607 w 4358007"/>
                  <a:gd name="connsiteY1-44" fmla="*/ 21009 h 2079403"/>
                  <a:gd name="connsiteX2-45" fmla="*/ 4075532 w 4358007"/>
                  <a:gd name="connsiteY2-46" fmla="*/ 1498040 h 2079403"/>
                  <a:gd name="connsiteX3-47" fmla="*/ 4358007 w 4358007"/>
                  <a:gd name="connsiteY3-48" fmla="*/ 1498039 h 2079403"/>
                  <a:gd name="connsiteX4-49" fmla="*/ 3861429 w 4358007"/>
                  <a:gd name="connsiteY4-50" fmla="*/ 2079403 h 2079403"/>
                  <a:gd name="connsiteX5-51" fmla="*/ 3169875 w 4358007"/>
                  <a:gd name="connsiteY5-52" fmla="*/ 1498039 h 2079403"/>
                  <a:gd name="connsiteX6-53" fmla="*/ 3445881 w 4358007"/>
                  <a:gd name="connsiteY6-54" fmla="*/ 1498039 h 2079403"/>
                  <a:gd name="connsiteX7-55" fmla="*/ 1782571 w 4358007"/>
                  <a:gd name="connsiteY7-56" fmla="*/ 624168 h 2079403"/>
                  <a:gd name="connsiteX8-57" fmla="*/ 25655 w 4358007"/>
                  <a:gd name="connsiteY8-58" fmla="*/ 2067046 h 2079403"/>
                  <a:gd name="connsiteX9-59" fmla="*/ 0 w 4358007"/>
                  <a:gd name="connsiteY9-60" fmla="*/ 2079403 h 2079403"/>
                  <a:gd name="connsiteX0-61" fmla="*/ 0 w 4358007"/>
                  <a:gd name="connsiteY0-62" fmla="*/ 2079403 h 2079403"/>
                  <a:gd name="connsiteX1-63" fmla="*/ 1785607 w 4358007"/>
                  <a:gd name="connsiteY1-64" fmla="*/ 21009 h 2079403"/>
                  <a:gd name="connsiteX2-65" fmla="*/ 4075532 w 4358007"/>
                  <a:gd name="connsiteY2-66" fmla="*/ 1498040 h 2079403"/>
                  <a:gd name="connsiteX3-67" fmla="*/ 4358007 w 4358007"/>
                  <a:gd name="connsiteY3-68" fmla="*/ 1498039 h 2079403"/>
                  <a:gd name="connsiteX4-69" fmla="*/ 3861429 w 4358007"/>
                  <a:gd name="connsiteY4-70" fmla="*/ 2079403 h 2079403"/>
                  <a:gd name="connsiteX5-71" fmla="*/ 3169875 w 4358007"/>
                  <a:gd name="connsiteY5-72" fmla="*/ 1498039 h 2079403"/>
                  <a:gd name="connsiteX6-73" fmla="*/ 3445881 w 4358007"/>
                  <a:gd name="connsiteY6-74" fmla="*/ 1498039 h 2079403"/>
                  <a:gd name="connsiteX7-75" fmla="*/ 1819641 w 4358007"/>
                  <a:gd name="connsiteY7-76" fmla="*/ 339962 h 2079403"/>
                  <a:gd name="connsiteX8-77" fmla="*/ 25655 w 4358007"/>
                  <a:gd name="connsiteY8-78" fmla="*/ 2067046 h 2079403"/>
                  <a:gd name="connsiteX9-79" fmla="*/ 0 w 4358007"/>
                  <a:gd name="connsiteY9-80" fmla="*/ 2079403 h 2079403"/>
                  <a:gd name="connsiteX0-81" fmla="*/ 0 w 4358007"/>
                  <a:gd name="connsiteY0-82" fmla="*/ 2079403 h 2079403"/>
                  <a:gd name="connsiteX1-83" fmla="*/ 1785607 w 4358007"/>
                  <a:gd name="connsiteY1-84" fmla="*/ 21009 h 2079403"/>
                  <a:gd name="connsiteX2-85" fmla="*/ 4075532 w 4358007"/>
                  <a:gd name="connsiteY2-86" fmla="*/ 1498040 h 2079403"/>
                  <a:gd name="connsiteX3-87" fmla="*/ 4358007 w 4358007"/>
                  <a:gd name="connsiteY3-88" fmla="*/ 1498039 h 2079403"/>
                  <a:gd name="connsiteX4-89" fmla="*/ 3861429 w 4358007"/>
                  <a:gd name="connsiteY4-90" fmla="*/ 2079403 h 2079403"/>
                  <a:gd name="connsiteX5-91" fmla="*/ 3169875 w 4358007"/>
                  <a:gd name="connsiteY5-92" fmla="*/ 1498039 h 2079403"/>
                  <a:gd name="connsiteX6-93" fmla="*/ 3445881 w 4358007"/>
                  <a:gd name="connsiteY6-94" fmla="*/ 1498039 h 2079403"/>
                  <a:gd name="connsiteX7-95" fmla="*/ 1770214 w 4358007"/>
                  <a:gd name="connsiteY7-96" fmla="*/ 525314 h 2079403"/>
                  <a:gd name="connsiteX8-97" fmla="*/ 25655 w 4358007"/>
                  <a:gd name="connsiteY8-98" fmla="*/ 2067046 h 2079403"/>
                  <a:gd name="connsiteX9-99" fmla="*/ 0 w 4358007"/>
                  <a:gd name="connsiteY9-100" fmla="*/ 2079403 h 2079403"/>
                  <a:gd name="connsiteX0-101" fmla="*/ 0 w 4358007"/>
                  <a:gd name="connsiteY0-102" fmla="*/ 2079403 h 2079403"/>
                  <a:gd name="connsiteX1-103" fmla="*/ 1785607 w 4358007"/>
                  <a:gd name="connsiteY1-104" fmla="*/ 21009 h 2079403"/>
                  <a:gd name="connsiteX2-105" fmla="*/ 4075532 w 4358007"/>
                  <a:gd name="connsiteY2-106" fmla="*/ 1498040 h 2079403"/>
                  <a:gd name="connsiteX3-107" fmla="*/ 4358007 w 4358007"/>
                  <a:gd name="connsiteY3-108" fmla="*/ 1498039 h 2079403"/>
                  <a:gd name="connsiteX4-109" fmla="*/ 3861429 w 4358007"/>
                  <a:gd name="connsiteY4-110" fmla="*/ 2079403 h 2079403"/>
                  <a:gd name="connsiteX5-111" fmla="*/ 3169875 w 4358007"/>
                  <a:gd name="connsiteY5-112" fmla="*/ 1498039 h 2079403"/>
                  <a:gd name="connsiteX6-113" fmla="*/ 3445881 w 4358007"/>
                  <a:gd name="connsiteY6-114" fmla="*/ 1498039 h 2079403"/>
                  <a:gd name="connsiteX7-115" fmla="*/ 1535436 w 4358007"/>
                  <a:gd name="connsiteY7-116" fmla="*/ 463531 h 2079403"/>
                  <a:gd name="connsiteX8-117" fmla="*/ 25655 w 4358007"/>
                  <a:gd name="connsiteY8-118" fmla="*/ 2067046 h 2079403"/>
                  <a:gd name="connsiteX9-119" fmla="*/ 0 w 4358007"/>
                  <a:gd name="connsiteY9-120" fmla="*/ 2079403 h 2079403"/>
                  <a:gd name="connsiteX0-121" fmla="*/ 0 w 4358007"/>
                  <a:gd name="connsiteY0-122" fmla="*/ 2079403 h 2252398"/>
                  <a:gd name="connsiteX1-123" fmla="*/ 1785607 w 4358007"/>
                  <a:gd name="connsiteY1-124" fmla="*/ 21009 h 2252398"/>
                  <a:gd name="connsiteX2-125" fmla="*/ 4075532 w 4358007"/>
                  <a:gd name="connsiteY2-126" fmla="*/ 1498040 h 2252398"/>
                  <a:gd name="connsiteX3-127" fmla="*/ 4358007 w 4358007"/>
                  <a:gd name="connsiteY3-128" fmla="*/ 1498039 h 2252398"/>
                  <a:gd name="connsiteX4-129" fmla="*/ 3849072 w 4358007"/>
                  <a:gd name="connsiteY4-130" fmla="*/ 2252398 h 2252398"/>
                  <a:gd name="connsiteX5-131" fmla="*/ 3169875 w 4358007"/>
                  <a:gd name="connsiteY5-132" fmla="*/ 1498039 h 2252398"/>
                  <a:gd name="connsiteX6-133" fmla="*/ 3445881 w 4358007"/>
                  <a:gd name="connsiteY6-134" fmla="*/ 1498039 h 2252398"/>
                  <a:gd name="connsiteX7-135" fmla="*/ 1535436 w 4358007"/>
                  <a:gd name="connsiteY7-136" fmla="*/ 463531 h 2252398"/>
                  <a:gd name="connsiteX8-137" fmla="*/ 25655 w 4358007"/>
                  <a:gd name="connsiteY8-138" fmla="*/ 2067046 h 2252398"/>
                  <a:gd name="connsiteX9-139" fmla="*/ 0 w 4358007"/>
                  <a:gd name="connsiteY9-140" fmla="*/ 2079403 h 2252398"/>
                </a:gdLst>
                <a:ahLst/>
                <a:cxnLst>
                  <a:cxn ang="0">
                    <a:pos x="connsiteX0-1" y="connsiteY0-2"/>
                  </a:cxn>
                  <a:cxn ang="0">
                    <a:pos x="connsiteX1-3" y="connsiteY1-4"/>
                  </a:cxn>
                  <a:cxn ang="0">
                    <a:pos x="connsiteX2-5" y="connsiteY2-6"/>
                  </a:cxn>
                  <a:cxn ang="0">
                    <a:pos x="connsiteX3-7" y="connsiteY3-8"/>
                  </a:cxn>
                  <a:cxn ang="0">
                    <a:pos x="connsiteX4-9" y="connsiteY4-10"/>
                  </a:cxn>
                  <a:cxn ang="0">
                    <a:pos x="connsiteX5-11" y="connsiteY5-12"/>
                  </a:cxn>
                  <a:cxn ang="0">
                    <a:pos x="connsiteX6-13" y="connsiteY6-14"/>
                  </a:cxn>
                  <a:cxn ang="0">
                    <a:pos x="connsiteX7-15" y="connsiteY7-16"/>
                  </a:cxn>
                  <a:cxn ang="0">
                    <a:pos x="connsiteX8-17" y="connsiteY8-18"/>
                  </a:cxn>
                  <a:cxn ang="0">
                    <a:pos x="connsiteX9-19" y="connsiteY9-20"/>
                  </a:cxn>
                </a:cxnLst>
                <a:rect l="l" t="t" r="r" b="b"/>
                <a:pathLst>
                  <a:path w="4358007" h="2252398">
                    <a:moveTo>
                      <a:pt x="0" y="2079403"/>
                    </a:moveTo>
                    <a:cubicBezTo>
                      <a:pt x="0" y="1044510"/>
                      <a:pt x="761085" y="167154"/>
                      <a:pt x="1785607" y="21009"/>
                    </a:cubicBezTo>
                    <a:cubicBezTo>
                      <a:pt x="2810128" y="-125136"/>
                      <a:pt x="3786171" y="504424"/>
                      <a:pt x="4075532" y="1498040"/>
                    </a:cubicBezTo>
                    <a:lnTo>
                      <a:pt x="4358007" y="1498039"/>
                    </a:lnTo>
                    <a:lnTo>
                      <a:pt x="3849072" y="2252398"/>
                    </a:lnTo>
                    <a:lnTo>
                      <a:pt x="3169875" y="1498039"/>
                    </a:lnTo>
                    <a:lnTo>
                      <a:pt x="3445881" y="1498039"/>
                    </a:lnTo>
                    <a:cubicBezTo>
                      <a:pt x="3169566" y="848487"/>
                      <a:pt x="2227092" y="322532"/>
                      <a:pt x="1535436" y="463531"/>
                    </a:cubicBezTo>
                    <a:cubicBezTo>
                      <a:pt x="843780" y="604530"/>
                      <a:pt x="25655" y="1361164"/>
                      <a:pt x="25655" y="2067046"/>
                    </a:cubicBezTo>
                    <a:lnTo>
                      <a:pt x="0" y="2079403"/>
                    </a:lnTo>
                    <a:close/>
                  </a:path>
                </a:pathLst>
              </a:custGeom>
              <a:gradFill>
                <a:gsLst>
                  <a:gs pos="40000">
                    <a:schemeClr val="accent2">
                      <a:lumMod val="40000"/>
                      <a:lumOff val="60000"/>
                    </a:schemeClr>
                  </a:gs>
                  <a:gs pos="0">
                    <a:schemeClr val="accent2">
                      <a:lumMod val="75000"/>
                    </a:schemeClr>
                  </a:gs>
                  <a:gs pos="100000">
                    <a:schemeClr val="accent2"/>
                  </a:gs>
                </a:gsLst>
                <a:lin ang="0" scaled="1"/>
              </a:gradFill>
              <a:ln w="6350">
                <a:noFill/>
              </a:ln>
              <a:effectLst/>
              <a:scene3d>
                <a:camera prst="orthographicFront">
                  <a:rot lat="0" lon="0" rev="0"/>
                </a:camera>
                <a:lightRig rig="contrasting" dir="t">
                  <a:rot lat="0" lon="0" rev="1500000"/>
                </a:lightRig>
              </a:scene3d>
              <a:sp3d prstMaterial="metal">
                <a:bevelT w="88900" h="88900"/>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sz="1350">
                  <a:solidFill>
                    <a:schemeClr val="tx1"/>
                  </a:solidFill>
                  <a:latin typeface="+mn-ea"/>
                </a:endParaRPr>
              </a:p>
            </p:txBody>
          </p:sp>
          <p:sp>
            <p:nvSpPr>
              <p:cNvPr id="6" name="MH_Other_3"/>
              <p:cNvSpPr/>
              <p:nvPr>
                <p:custDataLst>
                  <p:tags r:id="rId3"/>
                </p:custDataLst>
              </p:nvPr>
            </p:nvSpPr>
            <p:spPr>
              <a:xfrm rot="14847505" flipV="1">
                <a:off x="3091614" y="2746901"/>
                <a:ext cx="3340388" cy="2442932"/>
              </a:xfrm>
              <a:custGeom>
                <a:avLst/>
                <a:gdLst>
                  <a:gd name="connsiteX0" fmla="*/ 297033 w 4752528"/>
                  <a:gd name="connsiteY0" fmla="*/ 2376264 h 4752528"/>
                  <a:gd name="connsiteX1" fmla="*/ 2082640 w 4752528"/>
                  <a:gd name="connsiteY1" fmla="*/ 317870 h 4752528"/>
                  <a:gd name="connsiteX2" fmla="*/ 4372565 w 4752528"/>
                  <a:gd name="connsiteY2" fmla="*/ 1794901 h 4752528"/>
                  <a:gd name="connsiteX3" fmla="*/ 4655040 w 4752528"/>
                  <a:gd name="connsiteY3" fmla="*/ 1794900 h 4752528"/>
                  <a:gd name="connsiteX4" fmla="*/ 4158462 w 4752528"/>
                  <a:gd name="connsiteY4" fmla="*/ 2376264 h 4752528"/>
                  <a:gd name="connsiteX5" fmla="*/ 3466908 w 4752528"/>
                  <a:gd name="connsiteY5" fmla="*/ 1794900 h 4752528"/>
                  <a:gd name="connsiteX6" fmla="*/ 3742914 w 4752528"/>
                  <a:gd name="connsiteY6" fmla="*/ 1794900 h 4752528"/>
                  <a:gd name="connsiteX7" fmla="*/ 2079604 w 4752528"/>
                  <a:gd name="connsiteY7" fmla="*/ 921029 h 4752528"/>
                  <a:gd name="connsiteX8" fmla="*/ 891099 w 4752528"/>
                  <a:gd name="connsiteY8" fmla="*/ 2376264 h 4752528"/>
                  <a:gd name="connsiteX9" fmla="*/ 297033 w 4752528"/>
                  <a:gd name="connsiteY9" fmla="*/ 2376264 h 4752528"/>
                  <a:gd name="connsiteX0-1" fmla="*/ 0 w 4358007"/>
                  <a:gd name="connsiteY0-2" fmla="*/ 2079403 h 2079403"/>
                  <a:gd name="connsiteX1-3" fmla="*/ 1785607 w 4358007"/>
                  <a:gd name="connsiteY1-4" fmla="*/ 21009 h 2079403"/>
                  <a:gd name="connsiteX2-5" fmla="*/ 4075532 w 4358007"/>
                  <a:gd name="connsiteY2-6" fmla="*/ 1498040 h 2079403"/>
                  <a:gd name="connsiteX3-7" fmla="*/ 4358007 w 4358007"/>
                  <a:gd name="connsiteY3-8" fmla="*/ 1498039 h 2079403"/>
                  <a:gd name="connsiteX4-9" fmla="*/ 3861429 w 4358007"/>
                  <a:gd name="connsiteY4-10" fmla="*/ 2079403 h 2079403"/>
                  <a:gd name="connsiteX5-11" fmla="*/ 3169875 w 4358007"/>
                  <a:gd name="connsiteY5-12" fmla="*/ 1498039 h 2079403"/>
                  <a:gd name="connsiteX6-13" fmla="*/ 3445881 w 4358007"/>
                  <a:gd name="connsiteY6-14" fmla="*/ 1498039 h 2079403"/>
                  <a:gd name="connsiteX7-15" fmla="*/ 1782571 w 4358007"/>
                  <a:gd name="connsiteY7-16" fmla="*/ 624168 h 2079403"/>
                  <a:gd name="connsiteX8-17" fmla="*/ 62726 w 4358007"/>
                  <a:gd name="connsiteY8-18" fmla="*/ 2079403 h 2079403"/>
                  <a:gd name="connsiteX9-19" fmla="*/ 0 w 4358007"/>
                  <a:gd name="connsiteY9-20" fmla="*/ 2079403 h 2079403"/>
                  <a:gd name="connsiteX0-21" fmla="*/ 0 w 4358007"/>
                  <a:gd name="connsiteY0-22" fmla="*/ 2079403 h 2079403"/>
                  <a:gd name="connsiteX1-23" fmla="*/ 1785607 w 4358007"/>
                  <a:gd name="connsiteY1-24" fmla="*/ 21009 h 2079403"/>
                  <a:gd name="connsiteX2-25" fmla="*/ 4075532 w 4358007"/>
                  <a:gd name="connsiteY2-26" fmla="*/ 1498040 h 2079403"/>
                  <a:gd name="connsiteX3-27" fmla="*/ 4358007 w 4358007"/>
                  <a:gd name="connsiteY3-28" fmla="*/ 1498039 h 2079403"/>
                  <a:gd name="connsiteX4-29" fmla="*/ 3861429 w 4358007"/>
                  <a:gd name="connsiteY4-30" fmla="*/ 2079403 h 2079403"/>
                  <a:gd name="connsiteX5-31" fmla="*/ 3169875 w 4358007"/>
                  <a:gd name="connsiteY5-32" fmla="*/ 1498039 h 2079403"/>
                  <a:gd name="connsiteX6-33" fmla="*/ 3445881 w 4358007"/>
                  <a:gd name="connsiteY6-34" fmla="*/ 1498039 h 2079403"/>
                  <a:gd name="connsiteX7-35" fmla="*/ 1782571 w 4358007"/>
                  <a:gd name="connsiteY7-36" fmla="*/ 624168 h 2079403"/>
                  <a:gd name="connsiteX8-37" fmla="*/ 25655 w 4358007"/>
                  <a:gd name="connsiteY8-38" fmla="*/ 2067046 h 2079403"/>
                  <a:gd name="connsiteX9-39" fmla="*/ 0 w 4358007"/>
                  <a:gd name="connsiteY9-40" fmla="*/ 2079403 h 2079403"/>
                  <a:gd name="connsiteX0-41" fmla="*/ 0 w 4358007"/>
                  <a:gd name="connsiteY0-42" fmla="*/ 2079403 h 2079403"/>
                  <a:gd name="connsiteX1-43" fmla="*/ 1785607 w 4358007"/>
                  <a:gd name="connsiteY1-44" fmla="*/ 21009 h 2079403"/>
                  <a:gd name="connsiteX2-45" fmla="*/ 4075532 w 4358007"/>
                  <a:gd name="connsiteY2-46" fmla="*/ 1498040 h 2079403"/>
                  <a:gd name="connsiteX3-47" fmla="*/ 4358007 w 4358007"/>
                  <a:gd name="connsiteY3-48" fmla="*/ 1498039 h 2079403"/>
                  <a:gd name="connsiteX4-49" fmla="*/ 3861429 w 4358007"/>
                  <a:gd name="connsiteY4-50" fmla="*/ 2079403 h 2079403"/>
                  <a:gd name="connsiteX5-51" fmla="*/ 3169875 w 4358007"/>
                  <a:gd name="connsiteY5-52" fmla="*/ 1498039 h 2079403"/>
                  <a:gd name="connsiteX6-53" fmla="*/ 3445881 w 4358007"/>
                  <a:gd name="connsiteY6-54" fmla="*/ 1498039 h 2079403"/>
                  <a:gd name="connsiteX7-55" fmla="*/ 1782571 w 4358007"/>
                  <a:gd name="connsiteY7-56" fmla="*/ 624168 h 2079403"/>
                  <a:gd name="connsiteX8-57" fmla="*/ 25655 w 4358007"/>
                  <a:gd name="connsiteY8-58" fmla="*/ 2067046 h 2079403"/>
                  <a:gd name="connsiteX9-59" fmla="*/ 0 w 4358007"/>
                  <a:gd name="connsiteY9-60" fmla="*/ 2079403 h 2079403"/>
                  <a:gd name="connsiteX0-61" fmla="*/ 0 w 4358007"/>
                  <a:gd name="connsiteY0-62" fmla="*/ 2079403 h 2079403"/>
                  <a:gd name="connsiteX1-63" fmla="*/ 1785607 w 4358007"/>
                  <a:gd name="connsiteY1-64" fmla="*/ 21009 h 2079403"/>
                  <a:gd name="connsiteX2-65" fmla="*/ 4075532 w 4358007"/>
                  <a:gd name="connsiteY2-66" fmla="*/ 1498040 h 2079403"/>
                  <a:gd name="connsiteX3-67" fmla="*/ 4358007 w 4358007"/>
                  <a:gd name="connsiteY3-68" fmla="*/ 1498039 h 2079403"/>
                  <a:gd name="connsiteX4-69" fmla="*/ 3861429 w 4358007"/>
                  <a:gd name="connsiteY4-70" fmla="*/ 2079403 h 2079403"/>
                  <a:gd name="connsiteX5-71" fmla="*/ 3169875 w 4358007"/>
                  <a:gd name="connsiteY5-72" fmla="*/ 1498039 h 2079403"/>
                  <a:gd name="connsiteX6-73" fmla="*/ 3445881 w 4358007"/>
                  <a:gd name="connsiteY6-74" fmla="*/ 1498039 h 2079403"/>
                  <a:gd name="connsiteX7-75" fmla="*/ 1819641 w 4358007"/>
                  <a:gd name="connsiteY7-76" fmla="*/ 339962 h 2079403"/>
                  <a:gd name="connsiteX8-77" fmla="*/ 25655 w 4358007"/>
                  <a:gd name="connsiteY8-78" fmla="*/ 2067046 h 2079403"/>
                  <a:gd name="connsiteX9-79" fmla="*/ 0 w 4358007"/>
                  <a:gd name="connsiteY9-80" fmla="*/ 2079403 h 2079403"/>
                  <a:gd name="connsiteX0-81" fmla="*/ 0 w 4358007"/>
                  <a:gd name="connsiteY0-82" fmla="*/ 2079403 h 2079403"/>
                  <a:gd name="connsiteX1-83" fmla="*/ 1785607 w 4358007"/>
                  <a:gd name="connsiteY1-84" fmla="*/ 21009 h 2079403"/>
                  <a:gd name="connsiteX2-85" fmla="*/ 4075532 w 4358007"/>
                  <a:gd name="connsiteY2-86" fmla="*/ 1498040 h 2079403"/>
                  <a:gd name="connsiteX3-87" fmla="*/ 4358007 w 4358007"/>
                  <a:gd name="connsiteY3-88" fmla="*/ 1498039 h 2079403"/>
                  <a:gd name="connsiteX4-89" fmla="*/ 3861429 w 4358007"/>
                  <a:gd name="connsiteY4-90" fmla="*/ 2079403 h 2079403"/>
                  <a:gd name="connsiteX5-91" fmla="*/ 3169875 w 4358007"/>
                  <a:gd name="connsiteY5-92" fmla="*/ 1498039 h 2079403"/>
                  <a:gd name="connsiteX6-93" fmla="*/ 3445881 w 4358007"/>
                  <a:gd name="connsiteY6-94" fmla="*/ 1498039 h 2079403"/>
                  <a:gd name="connsiteX7-95" fmla="*/ 1770214 w 4358007"/>
                  <a:gd name="connsiteY7-96" fmla="*/ 525314 h 2079403"/>
                  <a:gd name="connsiteX8-97" fmla="*/ 25655 w 4358007"/>
                  <a:gd name="connsiteY8-98" fmla="*/ 2067046 h 2079403"/>
                  <a:gd name="connsiteX9-99" fmla="*/ 0 w 4358007"/>
                  <a:gd name="connsiteY9-100" fmla="*/ 2079403 h 2079403"/>
                  <a:gd name="connsiteX0-101" fmla="*/ 0 w 4358007"/>
                  <a:gd name="connsiteY0-102" fmla="*/ 2079403 h 2079403"/>
                  <a:gd name="connsiteX1-103" fmla="*/ 1785607 w 4358007"/>
                  <a:gd name="connsiteY1-104" fmla="*/ 21009 h 2079403"/>
                  <a:gd name="connsiteX2-105" fmla="*/ 4075532 w 4358007"/>
                  <a:gd name="connsiteY2-106" fmla="*/ 1498040 h 2079403"/>
                  <a:gd name="connsiteX3-107" fmla="*/ 4358007 w 4358007"/>
                  <a:gd name="connsiteY3-108" fmla="*/ 1498039 h 2079403"/>
                  <a:gd name="connsiteX4-109" fmla="*/ 3861429 w 4358007"/>
                  <a:gd name="connsiteY4-110" fmla="*/ 2079403 h 2079403"/>
                  <a:gd name="connsiteX5-111" fmla="*/ 3169875 w 4358007"/>
                  <a:gd name="connsiteY5-112" fmla="*/ 1498039 h 2079403"/>
                  <a:gd name="connsiteX6-113" fmla="*/ 3445881 w 4358007"/>
                  <a:gd name="connsiteY6-114" fmla="*/ 1498039 h 2079403"/>
                  <a:gd name="connsiteX7-115" fmla="*/ 1535436 w 4358007"/>
                  <a:gd name="connsiteY7-116" fmla="*/ 463531 h 2079403"/>
                  <a:gd name="connsiteX8-117" fmla="*/ 25655 w 4358007"/>
                  <a:gd name="connsiteY8-118" fmla="*/ 2067046 h 2079403"/>
                  <a:gd name="connsiteX9-119" fmla="*/ 0 w 4358007"/>
                  <a:gd name="connsiteY9-120" fmla="*/ 2079403 h 2079403"/>
                  <a:gd name="connsiteX0-121" fmla="*/ 0 w 4358007"/>
                  <a:gd name="connsiteY0-122" fmla="*/ 2079403 h 2252398"/>
                  <a:gd name="connsiteX1-123" fmla="*/ 1785607 w 4358007"/>
                  <a:gd name="connsiteY1-124" fmla="*/ 21009 h 2252398"/>
                  <a:gd name="connsiteX2-125" fmla="*/ 4075532 w 4358007"/>
                  <a:gd name="connsiteY2-126" fmla="*/ 1498040 h 2252398"/>
                  <a:gd name="connsiteX3-127" fmla="*/ 4358007 w 4358007"/>
                  <a:gd name="connsiteY3-128" fmla="*/ 1498039 h 2252398"/>
                  <a:gd name="connsiteX4-129" fmla="*/ 3849072 w 4358007"/>
                  <a:gd name="connsiteY4-130" fmla="*/ 2252398 h 2252398"/>
                  <a:gd name="connsiteX5-131" fmla="*/ 3169875 w 4358007"/>
                  <a:gd name="connsiteY5-132" fmla="*/ 1498039 h 2252398"/>
                  <a:gd name="connsiteX6-133" fmla="*/ 3445881 w 4358007"/>
                  <a:gd name="connsiteY6-134" fmla="*/ 1498039 h 2252398"/>
                  <a:gd name="connsiteX7-135" fmla="*/ 1535436 w 4358007"/>
                  <a:gd name="connsiteY7-136" fmla="*/ 463531 h 2252398"/>
                  <a:gd name="connsiteX8-137" fmla="*/ 25655 w 4358007"/>
                  <a:gd name="connsiteY8-138" fmla="*/ 2067046 h 2252398"/>
                  <a:gd name="connsiteX9-139" fmla="*/ 0 w 4358007"/>
                  <a:gd name="connsiteY9-140" fmla="*/ 2079403 h 2252398"/>
                  <a:gd name="connsiteX0-141" fmla="*/ 0 w 4358007"/>
                  <a:gd name="connsiteY0-142" fmla="*/ 2079403 h 2386491"/>
                  <a:gd name="connsiteX1-143" fmla="*/ 1785607 w 4358007"/>
                  <a:gd name="connsiteY1-144" fmla="*/ 21009 h 2386491"/>
                  <a:gd name="connsiteX2-145" fmla="*/ 4075532 w 4358007"/>
                  <a:gd name="connsiteY2-146" fmla="*/ 1498040 h 2386491"/>
                  <a:gd name="connsiteX3-147" fmla="*/ 4358007 w 4358007"/>
                  <a:gd name="connsiteY3-148" fmla="*/ 1498039 h 2386491"/>
                  <a:gd name="connsiteX4-149" fmla="*/ 3782879 w 4358007"/>
                  <a:gd name="connsiteY4-150" fmla="*/ 2386491 h 2386491"/>
                  <a:gd name="connsiteX5-151" fmla="*/ 3169875 w 4358007"/>
                  <a:gd name="connsiteY5-152" fmla="*/ 1498039 h 2386491"/>
                  <a:gd name="connsiteX6-153" fmla="*/ 3445881 w 4358007"/>
                  <a:gd name="connsiteY6-154" fmla="*/ 1498039 h 2386491"/>
                  <a:gd name="connsiteX7-155" fmla="*/ 1535436 w 4358007"/>
                  <a:gd name="connsiteY7-156" fmla="*/ 463531 h 2386491"/>
                  <a:gd name="connsiteX8-157" fmla="*/ 25655 w 4358007"/>
                  <a:gd name="connsiteY8-158" fmla="*/ 2067046 h 2386491"/>
                  <a:gd name="connsiteX9-159" fmla="*/ 0 w 4358007"/>
                  <a:gd name="connsiteY9-160" fmla="*/ 2079403 h 2386491"/>
                  <a:gd name="connsiteX0-161" fmla="*/ 0 w 4401150"/>
                  <a:gd name="connsiteY0-162" fmla="*/ 2079403 h 2386491"/>
                  <a:gd name="connsiteX1-163" fmla="*/ 1785607 w 4401150"/>
                  <a:gd name="connsiteY1-164" fmla="*/ 21009 h 2386491"/>
                  <a:gd name="connsiteX2-165" fmla="*/ 4075532 w 4401150"/>
                  <a:gd name="connsiteY2-166" fmla="*/ 1498040 h 2386491"/>
                  <a:gd name="connsiteX3-167" fmla="*/ 4401150 w 4401150"/>
                  <a:gd name="connsiteY3-168" fmla="*/ 1601982 h 2386491"/>
                  <a:gd name="connsiteX4-169" fmla="*/ 3782879 w 4401150"/>
                  <a:gd name="connsiteY4-170" fmla="*/ 2386491 h 2386491"/>
                  <a:gd name="connsiteX5-171" fmla="*/ 3169875 w 4401150"/>
                  <a:gd name="connsiteY5-172" fmla="*/ 1498039 h 2386491"/>
                  <a:gd name="connsiteX6-173" fmla="*/ 3445881 w 4401150"/>
                  <a:gd name="connsiteY6-174" fmla="*/ 1498039 h 2386491"/>
                  <a:gd name="connsiteX7-175" fmla="*/ 1535436 w 4401150"/>
                  <a:gd name="connsiteY7-176" fmla="*/ 463531 h 2386491"/>
                  <a:gd name="connsiteX8-177" fmla="*/ 25655 w 4401150"/>
                  <a:gd name="connsiteY8-178" fmla="*/ 2067046 h 2386491"/>
                  <a:gd name="connsiteX9-179" fmla="*/ 0 w 4401150"/>
                  <a:gd name="connsiteY9-180" fmla="*/ 2079403 h 2386491"/>
                  <a:gd name="connsiteX0-181" fmla="*/ 0 w 4401150"/>
                  <a:gd name="connsiteY0-182" fmla="*/ 2063451 h 2370539"/>
                  <a:gd name="connsiteX1-183" fmla="*/ 1785607 w 4401150"/>
                  <a:gd name="connsiteY1-184" fmla="*/ 5057 h 2370539"/>
                  <a:gd name="connsiteX2-185" fmla="*/ 4046111 w 4401150"/>
                  <a:gd name="connsiteY2-186" fmla="*/ 1631382 h 2370539"/>
                  <a:gd name="connsiteX3-187" fmla="*/ 4401150 w 4401150"/>
                  <a:gd name="connsiteY3-188" fmla="*/ 1586030 h 2370539"/>
                  <a:gd name="connsiteX4-189" fmla="*/ 3782879 w 4401150"/>
                  <a:gd name="connsiteY4-190" fmla="*/ 2370539 h 2370539"/>
                  <a:gd name="connsiteX5-191" fmla="*/ 3169875 w 4401150"/>
                  <a:gd name="connsiteY5-192" fmla="*/ 1482087 h 2370539"/>
                  <a:gd name="connsiteX6-193" fmla="*/ 3445881 w 4401150"/>
                  <a:gd name="connsiteY6-194" fmla="*/ 1482087 h 2370539"/>
                  <a:gd name="connsiteX7-195" fmla="*/ 1535436 w 4401150"/>
                  <a:gd name="connsiteY7-196" fmla="*/ 447579 h 2370539"/>
                  <a:gd name="connsiteX8-197" fmla="*/ 25655 w 4401150"/>
                  <a:gd name="connsiteY8-198" fmla="*/ 2051094 h 2370539"/>
                  <a:gd name="connsiteX9-199" fmla="*/ 0 w 4401150"/>
                  <a:gd name="connsiteY9-200" fmla="*/ 2063451 h 2370539"/>
                  <a:gd name="connsiteX0-201" fmla="*/ 0 w 4401150"/>
                  <a:gd name="connsiteY0-202" fmla="*/ 2063451 h 2370539"/>
                  <a:gd name="connsiteX1-203" fmla="*/ 1785607 w 4401150"/>
                  <a:gd name="connsiteY1-204" fmla="*/ 5057 h 2370539"/>
                  <a:gd name="connsiteX2-205" fmla="*/ 4046111 w 4401150"/>
                  <a:gd name="connsiteY2-206" fmla="*/ 1631382 h 2370539"/>
                  <a:gd name="connsiteX3-207" fmla="*/ 4401150 w 4401150"/>
                  <a:gd name="connsiteY3-208" fmla="*/ 1586030 h 2370539"/>
                  <a:gd name="connsiteX4-209" fmla="*/ 3782879 w 4401150"/>
                  <a:gd name="connsiteY4-210" fmla="*/ 2370539 h 2370539"/>
                  <a:gd name="connsiteX5-211" fmla="*/ 3186053 w 4401150"/>
                  <a:gd name="connsiteY5-212" fmla="*/ 1521066 h 2370539"/>
                  <a:gd name="connsiteX6-213" fmla="*/ 3445881 w 4401150"/>
                  <a:gd name="connsiteY6-214" fmla="*/ 1482087 h 2370539"/>
                  <a:gd name="connsiteX7-215" fmla="*/ 1535436 w 4401150"/>
                  <a:gd name="connsiteY7-216" fmla="*/ 447579 h 2370539"/>
                  <a:gd name="connsiteX8-217" fmla="*/ 25655 w 4401150"/>
                  <a:gd name="connsiteY8-218" fmla="*/ 2051094 h 2370539"/>
                  <a:gd name="connsiteX9-219" fmla="*/ 0 w 4401150"/>
                  <a:gd name="connsiteY9-220" fmla="*/ 2063451 h 2370539"/>
                  <a:gd name="connsiteX0-221" fmla="*/ 0 w 4401150"/>
                  <a:gd name="connsiteY0-222" fmla="*/ 2063451 h 2444082"/>
                  <a:gd name="connsiteX1-223" fmla="*/ 1785607 w 4401150"/>
                  <a:gd name="connsiteY1-224" fmla="*/ 5057 h 2444082"/>
                  <a:gd name="connsiteX2-225" fmla="*/ 4046111 w 4401150"/>
                  <a:gd name="connsiteY2-226" fmla="*/ 1631382 h 2444082"/>
                  <a:gd name="connsiteX3-227" fmla="*/ 4401150 w 4401150"/>
                  <a:gd name="connsiteY3-228" fmla="*/ 1586030 h 2444082"/>
                  <a:gd name="connsiteX4-229" fmla="*/ 3752478 w 4401150"/>
                  <a:gd name="connsiteY4-230" fmla="*/ 2444082 h 2444082"/>
                  <a:gd name="connsiteX5-231" fmla="*/ 3186053 w 4401150"/>
                  <a:gd name="connsiteY5-232" fmla="*/ 1521066 h 2444082"/>
                  <a:gd name="connsiteX6-233" fmla="*/ 3445881 w 4401150"/>
                  <a:gd name="connsiteY6-234" fmla="*/ 1482087 h 2444082"/>
                  <a:gd name="connsiteX7-235" fmla="*/ 1535436 w 4401150"/>
                  <a:gd name="connsiteY7-236" fmla="*/ 447579 h 2444082"/>
                  <a:gd name="connsiteX8-237" fmla="*/ 25655 w 4401150"/>
                  <a:gd name="connsiteY8-238" fmla="*/ 2051094 h 2444082"/>
                  <a:gd name="connsiteX9-239" fmla="*/ 0 w 4401150"/>
                  <a:gd name="connsiteY9-240" fmla="*/ 2063451 h 2444082"/>
                  <a:gd name="connsiteX0-241" fmla="*/ 0 w 4401150"/>
                  <a:gd name="connsiteY0-242" fmla="*/ 2063451 h 2444082"/>
                  <a:gd name="connsiteX1-243" fmla="*/ 1785607 w 4401150"/>
                  <a:gd name="connsiteY1-244" fmla="*/ 5057 h 2444082"/>
                  <a:gd name="connsiteX2-245" fmla="*/ 4046111 w 4401150"/>
                  <a:gd name="connsiteY2-246" fmla="*/ 1631382 h 2444082"/>
                  <a:gd name="connsiteX3-247" fmla="*/ 4401150 w 4401150"/>
                  <a:gd name="connsiteY3-248" fmla="*/ 1586030 h 2444082"/>
                  <a:gd name="connsiteX4-249" fmla="*/ 3752478 w 4401150"/>
                  <a:gd name="connsiteY4-250" fmla="*/ 2444082 h 2444082"/>
                  <a:gd name="connsiteX5-251" fmla="*/ 3186053 w 4401150"/>
                  <a:gd name="connsiteY5-252" fmla="*/ 1521066 h 2444082"/>
                  <a:gd name="connsiteX6-253" fmla="*/ 3445881 w 4401150"/>
                  <a:gd name="connsiteY6-254" fmla="*/ 1482087 h 2444082"/>
                  <a:gd name="connsiteX7-255" fmla="*/ 1535436 w 4401150"/>
                  <a:gd name="connsiteY7-256" fmla="*/ 447579 h 2444082"/>
                  <a:gd name="connsiteX8-257" fmla="*/ 25655 w 4401150"/>
                  <a:gd name="connsiteY8-258" fmla="*/ 2051094 h 2444082"/>
                  <a:gd name="connsiteX9-259" fmla="*/ 0 w 4401150"/>
                  <a:gd name="connsiteY9-260" fmla="*/ 2063451 h 2444082"/>
                  <a:gd name="connsiteX0-261" fmla="*/ 0 w 4401150"/>
                  <a:gd name="connsiteY0-262" fmla="*/ 2063451 h 2444082"/>
                  <a:gd name="connsiteX1-263" fmla="*/ 1785607 w 4401150"/>
                  <a:gd name="connsiteY1-264" fmla="*/ 5057 h 2444082"/>
                  <a:gd name="connsiteX2-265" fmla="*/ 4046111 w 4401150"/>
                  <a:gd name="connsiteY2-266" fmla="*/ 1631382 h 2444082"/>
                  <a:gd name="connsiteX3-267" fmla="*/ 4401150 w 4401150"/>
                  <a:gd name="connsiteY3-268" fmla="*/ 1586030 h 2444082"/>
                  <a:gd name="connsiteX4-269" fmla="*/ 3752478 w 4401150"/>
                  <a:gd name="connsiteY4-270" fmla="*/ 2444082 h 2444082"/>
                  <a:gd name="connsiteX5-271" fmla="*/ 3115695 w 4401150"/>
                  <a:gd name="connsiteY5-272" fmla="*/ 1535038 h 2444082"/>
                  <a:gd name="connsiteX6-273" fmla="*/ 3445881 w 4401150"/>
                  <a:gd name="connsiteY6-274" fmla="*/ 1482087 h 2444082"/>
                  <a:gd name="connsiteX7-275" fmla="*/ 1535436 w 4401150"/>
                  <a:gd name="connsiteY7-276" fmla="*/ 447579 h 2444082"/>
                  <a:gd name="connsiteX8-277" fmla="*/ 25655 w 4401150"/>
                  <a:gd name="connsiteY8-278" fmla="*/ 2051094 h 2444082"/>
                  <a:gd name="connsiteX9-279" fmla="*/ 0 w 4401150"/>
                  <a:gd name="connsiteY9-280" fmla="*/ 2063451 h 2444082"/>
                  <a:gd name="connsiteX0-281" fmla="*/ 0 w 4401150"/>
                  <a:gd name="connsiteY0-282" fmla="*/ 2071635 h 2452266"/>
                  <a:gd name="connsiteX1-283" fmla="*/ 1785607 w 4401150"/>
                  <a:gd name="connsiteY1-284" fmla="*/ 13241 h 2452266"/>
                  <a:gd name="connsiteX2-285" fmla="*/ 4046111 w 4401150"/>
                  <a:gd name="connsiteY2-286" fmla="*/ 1639566 h 2452266"/>
                  <a:gd name="connsiteX3-287" fmla="*/ 4401150 w 4401150"/>
                  <a:gd name="connsiteY3-288" fmla="*/ 1594214 h 2452266"/>
                  <a:gd name="connsiteX4-289" fmla="*/ 3752478 w 4401150"/>
                  <a:gd name="connsiteY4-290" fmla="*/ 2452266 h 2452266"/>
                  <a:gd name="connsiteX5-291" fmla="*/ 3115695 w 4401150"/>
                  <a:gd name="connsiteY5-292" fmla="*/ 1543222 h 2452266"/>
                  <a:gd name="connsiteX6-293" fmla="*/ 3445881 w 4401150"/>
                  <a:gd name="connsiteY6-294" fmla="*/ 1490271 h 2452266"/>
                  <a:gd name="connsiteX7-295" fmla="*/ 1535436 w 4401150"/>
                  <a:gd name="connsiteY7-296" fmla="*/ 455763 h 2452266"/>
                  <a:gd name="connsiteX8-297" fmla="*/ 25655 w 4401150"/>
                  <a:gd name="connsiteY8-298" fmla="*/ 2059278 h 2452266"/>
                  <a:gd name="connsiteX9-299" fmla="*/ 0 w 4401150"/>
                  <a:gd name="connsiteY9-300" fmla="*/ 2071635 h 2452266"/>
                  <a:gd name="connsiteX0-301" fmla="*/ 0 w 4444293"/>
                  <a:gd name="connsiteY0-302" fmla="*/ 1963235 h 2447810"/>
                  <a:gd name="connsiteX1-303" fmla="*/ 1828750 w 4444293"/>
                  <a:gd name="connsiteY1-304" fmla="*/ 8785 h 2447810"/>
                  <a:gd name="connsiteX2-305" fmla="*/ 4089254 w 4444293"/>
                  <a:gd name="connsiteY2-306" fmla="*/ 1635110 h 2447810"/>
                  <a:gd name="connsiteX3-307" fmla="*/ 4444293 w 4444293"/>
                  <a:gd name="connsiteY3-308" fmla="*/ 1589758 h 2447810"/>
                  <a:gd name="connsiteX4-309" fmla="*/ 3795621 w 4444293"/>
                  <a:gd name="connsiteY4-310" fmla="*/ 2447810 h 2447810"/>
                  <a:gd name="connsiteX5-311" fmla="*/ 3158838 w 4444293"/>
                  <a:gd name="connsiteY5-312" fmla="*/ 1538766 h 2447810"/>
                  <a:gd name="connsiteX6-313" fmla="*/ 3489024 w 4444293"/>
                  <a:gd name="connsiteY6-314" fmla="*/ 1485815 h 2447810"/>
                  <a:gd name="connsiteX7-315" fmla="*/ 1578579 w 4444293"/>
                  <a:gd name="connsiteY7-316" fmla="*/ 451307 h 2447810"/>
                  <a:gd name="connsiteX8-317" fmla="*/ 68798 w 4444293"/>
                  <a:gd name="connsiteY8-318" fmla="*/ 2054822 h 2447810"/>
                  <a:gd name="connsiteX9-319" fmla="*/ 0 w 4444293"/>
                  <a:gd name="connsiteY9-320" fmla="*/ 1963235 h 2447810"/>
                  <a:gd name="connsiteX0-321" fmla="*/ 0 w 4444293"/>
                  <a:gd name="connsiteY0-322" fmla="*/ 1963235 h 2447810"/>
                  <a:gd name="connsiteX1-323" fmla="*/ 1828750 w 4444293"/>
                  <a:gd name="connsiteY1-324" fmla="*/ 8785 h 2447810"/>
                  <a:gd name="connsiteX2-325" fmla="*/ 4089254 w 4444293"/>
                  <a:gd name="connsiteY2-326" fmla="*/ 1635110 h 2447810"/>
                  <a:gd name="connsiteX3-327" fmla="*/ 4444293 w 4444293"/>
                  <a:gd name="connsiteY3-328" fmla="*/ 1589758 h 2447810"/>
                  <a:gd name="connsiteX4-329" fmla="*/ 3795621 w 4444293"/>
                  <a:gd name="connsiteY4-330" fmla="*/ 2447810 h 2447810"/>
                  <a:gd name="connsiteX5-331" fmla="*/ 3158838 w 4444293"/>
                  <a:gd name="connsiteY5-332" fmla="*/ 1538766 h 2447810"/>
                  <a:gd name="connsiteX6-333" fmla="*/ 3489024 w 4444293"/>
                  <a:gd name="connsiteY6-334" fmla="*/ 1485815 h 2447810"/>
                  <a:gd name="connsiteX7-335" fmla="*/ 1578579 w 4444293"/>
                  <a:gd name="connsiteY7-336" fmla="*/ 451307 h 2447810"/>
                  <a:gd name="connsiteX8-337" fmla="*/ 21240 w 4444293"/>
                  <a:gd name="connsiteY8-338" fmla="*/ 2013636 h 2447810"/>
                  <a:gd name="connsiteX9-339" fmla="*/ 0 w 4444293"/>
                  <a:gd name="connsiteY9-340" fmla="*/ 1963235 h 2447810"/>
                  <a:gd name="connsiteX0-341" fmla="*/ 0 w 4453850"/>
                  <a:gd name="connsiteY0-342" fmla="*/ 1825241 h 2442932"/>
                  <a:gd name="connsiteX1-343" fmla="*/ 1838307 w 4453850"/>
                  <a:gd name="connsiteY1-344" fmla="*/ 3907 h 2442932"/>
                  <a:gd name="connsiteX2-345" fmla="*/ 4098811 w 4453850"/>
                  <a:gd name="connsiteY2-346" fmla="*/ 1630232 h 2442932"/>
                  <a:gd name="connsiteX3-347" fmla="*/ 4453850 w 4453850"/>
                  <a:gd name="connsiteY3-348" fmla="*/ 1584880 h 2442932"/>
                  <a:gd name="connsiteX4-349" fmla="*/ 3805178 w 4453850"/>
                  <a:gd name="connsiteY4-350" fmla="*/ 2442932 h 2442932"/>
                  <a:gd name="connsiteX5-351" fmla="*/ 3168395 w 4453850"/>
                  <a:gd name="connsiteY5-352" fmla="*/ 1533888 h 2442932"/>
                  <a:gd name="connsiteX6-353" fmla="*/ 3498581 w 4453850"/>
                  <a:gd name="connsiteY6-354" fmla="*/ 1480937 h 2442932"/>
                  <a:gd name="connsiteX7-355" fmla="*/ 1588136 w 4453850"/>
                  <a:gd name="connsiteY7-356" fmla="*/ 446429 h 2442932"/>
                  <a:gd name="connsiteX8-357" fmla="*/ 30797 w 4453850"/>
                  <a:gd name="connsiteY8-358" fmla="*/ 2008758 h 2442932"/>
                  <a:gd name="connsiteX9-359" fmla="*/ 0 w 4453850"/>
                  <a:gd name="connsiteY9-360" fmla="*/ 1825241 h 2442932"/>
                </a:gdLst>
                <a:ahLst/>
                <a:cxnLst>
                  <a:cxn ang="0">
                    <a:pos x="connsiteX0-1" y="connsiteY0-2"/>
                  </a:cxn>
                  <a:cxn ang="0">
                    <a:pos x="connsiteX1-3" y="connsiteY1-4"/>
                  </a:cxn>
                  <a:cxn ang="0">
                    <a:pos x="connsiteX2-5" y="connsiteY2-6"/>
                  </a:cxn>
                  <a:cxn ang="0">
                    <a:pos x="connsiteX3-7" y="connsiteY3-8"/>
                  </a:cxn>
                  <a:cxn ang="0">
                    <a:pos x="connsiteX4-9" y="connsiteY4-10"/>
                  </a:cxn>
                  <a:cxn ang="0">
                    <a:pos x="connsiteX5-11" y="connsiteY5-12"/>
                  </a:cxn>
                  <a:cxn ang="0">
                    <a:pos x="connsiteX6-13" y="connsiteY6-14"/>
                  </a:cxn>
                  <a:cxn ang="0">
                    <a:pos x="connsiteX7-15" y="connsiteY7-16"/>
                  </a:cxn>
                  <a:cxn ang="0">
                    <a:pos x="connsiteX8-17" y="connsiteY8-18"/>
                  </a:cxn>
                  <a:cxn ang="0">
                    <a:pos x="connsiteX9-19" y="connsiteY9-20"/>
                  </a:cxn>
                </a:cxnLst>
                <a:rect l="l" t="t" r="r" b="b"/>
                <a:pathLst>
                  <a:path w="4453850" h="2442932">
                    <a:moveTo>
                      <a:pt x="0" y="1825241"/>
                    </a:moveTo>
                    <a:cubicBezTo>
                      <a:pt x="0" y="790348"/>
                      <a:pt x="1155172" y="36408"/>
                      <a:pt x="1838307" y="3907"/>
                    </a:cubicBezTo>
                    <a:cubicBezTo>
                      <a:pt x="2521442" y="-28594"/>
                      <a:pt x="3682478" y="110528"/>
                      <a:pt x="4098811" y="1630232"/>
                    </a:cubicBezTo>
                    <a:lnTo>
                      <a:pt x="4453850" y="1584880"/>
                    </a:lnTo>
                    <a:lnTo>
                      <a:pt x="3805178" y="2442932"/>
                    </a:lnTo>
                    <a:cubicBezTo>
                      <a:pt x="3456541" y="1896972"/>
                      <a:pt x="3357203" y="1841560"/>
                      <a:pt x="3168395" y="1533888"/>
                    </a:cubicBezTo>
                    <a:lnTo>
                      <a:pt x="3498581" y="1480937"/>
                    </a:lnTo>
                    <a:cubicBezTo>
                      <a:pt x="3222266" y="831385"/>
                      <a:pt x="2279792" y="305430"/>
                      <a:pt x="1588136" y="446429"/>
                    </a:cubicBezTo>
                    <a:cubicBezTo>
                      <a:pt x="896480" y="587428"/>
                      <a:pt x="30797" y="1302876"/>
                      <a:pt x="30797" y="2008758"/>
                    </a:cubicBezTo>
                    <a:lnTo>
                      <a:pt x="0" y="1825241"/>
                    </a:lnTo>
                    <a:close/>
                  </a:path>
                </a:pathLst>
              </a:custGeom>
              <a:gradFill>
                <a:gsLst>
                  <a:gs pos="56000">
                    <a:schemeClr val="tx1">
                      <a:lumMod val="50000"/>
                      <a:lumOff val="50000"/>
                    </a:schemeClr>
                  </a:gs>
                  <a:gs pos="0">
                    <a:schemeClr val="tx1">
                      <a:lumMod val="95000"/>
                      <a:lumOff val="5000"/>
                    </a:schemeClr>
                  </a:gs>
                  <a:gs pos="100000">
                    <a:schemeClr val="tx1">
                      <a:lumMod val="95000"/>
                      <a:lumOff val="5000"/>
                    </a:schemeClr>
                  </a:gs>
                </a:gsLst>
                <a:lin ang="0" scaled="1"/>
              </a:gradFill>
              <a:ln w="6350">
                <a:noFill/>
              </a:ln>
              <a:scene3d>
                <a:camera prst="orthographicFront"/>
                <a:lightRig rig="flat" dir="t">
                  <a:rot lat="0" lon="0" rev="11400000"/>
                </a:lightRig>
              </a:scene3d>
              <a:sp3d extrusionH="1270000" contourW="12700" prstMaterial="softEdge">
                <a:bevelB h="107950"/>
                <a:extrusionClr>
                  <a:schemeClr val="accent1">
                    <a:lumMod val="50000"/>
                  </a:schemeClr>
                </a:extrusionClr>
                <a:contourClr>
                  <a:srgbClr val="FFFFFF"/>
                </a:contourClr>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sz="1350">
                  <a:solidFill>
                    <a:schemeClr val="tx1"/>
                  </a:solidFill>
                  <a:latin typeface="+mn-ea"/>
                </a:endParaRPr>
              </a:p>
            </p:txBody>
          </p:sp>
          <p:sp>
            <p:nvSpPr>
              <p:cNvPr id="8" name="MH_Other_4"/>
              <p:cNvSpPr/>
              <p:nvPr>
                <p:custDataLst>
                  <p:tags r:id="rId4"/>
                </p:custDataLst>
              </p:nvPr>
            </p:nvSpPr>
            <p:spPr>
              <a:xfrm rot="14528313" flipV="1">
                <a:off x="3309772" y="2755420"/>
                <a:ext cx="3268505" cy="2252399"/>
              </a:xfrm>
              <a:custGeom>
                <a:avLst/>
                <a:gdLst>
                  <a:gd name="connsiteX0" fmla="*/ 297033 w 4752528"/>
                  <a:gd name="connsiteY0" fmla="*/ 2376264 h 4752528"/>
                  <a:gd name="connsiteX1" fmla="*/ 2082640 w 4752528"/>
                  <a:gd name="connsiteY1" fmla="*/ 317870 h 4752528"/>
                  <a:gd name="connsiteX2" fmla="*/ 4372565 w 4752528"/>
                  <a:gd name="connsiteY2" fmla="*/ 1794901 h 4752528"/>
                  <a:gd name="connsiteX3" fmla="*/ 4655040 w 4752528"/>
                  <a:gd name="connsiteY3" fmla="*/ 1794900 h 4752528"/>
                  <a:gd name="connsiteX4" fmla="*/ 4158462 w 4752528"/>
                  <a:gd name="connsiteY4" fmla="*/ 2376264 h 4752528"/>
                  <a:gd name="connsiteX5" fmla="*/ 3466908 w 4752528"/>
                  <a:gd name="connsiteY5" fmla="*/ 1794900 h 4752528"/>
                  <a:gd name="connsiteX6" fmla="*/ 3742914 w 4752528"/>
                  <a:gd name="connsiteY6" fmla="*/ 1794900 h 4752528"/>
                  <a:gd name="connsiteX7" fmla="*/ 2079604 w 4752528"/>
                  <a:gd name="connsiteY7" fmla="*/ 921029 h 4752528"/>
                  <a:gd name="connsiteX8" fmla="*/ 891099 w 4752528"/>
                  <a:gd name="connsiteY8" fmla="*/ 2376264 h 4752528"/>
                  <a:gd name="connsiteX9" fmla="*/ 297033 w 4752528"/>
                  <a:gd name="connsiteY9" fmla="*/ 2376264 h 4752528"/>
                  <a:gd name="connsiteX0-1" fmla="*/ 0 w 4358007"/>
                  <a:gd name="connsiteY0-2" fmla="*/ 2079403 h 2079403"/>
                  <a:gd name="connsiteX1-3" fmla="*/ 1785607 w 4358007"/>
                  <a:gd name="connsiteY1-4" fmla="*/ 21009 h 2079403"/>
                  <a:gd name="connsiteX2-5" fmla="*/ 4075532 w 4358007"/>
                  <a:gd name="connsiteY2-6" fmla="*/ 1498040 h 2079403"/>
                  <a:gd name="connsiteX3-7" fmla="*/ 4358007 w 4358007"/>
                  <a:gd name="connsiteY3-8" fmla="*/ 1498039 h 2079403"/>
                  <a:gd name="connsiteX4-9" fmla="*/ 3861429 w 4358007"/>
                  <a:gd name="connsiteY4-10" fmla="*/ 2079403 h 2079403"/>
                  <a:gd name="connsiteX5-11" fmla="*/ 3169875 w 4358007"/>
                  <a:gd name="connsiteY5-12" fmla="*/ 1498039 h 2079403"/>
                  <a:gd name="connsiteX6-13" fmla="*/ 3445881 w 4358007"/>
                  <a:gd name="connsiteY6-14" fmla="*/ 1498039 h 2079403"/>
                  <a:gd name="connsiteX7-15" fmla="*/ 1782571 w 4358007"/>
                  <a:gd name="connsiteY7-16" fmla="*/ 624168 h 2079403"/>
                  <a:gd name="connsiteX8-17" fmla="*/ 62726 w 4358007"/>
                  <a:gd name="connsiteY8-18" fmla="*/ 2079403 h 2079403"/>
                  <a:gd name="connsiteX9-19" fmla="*/ 0 w 4358007"/>
                  <a:gd name="connsiteY9-20" fmla="*/ 2079403 h 2079403"/>
                  <a:gd name="connsiteX0-21" fmla="*/ 0 w 4358007"/>
                  <a:gd name="connsiteY0-22" fmla="*/ 2079403 h 2079403"/>
                  <a:gd name="connsiteX1-23" fmla="*/ 1785607 w 4358007"/>
                  <a:gd name="connsiteY1-24" fmla="*/ 21009 h 2079403"/>
                  <a:gd name="connsiteX2-25" fmla="*/ 4075532 w 4358007"/>
                  <a:gd name="connsiteY2-26" fmla="*/ 1498040 h 2079403"/>
                  <a:gd name="connsiteX3-27" fmla="*/ 4358007 w 4358007"/>
                  <a:gd name="connsiteY3-28" fmla="*/ 1498039 h 2079403"/>
                  <a:gd name="connsiteX4-29" fmla="*/ 3861429 w 4358007"/>
                  <a:gd name="connsiteY4-30" fmla="*/ 2079403 h 2079403"/>
                  <a:gd name="connsiteX5-31" fmla="*/ 3169875 w 4358007"/>
                  <a:gd name="connsiteY5-32" fmla="*/ 1498039 h 2079403"/>
                  <a:gd name="connsiteX6-33" fmla="*/ 3445881 w 4358007"/>
                  <a:gd name="connsiteY6-34" fmla="*/ 1498039 h 2079403"/>
                  <a:gd name="connsiteX7-35" fmla="*/ 1782571 w 4358007"/>
                  <a:gd name="connsiteY7-36" fmla="*/ 624168 h 2079403"/>
                  <a:gd name="connsiteX8-37" fmla="*/ 25655 w 4358007"/>
                  <a:gd name="connsiteY8-38" fmla="*/ 2067046 h 2079403"/>
                  <a:gd name="connsiteX9-39" fmla="*/ 0 w 4358007"/>
                  <a:gd name="connsiteY9-40" fmla="*/ 2079403 h 2079403"/>
                  <a:gd name="connsiteX0-41" fmla="*/ 0 w 4358007"/>
                  <a:gd name="connsiteY0-42" fmla="*/ 2079403 h 2079403"/>
                  <a:gd name="connsiteX1-43" fmla="*/ 1785607 w 4358007"/>
                  <a:gd name="connsiteY1-44" fmla="*/ 21009 h 2079403"/>
                  <a:gd name="connsiteX2-45" fmla="*/ 4075532 w 4358007"/>
                  <a:gd name="connsiteY2-46" fmla="*/ 1498040 h 2079403"/>
                  <a:gd name="connsiteX3-47" fmla="*/ 4358007 w 4358007"/>
                  <a:gd name="connsiteY3-48" fmla="*/ 1498039 h 2079403"/>
                  <a:gd name="connsiteX4-49" fmla="*/ 3861429 w 4358007"/>
                  <a:gd name="connsiteY4-50" fmla="*/ 2079403 h 2079403"/>
                  <a:gd name="connsiteX5-51" fmla="*/ 3169875 w 4358007"/>
                  <a:gd name="connsiteY5-52" fmla="*/ 1498039 h 2079403"/>
                  <a:gd name="connsiteX6-53" fmla="*/ 3445881 w 4358007"/>
                  <a:gd name="connsiteY6-54" fmla="*/ 1498039 h 2079403"/>
                  <a:gd name="connsiteX7-55" fmla="*/ 1782571 w 4358007"/>
                  <a:gd name="connsiteY7-56" fmla="*/ 624168 h 2079403"/>
                  <a:gd name="connsiteX8-57" fmla="*/ 25655 w 4358007"/>
                  <a:gd name="connsiteY8-58" fmla="*/ 2067046 h 2079403"/>
                  <a:gd name="connsiteX9-59" fmla="*/ 0 w 4358007"/>
                  <a:gd name="connsiteY9-60" fmla="*/ 2079403 h 2079403"/>
                  <a:gd name="connsiteX0-61" fmla="*/ 0 w 4358007"/>
                  <a:gd name="connsiteY0-62" fmla="*/ 2079403 h 2079403"/>
                  <a:gd name="connsiteX1-63" fmla="*/ 1785607 w 4358007"/>
                  <a:gd name="connsiteY1-64" fmla="*/ 21009 h 2079403"/>
                  <a:gd name="connsiteX2-65" fmla="*/ 4075532 w 4358007"/>
                  <a:gd name="connsiteY2-66" fmla="*/ 1498040 h 2079403"/>
                  <a:gd name="connsiteX3-67" fmla="*/ 4358007 w 4358007"/>
                  <a:gd name="connsiteY3-68" fmla="*/ 1498039 h 2079403"/>
                  <a:gd name="connsiteX4-69" fmla="*/ 3861429 w 4358007"/>
                  <a:gd name="connsiteY4-70" fmla="*/ 2079403 h 2079403"/>
                  <a:gd name="connsiteX5-71" fmla="*/ 3169875 w 4358007"/>
                  <a:gd name="connsiteY5-72" fmla="*/ 1498039 h 2079403"/>
                  <a:gd name="connsiteX6-73" fmla="*/ 3445881 w 4358007"/>
                  <a:gd name="connsiteY6-74" fmla="*/ 1498039 h 2079403"/>
                  <a:gd name="connsiteX7-75" fmla="*/ 1819641 w 4358007"/>
                  <a:gd name="connsiteY7-76" fmla="*/ 339962 h 2079403"/>
                  <a:gd name="connsiteX8-77" fmla="*/ 25655 w 4358007"/>
                  <a:gd name="connsiteY8-78" fmla="*/ 2067046 h 2079403"/>
                  <a:gd name="connsiteX9-79" fmla="*/ 0 w 4358007"/>
                  <a:gd name="connsiteY9-80" fmla="*/ 2079403 h 2079403"/>
                  <a:gd name="connsiteX0-81" fmla="*/ 0 w 4358007"/>
                  <a:gd name="connsiteY0-82" fmla="*/ 2079403 h 2079403"/>
                  <a:gd name="connsiteX1-83" fmla="*/ 1785607 w 4358007"/>
                  <a:gd name="connsiteY1-84" fmla="*/ 21009 h 2079403"/>
                  <a:gd name="connsiteX2-85" fmla="*/ 4075532 w 4358007"/>
                  <a:gd name="connsiteY2-86" fmla="*/ 1498040 h 2079403"/>
                  <a:gd name="connsiteX3-87" fmla="*/ 4358007 w 4358007"/>
                  <a:gd name="connsiteY3-88" fmla="*/ 1498039 h 2079403"/>
                  <a:gd name="connsiteX4-89" fmla="*/ 3861429 w 4358007"/>
                  <a:gd name="connsiteY4-90" fmla="*/ 2079403 h 2079403"/>
                  <a:gd name="connsiteX5-91" fmla="*/ 3169875 w 4358007"/>
                  <a:gd name="connsiteY5-92" fmla="*/ 1498039 h 2079403"/>
                  <a:gd name="connsiteX6-93" fmla="*/ 3445881 w 4358007"/>
                  <a:gd name="connsiteY6-94" fmla="*/ 1498039 h 2079403"/>
                  <a:gd name="connsiteX7-95" fmla="*/ 1770214 w 4358007"/>
                  <a:gd name="connsiteY7-96" fmla="*/ 525314 h 2079403"/>
                  <a:gd name="connsiteX8-97" fmla="*/ 25655 w 4358007"/>
                  <a:gd name="connsiteY8-98" fmla="*/ 2067046 h 2079403"/>
                  <a:gd name="connsiteX9-99" fmla="*/ 0 w 4358007"/>
                  <a:gd name="connsiteY9-100" fmla="*/ 2079403 h 2079403"/>
                  <a:gd name="connsiteX0-101" fmla="*/ 0 w 4358007"/>
                  <a:gd name="connsiteY0-102" fmla="*/ 2079403 h 2079403"/>
                  <a:gd name="connsiteX1-103" fmla="*/ 1785607 w 4358007"/>
                  <a:gd name="connsiteY1-104" fmla="*/ 21009 h 2079403"/>
                  <a:gd name="connsiteX2-105" fmla="*/ 4075532 w 4358007"/>
                  <a:gd name="connsiteY2-106" fmla="*/ 1498040 h 2079403"/>
                  <a:gd name="connsiteX3-107" fmla="*/ 4358007 w 4358007"/>
                  <a:gd name="connsiteY3-108" fmla="*/ 1498039 h 2079403"/>
                  <a:gd name="connsiteX4-109" fmla="*/ 3861429 w 4358007"/>
                  <a:gd name="connsiteY4-110" fmla="*/ 2079403 h 2079403"/>
                  <a:gd name="connsiteX5-111" fmla="*/ 3169875 w 4358007"/>
                  <a:gd name="connsiteY5-112" fmla="*/ 1498039 h 2079403"/>
                  <a:gd name="connsiteX6-113" fmla="*/ 3445881 w 4358007"/>
                  <a:gd name="connsiteY6-114" fmla="*/ 1498039 h 2079403"/>
                  <a:gd name="connsiteX7-115" fmla="*/ 1535436 w 4358007"/>
                  <a:gd name="connsiteY7-116" fmla="*/ 463531 h 2079403"/>
                  <a:gd name="connsiteX8-117" fmla="*/ 25655 w 4358007"/>
                  <a:gd name="connsiteY8-118" fmla="*/ 2067046 h 2079403"/>
                  <a:gd name="connsiteX9-119" fmla="*/ 0 w 4358007"/>
                  <a:gd name="connsiteY9-120" fmla="*/ 2079403 h 2079403"/>
                  <a:gd name="connsiteX0-121" fmla="*/ 0 w 4358007"/>
                  <a:gd name="connsiteY0-122" fmla="*/ 2079403 h 2252398"/>
                  <a:gd name="connsiteX1-123" fmla="*/ 1785607 w 4358007"/>
                  <a:gd name="connsiteY1-124" fmla="*/ 21009 h 2252398"/>
                  <a:gd name="connsiteX2-125" fmla="*/ 4075532 w 4358007"/>
                  <a:gd name="connsiteY2-126" fmla="*/ 1498040 h 2252398"/>
                  <a:gd name="connsiteX3-127" fmla="*/ 4358007 w 4358007"/>
                  <a:gd name="connsiteY3-128" fmla="*/ 1498039 h 2252398"/>
                  <a:gd name="connsiteX4-129" fmla="*/ 3849072 w 4358007"/>
                  <a:gd name="connsiteY4-130" fmla="*/ 2252398 h 2252398"/>
                  <a:gd name="connsiteX5-131" fmla="*/ 3169875 w 4358007"/>
                  <a:gd name="connsiteY5-132" fmla="*/ 1498039 h 2252398"/>
                  <a:gd name="connsiteX6-133" fmla="*/ 3445881 w 4358007"/>
                  <a:gd name="connsiteY6-134" fmla="*/ 1498039 h 2252398"/>
                  <a:gd name="connsiteX7-135" fmla="*/ 1535436 w 4358007"/>
                  <a:gd name="connsiteY7-136" fmla="*/ 463531 h 2252398"/>
                  <a:gd name="connsiteX8-137" fmla="*/ 25655 w 4358007"/>
                  <a:gd name="connsiteY8-138" fmla="*/ 2067046 h 2252398"/>
                  <a:gd name="connsiteX9-139" fmla="*/ 0 w 4358007"/>
                  <a:gd name="connsiteY9-140" fmla="*/ 2079403 h 2252398"/>
                </a:gdLst>
                <a:ahLst/>
                <a:cxnLst>
                  <a:cxn ang="0">
                    <a:pos x="connsiteX0-1" y="connsiteY0-2"/>
                  </a:cxn>
                  <a:cxn ang="0">
                    <a:pos x="connsiteX1-3" y="connsiteY1-4"/>
                  </a:cxn>
                  <a:cxn ang="0">
                    <a:pos x="connsiteX2-5" y="connsiteY2-6"/>
                  </a:cxn>
                  <a:cxn ang="0">
                    <a:pos x="connsiteX3-7" y="connsiteY3-8"/>
                  </a:cxn>
                  <a:cxn ang="0">
                    <a:pos x="connsiteX4-9" y="connsiteY4-10"/>
                  </a:cxn>
                  <a:cxn ang="0">
                    <a:pos x="connsiteX5-11" y="connsiteY5-12"/>
                  </a:cxn>
                  <a:cxn ang="0">
                    <a:pos x="connsiteX6-13" y="connsiteY6-14"/>
                  </a:cxn>
                  <a:cxn ang="0">
                    <a:pos x="connsiteX7-15" y="connsiteY7-16"/>
                  </a:cxn>
                  <a:cxn ang="0">
                    <a:pos x="connsiteX8-17" y="connsiteY8-18"/>
                  </a:cxn>
                  <a:cxn ang="0">
                    <a:pos x="connsiteX9-19" y="connsiteY9-20"/>
                  </a:cxn>
                </a:cxnLst>
                <a:rect l="l" t="t" r="r" b="b"/>
                <a:pathLst>
                  <a:path w="4358007" h="2252398">
                    <a:moveTo>
                      <a:pt x="0" y="2079403"/>
                    </a:moveTo>
                    <a:cubicBezTo>
                      <a:pt x="0" y="1044510"/>
                      <a:pt x="761085" y="167154"/>
                      <a:pt x="1785607" y="21009"/>
                    </a:cubicBezTo>
                    <a:cubicBezTo>
                      <a:pt x="2810128" y="-125136"/>
                      <a:pt x="3786171" y="504424"/>
                      <a:pt x="4075532" y="1498040"/>
                    </a:cubicBezTo>
                    <a:lnTo>
                      <a:pt x="4358007" y="1498039"/>
                    </a:lnTo>
                    <a:lnTo>
                      <a:pt x="3849072" y="2252398"/>
                    </a:lnTo>
                    <a:lnTo>
                      <a:pt x="3169875" y="1498039"/>
                    </a:lnTo>
                    <a:lnTo>
                      <a:pt x="3445881" y="1498039"/>
                    </a:lnTo>
                    <a:cubicBezTo>
                      <a:pt x="3169566" y="848487"/>
                      <a:pt x="2227092" y="322532"/>
                      <a:pt x="1535436" y="463531"/>
                    </a:cubicBezTo>
                    <a:cubicBezTo>
                      <a:pt x="843780" y="604530"/>
                      <a:pt x="25655" y="1361164"/>
                      <a:pt x="25655" y="2067046"/>
                    </a:cubicBezTo>
                    <a:lnTo>
                      <a:pt x="0" y="2079403"/>
                    </a:lnTo>
                    <a:close/>
                  </a:path>
                </a:pathLst>
              </a:custGeom>
              <a:gradFill>
                <a:gsLst>
                  <a:gs pos="46000">
                    <a:schemeClr val="accent1">
                      <a:lumMod val="40000"/>
                      <a:lumOff val="60000"/>
                    </a:schemeClr>
                  </a:gs>
                  <a:gs pos="0">
                    <a:schemeClr val="accent1">
                      <a:lumMod val="75000"/>
                    </a:schemeClr>
                  </a:gs>
                  <a:gs pos="100000">
                    <a:schemeClr val="accent1"/>
                  </a:gs>
                </a:gsLst>
                <a:lin ang="0" scaled="1"/>
              </a:gradFill>
              <a:ln w="6350">
                <a:noFill/>
              </a:ln>
              <a:effectLst/>
              <a:scene3d>
                <a:camera prst="orthographicFront">
                  <a:rot lat="0" lon="0" rev="0"/>
                </a:camera>
                <a:lightRig rig="contrasting" dir="t">
                  <a:rot lat="0" lon="0" rev="1500000"/>
                </a:lightRig>
              </a:scene3d>
              <a:sp3d prstMaterial="metal">
                <a:bevelT w="88900" h="88900"/>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sz="1350">
                  <a:solidFill>
                    <a:schemeClr val="tx1"/>
                  </a:solidFill>
                  <a:latin typeface="+mn-ea"/>
                </a:endParaRPr>
              </a:p>
            </p:txBody>
          </p:sp>
          <p:cxnSp>
            <p:nvCxnSpPr>
              <p:cNvPr id="9" name="MH_Other_6"/>
              <p:cNvCxnSpPr/>
              <p:nvPr>
                <p:custDataLst>
                  <p:tags r:id="rId5"/>
                </p:custDataLst>
              </p:nvPr>
            </p:nvCxnSpPr>
            <p:spPr>
              <a:xfrm>
                <a:off x="7497540" y="2874094"/>
                <a:ext cx="2908284" cy="14605"/>
              </a:xfrm>
              <a:prstGeom prst="line">
                <a:avLst/>
              </a:prstGeom>
              <a:ln w="38100">
                <a:solidFill>
                  <a:schemeClr val="accent2"/>
                </a:solidFill>
              </a:ln>
            </p:spPr>
            <p:style>
              <a:lnRef idx="1">
                <a:schemeClr val="accent1"/>
              </a:lnRef>
              <a:fillRef idx="0">
                <a:schemeClr val="accent1"/>
              </a:fillRef>
              <a:effectRef idx="0">
                <a:schemeClr val="accent1"/>
              </a:effectRef>
              <a:fontRef idx="minor">
                <a:schemeClr val="tx1"/>
              </a:fontRef>
            </p:style>
          </p:cxnSp>
          <p:sp>
            <p:nvSpPr>
              <p:cNvPr id="10" name="MH_Text_2"/>
              <p:cNvSpPr txBox="1">
                <a:spLocks noChangeArrowheads="1"/>
              </p:cNvSpPr>
              <p:nvPr>
                <p:custDataLst>
                  <p:tags r:id="rId6"/>
                </p:custDataLst>
              </p:nvPr>
            </p:nvSpPr>
            <p:spPr bwMode="auto">
              <a:xfrm>
                <a:off x="7379431" y="2888698"/>
                <a:ext cx="4200500" cy="137156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Narrow" panose="020B0606020202030204" pitchFamily="34" charset="0"/>
                    <a:ea typeface="宋体" panose="02010600030101010101" pitchFamily="2" charset="-122"/>
                  </a:defRPr>
                </a:lvl1pPr>
                <a:lvl2pPr marL="742950" indent="-285750">
                  <a:defRPr>
                    <a:solidFill>
                      <a:schemeClr val="tx1"/>
                    </a:solidFill>
                    <a:latin typeface="Arial Narrow" panose="020B0606020202030204" pitchFamily="34" charset="0"/>
                    <a:ea typeface="宋体" panose="02010600030101010101" pitchFamily="2" charset="-122"/>
                  </a:defRPr>
                </a:lvl2pPr>
                <a:lvl3pPr marL="1143000" indent="-228600">
                  <a:defRPr>
                    <a:solidFill>
                      <a:schemeClr val="tx1"/>
                    </a:solidFill>
                    <a:latin typeface="Arial Narrow" panose="020B0606020202030204" pitchFamily="34" charset="0"/>
                    <a:ea typeface="宋体" panose="02010600030101010101" pitchFamily="2" charset="-122"/>
                  </a:defRPr>
                </a:lvl3pPr>
                <a:lvl4pPr marL="1600200" indent="-228600">
                  <a:defRPr>
                    <a:solidFill>
                      <a:schemeClr val="tx1"/>
                    </a:solidFill>
                    <a:latin typeface="Arial Narrow" panose="020B0606020202030204" pitchFamily="34" charset="0"/>
                    <a:ea typeface="宋体" panose="02010600030101010101" pitchFamily="2" charset="-122"/>
                  </a:defRPr>
                </a:lvl4pPr>
                <a:lvl5pPr marL="2057400" indent="-228600">
                  <a:defRPr>
                    <a:solidFill>
                      <a:schemeClr val="tx1"/>
                    </a:solidFill>
                    <a:latin typeface="Arial Narrow" panose="020B060602020203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Narrow" panose="020B060602020203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Narrow" panose="020B060602020203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Narrow" panose="020B060602020203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Narrow" panose="020B0606020202030204" pitchFamily="34" charset="0"/>
                    <a:ea typeface="宋体" panose="02010600030101010101" pitchFamily="2" charset="-122"/>
                  </a:defRPr>
                </a:lvl9pPr>
              </a:lstStyle>
              <a:p>
                <a:pPr indent="457200" algn="just">
                  <a:lnSpc>
                    <a:spcPct val="120000"/>
                  </a:lnSpc>
                  <a:defRPr/>
                </a:pPr>
                <a:r>
                  <a:rPr dirty="0">
                    <a:latin typeface="微软雅黑" panose="020B0503020204020204" charset="-122"/>
                    <a:ea typeface="微软雅黑" panose="020B0503020204020204" charset="-122"/>
                    <a:sym typeface="+mn-ea"/>
                  </a:rPr>
                  <a:t>传统软件工程方法（结构化分析方法）是其他软件技术的基础，曾经是主要使用的系统分析设计方法。结构化分析方法将结构化分析和结构化设计人为地分离成两个独立的部分</a:t>
                </a:r>
                <a:r>
                  <a:rPr lang="zh-CN" dirty="0">
                    <a:latin typeface="微软雅黑" panose="020B0503020204020204" charset="-122"/>
                    <a:ea typeface="微软雅黑" panose="020B0503020204020204" charset="-122"/>
                    <a:sym typeface="+mn-ea"/>
                  </a:rPr>
                  <a:t>。</a:t>
                </a:r>
              </a:p>
            </p:txBody>
          </p:sp>
          <p:sp>
            <p:nvSpPr>
              <p:cNvPr id="11" name="MH_SubTitle_2"/>
              <p:cNvSpPr txBox="1">
                <a:spLocks noChangeArrowheads="1"/>
              </p:cNvSpPr>
              <p:nvPr>
                <p:custDataLst>
                  <p:tags r:id="rId7"/>
                </p:custDataLst>
              </p:nvPr>
            </p:nvSpPr>
            <p:spPr bwMode="auto">
              <a:xfrm>
                <a:off x="8189687" y="1099955"/>
                <a:ext cx="2371712" cy="75880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rIns="0" anchor="b">
                <a:normAutofit/>
              </a:bodyPr>
              <a:lstStyle>
                <a:lvl1pPr>
                  <a:lnSpc>
                    <a:spcPct val="90000"/>
                  </a:lnSpc>
                  <a:spcBef>
                    <a:spcPts val="750"/>
                  </a:spcBef>
                  <a:buFont typeface="Arial" panose="020B0604020202020204" pitchFamily="34" charset="0"/>
                  <a:buChar char="•"/>
                  <a:defRPr sz="2100">
                    <a:solidFill>
                      <a:schemeClr val="tx1"/>
                    </a:solidFill>
                    <a:latin typeface="Calibri" panose="020F0502020204030204" charset="0"/>
                    <a:ea typeface="宋体" panose="02010600030101010101" pitchFamily="2" charset="-122"/>
                  </a:defRPr>
                </a:lvl1pPr>
                <a:lvl2pPr marL="742950" indent="-285750">
                  <a:lnSpc>
                    <a:spcPct val="90000"/>
                  </a:lnSpc>
                  <a:spcBef>
                    <a:spcPts val="375"/>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2pPr>
                <a:lvl3pPr marL="1143000" indent="-228600">
                  <a:lnSpc>
                    <a:spcPct val="90000"/>
                  </a:lnSpc>
                  <a:spcBef>
                    <a:spcPts val="375"/>
                  </a:spcBef>
                  <a:buFont typeface="Arial" panose="020B0604020202020204" pitchFamily="34" charset="0"/>
                  <a:buChar char="•"/>
                  <a:defRPr sz="1500">
                    <a:solidFill>
                      <a:schemeClr val="tx1"/>
                    </a:solidFill>
                    <a:latin typeface="Calibri" panose="020F0502020204030204" charset="0"/>
                    <a:ea typeface="宋体" panose="02010600030101010101" pitchFamily="2" charset="-122"/>
                  </a:defRPr>
                </a:lvl3pPr>
                <a:lvl4pPr marL="1600200" indent="-228600">
                  <a:lnSpc>
                    <a:spcPct val="90000"/>
                  </a:lnSpc>
                  <a:spcBef>
                    <a:spcPts val="375"/>
                  </a:spcBef>
                  <a:buFont typeface="Arial" panose="020B0604020202020204" pitchFamily="34" charset="0"/>
                  <a:buChar char="•"/>
                  <a:defRPr sz="1300">
                    <a:solidFill>
                      <a:schemeClr val="tx1"/>
                    </a:solidFill>
                    <a:latin typeface="Calibri" panose="020F0502020204030204" charset="0"/>
                    <a:ea typeface="宋体" panose="02010600030101010101" pitchFamily="2" charset="-122"/>
                  </a:defRPr>
                </a:lvl4pPr>
                <a:lvl5pPr marL="2057400" indent="-228600">
                  <a:lnSpc>
                    <a:spcPct val="90000"/>
                  </a:lnSpc>
                  <a:spcBef>
                    <a:spcPts val="375"/>
                  </a:spcBef>
                  <a:buFont typeface="Arial" panose="020B0604020202020204" pitchFamily="34" charset="0"/>
                  <a:buChar char="•"/>
                  <a:defRPr sz="1300">
                    <a:solidFill>
                      <a:schemeClr val="tx1"/>
                    </a:solidFill>
                    <a:latin typeface="Calibri" panose="020F0502020204030204" charset="0"/>
                    <a:ea typeface="宋体" panose="02010600030101010101" pitchFamily="2" charset="-122"/>
                  </a:defRPr>
                </a:lvl5pPr>
                <a:lvl6pPr marL="2514600" indent="-228600" eaLnBrk="0" fontAlgn="base" hangingPunct="0">
                  <a:lnSpc>
                    <a:spcPct val="90000"/>
                  </a:lnSpc>
                  <a:spcBef>
                    <a:spcPts val="375"/>
                  </a:spcBef>
                  <a:spcAft>
                    <a:spcPct val="0"/>
                  </a:spcAft>
                  <a:buFont typeface="Arial" panose="020B0604020202020204" pitchFamily="34" charset="0"/>
                  <a:buChar char="•"/>
                  <a:defRPr sz="1300">
                    <a:solidFill>
                      <a:schemeClr val="tx1"/>
                    </a:solidFill>
                    <a:latin typeface="Calibri" panose="020F0502020204030204" charset="0"/>
                    <a:ea typeface="宋体" panose="02010600030101010101" pitchFamily="2" charset="-122"/>
                  </a:defRPr>
                </a:lvl6pPr>
                <a:lvl7pPr marL="2971800" indent="-228600" eaLnBrk="0" fontAlgn="base" hangingPunct="0">
                  <a:lnSpc>
                    <a:spcPct val="90000"/>
                  </a:lnSpc>
                  <a:spcBef>
                    <a:spcPts val="375"/>
                  </a:spcBef>
                  <a:spcAft>
                    <a:spcPct val="0"/>
                  </a:spcAft>
                  <a:buFont typeface="Arial" panose="020B0604020202020204" pitchFamily="34" charset="0"/>
                  <a:buChar char="•"/>
                  <a:defRPr sz="1300">
                    <a:solidFill>
                      <a:schemeClr val="tx1"/>
                    </a:solidFill>
                    <a:latin typeface="Calibri" panose="020F0502020204030204" charset="0"/>
                    <a:ea typeface="宋体" panose="02010600030101010101" pitchFamily="2" charset="-122"/>
                  </a:defRPr>
                </a:lvl7pPr>
                <a:lvl8pPr marL="3429000" indent="-228600" eaLnBrk="0" fontAlgn="base" hangingPunct="0">
                  <a:lnSpc>
                    <a:spcPct val="90000"/>
                  </a:lnSpc>
                  <a:spcBef>
                    <a:spcPts val="375"/>
                  </a:spcBef>
                  <a:spcAft>
                    <a:spcPct val="0"/>
                  </a:spcAft>
                  <a:buFont typeface="Arial" panose="020B0604020202020204" pitchFamily="34" charset="0"/>
                  <a:buChar char="•"/>
                  <a:defRPr sz="1300">
                    <a:solidFill>
                      <a:schemeClr val="tx1"/>
                    </a:solidFill>
                    <a:latin typeface="Calibri" panose="020F0502020204030204" charset="0"/>
                    <a:ea typeface="宋体" panose="02010600030101010101" pitchFamily="2" charset="-122"/>
                  </a:defRPr>
                </a:lvl8pPr>
                <a:lvl9pPr marL="3886200" indent="-228600" eaLnBrk="0" fontAlgn="base" hangingPunct="0">
                  <a:lnSpc>
                    <a:spcPct val="90000"/>
                  </a:lnSpc>
                  <a:spcBef>
                    <a:spcPts val="375"/>
                  </a:spcBef>
                  <a:spcAft>
                    <a:spcPct val="0"/>
                  </a:spcAft>
                  <a:buFont typeface="Arial" panose="020B0604020202020204" pitchFamily="34" charset="0"/>
                  <a:buChar char="•"/>
                  <a:defRPr sz="1300">
                    <a:solidFill>
                      <a:schemeClr val="tx1"/>
                    </a:solidFill>
                    <a:latin typeface="Calibri" panose="020F0502020204030204" charset="0"/>
                    <a:ea typeface="宋体" panose="02010600030101010101" pitchFamily="2" charset="-122"/>
                  </a:defRPr>
                </a:lvl9pPr>
              </a:lstStyle>
              <a:p>
                <a:pPr>
                  <a:buNone/>
                </a:pPr>
                <a:endParaRPr lang="zh-CN" altLang="en-US" sz="1800" b="1" dirty="0">
                  <a:latin typeface="+mn-ea"/>
                  <a:ea typeface="+mn-ea"/>
                </a:endParaRPr>
              </a:p>
            </p:txBody>
          </p:sp>
          <p:sp>
            <p:nvSpPr>
              <p:cNvPr id="12" name="MH_Other_7"/>
              <p:cNvSpPr txBox="1">
                <a:spLocks noChangeArrowheads="1"/>
              </p:cNvSpPr>
              <p:nvPr>
                <p:custDataLst>
                  <p:tags r:id="rId8"/>
                </p:custDataLst>
              </p:nvPr>
            </p:nvSpPr>
            <p:spPr bwMode="auto">
              <a:xfrm>
                <a:off x="7379430" y="2426328"/>
                <a:ext cx="486833" cy="5540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lvl1pPr>
                  <a:lnSpc>
                    <a:spcPct val="90000"/>
                  </a:lnSpc>
                  <a:spcBef>
                    <a:spcPts val="750"/>
                  </a:spcBef>
                  <a:buFont typeface="Arial" panose="020B0604020202020204" pitchFamily="34" charset="0"/>
                  <a:buChar char="•"/>
                  <a:defRPr sz="2100">
                    <a:solidFill>
                      <a:schemeClr val="tx1"/>
                    </a:solidFill>
                    <a:latin typeface="Calibri" panose="020F0502020204030204" charset="0"/>
                    <a:ea typeface="宋体" panose="02010600030101010101" pitchFamily="2" charset="-122"/>
                  </a:defRPr>
                </a:lvl1pPr>
                <a:lvl2pPr marL="742950" indent="-285750">
                  <a:lnSpc>
                    <a:spcPct val="90000"/>
                  </a:lnSpc>
                  <a:spcBef>
                    <a:spcPts val="375"/>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2pPr>
                <a:lvl3pPr marL="1143000" indent="-228600">
                  <a:lnSpc>
                    <a:spcPct val="90000"/>
                  </a:lnSpc>
                  <a:spcBef>
                    <a:spcPts val="375"/>
                  </a:spcBef>
                  <a:buFont typeface="Arial" panose="020B0604020202020204" pitchFamily="34" charset="0"/>
                  <a:buChar char="•"/>
                  <a:defRPr sz="1500">
                    <a:solidFill>
                      <a:schemeClr val="tx1"/>
                    </a:solidFill>
                    <a:latin typeface="Calibri" panose="020F0502020204030204" charset="0"/>
                    <a:ea typeface="宋体" panose="02010600030101010101" pitchFamily="2" charset="-122"/>
                  </a:defRPr>
                </a:lvl3pPr>
                <a:lvl4pPr marL="1600200" indent="-228600">
                  <a:lnSpc>
                    <a:spcPct val="90000"/>
                  </a:lnSpc>
                  <a:spcBef>
                    <a:spcPts val="375"/>
                  </a:spcBef>
                  <a:buFont typeface="Arial" panose="020B0604020202020204" pitchFamily="34" charset="0"/>
                  <a:buChar char="•"/>
                  <a:defRPr sz="1300">
                    <a:solidFill>
                      <a:schemeClr val="tx1"/>
                    </a:solidFill>
                    <a:latin typeface="Calibri" panose="020F0502020204030204" charset="0"/>
                    <a:ea typeface="宋体" panose="02010600030101010101" pitchFamily="2" charset="-122"/>
                  </a:defRPr>
                </a:lvl4pPr>
                <a:lvl5pPr marL="2057400" indent="-228600">
                  <a:lnSpc>
                    <a:spcPct val="90000"/>
                  </a:lnSpc>
                  <a:spcBef>
                    <a:spcPts val="375"/>
                  </a:spcBef>
                  <a:buFont typeface="Arial" panose="020B0604020202020204" pitchFamily="34" charset="0"/>
                  <a:buChar char="•"/>
                  <a:defRPr sz="1300">
                    <a:solidFill>
                      <a:schemeClr val="tx1"/>
                    </a:solidFill>
                    <a:latin typeface="Calibri" panose="020F0502020204030204" charset="0"/>
                    <a:ea typeface="宋体" panose="02010600030101010101" pitchFamily="2" charset="-122"/>
                  </a:defRPr>
                </a:lvl5pPr>
                <a:lvl6pPr marL="2514600" indent="-228600" eaLnBrk="0" fontAlgn="base" hangingPunct="0">
                  <a:lnSpc>
                    <a:spcPct val="90000"/>
                  </a:lnSpc>
                  <a:spcBef>
                    <a:spcPts val="375"/>
                  </a:spcBef>
                  <a:spcAft>
                    <a:spcPct val="0"/>
                  </a:spcAft>
                  <a:buFont typeface="Arial" panose="020B0604020202020204" pitchFamily="34" charset="0"/>
                  <a:buChar char="•"/>
                  <a:defRPr sz="1300">
                    <a:solidFill>
                      <a:schemeClr val="tx1"/>
                    </a:solidFill>
                    <a:latin typeface="Calibri" panose="020F0502020204030204" charset="0"/>
                    <a:ea typeface="宋体" panose="02010600030101010101" pitchFamily="2" charset="-122"/>
                  </a:defRPr>
                </a:lvl6pPr>
                <a:lvl7pPr marL="2971800" indent="-228600" eaLnBrk="0" fontAlgn="base" hangingPunct="0">
                  <a:lnSpc>
                    <a:spcPct val="90000"/>
                  </a:lnSpc>
                  <a:spcBef>
                    <a:spcPts val="375"/>
                  </a:spcBef>
                  <a:spcAft>
                    <a:spcPct val="0"/>
                  </a:spcAft>
                  <a:buFont typeface="Arial" panose="020B0604020202020204" pitchFamily="34" charset="0"/>
                  <a:buChar char="•"/>
                  <a:defRPr sz="1300">
                    <a:solidFill>
                      <a:schemeClr val="tx1"/>
                    </a:solidFill>
                    <a:latin typeface="Calibri" panose="020F0502020204030204" charset="0"/>
                    <a:ea typeface="宋体" panose="02010600030101010101" pitchFamily="2" charset="-122"/>
                  </a:defRPr>
                </a:lvl7pPr>
                <a:lvl8pPr marL="3429000" indent="-228600" eaLnBrk="0" fontAlgn="base" hangingPunct="0">
                  <a:lnSpc>
                    <a:spcPct val="90000"/>
                  </a:lnSpc>
                  <a:spcBef>
                    <a:spcPts val="375"/>
                  </a:spcBef>
                  <a:spcAft>
                    <a:spcPct val="0"/>
                  </a:spcAft>
                  <a:buFont typeface="Arial" panose="020B0604020202020204" pitchFamily="34" charset="0"/>
                  <a:buChar char="•"/>
                  <a:defRPr sz="1300">
                    <a:solidFill>
                      <a:schemeClr val="tx1"/>
                    </a:solidFill>
                    <a:latin typeface="Calibri" panose="020F0502020204030204" charset="0"/>
                    <a:ea typeface="宋体" panose="02010600030101010101" pitchFamily="2" charset="-122"/>
                  </a:defRPr>
                </a:lvl8pPr>
                <a:lvl9pPr marL="3886200" indent="-228600" eaLnBrk="0" fontAlgn="base" hangingPunct="0">
                  <a:lnSpc>
                    <a:spcPct val="90000"/>
                  </a:lnSpc>
                  <a:spcBef>
                    <a:spcPts val="375"/>
                  </a:spcBef>
                  <a:spcAft>
                    <a:spcPct val="0"/>
                  </a:spcAft>
                  <a:buFont typeface="Arial" panose="020B0604020202020204" pitchFamily="34" charset="0"/>
                  <a:buChar char="•"/>
                  <a:defRPr sz="1300">
                    <a:solidFill>
                      <a:schemeClr val="tx1"/>
                    </a:solidFill>
                    <a:latin typeface="Calibri" panose="020F0502020204030204" charset="0"/>
                    <a:ea typeface="宋体" panose="02010600030101010101" pitchFamily="2" charset="-122"/>
                  </a:defRPr>
                </a:lvl9pPr>
              </a:lstStyle>
              <a:p>
                <a:pPr eaLnBrk="1" hangingPunct="1">
                  <a:lnSpc>
                    <a:spcPct val="100000"/>
                  </a:lnSpc>
                  <a:spcBef>
                    <a:spcPct val="0"/>
                  </a:spcBef>
                  <a:buFontTx/>
                  <a:buNone/>
                  <a:defRPr/>
                </a:pPr>
                <a:r>
                  <a:rPr lang="en-US" sz="3000" dirty="0">
                    <a:solidFill>
                      <a:schemeClr val="accent2">
                        <a:lumMod val="75000"/>
                      </a:schemeClr>
                    </a:solidFill>
                    <a:latin typeface="微软雅黑" panose="020B0503020204020204" charset="-122"/>
                    <a:ea typeface="微软雅黑" panose="020B0503020204020204" charset="-122"/>
                  </a:rPr>
                  <a:t>1</a:t>
                </a:r>
              </a:p>
            </p:txBody>
          </p:sp>
          <p:sp>
            <p:nvSpPr>
              <p:cNvPr id="13" name="MH_Text_1"/>
              <p:cNvSpPr txBox="1">
                <a:spLocks noChangeArrowheads="1"/>
              </p:cNvSpPr>
              <p:nvPr>
                <p:custDataLst>
                  <p:tags r:id="rId9"/>
                </p:custDataLst>
              </p:nvPr>
            </p:nvSpPr>
            <p:spPr bwMode="auto">
              <a:xfrm>
                <a:off x="450350" y="3942133"/>
                <a:ext cx="4359251" cy="152078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Narrow" panose="020B0606020202030204" pitchFamily="34" charset="0"/>
                    <a:ea typeface="宋体" panose="02010600030101010101" pitchFamily="2" charset="-122"/>
                  </a:defRPr>
                </a:lvl1pPr>
                <a:lvl2pPr marL="742950" indent="-285750">
                  <a:defRPr>
                    <a:solidFill>
                      <a:schemeClr val="tx1"/>
                    </a:solidFill>
                    <a:latin typeface="Arial Narrow" panose="020B0606020202030204" pitchFamily="34" charset="0"/>
                    <a:ea typeface="宋体" panose="02010600030101010101" pitchFamily="2" charset="-122"/>
                  </a:defRPr>
                </a:lvl2pPr>
                <a:lvl3pPr marL="1143000" indent="-228600">
                  <a:defRPr>
                    <a:solidFill>
                      <a:schemeClr val="tx1"/>
                    </a:solidFill>
                    <a:latin typeface="Arial Narrow" panose="020B0606020202030204" pitchFamily="34" charset="0"/>
                    <a:ea typeface="宋体" panose="02010600030101010101" pitchFamily="2" charset="-122"/>
                  </a:defRPr>
                </a:lvl3pPr>
                <a:lvl4pPr marL="1600200" indent="-228600">
                  <a:defRPr>
                    <a:solidFill>
                      <a:schemeClr val="tx1"/>
                    </a:solidFill>
                    <a:latin typeface="Arial Narrow" panose="020B0606020202030204" pitchFamily="34" charset="0"/>
                    <a:ea typeface="宋体" panose="02010600030101010101" pitchFamily="2" charset="-122"/>
                  </a:defRPr>
                </a:lvl4pPr>
                <a:lvl5pPr marL="2057400" indent="-228600">
                  <a:defRPr>
                    <a:solidFill>
                      <a:schemeClr val="tx1"/>
                    </a:solidFill>
                    <a:latin typeface="Arial Narrow" panose="020B060602020203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Narrow" panose="020B060602020203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Narrow" panose="020B060602020203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Narrow" panose="020B060602020203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Narrow" panose="020B0606020202030204" pitchFamily="34" charset="0"/>
                    <a:ea typeface="宋体" panose="02010600030101010101" pitchFamily="2" charset="-122"/>
                  </a:defRPr>
                </a:lvl9pPr>
              </a:lstStyle>
              <a:p>
                <a:pPr indent="457200" algn="just">
                  <a:lnSpc>
                    <a:spcPct val="120000"/>
                  </a:lnSpc>
                  <a:defRPr/>
                </a:pPr>
                <a:r>
                  <a:rPr lang="zh-CN" dirty="0">
                    <a:latin typeface="微软雅黑" panose="020B0503020204020204" charset="-122"/>
                    <a:ea typeface="微软雅黑" panose="020B0503020204020204" charset="-122"/>
                    <a:sym typeface="+mn-ea"/>
                  </a:rPr>
                  <a:t>结构化分析方法</a:t>
                </a:r>
                <a:r>
                  <a:rPr dirty="0">
                    <a:latin typeface="微软雅黑" panose="020B0503020204020204" charset="-122"/>
                    <a:ea typeface="微软雅黑" panose="020B0503020204020204" charset="-122"/>
                    <a:sym typeface="+mn-ea"/>
                  </a:rPr>
                  <a:t>将描述数据对象和描述作用于数据上的操作分别进行，采用不同的表示方法。实际上数据和对数据的处理是密切相关、不可分割的，分别处理会增加软件开发和维护的难度。</a:t>
                </a:r>
              </a:p>
              <a:p>
                <a:pPr indent="457200" algn="just">
                  <a:lnSpc>
                    <a:spcPct val="120000"/>
                  </a:lnSpc>
                  <a:defRPr/>
                </a:pPr>
                <a:endParaRPr dirty="0">
                  <a:latin typeface="微软雅黑" panose="020B0503020204020204" charset="-122"/>
                  <a:ea typeface="微软雅黑" panose="020B0503020204020204" charset="-122"/>
                  <a:sym typeface="+mn-ea"/>
                </a:endParaRPr>
              </a:p>
            </p:txBody>
          </p:sp>
          <p:sp>
            <p:nvSpPr>
              <p:cNvPr id="14" name="MH_SubTitle_1"/>
              <p:cNvSpPr txBox="1">
                <a:spLocks noChangeArrowheads="1"/>
              </p:cNvSpPr>
              <p:nvPr>
                <p:custDataLst>
                  <p:tags r:id="rId10"/>
                </p:custDataLst>
              </p:nvPr>
            </p:nvSpPr>
            <p:spPr bwMode="auto">
              <a:xfrm>
                <a:off x="2381251" y="3388044"/>
                <a:ext cx="2565400" cy="7588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rIns="0" anchor="b">
                <a:normAutofit/>
              </a:bodyPr>
              <a:lstStyle>
                <a:lvl1pPr>
                  <a:lnSpc>
                    <a:spcPct val="90000"/>
                  </a:lnSpc>
                  <a:spcBef>
                    <a:spcPts val="750"/>
                  </a:spcBef>
                  <a:buFont typeface="Arial" panose="020B0604020202020204" pitchFamily="34" charset="0"/>
                  <a:buChar char="•"/>
                  <a:defRPr sz="2100">
                    <a:solidFill>
                      <a:schemeClr val="tx1"/>
                    </a:solidFill>
                    <a:latin typeface="Calibri" panose="020F0502020204030204" charset="0"/>
                    <a:ea typeface="宋体" panose="02010600030101010101" pitchFamily="2" charset="-122"/>
                  </a:defRPr>
                </a:lvl1pPr>
                <a:lvl2pPr marL="742950" indent="-285750">
                  <a:lnSpc>
                    <a:spcPct val="90000"/>
                  </a:lnSpc>
                  <a:spcBef>
                    <a:spcPts val="375"/>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2pPr>
                <a:lvl3pPr marL="1143000" indent="-228600">
                  <a:lnSpc>
                    <a:spcPct val="90000"/>
                  </a:lnSpc>
                  <a:spcBef>
                    <a:spcPts val="375"/>
                  </a:spcBef>
                  <a:buFont typeface="Arial" panose="020B0604020202020204" pitchFamily="34" charset="0"/>
                  <a:buChar char="•"/>
                  <a:defRPr sz="1500">
                    <a:solidFill>
                      <a:schemeClr val="tx1"/>
                    </a:solidFill>
                    <a:latin typeface="Calibri" panose="020F0502020204030204" charset="0"/>
                    <a:ea typeface="宋体" panose="02010600030101010101" pitchFamily="2" charset="-122"/>
                  </a:defRPr>
                </a:lvl3pPr>
                <a:lvl4pPr marL="1600200" indent="-228600">
                  <a:lnSpc>
                    <a:spcPct val="90000"/>
                  </a:lnSpc>
                  <a:spcBef>
                    <a:spcPts val="375"/>
                  </a:spcBef>
                  <a:buFont typeface="Arial" panose="020B0604020202020204" pitchFamily="34" charset="0"/>
                  <a:buChar char="•"/>
                  <a:defRPr sz="1300">
                    <a:solidFill>
                      <a:schemeClr val="tx1"/>
                    </a:solidFill>
                    <a:latin typeface="Calibri" panose="020F0502020204030204" charset="0"/>
                    <a:ea typeface="宋体" panose="02010600030101010101" pitchFamily="2" charset="-122"/>
                  </a:defRPr>
                </a:lvl4pPr>
                <a:lvl5pPr marL="2057400" indent="-228600">
                  <a:lnSpc>
                    <a:spcPct val="90000"/>
                  </a:lnSpc>
                  <a:spcBef>
                    <a:spcPts val="375"/>
                  </a:spcBef>
                  <a:buFont typeface="Arial" panose="020B0604020202020204" pitchFamily="34" charset="0"/>
                  <a:buChar char="•"/>
                  <a:defRPr sz="1300">
                    <a:solidFill>
                      <a:schemeClr val="tx1"/>
                    </a:solidFill>
                    <a:latin typeface="Calibri" panose="020F0502020204030204" charset="0"/>
                    <a:ea typeface="宋体" panose="02010600030101010101" pitchFamily="2" charset="-122"/>
                  </a:defRPr>
                </a:lvl5pPr>
                <a:lvl6pPr marL="2514600" indent="-228600" eaLnBrk="0" fontAlgn="base" hangingPunct="0">
                  <a:lnSpc>
                    <a:spcPct val="90000"/>
                  </a:lnSpc>
                  <a:spcBef>
                    <a:spcPts val="375"/>
                  </a:spcBef>
                  <a:spcAft>
                    <a:spcPct val="0"/>
                  </a:spcAft>
                  <a:buFont typeface="Arial" panose="020B0604020202020204" pitchFamily="34" charset="0"/>
                  <a:buChar char="•"/>
                  <a:defRPr sz="1300">
                    <a:solidFill>
                      <a:schemeClr val="tx1"/>
                    </a:solidFill>
                    <a:latin typeface="Calibri" panose="020F0502020204030204" charset="0"/>
                    <a:ea typeface="宋体" panose="02010600030101010101" pitchFamily="2" charset="-122"/>
                  </a:defRPr>
                </a:lvl6pPr>
                <a:lvl7pPr marL="2971800" indent="-228600" eaLnBrk="0" fontAlgn="base" hangingPunct="0">
                  <a:lnSpc>
                    <a:spcPct val="90000"/>
                  </a:lnSpc>
                  <a:spcBef>
                    <a:spcPts val="375"/>
                  </a:spcBef>
                  <a:spcAft>
                    <a:spcPct val="0"/>
                  </a:spcAft>
                  <a:buFont typeface="Arial" panose="020B0604020202020204" pitchFamily="34" charset="0"/>
                  <a:buChar char="•"/>
                  <a:defRPr sz="1300">
                    <a:solidFill>
                      <a:schemeClr val="tx1"/>
                    </a:solidFill>
                    <a:latin typeface="Calibri" panose="020F0502020204030204" charset="0"/>
                    <a:ea typeface="宋体" panose="02010600030101010101" pitchFamily="2" charset="-122"/>
                  </a:defRPr>
                </a:lvl7pPr>
                <a:lvl8pPr marL="3429000" indent="-228600" eaLnBrk="0" fontAlgn="base" hangingPunct="0">
                  <a:lnSpc>
                    <a:spcPct val="90000"/>
                  </a:lnSpc>
                  <a:spcBef>
                    <a:spcPts val="375"/>
                  </a:spcBef>
                  <a:spcAft>
                    <a:spcPct val="0"/>
                  </a:spcAft>
                  <a:buFont typeface="Arial" panose="020B0604020202020204" pitchFamily="34" charset="0"/>
                  <a:buChar char="•"/>
                  <a:defRPr sz="1300">
                    <a:solidFill>
                      <a:schemeClr val="tx1"/>
                    </a:solidFill>
                    <a:latin typeface="Calibri" panose="020F0502020204030204" charset="0"/>
                    <a:ea typeface="宋体" panose="02010600030101010101" pitchFamily="2" charset="-122"/>
                  </a:defRPr>
                </a:lvl8pPr>
                <a:lvl9pPr marL="3886200" indent="-228600" eaLnBrk="0" fontAlgn="base" hangingPunct="0">
                  <a:lnSpc>
                    <a:spcPct val="90000"/>
                  </a:lnSpc>
                  <a:spcBef>
                    <a:spcPts val="375"/>
                  </a:spcBef>
                  <a:spcAft>
                    <a:spcPct val="0"/>
                  </a:spcAft>
                  <a:buFont typeface="Arial" panose="020B0604020202020204" pitchFamily="34" charset="0"/>
                  <a:buChar char="•"/>
                  <a:defRPr sz="1300">
                    <a:solidFill>
                      <a:schemeClr val="tx1"/>
                    </a:solidFill>
                    <a:latin typeface="Calibri" panose="020F0502020204030204" charset="0"/>
                    <a:ea typeface="宋体" panose="02010600030101010101" pitchFamily="2" charset="-122"/>
                  </a:defRPr>
                </a:lvl9pPr>
              </a:lstStyle>
              <a:p>
                <a:pPr>
                  <a:buNone/>
                </a:pPr>
                <a:endParaRPr lang="zh-CN" altLang="en-US" sz="1800" b="1" dirty="0">
                  <a:latin typeface="+mn-ea"/>
                  <a:ea typeface="+mn-ea"/>
                </a:endParaRPr>
              </a:p>
            </p:txBody>
          </p:sp>
          <p:sp>
            <p:nvSpPr>
              <p:cNvPr id="16" name="MH_Other_8"/>
              <p:cNvSpPr txBox="1">
                <a:spLocks noChangeArrowheads="1"/>
              </p:cNvSpPr>
              <p:nvPr>
                <p:custDataLst>
                  <p:tags r:id="rId11"/>
                </p:custDataLst>
              </p:nvPr>
            </p:nvSpPr>
            <p:spPr bwMode="auto">
              <a:xfrm>
                <a:off x="1894206" y="3387735"/>
                <a:ext cx="486833" cy="5540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lvl1pPr>
                  <a:lnSpc>
                    <a:spcPct val="90000"/>
                  </a:lnSpc>
                  <a:spcBef>
                    <a:spcPts val="750"/>
                  </a:spcBef>
                  <a:buFont typeface="Arial" panose="020B0604020202020204" pitchFamily="34" charset="0"/>
                  <a:buChar char="•"/>
                  <a:defRPr sz="2100">
                    <a:solidFill>
                      <a:schemeClr val="tx1"/>
                    </a:solidFill>
                    <a:latin typeface="Calibri" panose="020F0502020204030204" charset="0"/>
                    <a:ea typeface="宋体" panose="02010600030101010101" pitchFamily="2" charset="-122"/>
                  </a:defRPr>
                </a:lvl1pPr>
                <a:lvl2pPr marL="742950" indent="-285750">
                  <a:lnSpc>
                    <a:spcPct val="90000"/>
                  </a:lnSpc>
                  <a:spcBef>
                    <a:spcPts val="375"/>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2pPr>
                <a:lvl3pPr marL="1143000" indent="-228600">
                  <a:lnSpc>
                    <a:spcPct val="90000"/>
                  </a:lnSpc>
                  <a:spcBef>
                    <a:spcPts val="375"/>
                  </a:spcBef>
                  <a:buFont typeface="Arial" panose="020B0604020202020204" pitchFamily="34" charset="0"/>
                  <a:buChar char="•"/>
                  <a:defRPr sz="1500">
                    <a:solidFill>
                      <a:schemeClr val="tx1"/>
                    </a:solidFill>
                    <a:latin typeface="Calibri" panose="020F0502020204030204" charset="0"/>
                    <a:ea typeface="宋体" panose="02010600030101010101" pitchFamily="2" charset="-122"/>
                  </a:defRPr>
                </a:lvl3pPr>
                <a:lvl4pPr marL="1600200" indent="-228600">
                  <a:lnSpc>
                    <a:spcPct val="90000"/>
                  </a:lnSpc>
                  <a:spcBef>
                    <a:spcPts val="375"/>
                  </a:spcBef>
                  <a:buFont typeface="Arial" panose="020B0604020202020204" pitchFamily="34" charset="0"/>
                  <a:buChar char="•"/>
                  <a:defRPr sz="1300">
                    <a:solidFill>
                      <a:schemeClr val="tx1"/>
                    </a:solidFill>
                    <a:latin typeface="Calibri" panose="020F0502020204030204" charset="0"/>
                    <a:ea typeface="宋体" panose="02010600030101010101" pitchFamily="2" charset="-122"/>
                  </a:defRPr>
                </a:lvl4pPr>
                <a:lvl5pPr marL="2057400" indent="-228600">
                  <a:lnSpc>
                    <a:spcPct val="90000"/>
                  </a:lnSpc>
                  <a:spcBef>
                    <a:spcPts val="375"/>
                  </a:spcBef>
                  <a:buFont typeface="Arial" panose="020B0604020202020204" pitchFamily="34" charset="0"/>
                  <a:buChar char="•"/>
                  <a:defRPr sz="1300">
                    <a:solidFill>
                      <a:schemeClr val="tx1"/>
                    </a:solidFill>
                    <a:latin typeface="Calibri" panose="020F0502020204030204" charset="0"/>
                    <a:ea typeface="宋体" panose="02010600030101010101" pitchFamily="2" charset="-122"/>
                  </a:defRPr>
                </a:lvl5pPr>
                <a:lvl6pPr marL="2514600" indent="-228600" eaLnBrk="0" fontAlgn="base" hangingPunct="0">
                  <a:lnSpc>
                    <a:spcPct val="90000"/>
                  </a:lnSpc>
                  <a:spcBef>
                    <a:spcPts val="375"/>
                  </a:spcBef>
                  <a:spcAft>
                    <a:spcPct val="0"/>
                  </a:spcAft>
                  <a:buFont typeface="Arial" panose="020B0604020202020204" pitchFamily="34" charset="0"/>
                  <a:buChar char="•"/>
                  <a:defRPr sz="1300">
                    <a:solidFill>
                      <a:schemeClr val="tx1"/>
                    </a:solidFill>
                    <a:latin typeface="Calibri" panose="020F0502020204030204" charset="0"/>
                    <a:ea typeface="宋体" panose="02010600030101010101" pitchFamily="2" charset="-122"/>
                  </a:defRPr>
                </a:lvl6pPr>
                <a:lvl7pPr marL="2971800" indent="-228600" eaLnBrk="0" fontAlgn="base" hangingPunct="0">
                  <a:lnSpc>
                    <a:spcPct val="90000"/>
                  </a:lnSpc>
                  <a:spcBef>
                    <a:spcPts val="375"/>
                  </a:spcBef>
                  <a:spcAft>
                    <a:spcPct val="0"/>
                  </a:spcAft>
                  <a:buFont typeface="Arial" panose="020B0604020202020204" pitchFamily="34" charset="0"/>
                  <a:buChar char="•"/>
                  <a:defRPr sz="1300">
                    <a:solidFill>
                      <a:schemeClr val="tx1"/>
                    </a:solidFill>
                    <a:latin typeface="Calibri" panose="020F0502020204030204" charset="0"/>
                    <a:ea typeface="宋体" panose="02010600030101010101" pitchFamily="2" charset="-122"/>
                  </a:defRPr>
                </a:lvl7pPr>
                <a:lvl8pPr marL="3429000" indent="-228600" eaLnBrk="0" fontAlgn="base" hangingPunct="0">
                  <a:lnSpc>
                    <a:spcPct val="90000"/>
                  </a:lnSpc>
                  <a:spcBef>
                    <a:spcPts val="375"/>
                  </a:spcBef>
                  <a:spcAft>
                    <a:spcPct val="0"/>
                  </a:spcAft>
                  <a:buFont typeface="Arial" panose="020B0604020202020204" pitchFamily="34" charset="0"/>
                  <a:buChar char="•"/>
                  <a:defRPr sz="1300">
                    <a:solidFill>
                      <a:schemeClr val="tx1"/>
                    </a:solidFill>
                    <a:latin typeface="Calibri" panose="020F0502020204030204" charset="0"/>
                    <a:ea typeface="宋体" panose="02010600030101010101" pitchFamily="2" charset="-122"/>
                  </a:defRPr>
                </a:lvl8pPr>
                <a:lvl9pPr marL="3886200" indent="-228600" eaLnBrk="0" fontAlgn="base" hangingPunct="0">
                  <a:lnSpc>
                    <a:spcPct val="90000"/>
                  </a:lnSpc>
                  <a:spcBef>
                    <a:spcPts val="375"/>
                  </a:spcBef>
                  <a:spcAft>
                    <a:spcPct val="0"/>
                  </a:spcAft>
                  <a:buFont typeface="Arial" panose="020B0604020202020204" pitchFamily="34" charset="0"/>
                  <a:buChar char="•"/>
                  <a:defRPr sz="1300">
                    <a:solidFill>
                      <a:schemeClr val="tx1"/>
                    </a:solidFill>
                    <a:latin typeface="Calibri" panose="020F0502020204030204" charset="0"/>
                    <a:ea typeface="宋体" panose="02010600030101010101" pitchFamily="2" charset="-122"/>
                  </a:defRPr>
                </a:lvl9pPr>
              </a:lstStyle>
              <a:p>
                <a:pPr eaLnBrk="1" hangingPunct="1">
                  <a:lnSpc>
                    <a:spcPct val="100000"/>
                  </a:lnSpc>
                  <a:spcBef>
                    <a:spcPct val="0"/>
                  </a:spcBef>
                  <a:buFontTx/>
                  <a:buNone/>
                  <a:defRPr/>
                </a:pPr>
                <a:r>
                  <a:rPr lang="en-US" altLang="zh-CN" sz="3000" dirty="0">
                    <a:solidFill>
                      <a:schemeClr val="accent1">
                        <a:lumMod val="75000"/>
                      </a:schemeClr>
                    </a:solidFill>
                    <a:latin typeface="微软雅黑" panose="020B0503020204020204" charset="-122"/>
                    <a:ea typeface="微软雅黑" panose="020B0503020204020204" charset="-122"/>
                  </a:rPr>
                  <a:t>2</a:t>
                </a:r>
                <a:endParaRPr lang="zh-CN" altLang="en-US" sz="3000" dirty="0">
                  <a:solidFill>
                    <a:schemeClr val="accent1">
                      <a:lumMod val="75000"/>
                    </a:schemeClr>
                  </a:solidFill>
                  <a:latin typeface="微软雅黑" panose="020B0503020204020204" charset="-122"/>
                  <a:ea typeface="微软雅黑" panose="020B0503020204020204" charset="-122"/>
                </a:endParaRPr>
              </a:p>
            </p:txBody>
          </p:sp>
          <p:cxnSp>
            <p:nvCxnSpPr>
              <p:cNvPr id="17" name="MH_Other_5"/>
              <p:cNvCxnSpPr/>
              <p:nvPr>
                <p:custDataLst>
                  <p:tags r:id="rId12"/>
                </p:custDataLst>
              </p:nvPr>
            </p:nvCxnSpPr>
            <p:spPr>
              <a:xfrm>
                <a:off x="1993901" y="3881128"/>
                <a:ext cx="2952751" cy="0"/>
              </a:xfrm>
              <a:prstGeom prst="line">
                <a:avLst/>
              </a:prstGeom>
              <a:ln w="38100">
                <a:solidFill>
                  <a:schemeClr val="accent1"/>
                </a:solidFill>
              </a:ln>
            </p:spPr>
            <p:style>
              <a:lnRef idx="1">
                <a:schemeClr val="accent1"/>
              </a:lnRef>
              <a:fillRef idx="0">
                <a:schemeClr val="accent1"/>
              </a:fillRef>
              <a:effectRef idx="0">
                <a:schemeClr val="accent1"/>
              </a:effectRef>
              <a:fontRef idx="minor">
                <a:schemeClr val="tx1"/>
              </a:fontRef>
            </p:style>
          </p:cxnSp>
        </p:grpSp>
        <p:sp>
          <p:nvSpPr>
            <p:cNvPr id="275457" name="Rectangle 1"/>
            <p:cNvSpPr>
              <a:spLocks noChangeArrowheads="1"/>
            </p:cNvSpPr>
            <p:nvPr/>
          </p:nvSpPr>
          <p:spPr bwMode="auto">
            <a:xfrm>
              <a:off x="6139" y="2352"/>
              <a:ext cx="5815" cy="630"/>
            </a:xfrm>
            <a:prstGeom prst="rect">
              <a:avLst/>
            </a:prstGeom>
            <a:noFill/>
            <a:ln w="9525">
              <a:noFill/>
              <a:miter lim="800000"/>
            </a:ln>
            <a:effectLst/>
          </p:spPr>
          <p:txBody>
            <a:bodyPr vert="horz" wrap="square" lIns="91440" tIns="45720" rIns="91440" bIns="45720" numCol="1" anchor="ctr" anchorCtr="0" compatLnSpc="1">
              <a:spAutoFit/>
            </a:bodyPr>
            <a:lstStyle/>
            <a:p>
              <a:pPr marL="0" marR="0" lvl="0" indent="269875" algn="l" defTabSz="914400" rtl="0" eaLnBrk="1" fontAlgn="base" latinLnBrk="0" hangingPunct="1">
                <a:lnSpc>
                  <a:spcPct val="100000"/>
                </a:lnSpc>
                <a:spcBef>
                  <a:spcPct val="0"/>
                </a:spcBef>
                <a:spcAft>
                  <a:spcPct val="0"/>
                </a:spcAft>
                <a:buClrTx/>
                <a:buSzTx/>
                <a:buFontTx/>
                <a:buNone/>
              </a:pPr>
              <a:endParaRPr kumimoji="0" lang="en-US" sz="2000" b="1" i="0" u="none" strike="noStrike" cap="none" normalizeH="0" baseline="0" dirty="0">
                <a:ln>
                  <a:noFill/>
                </a:ln>
                <a:solidFill>
                  <a:schemeClr val="tx1"/>
                </a:solidFill>
                <a:effectLst/>
                <a:latin typeface="微软雅黑" panose="020B0503020204020204" charset="-122"/>
                <a:ea typeface="微软雅黑" panose="020B0503020204020204" charset="-122"/>
                <a:cs typeface="宋体" panose="02010600030101010101" pitchFamily="2" charset="-122"/>
                <a:sym typeface="+mn-ea"/>
              </a:endParaRPr>
            </a:p>
          </p:txBody>
        </p:sp>
      </p:grpSp>
    </p:spTree>
  </p:cSld>
  <p:clrMapOvr>
    <a:masterClrMapping/>
  </p:clrMapOvr>
  <p:transition>
    <p:wheel spokes="3"/>
  </p:transition>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694801" y="360000"/>
            <a:ext cx="5401200" cy="523220"/>
          </a:xfrm>
        </p:spPr>
        <p:txBody>
          <a:bodyPr/>
          <a:lstStyle/>
          <a:p>
            <a:r>
              <a:rPr lang="en-US" dirty="0"/>
              <a:t>6.1 </a:t>
            </a:r>
            <a:r>
              <a:rPr lang="zh-CN" altLang="en-US" dirty="0"/>
              <a:t>面向对象方法概述</a:t>
            </a:r>
            <a:endParaRPr lang="en-US" altLang="zh-CN" dirty="0"/>
          </a:p>
        </p:txBody>
      </p:sp>
      <p:sp>
        <p:nvSpPr>
          <p:cNvPr id="23" name="文本占位符 22">
            <a:extLst>
              <a:ext uri="{FF2B5EF4-FFF2-40B4-BE49-F238E27FC236}">
                <a16:creationId xmlns:a16="http://schemas.microsoft.com/office/drawing/2014/main" id="{C2327611-7489-FDE1-87EF-60BC6D624E09}"/>
              </a:ext>
            </a:extLst>
          </p:cNvPr>
          <p:cNvSpPr>
            <a:spLocks noGrp="1"/>
          </p:cNvSpPr>
          <p:nvPr>
            <p:ph type="body" sz="quarter" idx="10"/>
          </p:nvPr>
        </p:nvSpPr>
        <p:spPr>
          <a:xfrm>
            <a:off x="360000" y="2519363"/>
            <a:ext cx="7725747" cy="2845739"/>
          </a:xfrm>
        </p:spPr>
        <p:txBody>
          <a:bodyPr/>
          <a:lstStyle/>
          <a:p>
            <a:r>
              <a:rPr lang="en-US" altLang="zh-CN" dirty="0" err="1"/>
              <a:t>面向对象方法简称为OO（Objected</a:t>
            </a:r>
            <a:r>
              <a:rPr lang="en-US" altLang="zh-CN" dirty="0"/>
              <a:t> Oriented）方法，是1979年以后发展起来的，是当前软件方法学的主要方向，也是目前最有效、最实用和最流行的软件开发方法之一。面向对象方法是在汲取结构化思想和优点的基础上发展起来的，是对结构化方法的进一步发展和扩充。</a:t>
            </a:r>
            <a:endParaRPr lang="zh-CN" altLang="en-US" dirty="0"/>
          </a:p>
        </p:txBody>
      </p:sp>
      <p:pic>
        <p:nvPicPr>
          <p:cNvPr id="160769" name="Picture 1"/>
          <p:cNvPicPr>
            <a:picLocks noChangeAspect="1" noChangeArrowheads="1"/>
          </p:cNvPicPr>
          <p:nvPr/>
        </p:nvPicPr>
        <p:blipFill>
          <a:blip r:embed="rId2" cstate="print"/>
          <a:srcRect/>
          <a:stretch>
            <a:fillRect/>
          </a:stretch>
        </p:blipFill>
        <p:spPr bwMode="auto">
          <a:xfrm>
            <a:off x="7897495" y="2652158"/>
            <a:ext cx="4294505" cy="2559685"/>
          </a:xfrm>
          <a:prstGeom prst="ellipse">
            <a:avLst/>
          </a:prstGeom>
          <a:noFill/>
          <a:ln w="9525">
            <a:noFill/>
            <a:miter lim="800000"/>
            <a:headEnd/>
            <a:tailEnd/>
          </a:ln>
          <a:effectLst/>
        </p:spPr>
      </p:pic>
      <p:sp>
        <p:nvSpPr>
          <p:cNvPr id="20" name="矩形 19"/>
          <p:cNvSpPr/>
          <p:nvPr/>
        </p:nvSpPr>
        <p:spPr>
          <a:xfrm>
            <a:off x="6911340" y="1646157"/>
            <a:ext cx="5280660" cy="1266190"/>
          </a:xfrm>
          <a:prstGeom prst="rect">
            <a:avLst/>
          </a:prstGeom>
          <a:noFill/>
          <a:ln>
            <a:noFill/>
          </a:ln>
        </p:spPr>
        <p:txBody>
          <a:bodyPr wrap="square" rtlCol="0" anchor="t">
            <a:prstTxWarp prst="textStop">
              <a:avLst/>
            </a:prstTxWarp>
            <a:spAutoFit/>
          </a:bodyPr>
          <a:lstStyle/>
          <a:p>
            <a:pPr algn="ctr"/>
            <a:r>
              <a:rPr lang="en-US" altLang="zh-CN" sz="4000" kern="0" dirty="0">
                <a:solidFill>
                  <a:schemeClr val="tx1"/>
                </a:solidFill>
                <a:latin typeface="微软雅黑" panose="020B0503020204020204" charset="-122"/>
                <a:ea typeface="微软雅黑" panose="020B0503020204020204" charset="-122"/>
                <a:cs typeface="宋体" panose="02010600030101010101" pitchFamily="2" charset="-122"/>
                <a:sym typeface="+mn-ea"/>
              </a:rPr>
              <a:t>Objected Oriented</a:t>
            </a:r>
            <a:endParaRPr lang="en-US" altLang="zh-CN" sz="4000" b="1" kern="0" dirty="0">
              <a:solidFill>
                <a:schemeClr val="tx1"/>
              </a:solidFill>
              <a:effectLst>
                <a:outerShdw blurRad="38100" dist="19050" dir="2700000" algn="tl" rotWithShape="0">
                  <a:schemeClr val="dk1">
                    <a:alpha val="40000"/>
                  </a:schemeClr>
                </a:outerShdw>
              </a:effectLst>
              <a:latin typeface="微软雅黑" panose="020B0503020204020204" charset="-122"/>
              <a:ea typeface="微软雅黑" panose="020B0503020204020204" charset="-122"/>
              <a:cs typeface="宋体" panose="02010600030101010101" pitchFamily="2" charset="-122"/>
              <a:sym typeface="+mn-ea"/>
            </a:endParaRPr>
          </a:p>
        </p:txBody>
      </p:sp>
    </p:spTree>
  </p:cSld>
  <p:clrMapOvr>
    <a:masterClrMapping/>
  </p:clrMapOvr>
  <p:transition>
    <p:wheel spokes="3"/>
  </p:transition>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694801" y="360000"/>
            <a:ext cx="5401200" cy="523220"/>
          </a:xfrm>
        </p:spPr>
        <p:txBody>
          <a:bodyPr/>
          <a:lstStyle/>
          <a:p>
            <a:r>
              <a:rPr lang="en-US" dirty="0"/>
              <a:t>6.1 </a:t>
            </a:r>
            <a:r>
              <a:rPr lang="zh-CN" altLang="en-US" dirty="0"/>
              <a:t>面向对象方法概述</a:t>
            </a:r>
            <a:endParaRPr lang="en-US" altLang="zh-CN" dirty="0"/>
          </a:p>
        </p:txBody>
      </p:sp>
      <p:sp>
        <p:nvSpPr>
          <p:cNvPr id="6" name="文本占位符 5">
            <a:extLst>
              <a:ext uri="{FF2B5EF4-FFF2-40B4-BE49-F238E27FC236}">
                <a16:creationId xmlns:a16="http://schemas.microsoft.com/office/drawing/2014/main" id="{9FA98CE5-97DB-11F7-0070-356446CC8347}"/>
              </a:ext>
            </a:extLst>
          </p:cNvPr>
          <p:cNvSpPr>
            <a:spLocks noGrp="1"/>
          </p:cNvSpPr>
          <p:nvPr>
            <p:ph type="body" sz="quarter" idx="10"/>
          </p:nvPr>
        </p:nvSpPr>
        <p:spPr>
          <a:xfrm>
            <a:off x="360000" y="2519363"/>
            <a:ext cx="7725747" cy="2845739"/>
          </a:xfrm>
        </p:spPr>
        <p:txBody>
          <a:bodyPr>
            <a:normAutofit fontScale="92500"/>
          </a:bodyPr>
          <a:lstStyle/>
          <a:p>
            <a:r>
              <a:rPr lang="en-US" altLang="zh-CN" dirty="0"/>
              <a:t>面向对象方法与传统方法的不同之处在于，其目的是有效地描述和刻画问题领域的信息和行为，以全局的观点来考虑系统中各种对象的联系，考虑系统的完整性和一致性，是对问题域的完整、直接的映射。</a:t>
            </a:r>
          </a:p>
          <a:p>
            <a:r>
              <a:rPr lang="en-US" altLang="zh-CN" dirty="0"/>
              <a:t>面向对象设计方法和传统方法一样，也分为面向对象分析和面向对象设计两个步骤，但分析和设计时所用的概念和表示法是相同的，它把两个步骤结合在一起，不强调分析与设计之间的严格区分，不同的阶段可以交错、回溯；不过，分析和设计仍然有不同的分工和侧重点。</a:t>
            </a:r>
          </a:p>
          <a:p>
            <a:endParaRPr lang="zh-CN" altLang="en-US" dirty="0"/>
          </a:p>
        </p:txBody>
      </p:sp>
      <p:sp>
        <p:nvSpPr>
          <p:cNvPr id="17" name="MH_Picture_2"/>
          <p:cNvSpPr/>
          <p:nvPr>
            <p:custDataLst>
              <p:tags r:id="rId1"/>
            </p:custDataLst>
          </p:nvPr>
        </p:nvSpPr>
        <p:spPr>
          <a:xfrm>
            <a:off x="8126730" y="2628331"/>
            <a:ext cx="3298825" cy="2259965"/>
          </a:xfrm>
          <a:prstGeom prst="ellipse">
            <a:avLst/>
          </a:prstGeom>
          <a:blipFill dpi="0" rotWithShape="1">
            <a:blip r:embed="rId3" cstate="print"/>
            <a:srcRect/>
            <a:stretch>
              <a:fillRect/>
            </a:stretch>
          </a:blipFill>
          <a:ln w="25400" cap="flat" cmpd="sng" algn="ctr">
            <a:solidFill>
              <a:sysClr val="window" lastClr="FFFFFF">
                <a:lumMod val="95000"/>
              </a:sysClr>
            </a:solidFill>
            <a:prstDash val="solid"/>
          </a:ln>
          <a:effectLst/>
        </p:spPr>
        <p:txBody>
          <a:bodyPr rot="0" spcFirstLastPara="0" vertOverflow="overflow" horzOverflow="overflow" vert="horz" wrap="square" lIns="91440" tIns="45720" rIns="91440" bIns="45720" numCol="1" spcCol="0" rtlCol="0" fromWordArt="0" anchor="ctr" anchorCtr="0" forceAA="0" compatLnSpc="1">
            <a:noAutofit/>
          </a:bodyP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sysClr val="window" lastClr="FFFFFF"/>
              </a:solidFill>
              <a:effectLst/>
              <a:uLnTx/>
              <a:uFillTx/>
              <a:latin typeface="Calibri" panose="020F0502020204030204"/>
              <a:ea typeface="+mn-ea"/>
              <a:cs typeface="+mn-cs"/>
            </a:endParaRPr>
          </a:p>
        </p:txBody>
      </p:sp>
      <p:sp>
        <p:nvSpPr>
          <p:cNvPr id="10" name="矩形 9">
            <a:extLst>
              <a:ext uri="{FF2B5EF4-FFF2-40B4-BE49-F238E27FC236}">
                <a16:creationId xmlns:a16="http://schemas.microsoft.com/office/drawing/2014/main" id="{BEF36018-C10D-76CB-AD30-BE3520A7FBFE}"/>
              </a:ext>
            </a:extLst>
          </p:cNvPr>
          <p:cNvSpPr/>
          <p:nvPr/>
        </p:nvSpPr>
        <p:spPr>
          <a:xfrm>
            <a:off x="6911340" y="1646157"/>
            <a:ext cx="5280660" cy="1266190"/>
          </a:xfrm>
          <a:prstGeom prst="rect">
            <a:avLst/>
          </a:prstGeom>
          <a:noFill/>
          <a:ln>
            <a:noFill/>
          </a:ln>
        </p:spPr>
        <p:txBody>
          <a:bodyPr wrap="square" rtlCol="0" anchor="t">
            <a:prstTxWarp prst="textStop">
              <a:avLst/>
            </a:prstTxWarp>
            <a:spAutoFit/>
          </a:bodyPr>
          <a:lstStyle/>
          <a:p>
            <a:pPr algn="ctr"/>
            <a:r>
              <a:rPr lang="en-US" altLang="zh-CN" sz="4000" kern="0" dirty="0">
                <a:solidFill>
                  <a:schemeClr val="tx1"/>
                </a:solidFill>
                <a:latin typeface="微软雅黑" panose="020B0503020204020204" charset="-122"/>
                <a:ea typeface="微软雅黑" panose="020B0503020204020204" charset="-122"/>
                <a:cs typeface="宋体" panose="02010600030101010101" pitchFamily="2" charset="-122"/>
                <a:sym typeface="+mn-ea"/>
              </a:rPr>
              <a:t>Objected Oriented</a:t>
            </a:r>
            <a:endParaRPr lang="en-US" altLang="zh-CN" sz="4000" b="1" kern="0" dirty="0">
              <a:solidFill>
                <a:schemeClr val="tx1"/>
              </a:solidFill>
              <a:effectLst>
                <a:outerShdw blurRad="38100" dist="19050" dir="2700000" algn="tl" rotWithShape="0">
                  <a:schemeClr val="dk1">
                    <a:alpha val="40000"/>
                  </a:schemeClr>
                </a:outerShdw>
              </a:effectLst>
              <a:latin typeface="微软雅黑" panose="020B0503020204020204" charset="-122"/>
              <a:ea typeface="微软雅黑" panose="020B0503020204020204" charset="-122"/>
              <a:cs typeface="宋体" panose="02010600030101010101" pitchFamily="2" charset="-122"/>
              <a:sym typeface="+mn-ea"/>
            </a:endParaRPr>
          </a:p>
        </p:txBody>
      </p:sp>
    </p:spTree>
  </p:cSld>
  <p:clrMapOvr>
    <a:masterClrMapping/>
  </p:clrMapOvr>
  <p:transition>
    <p:wheel spokes="3"/>
  </p:transition>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694801" y="360000"/>
            <a:ext cx="5401200" cy="523220"/>
          </a:xfrm>
        </p:spPr>
        <p:txBody>
          <a:bodyPr/>
          <a:lstStyle/>
          <a:p>
            <a:r>
              <a:rPr lang="en-US" dirty="0"/>
              <a:t>6.1 </a:t>
            </a:r>
            <a:r>
              <a:rPr lang="zh-CN" altLang="en-US" dirty="0"/>
              <a:t>面向对象方法概述</a:t>
            </a:r>
            <a:endParaRPr lang="en-US" altLang="zh-CN" dirty="0"/>
          </a:p>
        </p:txBody>
      </p:sp>
      <p:sp>
        <p:nvSpPr>
          <p:cNvPr id="10" name="文本占位符 9">
            <a:extLst>
              <a:ext uri="{FF2B5EF4-FFF2-40B4-BE49-F238E27FC236}">
                <a16:creationId xmlns:a16="http://schemas.microsoft.com/office/drawing/2014/main" id="{28DA5A88-5103-35A9-5FDC-79225FB603A1}"/>
              </a:ext>
            </a:extLst>
          </p:cNvPr>
          <p:cNvSpPr>
            <a:spLocks noGrp="1"/>
          </p:cNvSpPr>
          <p:nvPr>
            <p:ph type="body" sz="quarter" idx="10"/>
          </p:nvPr>
        </p:nvSpPr>
        <p:spPr>
          <a:xfrm>
            <a:off x="360000" y="2519363"/>
            <a:ext cx="7725747" cy="2845739"/>
          </a:xfrm>
        </p:spPr>
        <p:txBody>
          <a:bodyPr>
            <a:normAutofit fontScale="92500" lnSpcReduction="10000"/>
          </a:bodyPr>
          <a:lstStyle/>
          <a:p>
            <a:r>
              <a:rPr lang="zh-CN" altLang="en-US" dirty="0"/>
              <a:t>在面向对象分析（</a:t>
            </a:r>
            <a:r>
              <a:rPr lang="en-US" altLang="zh-CN" dirty="0"/>
              <a:t>Object Oriented Analysis</a:t>
            </a:r>
            <a:r>
              <a:rPr lang="zh-CN" altLang="en-US" dirty="0"/>
              <a:t>，</a:t>
            </a:r>
            <a:r>
              <a:rPr lang="en-US" altLang="zh-CN" dirty="0"/>
              <a:t>OOA</a:t>
            </a:r>
            <a:r>
              <a:rPr lang="zh-CN" altLang="en-US" dirty="0"/>
              <a:t>）阶段考虑问题和系统责任，建立一个独立于系统实现的</a:t>
            </a:r>
            <a:r>
              <a:rPr lang="en-US" altLang="zh-CN" dirty="0"/>
              <a:t>OOA</a:t>
            </a:r>
            <a:r>
              <a:rPr lang="zh-CN" altLang="en-US" dirty="0"/>
              <a:t>模型。在分析阶段通常建立</a:t>
            </a:r>
            <a:r>
              <a:rPr lang="en-US" altLang="zh-CN" dirty="0"/>
              <a:t>3</a:t>
            </a:r>
            <a:r>
              <a:rPr lang="zh-CN" altLang="en-US" dirty="0"/>
              <a:t>种模型：对象模型、动态模型和功能模型。首先定义对象及其属性，建立对象模型。这里的对象和传统方法中的数据对象（实体）不同，需要根据问题域中的操作规则和内在性质定义对象的行为特征（服务），建立动态模型，用动态模型描述对象的生存周期。分析对象之间的关系采用封装、继承、消息通信等原则使问题域的复杂性得到控制。最后根据对象及其生存周期定义处理过程，建立功能模型。</a:t>
            </a:r>
          </a:p>
        </p:txBody>
      </p:sp>
      <p:pic>
        <p:nvPicPr>
          <p:cNvPr id="4" name="图片 3" descr="A000220150821A96PPIC"/>
          <p:cNvPicPr>
            <a:picLocks noChangeAspect="1"/>
          </p:cNvPicPr>
          <p:nvPr/>
        </p:nvPicPr>
        <p:blipFill>
          <a:blip r:embed="rId5" cstate="print"/>
          <a:stretch>
            <a:fillRect/>
          </a:stretch>
        </p:blipFill>
        <p:spPr>
          <a:xfrm>
            <a:off x="8529637" y="3214532"/>
            <a:ext cx="3302000" cy="3273425"/>
          </a:xfrm>
          <a:prstGeom prst="rect">
            <a:avLst/>
          </a:prstGeom>
        </p:spPr>
      </p:pic>
      <p:grpSp>
        <p:nvGrpSpPr>
          <p:cNvPr id="16" name="组合 15"/>
          <p:cNvGrpSpPr/>
          <p:nvPr/>
        </p:nvGrpSpPr>
        <p:grpSpPr>
          <a:xfrm flipH="1">
            <a:off x="7193915" y="1725930"/>
            <a:ext cx="5013325" cy="973455"/>
            <a:chOff x="1" y="3428100"/>
            <a:chExt cx="5013433" cy="973302"/>
          </a:xfrm>
        </p:grpSpPr>
        <p:sp>
          <p:nvSpPr>
            <p:cNvPr id="6" name="MH_SubTitle_2"/>
            <p:cNvSpPr/>
            <p:nvPr>
              <p:custDataLst>
                <p:tags r:id="rId1"/>
              </p:custDataLst>
            </p:nvPr>
          </p:nvSpPr>
          <p:spPr>
            <a:xfrm>
              <a:off x="1501900" y="3551342"/>
              <a:ext cx="3511534" cy="733137"/>
            </a:xfrm>
            <a:prstGeom prst="homePlate">
              <a:avLst/>
            </a:prstGeom>
            <a:solidFill>
              <a:srgbClr val="C698E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r>
                <a:rPr lang="zh-CN" altLang="en-US" sz="2400" b="1" dirty="0">
                  <a:solidFill>
                    <a:schemeClr val="bg1"/>
                  </a:solidFill>
                  <a:latin typeface="微软雅黑" panose="020B0503020204020204" charset="-122"/>
                  <a:ea typeface="微软雅黑" panose="020B0503020204020204" charset="-122"/>
                  <a:cs typeface="黑体" panose="02010609060101010101" pitchFamily="49" charset="-122"/>
                </a:rPr>
                <a:t>面向对象分析阶段</a:t>
              </a:r>
            </a:p>
          </p:txBody>
        </p:sp>
        <p:sp>
          <p:nvSpPr>
            <p:cNvPr id="8" name="MH_Other_5"/>
            <p:cNvSpPr/>
            <p:nvPr>
              <p:custDataLst>
                <p:tags r:id="rId2"/>
              </p:custDataLst>
            </p:nvPr>
          </p:nvSpPr>
          <p:spPr>
            <a:xfrm>
              <a:off x="1" y="3429680"/>
              <a:ext cx="1006593" cy="971722"/>
            </a:xfrm>
            <a:prstGeom prst="rect">
              <a:avLst/>
            </a:prstGeom>
            <a:solidFill>
              <a:srgbClr val="C698E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r>
                <a:rPr lang="en-US" altLang="zh-CN" sz="3200" dirty="0">
                  <a:solidFill>
                    <a:srgbClr val="FFFFFF"/>
                  </a:solidFill>
                  <a:latin typeface="Times New Roman" panose="02020603050405020304" pitchFamily="18" charset="0"/>
                  <a:ea typeface="微软雅黑" panose="020B0503020204020204" charset="-122"/>
                </a:rPr>
                <a:t>01</a:t>
              </a:r>
              <a:endParaRPr lang="zh-CN" altLang="en-US" sz="3200" dirty="0">
                <a:solidFill>
                  <a:srgbClr val="FFFFFF"/>
                </a:solidFill>
                <a:latin typeface="Times New Roman" panose="02020603050405020304" pitchFamily="18" charset="0"/>
                <a:ea typeface="微软雅黑" panose="020B0503020204020204" charset="-122"/>
              </a:endParaRPr>
            </a:p>
          </p:txBody>
        </p:sp>
        <p:sp>
          <p:nvSpPr>
            <p:cNvPr id="21" name="MH_Other_6"/>
            <p:cNvSpPr/>
            <p:nvPr>
              <p:custDataLst>
                <p:tags r:id="rId3"/>
              </p:custDataLst>
            </p:nvPr>
          </p:nvSpPr>
          <p:spPr>
            <a:xfrm>
              <a:off x="987065" y="3428100"/>
              <a:ext cx="516612" cy="973302"/>
            </a:xfrm>
            <a:custGeom>
              <a:avLst/>
              <a:gdLst>
                <a:gd name="connsiteX0" fmla="*/ 2382 w 461963"/>
                <a:gd name="connsiteY0" fmla="*/ 0 h 1081088"/>
                <a:gd name="connsiteX1" fmla="*/ 461963 w 461963"/>
                <a:gd name="connsiteY1" fmla="*/ 138113 h 1081088"/>
                <a:gd name="connsiteX2" fmla="*/ 461963 w 461963"/>
                <a:gd name="connsiteY2" fmla="*/ 950119 h 1081088"/>
                <a:gd name="connsiteX3" fmla="*/ 0 w 461963"/>
                <a:gd name="connsiteY3" fmla="*/ 1081088 h 1081088"/>
                <a:gd name="connsiteX4" fmla="*/ 2382 w 461963"/>
                <a:gd name="connsiteY4" fmla="*/ 0 h 108108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61963" h="1081088">
                  <a:moveTo>
                    <a:pt x="2382" y="0"/>
                  </a:moveTo>
                  <a:lnTo>
                    <a:pt x="461963" y="138113"/>
                  </a:lnTo>
                  <a:lnTo>
                    <a:pt x="461963" y="950119"/>
                  </a:lnTo>
                  <a:lnTo>
                    <a:pt x="0" y="1081088"/>
                  </a:lnTo>
                  <a:lnTo>
                    <a:pt x="2382" y="0"/>
                  </a:lnTo>
                  <a:close/>
                </a:path>
              </a:pathLst>
            </a:custGeom>
            <a:solidFill>
              <a:srgbClr val="A154CC"/>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a:solidFill>
                  <a:srgbClr val="FFFFFF"/>
                </a:solidFill>
                <a:latin typeface="微软雅黑" panose="020B0503020204020204" charset="-122"/>
                <a:ea typeface="微软雅黑" panose="020B0503020204020204" charset="-122"/>
              </a:endParaRPr>
            </a:p>
          </p:txBody>
        </p:sp>
      </p:grpSp>
    </p:spTree>
  </p:cSld>
  <p:clrMapOvr>
    <a:masterClrMapping/>
  </p:clrMapOvr>
  <p:transition>
    <p:wheel spokes="3"/>
  </p:transition>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694801" y="360000"/>
            <a:ext cx="5401200" cy="523220"/>
          </a:xfrm>
        </p:spPr>
        <p:txBody>
          <a:bodyPr/>
          <a:lstStyle/>
          <a:p>
            <a:r>
              <a:rPr lang="en-US" dirty="0"/>
              <a:t>6.1 </a:t>
            </a:r>
            <a:r>
              <a:rPr lang="zh-CN" altLang="en-US" dirty="0"/>
              <a:t>面向对象方法概述</a:t>
            </a:r>
            <a:endParaRPr lang="en-US" altLang="zh-CN" dirty="0"/>
          </a:p>
        </p:txBody>
      </p:sp>
      <p:sp>
        <p:nvSpPr>
          <p:cNvPr id="17" name="文本占位符 16">
            <a:extLst>
              <a:ext uri="{FF2B5EF4-FFF2-40B4-BE49-F238E27FC236}">
                <a16:creationId xmlns:a16="http://schemas.microsoft.com/office/drawing/2014/main" id="{4511F903-C8BC-C512-75A3-ADBB4AC3D937}"/>
              </a:ext>
            </a:extLst>
          </p:cNvPr>
          <p:cNvSpPr>
            <a:spLocks noGrp="1"/>
          </p:cNvSpPr>
          <p:nvPr>
            <p:ph type="body" sz="quarter" idx="10"/>
          </p:nvPr>
        </p:nvSpPr>
        <p:spPr>
          <a:xfrm>
            <a:off x="360000" y="2519363"/>
            <a:ext cx="7725747" cy="2845739"/>
          </a:xfrm>
        </p:spPr>
        <p:txBody>
          <a:bodyPr>
            <a:normAutofit/>
          </a:bodyPr>
          <a:lstStyle/>
          <a:p>
            <a:r>
              <a:rPr lang="zh-CN" altLang="en-US" dirty="0"/>
              <a:t>在面向对象设计（</a:t>
            </a:r>
            <a:r>
              <a:rPr lang="en-US" altLang="zh-CN" dirty="0"/>
              <a:t>Object Oriented Design</a:t>
            </a:r>
            <a:r>
              <a:rPr lang="zh-CN" altLang="en-US" dirty="0"/>
              <a:t>，</a:t>
            </a:r>
            <a:r>
              <a:rPr lang="en-US" altLang="zh-CN" dirty="0"/>
              <a:t>OOD</a:t>
            </a:r>
            <a:r>
              <a:rPr lang="zh-CN" altLang="en-US" dirty="0"/>
              <a:t>）阶段考虑与实现有关的因素，对</a:t>
            </a:r>
            <a:r>
              <a:rPr lang="en-US" altLang="zh-CN" dirty="0"/>
              <a:t>OOA</a:t>
            </a:r>
            <a:r>
              <a:rPr lang="zh-CN" altLang="en-US" dirty="0"/>
              <a:t>模型进行调整并补充与实现有关的部分，形成面向对象设计模型。</a:t>
            </a:r>
          </a:p>
          <a:p>
            <a:r>
              <a:rPr lang="zh-CN" altLang="en-US" dirty="0"/>
              <a:t>面向对象方法考虑问题的基本原则是，尽可能模拟人类习惯的思维方式。面向对象使描述问题的问题空间（也称为问题域）与实现解法的解空间（也称为求解域）在概念和表示方法上尽可能一致。面向对象方法有许多优点，是目前广泛使用的软件开发方法之一。</a:t>
            </a:r>
          </a:p>
        </p:txBody>
      </p:sp>
      <p:grpSp>
        <p:nvGrpSpPr>
          <p:cNvPr id="16" name="组合 15"/>
          <p:cNvGrpSpPr/>
          <p:nvPr/>
        </p:nvGrpSpPr>
        <p:grpSpPr>
          <a:xfrm flipH="1">
            <a:off x="7193915" y="1725930"/>
            <a:ext cx="5013325" cy="973455"/>
            <a:chOff x="1" y="3428100"/>
            <a:chExt cx="5013433" cy="973302"/>
          </a:xfrm>
        </p:grpSpPr>
        <p:sp>
          <p:nvSpPr>
            <p:cNvPr id="6" name="MH_SubTitle_2"/>
            <p:cNvSpPr/>
            <p:nvPr>
              <p:custDataLst>
                <p:tags r:id="rId1"/>
              </p:custDataLst>
            </p:nvPr>
          </p:nvSpPr>
          <p:spPr>
            <a:xfrm>
              <a:off x="1501900" y="3551342"/>
              <a:ext cx="3511534" cy="733137"/>
            </a:xfrm>
            <a:prstGeom prst="homePlate">
              <a:avLst/>
            </a:prstGeom>
            <a:solidFill>
              <a:srgbClr val="C698E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r>
                <a:rPr lang="zh-CN" altLang="en-US" sz="2400" b="1" dirty="0">
                  <a:solidFill>
                    <a:schemeClr val="bg1"/>
                  </a:solidFill>
                  <a:latin typeface="微软雅黑" panose="020B0503020204020204" charset="-122"/>
                  <a:ea typeface="微软雅黑" panose="020B0503020204020204" charset="-122"/>
                  <a:cs typeface="黑体" panose="02010609060101010101" pitchFamily="49" charset="-122"/>
                </a:rPr>
                <a:t>面向对象设计阶段</a:t>
              </a:r>
            </a:p>
          </p:txBody>
        </p:sp>
        <p:sp>
          <p:nvSpPr>
            <p:cNvPr id="8" name="MH_Other_5"/>
            <p:cNvSpPr/>
            <p:nvPr>
              <p:custDataLst>
                <p:tags r:id="rId2"/>
              </p:custDataLst>
            </p:nvPr>
          </p:nvSpPr>
          <p:spPr>
            <a:xfrm>
              <a:off x="1" y="3429680"/>
              <a:ext cx="1006593" cy="971722"/>
            </a:xfrm>
            <a:prstGeom prst="rect">
              <a:avLst/>
            </a:prstGeom>
            <a:solidFill>
              <a:srgbClr val="C698E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r>
                <a:rPr lang="en-US" altLang="zh-CN" sz="3200" dirty="0">
                  <a:solidFill>
                    <a:srgbClr val="FFFFFF"/>
                  </a:solidFill>
                  <a:latin typeface="Times New Roman" panose="02020603050405020304" pitchFamily="18" charset="0"/>
                  <a:ea typeface="微软雅黑" panose="020B0503020204020204" charset="-122"/>
                </a:rPr>
                <a:t>0</a:t>
              </a:r>
              <a:r>
                <a:rPr lang="en-US" sz="3200" dirty="0">
                  <a:solidFill>
                    <a:srgbClr val="FFFFFF"/>
                  </a:solidFill>
                  <a:latin typeface="Times New Roman" panose="02020603050405020304" pitchFamily="18" charset="0"/>
                  <a:ea typeface="微软雅黑" panose="020B0503020204020204" charset="-122"/>
                </a:rPr>
                <a:t>2</a:t>
              </a:r>
            </a:p>
          </p:txBody>
        </p:sp>
        <p:sp>
          <p:nvSpPr>
            <p:cNvPr id="21" name="MH_Other_6"/>
            <p:cNvSpPr/>
            <p:nvPr>
              <p:custDataLst>
                <p:tags r:id="rId3"/>
              </p:custDataLst>
            </p:nvPr>
          </p:nvSpPr>
          <p:spPr>
            <a:xfrm>
              <a:off x="987065" y="3428100"/>
              <a:ext cx="516612" cy="973302"/>
            </a:xfrm>
            <a:custGeom>
              <a:avLst/>
              <a:gdLst>
                <a:gd name="connsiteX0" fmla="*/ 2382 w 461963"/>
                <a:gd name="connsiteY0" fmla="*/ 0 h 1081088"/>
                <a:gd name="connsiteX1" fmla="*/ 461963 w 461963"/>
                <a:gd name="connsiteY1" fmla="*/ 138113 h 1081088"/>
                <a:gd name="connsiteX2" fmla="*/ 461963 w 461963"/>
                <a:gd name="connsiteY2" fmla="*/ 950119 h 1081088"/>
                <a:gd name="connsiteX3" fmla="*/ 0 w 461963"/>
                <a:gd name="connsiteY3" fmla="*/ 1081088 h 1081088"/>
                <a:gd name="connsiteX4" fmla="*/ 2382 w 461963"/>
                <a:gd name="connsiteY4" fmla="*/ 0 h 108108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61963" h="1081088">
                  <a:moveTo>
                    <a:pt x="2382" y="0"/>
                  </a:moveTo>
                  <a:lnTo>
                    <a:pt x="461963" y="138113"/>
                  </a:lnTo>
                  <a:lnTo>
                    <a:pt x="461963" y="950119"/>
                  </a:lnTo>
                  <a:lnTo>
                    <a:pt x="0" y="1081088"/>
                  </a:lnTo>
                  <a:lnTo>
                    <a:pt x="2382" y="0"/>
                  </a:lnTo>
                  <a:close/>
                </a:path>
              </a:pathLst>
            </a:custGeom>
            <a:solidFill>
              <a:srgbClr val="A154CC"/>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a:solidFill>
                  <a:srgbClr val="FFFFFF"/>
                </a:solidFill>
                <a:latin typeface="微软雅黑" panose="020B0503020204020204" charset="-122"/>
                <a:ea typeface="微软雅黑" panose="020B0503020204020204" charset="-122"/>
              </a:endParaRPr>
            </a:p>
          </p:txBody>
        </p:sp>
      </p:grpSp>
      <p:pic>
        <p:nvPicPr>
          <p:cNvPr id="2" name="图片 1" descr="A000220150821C27PPIC"/>
          <p:cNvPicPr>
            <a:picLocks noChangeAspect="1"/>
          </p:cNvPicPr>
          <p:nvPr/>
        </p:nvPicPr>
        <p:blipFill>
          <a:blip r:embed="rId5" cstate="print"/>
          <a:stretch>
            <a:fillRect/>
          </a:stretch>
        </p:blipFill>
        <p:spPr>
          <a:xfrm>
            <a:off x="7965122" y="3702336"/>
            <a:ext cx="3866515" cy="2772410"/>
          </a:xfrm>
          <a:prstGeom prst="rect">
            <a:avLst/>
          </a:prstGeom>
        </p:spPr>
      </p:pic>
    </p:spTree>
  </p:cSld>
  <p:clrMapOvr>
    <a:masterClrMapping/>
  </p:clrMapOvr>
  <p:transition>
    <p:wheel spokes="3"/>
  </p:transition>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694801" y="360000"/>
            <a:ext cx="5401200" cy="523220"/>
          </a:xfrm>
        </p:spPr>
        <p:txBody>
          <a:bodyPr/>
          <a:lstStyle/>
          <a:p>
            <a:r>
              <a:rPr lang="en-US" dirty="0"/>
              <a:t>6.1 </a:t>
            </a:r>
            <a:r>
              <a:rPr lang="zh-CN" altLang="en-US" dirty="0"/>
              <a:t>面向对象方法概述</a:t>
            </a:r>
          </a:p>
        </p:txBody>
      </p:sp>
      <p:sp>
        <p:nvSpPr>
          <p:cNvPr id="4" name="文本占位符 3">
            <a:extLst>
              <a:ext uri="{FF2B5EF4-FFF2-40B4-BE49-F238E27FC236}">
                <a16:creationId xmlns:a16="http://schemas.microsoft.com/office/drawing/2014/main" id="{AAC26BAE-2B01-D3EB-3BA9-915D9D665061}"/>
              </a:ext>
            </a:extLst>
          </p:cNvPr>
          <p:cNvSpPr>
            <a:spLocks noGrp="1"/>
          </p:cNvSpPr>
          <p:nvPr>
            <p:ph type="body" sz="quarter" idx="10"/>
          </p:nvPr>
        </p:nvSpPr>
        <p:spPr>
          <a:xfrm>
            <a:off x="900001" y="1322832"/>
            <a:ext cx="5196000" cy="400110"/>
          </a:xfrm>
        </p:spPr>
        <p:txBody>
          <a:bodyPr/>
          <a:lstStyle/>
          <a:p>
            <a:r>
              <a:rPr lang="en-US" altLang="zh-CN"/>
              <a:t>6.1.1 </a:t>
            </a:r>
            <a:r>
              <a:rPr lang="en-US" altLang="zh-CN">
                <a:sym typeface="+mn-ea"/>
              </a:rPr>
              <a:t>面向对象方法的要素和优点</a:t>
            </a:r>
            <a:endParaRPr lang="en-US" altLang="zh-CN" dirty="0"/>
          </a:p>
        </p:txBody>
      </p:sp>
      <p:grpSp>
        <p:nvGrpSpPr>
          <p:cNvPr id="9" name="组合 8"/>
          <p:cNvGrpSpPr/>
          <p:nvPr/>
        </p:nvGrpSpPr>
        <p:grpSpPr>
          <a:xfrm>
            <a:off x="620396" y="1403350"/>
            <a:ext cx="11249660" cy="4598672"/>
            <a:chOff x="450350" y="1099955"/>
            <a:chExt cx="11249597" cy="4598538"/>
          </a:xfrm>
        </p:grpSpPr>
        <p:sp>
          <p:nvSpPr>
            <p:cNvPr id="10" name="MH_Other_1"/>
            <p:cNvSpPr/>
            <p:nvPr>
              <p:custDataLst>
                <p:tags r:id="rId2"/>
              </p:custDataLst>
            </p:nvPr>
          </p:nvSpPr>
          <p:spPr>
            <a:xfrm rot="15013344" flipH="1">
              <a:off x="5732000" y="3022522"/>
              <a:ext cx="3272539" cy="2079403"/>
            </a:xfrm>
            <a:custGeom>
              <a:avLst/>
              <a:gdLst>
                <a:gd name="connsiteX0" fmla="*/ 297033 w 4752528"/>
                <a:gd name="connsiteY0" fmla="*/ 2376264 h 4752528"/>
                <a:gd name="connsiteX1" fmla="*/ 2082640 w 4752528"/>
                <a:gd name="connsiteY1" fmla="*/ 317870 h 4752528"/>
                <a:gd name="connsiteX2" fmla="*/ 4372565 w 4752528"/>
                <a:gd name="connsiteY2" fmla="*/ 1794901 h 4752528"/>
                <a:gd name="connsiteX3" fmla="*/ 4655040 w 4752528"/>
                <a:gd name="connsiteY3" fmla="*/ 1794900 h 4752528"/>
                <a:gd name="connsiteX4" fmla="*/ 4158462 w 4752528"/>
                <a:gd name="connsiteY4" fmla="*/ 2376264 h 4752528"/>
                <a:gd name="connsiteX5" fmla="*/ 3466908 w 4752528"/>
                <a:gd name="connsiteY5" fmla="*/ 1794900 h 4752528"/>
                <a:gd name="connsiteX6" fmla="*/ 3742914 w 4752528"/>
                <a:gd name="connsiteY6" fmla="*/ 1794900 h 4752528"/>
                <a:gd name="connsiteX7" fmla="*/ 2079604 w 4752528"/>
                <a:gd name="connsiteY7" fmla="*/ 921029 h 4752528"/>
                <a:gd name="connsiteX8" fmla="*/ 891099 w 4752528"/>
                <a:gd name="connsiteY8" fmla="*/ 2376264 h 4752528"/>
                <a:gd name="connsiteX9" fmla="*/ 297033 w 4752528"/>
                <a:gd name="connsiteY9" fmla="*/ 2376264 h 4752528"/>
                <a:gd name="connsiteX0-1" fmla="*/ 0 w 4358007"/>
                <a:gd name="connsiteY0-2" fmla="*/ 2079403 h 2079403"/>
                <a:gd name="connsiteX1-3" fmla="*/ 1785607 w 4358007"/>
                <a:gd name="connsiteY1-4" fmla="*/ 21009 h 2079403"/>
                <a:gd name="connsiteX2-5" fmla="*/ 4075532 w 4358007"/>
                <a:gd name="connsiteY2-6" fmla="*/ 1498040 h 2079403"/>
                <a:gd name="connsiteX3-7" fmla="*/ 4358007 w 4358007"/>
                <a:gd name="connsiteY3-8" fmla="*/ 1498039 h 2079403"/>
                <a:gd name="connsiteX4-9" fmla="*/ 3861429 w 4358007"/>
                <a:gd name="connsiteY4-10" fmla="*/ 2079403 h 2079403"/>
                <a:gd name="connsiteX5-11" fmla="*/ 3169875 w 4358007"/>
                <a:gd name="connsiteY5-12" fmla="*/ 1498039 h 2079403"/>
                <a:gd name="connsiteX6-13" fmla="*/ 3445881 w 4358007"/>
                <a:gd name="connsiteY6-14" fmla="*/ 1498039 h 2079403"/>
                <a:gd name="connsiteX7-15" fmla="*/ 1782571 w 4358007"/>
                <a:gd name="connsiteY7-16" fmla="*/ 624168 h 2079403"/>
                <a:gd name="connsiteX8-17" fmla="*/ 62726 w 4358007"/>
                <a:gd name="connsiteY8-18" fmla="*/ 2079403 h 2079403"/>
                <a:gd name="connsiteX9-19" fmla="*/ 0 w 4358007"/>
                <a:gd name="connsiteY9-20" fmla="*/ 2079403 h 2079403"/>
                <a:gd name="connsiteX0-21" fmla="*/ 0 w 4358007"/>
                <a:gd name="connsiteY0-22" fmla="*/ 2079403 h 2079403"/>
                <a:gd name="connsiteX1-23" fmla="*/ 1785607 w 4358007"/>
                <a:gd name="connsiteY1-24" fmla="*/ 21009 h 2079403"/>
                <a:gd name="connsiteX2-25" fmla="*/ 4075532 w 4358007"/>
                <a:gd name="connsiteY2-26" fmla="*/ 1498040 h 2079403"/>
                <a:gd name="connsiteX3-27" fmla="*/ 4358007 w 4358007"/>
                <a:gd name="connsiteY3-28" fmla="*/ 1498039 h 2079403"/>
                <a:gd name="connsiteX4-29" fmla="*/ 3861429 w 4358007"/>
                <a:gd name="connsiteY4-30" fmla="*/ 2079403 h 2079403"/>
                <a:gd name="connsiteX5-31" fmla="*/ 3169875 w 4358007"/>
                <a:gd name="connsiteY5-32" fmla="*/ 1498039 h 2079403"/>
                <a:gd name="connsiteX6-33" fmla="*/ 3445881 w 4358007"/>
                <a:gd name="connsiteY6-34" fmla="*/ 1498039 h 2079403"/>
                <a:gd name="connsiteX7-35" fmla="*/ 1782571 w 4358007"/>
                <a:gd name="connsiteY7-36" fmla="*/ 624168 h 2079403"/>
                <a:gd name="connsiteX8-37" fmla="*/ 25655 w 4358007"/>
                <a:gd name="connsiteY8-38" fmla="*/ 2067046 h 2079403"/>
                <a:gd name="connsiteX9-39" fmla="*/ 0 w 4358007"/>
                <a:gd name="connsiteY9-40" fmla="*/ 2079403 h 2079403"/>
                <a:gd name="connsiteX0-41" fmla="*/ 0 w 4358007"/>
                <a:gd name="connsiteY0-42" fmla="*/ 2079403 h 2079403"/>
                <a:gd name="connsiteX1-43" fmla="*/ 1785607 w 4358007"/>
                <a:gd name="connsiteY1-44" fmla="*/ 21009 h 2079403"/>
                <a:gd name="connsiteX2-45" fmla="*/ 4075532 w 4358007"/>
                <a:gd name="connsiteY2-46" fmla="*/ 1498040 h 2079403"/>
                <a:gd name="connsiteX3-47" fmla="*/ 4358007 w 4358007"/>
                <a:gd name="connsiteY3-48" fmla="*/ 1498039 h 2079403"/>
                <a:gd name="connsiteX4-49" fmla="*/ 3861429 w 4358007"/>
                <a:gd name="connsiteY4-50" fmla="*/ 2079403 h 2079403"/>
                <a:gd name="connsiteX5-51" fmla="*/ 3169875 w 4358007"/>
                <a:gd name="connsiteY5-52" fmla="*/ 1498039 h 2079403"/>
                <a:gd name="connsiteX6-53" fmla="*/ 3445881 w 4358007"/>
                <a:gd name="connsiteY6-54" fmla="*/ 1498039 h 2079403"/>
                <a:gd name="connsiteX7-55" fmla="*/ 1782571 w 4358007"/>
                <a:gd name="connsiteY7-56" fmla="*/ 624168 h 2079403"/>
                <a:gd name="connsiteX8-57" fmla="*/ 25655 w 4358007"/>
                <a:gd name="connsiteY8-58" fmla="*/ 2067046 h 2079403"/>
                <a:gd name="connsiteX9-59" fmla="*/ 0 w 4358007"/>
                <a:gd name="connsiteY9-60" fmla="*/ 2079403 h 2079403"/>
                <a:gd name="connsiteX0-61" fmla="*/ 0 w 4358007"/>
                <a:gd name="connsiteY0-62" fmla="*/ 2079403 h 2079403"/>
                <a:gd name="connsiteX1-63" fmla="*/ 1785607 w 4358007"/>
                <a:gd name="connsiteY1-64" fmla="*/ 21009 h 2079403"/>
                <a:gd name="connsiteX2-65" fmla="*/ 4075532 w 4358007"/>
                <a:gd name="connsiteY2-66" fmla="*/ 1498040 h 2079403"/>
                <a:gd name="connsiteX3-67" fmla="*/ 4358007 w 4358007"/>
                <a:gd name="connsiteY3-68" fmla="*/ 1498039 h 2079403"/>
                <a:gd name="connsiteX4-69" fmla="*/ 3861429 w 4358007"/>
                <a:gd name="connsiteY4-70" fmla="*/ 2079403 h 2079403"/>
                <a:gd name="connsiteX5-71" fmla="*/ 3169875 w 4358007"/>
                <a:gd name="connsiteY5-72" fmla="*/ 1498039 h 2079403"/>
                <a:gd name="connsiteX6-73" fmla="*/ 3445881 w 4358007"/>
                <a:gd name="connsiteY6-74" fmla="*/ 1498039 h 2079403"/>
                <a:gd name="connsiteX7-75" fmla="*/ 1819641 w 4358007"/>
                <a:gd name="connsiteY7-76" fmla="*/ 339962 h 2079403"/>
                <a:gd name="connsiteX8-77" fmla="*/ 25655 w 4358007"/>
                <a:gd name="connsiteY8-78" fmla="*/ 2067046 h 2079403"/>
                <a:gd name="connsiteX9-79" fmla="*/ 0 w 4358007"/>
                <a:gd name="connsiteY9-80" fmla="*/ 2079403 h 2079403"/>
                <a:gd name="connsiteX0-81" fmla="*/ 0 w 4358007"/>
                <a:gd name="connsiteY0-82" fmla="*/ 2079403 h 2079403"/>
                <a:gd name="connsiteX1-83" fmla="*/ 1785607 w 4358007"/>
                <a:gd name="connsiteY1-84" fmla="*/ 21009 h 2079403"/>
                <a:gd name="connsiteX2-85" fmla="*/ 4075532 w 4358007"/>
                <a:gd name="connsiteY2-86" fmla="*/ 1498040 h 2079403"/>
                <a:gd name="connsiteX3-87" fmla="*/ 4358007 w 4358007"/>
                <a:gd name="connsiteY3-88" fmla="*/ 1498039 h 2079403"/>
                <a:gd name="connsiteX4-89" fmla="*/ 3861429 w 4358007"/>
                <a:gd name="connsiteY4-90" fmla="*/ 2079403 h 2079403"/>
                <a:gd name="connsiteX5-91" fmla="*/ 3169875 w 4358007"/>
                <a:gd name="connsiteY5-92" fmla="*/ 1498039 h 2079403"/>
                <a:gd name="connsiteX6-93" fmla="*/ 3445881 w 4358007"/>
                <a:gd name="connsiteY6-94" fmla="*/ 1498039 h 2079403"/>
                <a:gd name="connsiteX7-95" fmla="*/ 1770214 w 4358007"/>
                <a:gd name="connsiteY7-96" fmla="*/ 525314 h 2079403"/>
                <a:gd name="connsiteX8-97" fmla="*/ 25655 w 4358007"/>
                <a:gd name="connsiteY8-98" fmla="*/ 2067046 h 2079403"/>
                <a:gd name="connsiteX9-99" fmla="*/ 0 w 4358007"/>
                <a:gd name="connsiteY9-100" fmla="*/ 2079403 h 2079403"/>
                <a:gd name="connsiteX0-101" fmla="*/ 0 w 4358007"/>
                <a:gd name="connsiteY0-102" fmla="*/ 2079403 h 2079403"/>
                <a:gd name="connsiteX1-103" fmla="*/ 1785607 w 4358007"/>
                <a:gd name="connsiteY1-104" fmla="*/ 21009 h 2079403"/>
                <a:gd name="connsiteX2-105" fmla="*/ 4075532 w 4358007"/>
                <a:gd name="connsiteY2-106" fmla="*/ 1498040 h 2079403"/>
                <a:gd name="connsiteX3-107" fmla="*/ 4358007 w 4358007"/>
                <a:gd name="connsiteY3-108" fmla="*/ 1498039 h 2079403"/>
                <a:gd name="connsiteX4-109" fmla="*/ 3861429 w 4358007"/>
                <a:gd name="connsiteY4-110" fmla="*/ 2079403 h 2079403"/>
                <a:gd name="connsiteX5-111" fmla="*/ 3169875 w 4358007"/>
                <a:gd name="connsiteY5-112" fmla="*/ 1498039 h 2079403"/>
                <a:gd name="connsiteX6-113" fmla="*/ 3445881 w 4358007"/>
                <a:gd name="connsiteY6-114" fmla="*/ 1498039 h 2079403"/>
                <a:gd name="connsiteX7-115" fmla="*/ 1535436 w 4358007"/>
                <a:gd name="connsiteY7-116" fmla="*/ 463531 h 2079403"/>
                <a:gd name="connsiteX8-117" fmla="*/ 25655 w 4358007"/>
                <a:gd name="connsiteY8-118" fmla="*/ 2067046 h 2079403"/>
                <a:gd name="connsiteX9-119" fmla="*/ 0 w 4358007"/>
                <a:gd name="connsiteY9-120" fmla="*/ 2079403 h 2079403"/>
                <a:gd name="connsiteX0-121" fmla="*/ 0 w 4358007"/>
                <a:gd name="connsiteY0-122" fmla="*/ 2079403 h 2079403"/>
                <a:gd name="connsiteX1-123" fmla="*/ 1785607 w 4358007"/>
                <a:gd name="connsiteY1-124" fmla="*/ 21009 h 2079403"/>
                <a:gd name="connsiteX2-125" fmla="*/ 4075532 w 4358007"/>
                <a:gd name="connsiteY2-126" fmla="*/ 1498040 h 2079403"/>
                <a:gd name="connsiteX3-127" fmla="*/ 4358007 w 4358007"/>
                <a:gd name="connsiteY3-128" fmla="*/ 1498039 h 2079403"/>
                <a:gd name="connsiteX4-129" fmla="*/ 3268305 w 4358007"/>
                <a:gd name="connsiteY4-130" fmla="*/ 1683987 h 2079403"/>
                <a:gd name="connsiteX5-131" fmla="*/ 3169875 w 4358007"/>
                <a:gd name="connsiteY5-132" fmla="*/ 1498039 h 2079403"/>
                <a:gd name="connsiteX6-133" fmla="*/ 3445881 w 4358007"/>
                <a:gd name="connsiteY6-134" fmla="*/ 1498039 h 2079403"/>
                <a:gd name="connsiteX7-135" fmla="*/ 1535436 w 4358007"/>
                <a:gd name="connsiteY7-136" fmla="*/ 463531 h 2079403"/>
                <a:gd name="connsiteX8-137" fmla="*/ 25655 w 4358007"/>
                <a:gd name="connsiteY8-138" fmla="*/ 2067046 h 2079403"/>
                <a:gd name="connsiteX9-139" fmla="*/ 0 w 4358007"/>
                <a:gd name="connsiteY9-140" fmla="*/ 2079403 h 2079403"/>
                <a:gd name="connsiteX0-141" fmla="*/ 0 w 4358007"/>
                <a:gd name="connsiteY0-142" fmla="*/ 2079403 h 2079403"/>
                <a:gd name="connsiteX1-143" fmla="*/ 1785607 w 4358007"/>
                <a:gd name="connsiteY1-144" fmla="*/ 21009 h 2079403"/>
                <a:gd name="connsiteX2-145" fmla="*/ 4075532 w 4358007"/>
                <a:gd name="connsiteY2-146" fmla="*/ 1498040 h 2079403"/>
                <a:gd name="connsiteX3-147" fmla="*/ 4358007 w 4358007"/>
                <a:gd name="connsiteY3-148" fmla="*/ 1498039 h 2079403"/>
                <a:gd name="connsiteX4-149" fmla="*/ 3268305 w 4358007"/>
                <a:gd name="connsiteY4-150" fmla="*/ 1683987 h 2079403"/>
                <a:gd name="connsiteX5-151" fmla="*/ 3251241 w 4358007"/>
                <a:gd name="connsiteY5-152" fmla="*/ 1673622 h 2079403"/>
                <a:gd name="connsiteX6-153" fmla="*/ 3169875 w 4358007"/>
                <a:gd name="connsiteY6-154" fmla="*/ 1498039 h 2079403"/>
                <a:gd name="connsiteX7-155" fmla="*/ 3445881 w 4358007"/>
                <a:gd name="connsiteY7-156" fmla="*/ 1498039 h 2079403"/>
                <a:gd name="connsiteX8-157" fmla="*/ 1535436 w 4358007"/>
                <a:gd name="connsiteY8-158" fmla="*/ 463531 h 2079403"/>
                <a:gd name="connsiteX9-159" fmla="*/ 25655 w 4358007"/>
                <a:gd name="connsiteY9-160" fmla="*/ 2067046 h 2079403"/>
                <a:gd name="connsiteX10" fmla="*/ 0 w 4358007"/>
                <a:gd name="connsiteY10" fmla="*/ 2079403 h 2079403"/>
                <a:gd name="connsiteX0-161" fmla="*/ 0 w 4358007"/>
                <a:gd name="connsiteY0-162" fmla="*/ 2079403 h 2079403"/>
                <a:gd name="connsiteX1-163" fmla="*/ 1785607 w 4358007"/>
                <a:gd name="connsiteY1-164" fmla="*/ 21009 h 2079403"/>
                <a:gd name="connsiteX2-165" fmla="*/ 4075532 w 4358007"/>
                <a:gd name="connsiteY2-166" fmla="*/ 1498040 h 2079403"/>
                <a:gd name="connsiteX3-167" fmla="*/ 4358007 w 4358007"/>
                <a:gd name="connsiteY3-168" fmla="*/ 1498039 h 2079403"/>
                <a:gd name="connsiteX4-169" fmla="*/ 3268305 w 4358007"/>
                <a:gd name="connsiteY4-170" fmla="*/ 1683987 h 2079403"/>
                <a:gd name="connsiteX5-171" fmla="*/ 3115316 w 4358007"/>
                <a:gd name="connsiteY5-172" fmla="*/ 1661266 h 2079403"/>
                <a:gd name="connsiteX6-173" fmla="*/ 3169875 w 4358007"/>
                <a:gd name="connsiteY6-174" fmla="*/ 1498039 h 2079403"/>
                <a:gd name="connsiteX7-175" fmla="*/ 3445881 w 4358007"/>
                <a:gd name="connsiteY7-176" fmla="*/ 1498039 h 2079403"/>
                <a:gd name="connsiteX8-177" fmla="*/ 1535436 w 4358007"/>
                <a:gd name="connsiteY8-178" fmla="*/ 463531 h 2079403"/>
                <a:gd name="connsiteX9-179" fmla="*/ 25655 w 4358007"/>
                <a:gd name="connsiteY9-180" fmla="*/ 2067046 h 2079403"/>
                <a:gd name="connsiteX10-181" fmla="*/ 0 w 4358007"/>
                <a:gd name="connsiteY10-182" fmla="*/ 2079403 h 2079403"/>
                <a:gd name="connsiteX0-183" fmla="*/ 0 w 4358007"/>
                <a:gd name="connsiteY0-184" fmla="*/ 2079403 h 2079403"/>
                <a:gd name="connsiteX1-185" fmla="*/ 1785607 w 4358007"/>
                <a:gd name="connsiteY1-186" fmla="*/ 21009 h 2079403"/>
                <a:gd name="connsiteX2-187" fmla="*/ 4075532 w 4358007"/>
                <a:gd name="connsiteY2-188" fmla="*/ 1498040 h 2079403"/>
                <a:gd name="connsiteX3-189" fmla="*/ 4358007 w 4358007"/>
                <a:gd name="connsiteY3-190" fmla="*/ 1498039 h 2079403"/>
                <a:gd name="connsiteX4-191" fmla="*/ 4355700 w 4358007"/>
                <a:gd name="connsiteY4-192" fmla="*/ 1683987 h 2079403"/>
                <a:gd name="connsiteX5-193" fmla="*/ 3115316 w 4358007"/>
                <a:gd name="connsiteY5-194" fmla="*/ 1661266 h 2079403"/>
                <a:gd name="connsiteX6-195" fmla="*/ 3169875 w 4358007"/>
                <a:gd name="connsiteY6-196" fmla="*/ 1498039 h 2079403"/>
                <a:gd name="connsiteX7-197" fmla="*/ 3445881 w 4358007"/>
                <a:gd name="connsiteY7-198" fmla="*/ 1498039 h 2079403"/>
                <a:gd name="connsiteX8-199" fmla="*/ 1535436 w 4358007"/>
                <a:gd name="connsiteY8-200" fmla="*/ 463531 h 2079403"/>
                <a:gd name="connsiteX9-201" fmla="*/ 25655 w 4358007"/>
                <a:gd name="connsiteY9-202" fmla="*/ 2067046 h 2079403"/>
                <a:gd name="connsiteX10-203" fmla="*/ 0 w 4358007"/>
                <a:gd name="connsiteY10-204" fmla="*/ 2079403 h 2079403"/>
                <a:gd name="connsiteX0-205" fmla="*/ 0 w 4358007"/>
                <a:gd name="connsiteY0-206" fmla="*/ 2079403 h 2079403"/>
                <a:gd name="connsiteX1-207" fmla="*/ 1785607 w 4358007"/>
                <a:gd name="connsiteY1-208" fmla="*/ 21009 h 2079403"/>
                <a:gd name="connsiteX2-209" fmla="*/ 4075532 w 4358007"/>
                <a:gd name="connsiteY2-210" fmla="*/ 1498040 h 2079403"/>
                <a:gd name="connsiteX3-211" fmla="*/ 4358007 w 4358007"/>
                <a:gd name="connsiteY3-212" fmla="*/ 1498039 h 2079403"/>
                <a:gd name="connsiteX4-213" fmla="*/ 4355700 w 4358007"/>
                <a:gd name="connsiteY4-214" fmla="*/ 1683987 h 2079403"/>
                <a:gd name="connsiteX5-215" fmla="*/ 3152386 w 4358007"/>
                <a:gd name="connsiteY5-216" fmla="*/ 1636552 h 2079403"/>
                <a:gd name="connsiteX6-217" fmla="*/ 3169875 w 4358007"/>
                <a:gd name="connsiteY6-218" fmla="*/ 1498039 h 2079403"/>
                <a:gd name="connsiteX7-219" fmla="*/ 3445881 w 4358007"/>
                <a:gd name="connsiteY7-220" fmla="*/ 1498039 h 2079403"/>
                <a:gd name="connsiteX8-221" fmla="*/ 1535436 w 4358007"/>
                <a:gd name="connsiteY8-222" fmla="*/ 463531 h 2079403"/>
                <a:gd name="connsiteX9-223" fmla="*/ 25655 w 4358007"/>
                <a:gd name="connsiteY9-224" fmla="*/ 2067046 h 2079403"/>
                <a:gd name="connsiteX10-225" fmla="*/ 0 w 4358007"/>
                <a:gd name="connsiteY10-226" fmla="*/ 2079403 h 2079403"/>
                <a:gd name="connsiteX0-227" fmla="*/ 0 w 4358007"/>
                <a:gd name="connsiteY0-228" fmla="*/ 2079403 h 2079403"/>
                <a:gd name="connsiteX1-229" fmla="*/ 1785607 w 4358007"/>
                <a:gd name="connsiteY1-230" fmla="*/ 21009 h 2079403"/>
                <a:gd name="connsiteX2-231" fmla="*/ 4075532 w 4358007"/>
                <a:gd name="connsiteY2-232" fmla="*/ 1498040 h 2079403"/>
                <a:gd name="connsiteX3-233" fmla="*/ 4358007 w 4358007"/>
                <a:gd name="connsiteY3-234" fmla="*/ 1498039 h 2079403"/>
                <a:gd name="connsiteX4-235" fmla="*/ 4355700 w 4358007"/>
                <a:gd name="connsiteY4-236" fmla="*/ 1683987 h 2079403"/>
                <a:gd name="connsiteX5-237" fmla="*/ 3190806 w 4358007"/>
                <a:gd name="connsiteY5-238" fmla="*/ 1636552 h 2079403"/>
                <a:gd name="connsiteX6-239" fmla="*/ 3169875 w 4358007"/>
                <a:gd name="connsiteY6-240" fmla="*/ 1498039 h 2079403"/>
                <a:gd name="connsiteX7-241" fmla="*/ 3445881 w 4358007"/>
                <a:gd name="connsiteY7-242" fmla="*/ 1498039 h 2079403"/>
                <a:gd name="connsiteX8-243" fmla="*/ 1535436 w 4358007"/>
                <a:gd name="connsiteY8-244" fmla="*/ 463531 h 2079403"/>
                <a:gd name="connsiteX9-245" fmla="*/ 25655 w 4358007"/>
                <a:gd name="connsiteY9-246" fmla="*/ 2067046 h 2079403"/>
                <a:gd name="connsiteX10-247" fmla="*/ 0 w 4358007"/>
                <a:gd name="connsiteY10-248" fmla="*/ 2079403 h 2079403"/>
                <a:gd name="connsiteX0-249" fmla="*/ 0 w 4358007"/>
                <a:gd name="connsiteY0-250" fmla="*/ 2079403 h 2079403"/>
                <a:gd name="connsiteX1-251" fmla="*/ 1785607 w 4358007"/>
                <a:gd name="connsiteY1-252" fmla="*/ 21009 h 2079403"/>
                <a:gd name="connsiteX2-253" fmla="*/ 4075532 w 4358007"/>
                <a:gd name="connsiteY2-254" fmla="*/ 1498040 h 2079403"/>
                <a:gd name="connsiteX3-255" fmla="*/ 4358007 w 4358007"/>
                <a:gd name="connsiteY3-256" fmla="*/ 1498039 h 2079403"/>
                <a:gd name="connsiteX4-257" fmla="*/ 4340332 w 4358007"/>
                <a:gd name="connsiteY4-258" fmla="*/ 1614830 h 2079403"/>
                <a:gd name="connsiteX5-259" fmla="*/ 3190806 w 4358007"/>
                <a:gd name="connsiteY5-260" fmla="*/ 1636552 h 2079403"/>
                <a:gd name="connsiteX6-261" fmla="*/ 3169875 w 4358007"/>
                <a:gd name="connsiteY6-262" fmla="*/ 1498039 h 2079403"/>
                <a:gd name="connsiteX7-263" fmla="*/ 3445881 w 4358007"/>
                <a:gd name="connsiteY7-264" fmla="*/ 1498039 h 2079403"/>
                <a:gd name="connsiteX8-265" fmla="*/ 1535436 w 4358007"/>
                <a:gd name="connsiteY8-266" fmla="*/ 463531 h 2079403"/>
                <a:gd name="connsiteX9-267" fmla="*/ 25655 w 4358007"/>
                <a:gd name="connsiteY9-268" fmla="*/ 2067046 h 2079403"/>
                <a:gd name="connsiteX10-269" fmla="*/ 0 w 4358007"/>
                <a:gd name="connsiteY10-270" fmla="*/ 2079403 h 2079403"/>
                <a:gd name="connsiteX0-271" fmla="*/ 0 w 4358007"/>
                <a:gd name="connsiteY0-272" fmla="*/ 2079403 h 2079403"/>
                <a:gd name="connsiteX1-273" fmla="*/ 1785607 w 4358007"/>
                <a:gd name="connsiteY1-274" fmla="*/ 21009 h 2079403"/>
                <a:gd name="connsiteX2-275" fmla="*/ 4075532 w 4358007"/>
                <a:gd name="connsiteY2-276" fmla="*/ 1498040 h 2079403"/>
                <a:gd name="connsiteX3-277" fmla="*/ 4358007 w 4358007"/>
                <a:gd name="connsiteY3-278" fmla="*/ 1498039 h 2079403"/>
                <a:gd name="connsiteX4-279" fmla="*/ 4340332 w 4358007"/>
                <a:gd name="connsiteY4-280" fmla="*/ 1614830 h 2079403"/>
                <a:gd name="connsiteX5-281" fmla="*/ 3190806 w 4358007"/>
                <a:gd name="connsiteY5-282" fmla="*/ 1621184 h 2079403"/>
                <a:gd name="connsiteX6-283" fmla="*/ 3169875 w 4358007"/>
                <a:gd name="connsiteY6-284" fmla="*/ 1498039 h 2079403"/>
                <a:gd name="connsiteX7-285" fmla="*/ 3445881 w 4358007"/>
                <a:gd name="connsiteY7-286" fmla="*/ 1498039 h 2079403"/>
                <a:gd name="connsiteX8-287" fmla="*/ 1535436 w 4358007"/>
                <a:gd name="connsiteY8-288" fmla="*/ 463531 h 2079403"/>
                <a:gd name="connsiteX9-289" fmla="*/ 25655 w 4358007"/>
                <a:gd name="connsiteY9-290" fmla="*/ 2067046 h 2079403"/>
                <a:gd name="connsiteX10-291" fmla="*/ 0 w 4358007"/>
                <a:gd name="connsiteY10-292" fmla="*/ 2079403 h 2079403"/>
                <a:gd name="connsiteX0-293" fmla="*/ 0 w 4363385"/>
                <a:gd name="connsiteY0-294" fmla="*/ 2079403 h 2079403"/>
                <a:gd name="connsiteX1-295" fmla="*/ 1785607 w 4363385"/>
                <a:gd name="connsiteY1-296" fmla="*/ 21009 h 2079403"/>
                <a:gd name="connsiteX2-297" fmla="*/ 4075532 w 4363385"/>
                <a:gd name="connsiteY2-298" fmla="*/ 1498040 h 2079403"/>
                <a:gd name="connsiteX3-299" fmla="*/ 4358007 w 4363385"/>
                <a:gd name="connsiteY3-300" fmla="*/ 1498039 h 2079403"/>
                <a:gd name="connsiteX4-301" fmla="*/ 4363385 w 4363385"/>
                <a:gd name="connsiteY4-302" fmla="*/ 1614830 h 2079403"/>
                <a:gd name="connsiteX5-303" fmla="*/ 3190806 w 4363385"/>
                <a:gd name="connsiteY5-304" fmla="*/ 1621184 h 2079403"/>
                <a:gd name="connsiteX6-305" fmla="*/ 3169875 w 4363385"/>
                <a:gd name="connsiteY6-306" fmla="*/ 1498039 h 2079403"/>
                <a:gd name="connsiteX7-307" fmla="*/ 3445881 w 4363385"/>
                <a:gd name="connsiteY7-308" fmla="*/ 1498039 h 2079403"/>
                <a:gd name="connsiteX8-309" fmla="*/ 1535436 w 4363385"/>
                <a:gd name="connsiteY8-310" fmla="*/ 463531 h 2079403"/>
                <a:gd name="connsiteX9-311" fmla="*/ 25655 w 4363385"/>
                <a:gd name="connsiteY9-312" fmla="*/ 2067046 h 2079403"/>
                <a:gd name="connsiteX10-313" fmla="*/ 0 w 4363385"/>
                <a:gd name="connsiteY10-314" fmla="*/ 2079403 h 2079403"/>
              </a:gdLst>
              <a:ahLst/>
              <a:cxnLst>
                <a:cxn ang="0">
                  <a:pos x="connsiteX0-1" y="connsiteY0-2"/>
                </a:cxn>
                <a:cxn ang="0">
                  <a:pos x="connsiteX1-3" y="connsiteY1-4"/>
                </a:cxn>
                <a:cxn ang="0">
                  <a:pos x="connsiteX2-5" y="connsiteY2-6"/>
                </a:cxn>
                <a:cxn ang="0">
                  <a:pos x="connsiteX3-7" y="connsiteY3-8"/>
                </a:cxn>
                <a:cxn ang="0">
                  <a:pos x="connsiteX4-9" y="connsiteY4-10"/>
                </a:cxn>
                <a:cxn ang="0">
                  <a:pos x="connsiteX5-11" y="connsiteY5-12"/>
                </a:cxn>
                <a:cxn ang="0">
                  <a:pos x="connsiteX6-13" y="connsiteY6-14"/>
                </a:cxn>
                <a:cxn ang="0">
                  <a:pos x="connsiteX7-15" y="connsiteY7-16"/>
                </a:cxn>
                <a:cxn ang="0">
                  <a:pos x="connsiteX8-17" y="connsiteY8-18"/>
                </a:cxn>
                <a:cxn ang="0">
                  <a:pos x="connsiteX9-19" y="connsiteY9-20"/>
                </a:cxn>
                <a:cxn ang="0">
                  <a:pos x="connsiteX10-181" y="connsiteY10-182"/>
                </a:cxn>
              </a:cxnLst>
              <a:rect l="l" t="t" r="r" b="b"/>
              <a:pathLst>
                <a:path w="4363385" h="2079403">
                  <a:moveTo>
                    <a:pt x="0" y="2079403"/>
                  </a:moveTo>
                  <a:cubicBezTo>
                    <a:pt x="0" y="1044510"/>
                    <a:pt x="761085" y="167154"/>
                    <a:pt x="1785607" y="21009"/>
                  </a:cubicBezTo>
                  <a:cubicBezTo>
                    <a:pt x="2810128" y="-125136"/>
                    <a:pt x="3786171" y="504424"/>
                    <a:pt x="4075532" y="1498040"/>
                  </a:cubicBezTo>
                  <a:lnTo>
                    <a:pt x="4358007" y="1498039"/>
                  </a:lnTo>
                  <a:lnTo>
                    <a:pt x="4363385" y="1614830"/>
                  </a:lnTo>
                  <a:lnTo>
                    <a:pt x="3190806" y="1621184"/>
                  </a:lnTo>
                  <a:lnTo>
                    <a:pt x="3169875" y="1498039"/>
                  </a:lnTo>
                  <a:lnTo>
                    <a:pt x="3445881" y="1498039"/>
                  </a:lnTo>
                  <a:cubicBezTo>
                    <a:pt x="3169566" y="848487"/>
                    <a:pt x="2227092" y="322532"/>
                    <a:pt x="1535436" y="463531"/>
                  </a:cubicBezTo>
                  <a:cubicBezTo>
                    <a:pt x="843780" y="604530"/>
                    <a:pt x="25655" y="1361164"/>
                    <a:pt x="25655" y="2067046"/>
                  </a:cubicBezTo>
                  <a:lnTo>
                    <a:pt x="0" y="2079403"/>
                  </a:lnTo>
                  <a:close/>
                </a:path>
              </a:pathLst>
            </a:custGeom>
            <a:gradFill flip="none" rotWithShape="1">
              <a:gsLst>
                <a:gs pos="43000">
                  <a:schemeClr val="tx1">
                    <a:lumMod val="95000"/>
                    <a:lumOff val="5000"/>
                  </a:schemeClr>
                </a:gs>
                <a:gs pos="14000">
                  <a:schemeClr val="tx1">
                    <a:lumMod val="50000"/>
                    <a:lumOff val="50000"/>
                  </a:schemeClr>
                </a:gs>
                <a:gs pos="100000">
                  <a:schemeClr val="tx1">
                    <a:lumMod val="50000"/>
                    <a:lumOff val="50000"/>
                  </a:schemeClr>
                </a:gs>
              </a:gsLst>
              <a:lin ang="2700000" scaled="1"/>
              <a:tileRect/>
            </a:gradFill>
            <a:ln>
              <a:noFill/>
            </a:ln>
            <a:effectLst/>
            <a:scene3d>
              <a:camera prst="orthographicFront"/>
              <a:lightRig rig="flat" dir="t">
                <a:rot lat="0" lon="0" rev="11400000"/>
              </a:lightRig>
            </a:scene3d>
            <a:sp3d extrusionH="1270000" contourW="12700" prstMaterial="softEdge">
              <a:bevelB h="107950"/>
              <a:extrusionClr>
                <a:schemeClr val="accent2">
                  <a:lumMod val="50000"/>
                </a:schemeClr>
              </a:extrusionClr>
              <a:contourClr>
                <a:srgbClr val="FFFFFF"/>
              </a:contourClr>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sz="1350" dirty="0">
                <a:solidFill>
                  <a:schemeClr val="tx1"/>
                </a:solidFill>
                <a:latin typeface="+mn-ea"/>
              </a:endParaRPr>
            </a:p>
          </p:txBody>
        </p:sp>
        <p:sp>
          <p:nvSpPr>
            <p:cNvPr id="11" name="MH_Other_2"/>
            <p:cNvSpPr/>
            <p:nvPr>
              <p:custDataLst>
                <p:tags r:id="rId3"/>
              </p:custDataLst>
            </p:nvPr>
          </p:nvSpPr>
          <p:spPr>
            <a:xfrm rot="15013344" flipH="1">
              <a:off x="5923809" y="2890569"/>
              <a:ext cx="3268505" cy="2252397"/>
            </a:xfrm>
            <a:custGeom>
              <a:avLst/>
              <a:gdLst>
                <a:gd name="connsiteX0" fmla="*/ 297033 w 4752528"/>
                <a:gd name="connsiteY0" fmla="*/ 2376264 h 4752528"/>
                <a:gd name="connsiteX1" fmla="*/ 2082640 w 4752528"/>
                <a:gd name="connsiteY1" fmla="*/ 317870 h 4752528"/>
                <a:gd name="connsiteX2" fmla="*/ 4372565 w 4752528"/>
                <a:gd name="connsiteY2" fmla="*/ 1794901 h 4752528"/>
                <a:gd name="connsiteX3" fmla="*/ 4655040 w 4752528"/>
                <a:gd name="connsiteY3" fmla="*/ 1794900 h 4752528"/>
                <a:gd name="connsiteX4" fmla="*/ 4158462 w 4752528"/>
                <a:gd name="connsiteY4" fmla="*/ 2376264 h 4752528"/>
                <a:gd name="connsiteX5" fmla="*/ 3466908 w 4752528"/>
                <a:gd name="connsiteY5" fmla="*/ 1794900 h 4752528"/>
                <a:gd name="connsiteX6" fmla="*/ 3742914 w 4752528"/>
                <a:gd name="connsiteY6" fmla="*/ 1794900 h 4752528"/>
                <a:gd name="connsiteX7" fmla="*/ 2079604 w 4752528"/>
                <a:gd name="connsiteY7" fmla="*/ 921029 h 4752528"/>
                <a:gd name="connsiteX8" fmla="*/ 891099 w 4752528"/>
                <a:gd name="connsiteY8" fmla="*/ 2376264 h 4752528"/>
                <a:gd name="connsiteX9" fmla="*/ 297033 w 4752528"/>
                <a:gd name="connsiteY9" fmla="*/ 2376264 h 4752528"/>
                <a:gd name="connsiteX0-1" fmla="*/ 0 w 4358007"/>
                <a:gd name="connsiteY0-2" fmla="*/ 2079403 h 2079403"/>
                <a:gd name="connsiteX1-3" fmla="*/ 1785607 w 4358007"/>
                <a:gd name="connsiteY1-4" fmla="*/ 21009 h 2079403"/>
                <a:gd name="connsiteX2-5" fmla="*/ 4075532 w 4358007"/>
                <a:gd name="connsiteY2-6" fmla="*/ 1498040 h 2079403"/>
                <a:gd name="connsiteX3-7" fmla="*/ 4358007 w 4358007"/>
                <a:gd name="connsiteY3-8" fmla="*/ 1498039 h 2079403"/>
                <a:gd name="connsiteX4-9" fmla="*/ 3861429 w 4358007"/>
                <a:gd name="connsiteY4-10" fmla="*/ 2079403 h 2079403"/>
                <a:gd name="connsiteX5-11" fmla="*/ 3169875 w 4358007"/>
                <a:gd name="connsiteY5-12" fmla="*/ 1498039 h 2079403"/>
                <a:gd name="connsiteX6-13" fmla="*/ 3445881 w 4358007"/>
                <a:gd name="connsiteY6-14" fmla="*/ 1498039 h 2079403"/>
                <a:gd name="connsiteX7-15" fmla="*/ 1782571 w 4358007"/>
                <a:gd name="connsiteY7-16" fmla="*/ 624168 h 2079403"/>
                <a:gd name="connsiteX8-17" fmla="*/ 62726 w 4358007"/>
                <a:gd name="connsiteY8-18" fmla="*/ 2079403 h 2079403"/>
                <a:gd name="connsiteX9-19" fmla="*/ 0 w 4358007"/>
                <a:gd name="connsiteY9-20" fmla="*/ 2079403 h 2079403"/>
                <a:gd name="connsiteX0-21" fmla="*/ 0 w 4358007"/>
                <a:gd name="connsiteY0-22" fmla="*/ 2079403 h 2079403"/>
                <a:gd name="connsiteX1-23" fmla="*/ 1785607 w 4358007"/>
                <a:gd name="connsiteY1-24" fmla="*/ 21009 h 2079403"/>
                <a:gd name="connsiteX2-25" fmla="*/ 4075532 w 4358007"/>
                <a:gd name="connsiteY2-26" fmla="*/ 1498040 h 2079403"/>
                <a:gd name="connsiteX3-27" fmla="*/ 4358007 w 4358007"/>
                <a:gd name="connsiteY3-28" fmla="*/ 1498039 h 2079403"/>
                <a:gd name="connsiteX4-29" fmla="*/ 3861429 w 4358007"/>
                <a:gd name="connsiteY4-30" fmla="*/ 2079403 h 2079403"/>
                <a:gd name="connsiteX5-31" fmla="*/ 3169875 w 4358007"/>
                <a:gd name="connsiteY5-32" fmla="*/ 1498039 h 2079403"/>
                <a:gd name="connsiteX6-33" fmla="*/ 3445881 w 4358007"/>
                <a:gd name="connsiteY6-34" fmla="*/ 1498039 h 2079403"/>
                <a:gd name="connsiteX7-35" fmla="*/ 1782571 w 4358007"/>
                <a:gd name="connsiteY7-36" fmla="*/ 624168 h 2079403"/>
                <a:gd name="connsiteX8-37" fmla="*/ 25655 w 4358007"/>
                <a:gd name="connsiteY8-38" fmla="*/ 2067046 h 2079403"/>
                <a:gd name="connsiteX9-39" fmla="*/ 0 w 4358007"/>
                <a:gd name="connsiteY9-40" fmla="*/ 2079403 h 2079403"/>
                <a:gd name="connsiteX0-41" fmla="*/ 0 w 4358007"/>
                <a:gd name="connsiteY0-42" fmla="*/ 2079403 h 2079403"/>
                <a:gd name="connsiteX1-43" fmla="*/ 1785607 w 4358007"/>
                <a:gd name="connsiteY1-44" fmla="*/ 21009 h 2079403"/>
                <a:gd name="connsiteX2-45" fmla="*/ 4075532 w 4358007"/>
                <a:gd name="connsiteY2-46" fmla="*/ 1498040 h 2079403"/>
                <a:gd name="connsiteX3-47" fmla="*/ 4358007 w 4358007"/>
                <a:gd name="connsiteY3-48" fmla="*/ 1498039 h 2079403"/>
                <a:gd name="connsiteX4-49" fmla="*/ 3861429 w 4358007"/>
                <a:gd name="connsiteY4-50" fmla="*/ 2079403 h 2079403"/>
                <a:gd name="connsiteX5-51" fmla="*/ 3169875 w 4358007"/>
                <a:gd name="connsiteY5-52" fmla="*/ 1498039 h 2079403"/>
                <a:gd name="connsiteX6-53" fmla="*/ 3445881 w 4358007"/>
                <a:gd name="connsiteY6-54" fmla="*/ 1498039 h 2079403"/>
                <a:gd name="connsiteX7-55" fmla="*/ 1782571 w 4358007"/>
                <a:gd name="connsiteY7-56" fmla="*/ 624168 h 2079403"/>
                <a:gd name="connsiteX8-57" fmla="*/ 25655 w 4358007"/>
                <a:gd name="connsiteY8-58" fmla="*/ 2067046 h 2079403"/>
                <a:gd name="connsiteX9-59" fmla="*/ 0 w 4358007"/>
                <a:gd name="connsiteY9-60" fmla="*/ 2079403 h 2079403"/>
                <a:gd name="connsiteX0-61" fmla="*/ 0 w 4358007"/>
                <a:gd name="connsiteY0-62" fmla="*/ 2079403 h 2079403"/>
                <a:gd name="connsiteX1-63" fmla="*/ 1785607 w 4358007"/>
                <a:gd name="connsiteY1-64" fmla="*/ 21009 h 2079403"/>
                <a:gd name="connsiteX2-65" fmla="*/ 4075532 w 4358007"/>
                <a:gd name="connsiteY2-66" fmla="*/ 1498040 h 2079403"/>
                <a:gd name="connsiteX3-67" fmla="*/ 4358007 w 4358007"/>
                <a:gd name="connsiteY3-68" fmla="*/ 1498039 h 2079403"/>
                <a:gd name="connsiteX4-69" fmla="*/ 3861429 w 4358007"/>
                <a:gd name="connsiteY4-70" fmla="*/ 2079403 h 2079403"/>
                <a:gd name="connsiteX5-71" fmla="*/ 3169875 w 4358007"/>
                <a:gd name="connsiteY5-72" fmla="*/ 1498039 h 2079403"/>
                <a:gd name="connsiteX6-73" fmla="*/ 3445881 w 4358007"/>
                <a:gd name="connsiteY6-74" fmla="*/ 1498039 h 2079403"/>
                <a:gd name="connsiteX7-75" fmla="*/ 1819641 w 4358007"/>
                <a:gd name="connsiteY7-76" fmla="*/ 339962 h 2079403"/>
                <a:gd name="connsiteX8-77" fmla="*/ 25655 w 4358007"/>
                <a:gd name="connsiteY8-78" fmla="*/ 2067046 h 2079403"/>
                <a:gd name="connsiteX9-79" fmla="*/ 0 w 4358007"/>
                <a:gd name="connsiteY9-80" fmla="*/ 2079403 h 2079403"/>
                <a:gd name="connsiteX0-81" fmla="*/ 0 w 4358007"/>
                <a:gd name="connsiteY0-82" fmla="*/ 2079403 h 2079403"/>
                <a:gd name="connsiteX1-83" fmla="*/ 1785607 w 4358007"/>
                <a:gd name="connsiteY1-84" fmla="*/ 21009 h 2079403"/>
                <a:gd name="connsiteX2-85" fmla="*/ 4075532 w 4358007"/>
                <a:gd name="connsiteY2-86" fmla="*/ 1498040 h 2079403"/>
                <a:gd name="connsiteX3-87" fmla="*/ 4358007 w 4358007"/>
                <a:gd name="connsiteY3-88" fmla="*/ 1498039 h 2079403"/>
                <a:gd name="connsiteX4-89" fmla="*/ 3861429 w 4358007"/>
                <a:gd name="connsiteY4-90" fmla="*/ 2079403 h 2079403"/>
                <a:gd name="connsiteX5-91" fmla="*/ 3169875 w 4358007"/>
                <a:gd name="connsiteY5-92" fmla="*/ 1498039 h 2079403"/>
                <a:gd name="connsiteX6-93" fmla="*/ 3445881 w 4358007"/>
                <a:gd name="connsiteY6-94" fmla="*/ 1498039 h 2079403"/>
                <a:gd name="connsiteX7-95" fmla="*/ 1770214 w 4358007"/>
                <a:gd name="connsiteY7-96" fmla="*/ 525314 h 2079403"/>
                <a:gd name="connsiteX8-97" fmla="*/ 25655 w 4358007"/>
                <a:gd name="connsiteY8-98" fmla="*/ 2067046 h 2079403"/>
                <a:gd name="connsiteX9-99" fmla="*/ 0 w 4358007"/>
                <a:gd name="connsiteY9-100" fmla="*/ 2079403 h 2079403"/>
                <a:gd name="connsiteX0-101" fmla="*/ 0 w 4358007"/>
                <a:gd name="connsiteY0-102" fmla="*/ 2079403 h 2079403"/>
                <a:gd name="connsiteX1-103" fmla="*/ 1785607 w 4358007"/>
                <a:gd name="connsiteY1-104" fmla="*/ 21009 h 2079403"/>
                <a:gd name="connsiteX2-105" fmla="*/ 4075532 w 4358007"/>
                <a:gd name="connsiteY2-106" fmla="*/ 1498040 h 2079403"/>
                <a:gd name="connsiteX3-107" fmla="*/ 4358007 w 4358007"/>
                <a:gd name="connsiteY3-108" fmla="*/ 1498039 h 2079403"/>
                <a:gd name="connsiteX4-109" fmla="*/ 3861429 w 4358007"/>
                <a:gd name="connsiteY4-110" fmla="*/ 2079403 h 2079403"/>
                <a:gd name="connsiteX5-111" fmla="*/ 3169875 w 4358007"/>
                <a:gd name="connsiteY5-112" fmla="*/ 1498039 h 2079403"/>
                <a:gd name="connsiteX6-113" fmla="*/ 3445881 w 4358007"/>
                <a:gd name="connsiteY6-114" fmla="*/ 1498039 h 2079403"/>
                <a:gd name="connsiteX7-115" fmla="*/ 1535436 w 4358007"/>
                <a:gd name="connsiteY7-116" fmla="*/ 463531 h 2079403"/>
                <a:gd name="connsiteX8-117" fmla="*/ 25655 w 4358007"/>
                <a:gd name="connsiteY8-118" fmla="*/ 2067046 h 2079403"/>
                <a:gd name="connsiteX9-119" fmla="*/ 0 w 4358007"/>
                <a:gd name="connsiteY9-120" fmla="*/ 2079403 h 2079403"/>
                <a:gd name="connsiteX0-121" fmla="*/ 0 w 4358007"/>
                <a:gd name="connsiteY0-122" fmla="*/ 2079403 h 2252398"/>
                <a:gd name="connsiteX1-123" fmla="*/ 1785607 w 4358007"/>
                <a:gd name="connsiteY1-124" fmla="*/ 21009 h 2252398"/>
                <a:gd name="connsiteX2-125" fmla="*/ 4075532 w 4358007"/>
                <a:gd name="connsiteY2-126" fmla="*/ 1498040 h 2252398"/>
                <a:gd name="connsiteX3-127" fmla="*/ 4358007 w 4358007"/>
                <a:gd name="connsiteY3-128" fmla="*/ 1498039 h 2252398"/>
                <a:gd name="connsiteX4-129" fmla="*/ 3849072 w 4358007"/>
                <a:gd name="connsiteY4-130" fmla="*/ 2252398 h 2252398"/>
                <a:gd name="connsiteX5-131" fmla="*/ 3169875 w 4358007"/>
                <a:gd name="connsiteY5-132" fmla="*/ 1498039 h 2252398"/>
                <a:gd name="connsiteX6-133" fmla="*/ 3445881 w 4358007"/>
                <a:gd name="connsiteY6-134" fmla="*/ 1498039 h 2252398"/>
                <a:gd name="connsiteX7-135" fmla="*/ 1535436 w 4358007"/>
                <a:gd name="connsiteY7-136" fmla="*/ 463531 h 2252398"/>
                <a:gd name="connsiteX8-137" fmla="*/ 25655 w 4358007"/>
                <a:gd name="connsiteY8-138" fmla="*/ 2067046 h 2252398"/>
                <a:gd name="connsiteX9-139" fmla="*/ 0 w 4358007"/>
                <a:gd name="connsiteY9-140" fmla="*/ 2079403 h 2252398"/>
              </a:gdLst>
              <a:ahLst/>
              <a:cxnLst>
                <a:cxn ang="0">
                  <a:pos x="connsiteX0-1" y="connsiteY0-2"/>
                </a:cxn>
                <a:cxn ang="0">
                  <a:pos x="connsiteX1-3" y="connsiteY1-4"/>
                </a:cxn>
                <a:cxn ang="0">
                  <a:pos x="connsiteX2-5" y="connsiteY2-6"/>
                </a:cxn>
                <a:cxn ang="0">
                  <a:pos x="connsiteX3-7" y="connsiteY3-8"/>
                </a:cxn>
                <a:cxn ang="0">
                  <a:pos x="connsiteX4-9" y="connsiteY4-10"/>
                </a:cxn>
                <a:cxn ang="0">
                  <a:pos x="connsiteX5-11" y="connsiteY5-12"/>
                </a:cxn>
                <a:cxn ang="0">
                  <a:pos x="connsiteX6-13" y="connsiteY6-14"/>
                </a:cxn>
                <a:cxn ang="0">
                  <a:pos x="connsiteX7-15" y="connsiteY7-16"/>
                </a:cxn>
                <a:cxn ang="0">
                  <a:pos x="connsiteX8-17" y="connsiteY8-18"/>
                </a:cxn>
                <a:cxn ang="0">
                  <a:pos x="connsiteX9-19" y="connsiteY9-20"/>
                </a:cxn>
              </a:cxnLst>
              <a:rect l="l" t="t" r="r" b="b"/>
              <a:pathLst>
                <a:path w="4358007" h="2252398">
                  <a:moveTo>
                    <a:pt x="0" y="2079403"/>
                  </a:moveTo>
                  <a:cubicBezTo>
                    <a:pt x="0" y="1044510"/>
                    <a:pt x="761085" y="167154"/>
                    <a:pt x="1785607" y="21009"/>
                  </a:cubicBezTo>
                  <a:cubicBezTo>
                    <a:pt x="2810128" y="-125136"/>
                    <a:pt x="3786171" y="504424"/>
                    <a:pt x="4075532" y="1498040"/>
                  </a:cubicBezTo>
                  <a:lnTo>
                    <a:pt x="4358007" y="1498039"/>
                  </a:lnTo>
                  <a:lnTo>
                    <a:pt x="3849072" y="2252398"/>
                  </a:lnTo>
                  <a:lnTo>
                    <a:pt x="3169875" y="1498039"/>
                  </a:lnTo>
                  <a:lnTo>
                    <a:pt x="3445881" y="1498039"/>
                  </a:lnTo>
                  <a:cubicBezTo>
                    <a:pt x="3169566" y="848487"/>
                    <a:pt x="2227092" y="322532"/>
                    <a:pt x="1535436" y="463531"/>
                  </a:cubicBezTo>
                  <a:cubicBezTo>
                    <a:pt x="843780" y="604530"/>
                    <a:pt x="25655" y="1361164"/>
                    <a:pt x="25655" y="2067046"/>
                  </a:cubicBezTo>
                  <a:lnTo>
                    <a:pt x="0" y="2079403"/>
                  </a:lnTo>
                  <a:close/>
                </a:path>
              </a:pathLst>
            </a:custGeom>
            <a:gradFill>
              <a:gsLst>
                <a:gs pos="40000">
                  <a:schemeClr val="accent2">
                    <a:lumMod val="40000"/>
                    <a:lumOff val="60000"/>
                  </a:schemeClr>
                </a:gs>
                <a:gs pos="0">
                  <a:schemeClr val="accent2">
                    <a:lumMod val="75000"/>
                  </a:schemeClr>
                </a:gs>
                <a:gs pos="100000">
                  <a:schemeClr val="accent2"/>
                </a:gs>
              </a:gsLst>
              <a:lin ang="0" scaled="1"/>
            </a:gradFill>
            <a:ln w="6350">
              <a:noFill/>
            </a:ln>
            <a:effectLst/>
            <a:scene3d>
              <a:camera prst="orthographicFront">
                <a:rot lat="0" lon="0" rev="0"/>
              </a:camera>
              <a:lightRig rig="contrasting" dir="t">
                <a:rot lat="0" lon="0" rev="1500000"/>
              </a:lightRig>
            </a:scene3d>
            <a:sp3d prstMaterial="metal">
              <a:bevelT w="88900" h="88900"/>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sz="1350">
                <a:solidFill>
                  <a:schemeClr val="tx1"/>
                </a:solidFill>
                <a:latin typeface="+mn-ea"/>
              </a:endParaRPr>
            </a:p>
          </p:txBody>
        </p:sp>
        <p:sp>
          <p:nvSpPr>
            <p:cNvPr id="12" name="MH_Other_3"/>
            <p:cNvSpPr/>
            <p:nvPr>
              <p:custDataLst>
                <p:tags r:id="rId4"/>
              </p:custDataLst>
            </p:nvPr>
          </p:nvSpPr>
          <p:spPr>
            <a:xfrm rot="14847505" flipV="1">
              <a:off x="3091614" y="2746901"/>
              <a:ext cx="3340388" cy="2442932"/>
            </a:xfrm>
            <a:custGeom>
              <a:avLst/>
              <a:gdLst>
                <a:gd name="connsiteX0" fmla="*/ 297033 w 4752528"/>
                <a:gd name="connsiteY0" fmla="*/ 2376264 h 4752528"/>
                <a:gd name="connsiteX1" fmla="*/ 2082640 w 4752528"/>
                <a:gd name="connsiteY1" fmla="*/ 317870 h 4752528"/>
                <a:gd name="connsiteX2" fmla="*/ 4372565 w 4752528"/>
                <a:gd name="connsiteY2" fmla="*/ 1794901 h 4752528"/>
                <a:gd name="connsiteX3" fmla="*/ 4655040 w 4752528"/>
                <a:gd name="connsiteY3" fmla="*/ 1794900 h 4752528"/>
                <a:gd name="connsiteX4" fmla="*/ 4158462 w 4752528"/>
                <a:gd name="connsiteY4" fmla="*/ 2376264 h 4752528"/>
                <a:gd name="connsiteX5" fmla="*/ 3466908 w 4752528"/>
                <a:gd name="connsiteY5" fmla="*/ 1794900 h 4752528"/>
                <a:gd name="connsiteX6" fmla="*/ 3742914 w 4752528"/>
                <a:gd name="connsiteY6" fmla="*/ 1794900 h 4752528"/>
                <a:gd name="connsiteX7" fmla="*/ 2079604 w 4752528"/>
                <a:gd name="connsiteY7" fmla="*/ 921029 h 4752528"/>
                <a:gd name="connsiteX8" fmla="*/ 891099 w 4752528"/>
                <a:gd name="connsiteY8" fmla="*/ 2376264 h 4752528"/>
                <a:gd name="connsiteX9" fmla="*/ 297033 w 4752528"/>
                <a:gd name="connsiteY9" fmla="*/ 2376264 h 4752528"/>
                <a:gd name="connsiteX0-1" fmla="*/ 0 w 4358007"/>
                <a:gd name="connsiteY0-2" fmla="*/ 2079403 h 2079403"/>
                <a:gd name="connsiteX1-3" fmla="*/ 1785607 w 4358007"/>
                <a:gd name="connsiteY1-4" fmla="*/ 21009 h 2079403"/>
                <a:gd name="connsiteX2-5" fmla="*/ 4075532 w 4358007"/>
                <a:gd name="connsiteY2-6" fmla="*/ 1498040 h 2079403"/>
                <a:gd name="connsiteX3-7" fmla="*/ 4358007 w 4358007"/>
                <a:gd name="connsiteY3-8" fmla="*/ 1498039 h 2079403"/>
                <a:gd name="connsiteX4-9" fmla="*/ 3861429 w 4358007"/>
                <a:gd name="connsiteY4-10" fmla="*/ 2079403 h 2079403"/>
                <a:gd name="connsiteX5-11" fmla="*/ 3169875 w 4358007"/>
                <a:gd name="connsiteY5-12" fmla="*/ 1498039 h 2079403"/>
                <a:gd name="connsiteX6-13" fmla="*/ 3445881 w 4358007"/>
                <a:gd name="connsiteY6-14" fmla="*/ 1498039 h 2079403"/>
                <a:gd name="connsiteX7-15" fmla="*/ 1782571 w 4358007"/>
                <a:gd name="connsiteY7-16" fmla="*/ 624168 h 2079403"/>
                <a:gd name="connsiteX8-17" fmla="*/ 62726 w 4358007"/>
                <a:gd name="connsiteY8-18" fmla="*/ 2079403 h 2079403"/>
                <a:gd name="connsiteX9-19" fmla="*/ 0 w 4358007"/>
                <a:gd name="connsiteY9-20" fmla="*/ 2079403 h 2079403"/>
                <a:gd name="connsiteX0-21" fmla="*/ 0 w 4358007"/>
                <a:gd name="connsiteY0-22" fmla="*/ 2079403 h 2079403"/>
                <a:gd name="connsiteX1-23" fmla="*/ 1785607 w 4358007"/>
                <a:gd name="connsiteY1-24" fmla="*/ 21009 h 2079403"/>
                <a:gd name="connsiteX2-25" fmla="*/ 4075532 w 4358007"/>
                <a:gd name="connsiteY2-26" fmla="*/ 1498040 h 2079403"/>
                <a:gd name="connsiteX3-27" fmla="*/ 4358007 w 4358007"/>
                <a:gd name="connsiteY3-28" fmla="*/ 1498039 h 2079403"/>
                <a:gd name="connsiteX4-29" fmla="*/ 3861429 w 4358007"/>
                <a:gd name="connsiteY4-30" fmla="*/ 2079403 h 2079403"/>
                <a:gd name="connsiteX5-31" fmla="*/ 3169875 w 4358007"/>
                <a:gd name="connsiteY5-32" fmla="*/ 1498039 h 2079403"/>
                <a:gd name="connsiteX6-33" fmla="*/ 3445881 w 4358007"/>
                <a:gd name="connsiteY6-34" fmla="*/ 1498039 h 2079403"/>
                <a:gd name="connsiteX7-35" fmla="*/ 1782571 w 4358007"/>
                <a:gd name="connsiteY7-36" fmla="*/ 624168 h 2079403"/>
                <a:gd name="connsiteX8-37" fmla="*/ 25655 w 4358007"/>
                <a:gd name="connsiteY8-38" fmla="*/ 2067046 h 2079403"/>
                <a:gd name="connsiteX9-39" fmla="*/ 0 w 4358007"/>
                <a:gd name="connsiteY9-40" fmla="*/ 2079403 h 2079403"/>
                <a:gd name="connsiteX0-41" fmla="*/ 0 w 4358007"/>
                <a:gd name="connsiteY0-42" fmla="*/ 2079403 h 2079403"/>
                <a:gd name="connsiteX1-43" fmla="*/ 1785607 w 4358007"/>
                <a:gd name="connsiteY1-44" fmla="*/ 21009 h 2079403"/>
                <a:gd name="connsiteX2-45" fmla="*/ 4075532 w 4358007"/>
                <a:gd name="connsiteY2-46" fmla="*/ 1498040 h 2079403"/>
                <a:gd name="connsiteX3-47" fmla="*/ 4358007 w 4358007"/>
                <a:gd name="connsiteY3-48" fmla="*/ 1498039 h 2079403"/>
                <a:gd name="connsiteX4-49" fmla="*/ 3861429 w 4358007"/>
                <a:gd name="connsiteY4-50" fmla="*/ 2079403 h 2079403"/>
                <a:gd name="connsiteX5-51" fmla="*/ 3169875 w 4358007"/>
                <a:gd name="connsiteY5-52" fmla="*/ 1498039 h 2079403"/>
                <a:gd name="connsiteX6-53" fmla="*/ 3445881 w 4358007"/>
                <a:gd name="connsiteY6-54" fmla="*/ 1498039 h 2079403"/>
                <a:gd name="connsiteX7-55" fmla="*/ 1782571 w 4358007"/>
                <a:gd name="connsiteY7-56" fmla="*/ 624168 h 2079403"/>
                <a:gd name="connsiteX8-57" fmla="*/ 25655 w 4358007"/>
                <a:gd name="connsiteY8-58" fmla="*/ 2067046 h 2079403"/>
                <a:gd name="connsiteX9-59" fmla="*/ 0 w 4358007"/>
                <a:gd name="connsiteY9-60" fmla="*/ 2079403 h 2079403"/>
                <a:gd name="connsiteX0-61" fmla="*/ 0 w 4358007"/>
                <a:gd name="connsiteY0-62" fmla="*/ 2079403 h 2079403"/>
                <a:gd name="connsiteX1-63" fmla="*/ 1785607 w 4358007"/>
                <a:gd name="connsiteY1-64" fmla="*/ 21009 h 2079403"/>
                <a:gd name="connsiteX2-65" fmla="*/ 4075532 w 4358007"/>
                <a:gd name="connsiteY2-66" fmla="*/ 1498040 h 2079403"/>
                <a:gd name="connsiteX3-67" fmla="*/ 4358007 w 4358007"/>
                <a:gd name="connsiteY3-68" fmla="*/ 1498039 h 2079403"/>
                <a:gd name="connsiteX4-69" fmla="*/ 3861429 w 4358007"/>
                <a:gd name="connsiteY4-70" fmla="*/ 2079403 h 2079403"/>
                <a:gd name="connsiteX5-71" fmla="*/ 3169875 w 4358007"/>
                <a:gd name="connsiteY5-72" fmla="*/ 1498039 h 2079403"/>
                <a:gd name="connsiteX6-73" fmla="*/ 3445881 w 4358007"/>
                <a:gd name="connsiteY6-74" fmla="*/ 1498039 h 2079403"/>
                <a:gd name="connsiteX7-75" fmla="*/ 1819641 w 4358007"/>
                <a:gd name="connsiteY7-76" fmla="*/ 339962 h 2079403"/>
                <a:gd name="connsiteX8-77" fmla="*/ 25655 w 4358007"/>
                <a:gd name="connsiteY8-78" fmla="*/ 2067046 h 2079403"/>
                <a:gd name="connsiteX9-79" fmla="*/ 0 w 4358007"/>
                <a:gd name="connsiteY9-80" fmla="*/ 2079403 h 2079403"/>
                <a:gd name="connsiteX0-81" fmla="*/ 0 w 4358007"/>
                <a:gd name="connsiteY0-82" fmla="*/ 2079403 h 2079403"/>
                <a:gd name="connsiteX1-83" fmla="*/ 1785607 w 4358007"/>
                <a:gd name="connsiteY1-84" fmla="*/ 21009 h 2079403"/>
                <a:gd name="connsiteX2-85" fmla="*/ 4075532 w 4358007"/>
                <a:gd name="connsiteY2-86" fmla="*/ 1498040 h 2079403"/>
                <a:gd name="connsiteX3-87" fmla="*/ 4358007 w 4358007"/>
                <a:gd name="connsiteY3-88" fmla="*/ 1498039 h 2079403"/>
                <a:gd name="connsiteX4-89" fmla="*/ 3861429 w 4358007"/>
                <a:gd name="connsiteY4-90" fmla="*/ 2079403 h 2079403"/>
                <a:gd name="connsiteX5-91" fmla="*/ 3169875 w 4358007"/>
                <a:gd name="connsiteY5-92" fmla="*/ 1498039 h 2079403"/>
                <a:gd name="connsiteX6-93" fmla="*/ 3445881 w 4358007"/>
                <a:gd name="connsiteY6-94" fmla="*/ 1498039 h 2079403"/>
                <a:gd name="connsiteX7-95" fmla="*/ 1770214 w 4358007"/>
                <a:gd name="connsiteY7-96" fmla="*/ 525314 h 2079403"/>
                <a:gd name="connsiteX8-97" fmla="*/ 25655 w 4358007"/>
                <a:gd name="connsiteY8-98" fmla="*/ 2067046 h 2079403"/>
                <a:gd name="connsiteX9-99" fmla="*/ 0 w 4358007"/>
                <a:gd name="connsiteY9-100" fmla="*/ 2079403 h 2079403"/>
                <a:gd name="connsiteX0-101" fmla="*/ 0 w 4358007"/>
                <a:gd name="connsiteY0-102" fmla="*/ 2079403 h 2079403"/>
                <a:gd name="connsiteX1-103" fmla="*/ 1785607 w 4358007"/>
                <a:gd name="connsiteY1-104" fmla="*/ 21009 h 2079403"/>
                <a:gd name="connsiteX2-105" fmla="*/ 4075532 w 4358007"/>
                <a:gd name="connsiteY2-106" fmla="*/ 1498040 h 2079403"/>
                <a:gd name="connsiteX3-107" fmla="*/ 4358007 w 4358007"/>
                <a:gd name="connsiteY3-108" fmla="*/ 1498039 h 2079403"/>
                <a:gd name="connsiteX4-109" fmla="*/ 3861429 w 4358007"/>
                <a:gd name="connsiteY4-110" fmla="*/ 2079403 h 2079403"/>
                <a:gd name="connsiteX5-111" fmla="*/ 3169875 w 4358007"/>
                <a:gd name="connsiteY5-112" fmla="*/ 1498039 h 2079403"/>
                <a:gd name="connsiteX6-113" fmla="*/ 3445881 w 4358007"/>
                <a:gd name="connsiteY6-114" fmla="*/ 1498039 h 2079403"/>
                <a:gd name="connsiteX7-115" fmla="*/ 1535436 w 4358007"/>
                <a:gd name="connsiteY7-116" fmla="*/ 463531 h 2079403"/>
                <a:gd name="connsiteX8-117" fmla="*/ 25655 w 4358007"/>
                <a:gd name="connsiteY8-118" fmla="*/ 2067046 h 2079403"/>
                <a:gd name="connsiteX9-119" fmla="*/ 0 w 4358007"/>
                <a:gd name="connsiteY9-120" fmla="*/ 2079403 h 2079403"/>
                <a:gd name="connsiteX0-121" fmla="*/ 0 w 4358007"/>
                <a:gd name="connsiteY0-122" fmla="*/ 2079403 h 2252398"/>
                <a:gd name="connsiteX1-123" fmla="*/ 1785607 w 4358007"/>
                <a:gd name="connsiteY1-124" fmla="*/ 21009 h 2252398"/>
                <a:gd name="connsiteX2-125" fmla="*/ 4075532 w 4358007"/>
                <a:gd name="connsiteY2-126" fmla="*/ 1498040 h 2252398"/>
                <a:gd name="connsiteX3-127" fmla="*/ 4358007 w 4358007"/>
                <a:gd name="connsiteY3-128" fmla="*/ 1498039 h 2252398"/>
                <a:gd name="connsiteX4-129" fmla="*/ 3849072 w 4358007"/>
                <a:gd name="connsiteY4-130" fmla="*/ 2252398 h 2252398"/>
                <a:gd name="connsiteX5-131" fmla="*/ 3169875 w 4358007"/>
                <a:gd name="connsiteY5-132" fmla="*/ 1498039 h 2252398"/>
                <a:gd name="connsiteX6-133" fmla="*/ 3445881 w 4358007"/>
                <a:gd name="connsiteY6-134" fmla="*/ 1498039 h 2252398"/>
                <a:gd name="connsiteX7-135" fmla="*/ 1535436 w 4358007"/>
                <a:gd name="connsiteY7-136" fmla="*/ 463531 h 2252398"/>
                <a:gd name="connsiteX8-137" fmla="*/ 25655 w 4358007"/>
                <a:gd name="connsiteY8-138" fmla="*/ 2067046 h 2252398"/>
                <a:gd name="connsiteX9-139" fmla="*/ 0 w 4358007"/>
                <a:gd name="connsiteY9-140" fmla="*/ 2079403 h 2252398"/>
                <a:gd name="connsiteX0-141" fmla="*/ 0 w 4358007"/>
                <a:gd name="connsiteY0-142" fmla="*/ 2079403 h 2386491"/>
                <a:gd name="connsiteX1-143" fmla="*/ 1785607 w 4358007"/>
                <a:gd name="connsiteY1-144" fmla="*/ 21009 h 2386491"/>
                <a:gd name="connsiteX2-145" fmla="*/ 4075532 w 4358007"/>
                <a:gd name="connsiteY2-146" fmla="*/ 1498040 h 2386491"/>
                <a:gd name="connsiteX3-147" fmla="*/ 4358007 w 4358007"/>
                <a:gd name="connsiteY3-148" fmla="*/ 1498039 h 2386491"/>
                <a:gd name="connsiteX4-149" fmla="*/ 3782879 w 4358007"/>
                <a:gd name="connsiteY4-150" fmla="*/ 2386491 h 2386491"/>
                <a:gd name="connsiteX5-151" fmla="*/ 3169875 w 4358007"/>
                <a:gd name="connsiteY5-152" fmla="*/ 1498039 h 2386491"/>
                <a:gd name="connsiteX6-153" fmla="*/ 3445881 w 4358007"/>
                <a:gd name="connsiteY6-154" fmla="*/ 1498039 h 2386491"/>
                <a:gd name="connsiteX7-155" fmla="*/ 1535436 w 4358007"/>
                <a:gd name="connsiteY7-156" fmla="*/ 463531 h 2386491"/>
                <a:gd name="connsiteX8-157" fmla="*/ 25655 w 4358007"/>
                <a:gd name="connsiteY8-158" fmla="*/ 2067046 h 2386491"/>
                <a:gd name="connsiteX9-159" fmla="*/ 0 w 4358007"/>
                <a:gd name="connsiteY9-160" fmla="*/ 2079403 h 2386491"/>
                <a:gd name="connsiteX0-161" fmla="*/ 0 w 4401150"/>
                <a:gd name="connsiteY0-162" fmla="*/ 2079403 h 2386491"/>
                <a:gd name="connsiteX1-163" fmla="*/ 1785607 w 4401150"/>
                <a:gd name="connsiteY1-164" fmla="*/ 21009 h 2386491"/>
                <a:gd name="connsiteX2-165" fmla="*/ 4075532 w 4401150"/>
                <a:gd name="connsiteY2-166" fmla="*/ 1498040 h 2386491"/>
                <a:gd name="connsiteX3-167" fmla="*/ 4401150 w 4401150"/>
                <a:gd name="connsiteY3-168" fmla="*/ 1601982 h 2386491"/>
                <a:gd name="connsiteX4-169" fmla="*/ 3782879 w 4401150"/>
                <a:gd name="connsiteY4-170" fmla="*/ 2386491 h 2386491"/>
                <a:gd name="connsiteX5-171" fmla="*/ 3169875 w 4401150"/>
                <a:gd name="connsiteY5-172" fmla="*/ 1498039 h 2386491"/>
                <a:gd name="connsiteX6-173" fmla="*/ 3445881 w 4401150"/>
                <a:gd name="connsiteY6-174" fmla="*/ 1498039 h 2386491"/>
                <a:gd name="connsiteX7-175" fmla="*/ 1535436 w 4401150"/>
                <a:gd name="connsiteY7-176" fmla="*/ 463531 h 2386491"/>
                <a:gd name="connsiteX8-177" fmla="*/ 25655 w 4401150"/>
                <a:gd name="connsiteY8-178" fmla="*/ 2067046 h 2386491"/>
                <a:gd name="connsiteX9-179" fmla="*/ 0 w 4401150"/>
                <a:gd name="connsiteY9-180" fmla="*/ 2079403 h 2386491"/>
                <a:gd name="connsiteX0-181" fmla="*/ 0 w 4401150"/>
                <a:gd name="connsiteY0-182" fmla="*/ 2063451 h 2370539"/>
                <a:gd name="connsiteX1-183" fmla="*/ 1785607 w 4401150"/>
                <a:gd name="connsiteY1-184" fmla="*/ 5057 h 2370539"/>
                <a:gd name="connsiteX2-185" fmla="*/ 4046111 w 4401150"/>
                <a:gd name="connsiteY2-186" fmla="*/ 1631382 h 2370539"/>
                <a:gd name="connsiteX3-187" fmla="*/ 4401150 w 4401150"/>
                <a:gd name="connsiteY3-188" fmla="*/ 1586030 h 2370539"/>
                <a:gd name="connsiteX4-189" fmla="*/ 3782879 w 4401150"/>
                <a:gd name="connsiteY4-190" fmla="*/ 2370539 h 2370539"/>
                <a:gd name="connsiteX5-191" fmla="*/ 3169875 w 4401150"/>
                <a:gd name="connsiteY5-192" fmla="*/ 1482087 h 2370539"/>
                <a:gd name="connsiteX6-193" fmla="*/ 3445881 w 4401150"/>
                <a:gd name="connsiteY6-194" fmla="*/ 1482087 h 2370539"/>
                <a:gd name="connsiteX7-195" fmla="*/ 1535436 w 4401150"/>
                <a:gd name="connsiteY7-196" fmla="*/ 447579 h 2370539"/>
                <a:gd name="connsiteX8-197" fmla="*/ 25655 w 4401150"/>
                <a:gd name="connsiteY8-198" fmla="*/ 2051094 h 2370539"/>
                <a:gd name="connsiteX9-199" fmla="*/ 0 w 4401150"/>
                <a:gd name="connsiteY9-200" fmla="*/ 2063451 h 2370539"/>
                <a:gd name="connsiteX0-201" fmla="*/ 0 w 4401150"/>
                <a:gd name="connsiteY0-202" fmla="*/ 2063451 h 2370539"/>
                <a:gd name="connsiteX1-203" fmla="*/ 1785607 w 4401150"/>
                <a:gd name="connsiteY1-204" fmla="*/ 5057 h 2370539"/>
                <a:gd name="connsiteX2-205" fmla="*/ 4046111 w 4401150"/>
                <a:gd name="connsiteY2-206" fmla="*/ 1631382 h 2370539"/>
                <a:gd name="connsiteX3-207" fmla="*/ 4401150 w 4401150"/>
                <a:gd name="connsiteY3-208" fmla="*/ 1586030 h 2370539"/>
                <a:gd name="connsiteX4-209" fmla="*/ 3782879 w 4401150"/>
                <a:gd name="connsiteY4-210" fmla="*/ 2370539 h 2370539"/>
                <a:gd name="connsiteX5-211" fmla="*/ 3186053 w 4401150"/>
                <a:gd name="connsiteY5-212" fmla="*/ 1521066 h 2370539"/>
                <a:gd name="connsiteX6-213" fmla="*/ 3445881 w 4401150"/>
                <a:gd name="connsiteY6-214" fmla="*/ 1482087 h 2370539"/>
                <a:gd name="connsiteX7-215" fmla="*/ 1535436 w 4401150"/>
                <a:gd name="connsiteY7-216" fmla="*/ 447579 h 2370539"/>
                <a:gd name="connsiteX8-217" fmla="*/ 25655 w 4401150"/>
                <a:gd name="connsiteY8-218" fmla="*/ 2051094 h 2370539"/>
                <a:gd name="connsiteX9-219" fmla="*/ 0 w 4401150"/>
                <a:gd name="connsiteY9-220" fmla="*/ 2063451 h 2370539"/>
                <a:gd name="connsiteX0-221" fmla="*/ 0 w 4401150"/>
                <a:gd name="connsiteY0-222" fmla="*/ 2063451 h 2444082"/>
                <a:gd name="connsiteX1-223" fmla="*/ 1785607 w 4401150"/>
                <a:gd name="connsiteY1-224" fmla="*/ 5057 h 2444082"/>
                <a:gd name="connsiteX2-225" fmla="*/ 4046111 w 4401150"/>
                <a:gd name="connsiteY2-226" fmla="*/ 1631382 h 2444082"/>
                <a:gd name="connsiteX3-227" fmla="*/ 4401150 w 4401150"/>
                <a:gd name="connsiteY3-228" fmla="*/ 1586030 h 2444082"/>
                <a:gd name="connsiteX4-229" fmla="*/ 3752478 w 4401150"/>
                <a:gd name="connsiteY4-230" fmla="*/ 2444082 h 2444082"/>
                <a:gd name="connsiteX5-231" fmla="*/ 3186053 w 4401150"/>
                <a:gd name="connsiteY5-232" fmla="*/ 1521066 h 2444082"/>
                <a:gd name="connsiteX6-233" fmla="*/ 3445881 w 4401150"/>
                <a:gd name="connsiteY6-234" fmla="*/ 1482087 h 2444082"/>
                <a:gd name="connsiteX7-235" fmla="*/ 1535436 w 4401150"/>
                <a:gd name="connsiteY7-236" fmla="*/ 447579 h 2444082"/>
                <a:gd name="connsiteX8-237" fmla="*/ 25655 w 4401150"/>
                <a:gd name="connsiteY8-238" fmla="*/ 2051094 h 2444082"/>
                <a:gd name="connsiteX9-239" fmla="*/ 0 w 4401150"/>
                <a:gd name="connsiteY9-240" fmla="*/ 2063451 h 2444082"/>
                <a:gd name="connsiteX0-241" fmla="*/ 0 w 4401150"/>
                <a:gd name="connsiteY0-242" fmla="*/ 2063451 h 2444082"/>
                <a:gd name="connsiteX1-243" fmla="*/ 1785607 w 4401150"/>
                <a:gd name="connsiteY1-244" fmla="*/ 5057 h 2444082"/>
                <a:gd name="connsiteX2-245" fmla="*/ 4046111 w 4401150"/>
                <a:gd name="connsiteY2-246" fmla="*/ 1631382 h 2444082"/>
                <a:gd name="connsiteX3-247" fmla="*/ 4401150 w 4401150"/>
                <a:gd name="connsiteY3-248" fmla="*/ 1586030 h 2444082"/>
                <a:gd name="connsiteX4-249" fmla="*/ 3752478 w 4401150"/>
                <a:gd name="connsiteY4-250" fmla="*/ 2444082 h 2444082"/>
                <a:gd name="connsiteX5-251" fmla="*/ 3186053 w 4401150"/>
                <a:gd name="connsiteY5-252" fmla="*/ 1521066 h 2444082"/>
                <a:gd name="connsiteX6-253" fmla="*/ 3445881 w 4401150"/>
                <a:gd name="connsiteY6-254" fmla="*/ 1482087 h 2444082"/>
                <a:gd name="connsiteX7-255" fmla="*/ 1535436 w 4401150"/>
                <a:gd name="connsiteY7-256" fmla="*/ 447579 h 2444082"/>
                <a:gd name="connsiteX8-257" fmla="*/ 25655 w 4401150"/>
                <a:gd name="connsiteY8-258" fmla="*/ 2051094 h 2444082"/>
                <a:gd name="connsiteX9-259" fmla="*/ 0 w 4401150"/>
                <a:gd name="connsiteY9-260" fmla="*/ 2063451 h 2444082"/>
                <a:gd name="connsiteX0-261" fmla="*/ 0 w 4401150"/>
                <a:gd name="connsiteY0-262" fmla="*/ 2063451 h 2444082"/>
                <a:gd name="connsiteX1-263" fmla="*/ 1785607 w 4401150"/>
                <a:gd name="connsiteY1-264" fmla="*/ 5057 h 2444082"/>
                <a:gd name="connsiteX2-265" fmla="*/ 4046111 w 4401150"/>
                <a:gd name="connsiteY2-266" fmla="*/ 1631382 h 2444082"/>
                <a:gd name="connsiteX3-267" fmla="*/ 4401150 w 4401150"/>
                <a:gd name="connsiteY3-268" fmla="*/ 1586030 h 2444082"/>
                <a:gd name="connsiteX4-269" fmla="*/ 3752478 w 4401150"/>
                <a:gd name="connsiteY4-270" fmla="*/ 2444082 h 2444082"/>
                <a:gd name="connsiteX5-271" fmla="*/ 3115695 w 4401150"/>
                <a:gd name="connsiteY5-272" fmla="*/ 1535038 h 2444082"/>
                <a:gd name="connsiteX6-273" fmla="*/ 3445881 w 4401150"/>
                <a:gd name="connsiteY6-274" fmla="*/ 1482087 h 2444082"/>
                <a:gd name="connsiteX7-275" fmla="*/ 1535436 w 4401150"/>
                <a:gd name="connsiteY7-276" fmla="*/ 447579 h 2444082"/>
                <a:gd name="connsiteX8-277" fmla="*/ 25655 w 4401150"/>
                <a:gd name="connsiteY8-278" fmla="*/ 2051094 h 2444082"/>
                <a:gd name="connsiteX9-279" fmla="*/ 0 w 4401150"/>
                <a:gd name="connsiteY9-280" fmla="*/ 2063451 h 2444082"/>
                <a:gd name="connsiteX0-281" fmla="*/ 0 w 4401150"/>
                <a:gd name="connsiteY0-282" fmla="*/ 2071635 h 2452266"/>
                <a:gd name="connsiteX1-283" fmla="*/ 1785607 w 4401150"/>
                <a:gd name="connsiteY1-284" fmla="*/ 13241 h 2452266"/>
                <a:gd name="connsiteX2-285" fmla="*/ 4046111 w 4401150"/>
                <a:gd name="connsiteY2-286" fmla="*/ 1639566 h 2452266"/>
                <a:gd name="connsiteX3-287" fmla="*/ 4401150 w 4401150"/>
                <a:gd name="connsiteY3-288" fmla="*/ 1594214 h 2452266"/>
                <a:gd name="connsiteX4-289" fmla="*/ 3752478 w 4401150"/>
                <a:gd name="connsiteY4-290" fmla="*/ 2452266 h 2452266"/>
                <a:gd name="connsiteX5-291" fmla="*/ 3115695 w 4401150"/>
                <a:gd name="connsiteY5-292" fmla="*/ 1543222 h 2452266"/>
                <a:gd name="connsiteX6-293" fmla="*/ 3445881 w 4401150"/>
                <a:gd name="connsiteY6-294" fmla="*/ 1490271 h 2452266"/>
                <a:gd name="connsiteX7-295" fmla="*/ 1535436 w 4401150"/>
                <a:gd name="connsiteY7-296" fmla="*/ 455763 h 2452266"/>
                <a:gd name="connsiteX8-297" fmla="*/ 25655 w 4401150"/>
                <a:gd name="connsiteY8-298" fmla="*/ 2059278 h 2452266"/>
                <a:gd name="connsiteX9-299" fmla="*/ 0 w 4401150"/>
                <a:gd name="connsiteY9-300" fmla="*/ 2071635 h 2452266"/>
                <a:gd name="connsiteX0-301" fmla="*/ 0 w 4444293"/>
                <a:gd name="connsiteY0-302" fmla="*/ 1963235 h 2447810"/>
                <a:gd name="connsiteX1-303" fmla="*/ 1828750 w 4444293"/>
                <a:gd name="connsiteY1-304" fmla="*/ 8785 h 2447810"/>
                <a:gd name="connsiteX2-305" fmla="*/ 4089254 w 4444293"/>
                <a:gd name="connsiteY2-306" fmla="*/ 1635110 h 2447810"/>
                <a:gd name="connsiteX3-307" fmla="*/ 4444293 w 4444293"/>
                <a:gd name="connsiteY3-308" fmla="*/ 1589758 h 2447810"/>
                <a:gd name="connsiteX4-309" fmla="*/ 3795621 w 4444293"/>
                <a:gd name="connsiteY4-310" fmla="*/ 2447810 h 2447810"/>
                <a:gd name="connsiteX5-311" fmla="*/ 3158838 w 4444293"/>
                <a:gd name="connsiteY5-312" fmla="*/ 1538766 h 2447810"/>
                <a:gd name="connsiteX6-313" fmla="*/ 3489024 w 4444293"/>
                <a:gd name="connsiteY6-314" fmla="*/ 1485815 h 2447810"/>
                <a:gd name="connsiteX7-315" fmla="*/ 1578579 w 4444293"/>
                <a:gd name="connsiteY7-316" fmla="*/ 451307 h 2447810"/>
                <a:gd name="connsiteX8-317" fmla="*/ 68798 w 4444293"/>
                <a:gd name="connsiteY8-318" fmla="*/ 2054822 h 2447810"/>
                <a:gd name="connsiteX9-319" fmla="*/ 0 w 4444293"/>
                <a:gd name="connsiteY9-320" fmla="*/ 1963235 h 2447810"/>
                <a:gd name="connsiteX0-321" fmla="*/ 0 w 4444293"/>
                <a:gd name="connsiteY0-322" fmla="*/ 1963235 h 2447810"/>
                <a:gd name="connsiteX1-323" fmla="*/ 1828750 w 4444293"/>
                <a:gd name="connsiteY1-324" fmla="*/ 8785 h 2447810"/>
                <a:gd name="connsiteX2-325" fmla="*/ 4089254 w 4444293"/>
                <a:gd name="connsiteY2-326" fmla="*/ 1635110 h 2447810"/>
                <a:gd name="connsiteX3-327" fmla="*/ 4444293 w 4444293"/>
                <a:gd name="connsiteY3-328" fmla="*/ 1589758 h 2447810"/>
                <a:gd name="connsiteX4-329" fmla="*/ 3795621 w 4444293"/>
                <a:gd name="connsiteY4-330" fmla="*/ 2447810 h 2447810"/>
                <a:gd name="connsiteX5-331" fmla="*/ 3158838 w 4444293"/>
                <a:gd name="connsiteY5-332" fmla="*/ 1538766 h 2447810"/>
                <a:gd name="connsiteX6-333" fmla="*/ 3489024 w 4444293"/>
                <a:gd name="connsiteY6-334" fmla="*/ 1485815 h 2447810"/>
                <a:gd name="connsiteX7-335" fmla="*/ 1578579 w 4444293"/>
                <a:gd name="connsiteY7-336" fmla="*/ 451307 h 2447810"/>
                <a:gd name="connsiteX8-337" fmla="*/ 21240 w 4444293"/>
                <a:gd name="connsiteY8-338" fmla="*/ 2013636 h 2447810"/>
                <a:gd name="connsiteX9-339" fmla="*/ 0 w 4444293"/>
                <a:gd name="connsiteY9-340" fmla="*/ 1963235 h 2447810"/>
                <a:gd name="connsiteX0-341" fmla="*/ 0 w 4453850"/>
                <a:gd name="connsiteY0-342" fmla="*/ 1825241 h 2442932"/>
                <a:gd name="connsiteX1-343" fmla="*/ 1838307 w 4453850"/>
                <a:gd name="connsiteY1-344" fmla="*/ 3907 h 2442932"/>
                <a:gd name="connsiteX2-345" fmla="*/ 4098811 w 4453850"/>
                <a:gd name="connsiteY2-346" fmla="*/ 1630232 h 2442932"/>
                <a:gd name="connsiteX3-347" fmla="*/ 4453850 w 4453850"/>
                <a:gd name="connsiteY3-348" fmla="*/ 1584880 h 2442932"/>
                <a:gd name="connsiteX4-349" fmla="*/ 3805178 w 4453850"/>
                <a:gd name="connsiteY4-350" fmla="*/ 2442932 h 2442932"/>
                <a:gd name="connsiteX5-351" fmla="*/ 3168395 w 4453850"/>
                <a:gd name="connsiteY5-352" fmla="*/ 1533888 h 2442932"/>
                <a:gd name="connsiteX6-353" fmla="*/ 3498581 w 4453850"/>
                <a:gd name="connsiteY6-354" fmla="*/ 1480937 h 2442932"/>
                <a:gd name="connsiteX7-355" fmla="*/ 1588136 w 4453850"/>
                <a:gd name="connsiteY7-356" fmla="*/ 446429 h 2442932"/>
                <a:gd name="connsiteX8-357" fmla="*/ 30797 w 4453850"/>
                <a:gd name="connsiteY8-358" fmla="*/ 2008758 h 2442932"/>
                <a:gd name="connsiteX9-359" fmla="*/ 0 w 4453850"/>
                <a:gd name="connsiteY9-360" fmla="*/ 1825241 h 2442932"/>
              </a:gdLst>
              <a:ahLst/>
              <a:cxnLst>
                <a:cxn ang="0">
                  <a:pos x="connsiteX0-1" y="connsiteY0-2"/>
                </a:cxn>
                <a:cxn ang="0">
                  <a:pos x="connsiteX1-3" y="connsiteY1-4"/>
                </a:cxn>
                <a:cxn ang="0">
                  <a:pos x="connsiteX2-5" y="connsiteY2-6"/>
                </a:cxn>
                <a:cxn ang="0">
                  <a:pos x="connsiteX3-7" y="connsiteY3-8"/>
                </a:cxn>
                <a:cxn ang="0">
                  <a:pos x="connsiteX4-9" y="connsiteY4-10"/>
                </a:cxn>
                <a:cxn ang="0">
                  <a:pos x="connsiteX5-11" y="connsiteY5-12"/>
                </a:cxn>
                <a:cxn ang="0">
                  <a:pos x="connsiteX6-13" y="connsiteY6-14"/>
                </a:cxn>
                <a:cxn ang="0">
                  <a:pos x="connsiteX7-15" y="connsiteY7-16"/>
                </a:cxn>
                <a:cxn ang="0">
                  <a:pos x="connsiteX8-17" y="connsiteY8-18"/>
                </a:cxn>
                <a:cxn ang="0">
                  <a:pos x="connsiteX9-19" y="connsiteY9-20"/>
                </a:cxn>
              </a:cxnLst>
              <a:rect l="l" t="t" r="r" b="b"/>
              <a:pathLst>
                <a:path w="4453850" h="2442932">
                  <a:moveTo>
                    <a:pt x="0" y="1825241"/>
                  </a:moveTo>
                  <a:cubicBezTo>
                    <a:pt x="0" y="790348"/>
                    <a:pt x="1155172" y="36408"/>
                    <a:pt x="1838307" y="3907"/>
                  </a:cubicBezTo>
                  <a:cubicBezTo>
                    <a:pt x="2521442" y="-28594"/>
                    <a:pt x="3682478" y="110528"/>
                    <a:pt x="4098811" y="1630232"/>
                  </a:cubicBezTo>
                  <a:lnTo>
                    <a:pt x="4453850" y="1584880"/>
                  </a:lnTo>
                  <a:lnTo>
                    <a:pt x="3805178" y="2442932"/>
                  </a:lnTo>
                  <a:cubicBezTo>
                    <a:pt x="3456541" y="1896972"/>
                    <a:pt x="3357203" y="1841560"/>
                    <a:pt x="3168395" y="1533888"/>
                  </a:cubicBezTo>
                  <a:lnTo>
                    <a:pt x="3498581" y="1480937"/>
                  </a:lnTo>
                  <a:cubicBezTo>
                    <a:pt x="3222266" y="831385"/>
                    <a:pt x="2279792" y="305430"/>
                    <a:pt x="1588136" y="446429"/>
                  </a:cubicBezTo>
                  <a:cubicBezTo>
                    <a:pt x="896480" y="587428"/>
                    <a:pt x="30797" y="1302876"/>
                    <a:pt x="30797" y="2008758"/>
                  </a:cubicBezTo>
                  <a:lnTo>
                    <a:pt x="0" y="1825241"/>
                  </a:lnTo>
                  <a:close/>
                </a:path>
              </a:pathLst>
            </a:custGeom>
            <a:gradFill>
              <a:gsLst>
                <a:gs pos="56000">
                  <a:schemeClr val="tx1">
                    <a:lumMod val="50000"/>
                    <a:lumOff val="50000"/>
                  </a:schemeClr>
                </a:gs>
                <a:gs pos="0">
                  <a:schemeClr val="tx1">
                    <a:lumMod val="95000"/>
                    <a:lumOff val="5000"/>
                  </a:schemeClr>
                </a:gs>
                <a:gs pos="100000">
                  <a:schemeClr val="tx1">
                    <a:lumMod val="95000"/>
                    <a:lumOff val="5000"/>
                  </a:schemeClr>
                </a:gs>
              </a:gsLst>
              <a:lin ang="0" scaled="1"/>
            </a:gradFill>
            <a:ln w="6350">
              <a:noFill/>
            </a:ln>
            <a:scene3d>
              <a:camera prst="orthographicFront"/>
              <a:lightRig rig="flat" dir="t">
                <a:rot lat="0" lon="0" rev="11400000"/>
              </a:lightRig>
            </a:scene3d>
            <a:sp3d extrusionH="1270000" contourW="12700" prstMaterial="softEdge">
              <a:bevelB h="107950"/>
              <a:extrusionClr>
                <a:schemeClr val="accent1">
                  <a:lumMod val="50000"/>
                </a:schemeClr>
              </a:extrusionClr>
              <a:contourClr>
                <a:srgbClr val="FFFFFF"/>
              </a:contourClr>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sz="1350">
                <a:solidFill>
                  <a:schemeClr val="tx1"/>
                </a:solidFill>
                <a:latin typeface="+mn-ea"/>
              </a:endParaRPr>
            </a:p>
          </p:txBody>
        </p:sp>
        <p:sp>
          <p:nvSpPr>
            <p:cNvPr id="13" name="MH_Other_4"/>
            <p:cNvSpPr/>
            <p:nvPr>
              <p:custDataLst>
                <p:tags r:id="rId5"/>
              </p:custDataLst>
            </p:nvPr>
          </p:nvSpPr>
          <p:spPr>
            <a:xfrm rot="14528313" flipV="1">
              <a:off x="3309772" y="2755420"/>
              <a:ext cx="3268505" cy="2252399"/>
            </a:xfrm>
            <a:custGeom>
              <a:avLst/>
              <a:gdLst>
                <a:gd name="connsiteX0" fmla="*/ 297033 w 4752528"/>
                <a:gd name="connsiteY0" fmla="*/ 2376264 h 4752528"/>
                <a:gd name="connsiteX1" fmla="*/ 2082640 w 4752528"/>
                <a:gd name="connsiteY1" fmla="*/ 317870 h 4752528"/>
                <a:gd name="connsiteX2" fmla="*/ 4372565 w 4752528"/>
                <a:gd name="connsiteY2" fmla="*/ 1794901 h 4752528"/>
                <a:gd name="connsiteX3" fmla="*/ 4655040 w 4752528"/>
                <a:gd name="connsiteY3" fmla="*/ 1794900 h 4752528"/>
                <a:gd name="connsiteX4" fmla="*/ 4158462 w 4752528"/>
                <a:gd name="connsiteY4" fmla="*/ 2376264 h 4752528"/>
                <a:gd name="connsiteX5" fmla="*/ 3466908 w 4752528"/>
                <a:gd name="connsiteY5" fmla="*/ 1794900 h 4752528"/>
                <a:gd name="connsiteX6" fmla="*/ 3742914 w 4752528"/>
                <a:gd name="connsiteY6" fmla="*/ 1794900 h 4752528"/>
                <a:gd name="connsiteX7" fmla="*/ 2079604 w 4752528"/>
                <a:gd name="connsiteY7" fmla="*/ 921029 h 4752528"/>
                <a:gd name="connsiteX8" fmla="*/ 891099 w 4752528"/>
                <a:gd name="connsiteY8" fmla="*/ 2376264 h 4752528"/>
                <a:gd name="connsiteX9" fmla="*/ 297033 w 4752528"/>
                <a:gd name="connsiteY9" fmla="*/ 2376264 h 4752528"/>
                <a:gd name="connsiteX0-1" fmla="*/ 0 w 4358007"/>
                <a:gd name="connsiteY0-2" fmla="*/ 2079403 h 2079403"/>
                <a:gd name="connsiteX1-3" fmla="*/ 1785607 w 4358007"/>
                <a:gd name="connsiteY1-4" fmla="*/ 21009 h 2079403"/>
                <a:gd name="connsiteX2-5" fmla="*/ 4075532 w 4358007"/>
                <a:gd name="connsiteY2-6" fmla="*/ 1498040 h 2079403"/>
                <a:gd name="connsiteX3-7" fmla="*/ 4358007 w 4358007"/>
                <a:gd name="connsiteY3-8" fmla="*/ 1498039 h 2079403"/>
                <a:gd name="connsiteX4-9" fmla="*/ 3861429 w 4358007"/>
                <a:gd name="connsiteY4-10" fmla="*/ 2079403 h 2079403"/>
                <a:gd name="connsiteX5-11" fmla="*/ 3169875 w 4358007"/>
                <a:gd name="connsiteY5-12" fmla="*/ 1498039 h 2079403"/>
                <a:gd name="connsiteX6-13" fmla="*/ 3445881 w 4358007"/>
                <a:gd name="connsiteY6-14" fmla="*/ 1498039 h 2079403"/>
                <a:gd name="connsiteX7-15" fmla="*/ 1782571 w 4358007"/>
                <a:gd name="connsiteY7-16" fmla="*/ 624168 h 2079403"/>
                <a:gd name="connsiteX8-17" fmla="*/ 62726 w 4358007"/>
                <a:gd name="connsiteY8-18" fmla="*/ 2079403 h 2079403"/>
                <a:gd name="connsiteX9-19" fmla="*/ 0 w 4358007"/>
                <a:gd name="connsiteY9-20" fmla="*/ 2079403 h 2079403"/>
                <a:gd name="connsiteX0-21" fmla="*/ 0 w 4358007"/>
                <a:gd name="connsiteY0-22" fmla="*/ 2079403 h 2079403"/>
                <a:gd name="connsiteX1-23" fmla="*/ 1785607 w 4358007"/>
                <a:gd name="connsiteY1-24" fmla="*/ 21009 h 2079403"/>
                <a:gd name="connsiteX2-25" fmla="*/ 4075532 w 4358007"/>
                <a:gd name="connsiteY2-26" fmla="*/ 1498040 h 2079403"/>
                <a:gd name="connsiteX3-27" fmla="*/ 4358007 w 4358007"/>
                <a:gd name="connsiteY3-28" fmla="*/ 1498039 h 2079403"/>
                <a:gd name="connsiteX4-29" fmla="*/ 3861429 w 4358007"/>
                <a:gd name="connsiteY4-30" fmla="*/ 2079403 h 2079403"/>
                <a:gd name="connsiteX5-31" fmla="*/ 3169875 w 4358007"/>
                <a:gd name="connsiteY5-32" fmla="*/ 1498039 h 2079403"/>
                <a:gd name="connsiteX6-33" fmla="*/ 3445881 w 4358007"/>
                <a:gd name="connsiteY6-34" fmla="*/ 1498039 h 2079403"/>
                <a:gd name="connsiteX7-35" fmla="*/ 1782571 w 4358007"/>
                <a:gd name="connsiteY7-36" fmla="*/ 624168 h 2079403"/>
                <a:gd name="connsiteX8-37" fmla="*/ 25655 w 4358007"/>
                <a:gd name="connsiteY8-38" fmla="*/ 2067046 h 2079403"/>
                <a:gd name="connsiteX9-39" fmla="*/ 0 w 4358007"/>
                <a:gd name="connsiteY9-40" fmla="*/ 2079403 h 2079403"/>
                <a:gd name="connsiteX0-41" fmla="*/ 0 w 4358007"/>
                <a:gd name="connsiteY0-42" fmla="*/ 2079403 h 2079403"/>
                <a:gd name="connsiteX1-43" fmla="*/ 1785607 w 4358007"/>
                <a:gd name="connsiteY1-44" fmla="*/ 21009 h 2079403"/>
                <a:gd name="connsiteX2-45" fmla="*/ 4075532 w 4358007"/>
                <a:gd name="connsiteY2-46" fmla="*/ 1498040 h 2079403"/>
                <a:gd name="connsiteX3-47" fmla="*/ 4358007 w 4358007"/>
                <a:gd name="connsiteY3-48" fmla="*/ 1498039 h 2079403"/>
                <a:gd name="connsiteX4-49" fmla="*/ 3861429 w 4358007"/>
                <a:gd name="connsiteY4-50" fmla="*/ 2079403 h 2079403"/>
                <a:gd name="connsiteX5-51" fmla="*/ 3169875 w 4358007"/>
                <a:gd name="connsiteY5-52" fmla="*/ 1498039 h 2079403"/>
                <a:gd name="connsiteX6-53" fmla="*/ 3445881 w 4358007"/>
                <a:gd name="connsiteY6-54" fmla="*/ 1498039 h 2079403"/>
                <a:gd name="connsiteX7-55" fmla="*/ 1782571 w 4358007"/>
                <a:gd name="connsiteY7-56" fmla="*/ 624168 h 2079403"/>
                <a:gd name="connsiteX8-57" fmla="*/ 25655 w 4358007"/>
                <a:gd name="connsiteY8-58" fmla="*/ 2067046 h 2079403"/>
                <a:gd name="connsiteX9-59" fmla="*/ 0 w 4358007"/>
                <a:gd name="connsiteY9-60" fmla="*/ 2079403 h 2079403"/>
                <a:gd name="connsiteX0-61" fmla="*/ 0 w 4358007"/>
                <a:gd name="connsiteY0-62" fmla="*/ 2079403 h 2079403"/>
                <a:gd name="connsiteX1-63" fmla="*/ 1785607 w 4358007"/>
                <a:gd name="connsiteY1-64" fmla="*/ 21009 h 2079403"/>
                <a:gd name="connsiteX2-65" fmla="*/ 4075532 w 4358007"/>
                <a:gd name="connsiteY2-66" fmla="*/ 1498040 h 2079403"/>
                <a:gd name="connsiteX3-67" fmla="*/ 4358007 w 4358007"/>
                <a:gd name="connsiteY3-68" fmla="*/ 1498039 h 2079403"/>
                <a:gd name="connsiteX4-69" fmla="*/ 3861429 w 4358007"/>
                <a:gd name="connsiteY4-70" fmla="*/ 2079403 h 2079403"/>
                <a:gd name="connsiteX5-71" fmla="*/ 3169875 w 4358007"/>
                <a:gd name="connsiteY5-72" fmla="*/ 1498039 h 2079403"/>
                <a:gd name="connsiteX6-73" fmla="*/ 3445881 w 4358007"/>
                <a:gd name="connsiteY6-74" fmla="*/ 1498039 h 2079403"/>
                <a:gd name="connsiteX7-75" fmla="*/ 1819641 w 4358007"/>
                <a:gd name="connsiteY7-76" fmla="*/ 339962 h 2079403"/>
                <a:gd name="connsiteX8-77" fmla="*/ 25655 w 4358007"/>
                <a:gd name="connsiteY8-78" fmla="*/ 2067046 h 2079403"/>
                <a:gd name="connsiteX9-79" fmla="*/ 0 w 4358007"/>
                <a:gd name="connsiteY9-80" fmla="*/ 2079403 h 2079403"/>
                <a:gd name="connsiteX0-81" fmla="*/ 0 w 4358007"/>
                <a:gd name="connsiteY0-82" fmla="*/ 2079403 h 2079403"/>
                <a:gd name="connsiteX1-83" fmla="*/ 1785607 w 4358007"/>
                <a:gd name="connsiteY1-84" fmla="*/ 21009 h 2079403"/>
                <a:gd name="connsiteX2-85" fmla="*/ 4075532 w 4358007"/>
                <a:gd name="connsiteY2-86" fmla="*/ 1498040 h 2079403"/>
                <a:gd name="connsiteX3-87" fmla="*/ 4358007 w 4358007"/>
                <a:gd name="connsiteY3-88" fmla="*/ 1498039 h 2079403"/>
                <a:gd name="connsiteX4-89" fmla="*/ 3861429 w 4358007"/>
                <a:gd name="connsiteY4-90" fmla="*/ 2079403 h 2079403"/>
                <a:gd name="connsiteX5-91" fmla="*/ 3169875 w 4358007"/>
                <a:gd name="connsiteY5-92" fmla="*/ 1498039 h 2079403"/>
                <a:gd name="connsiteX6-93" fmla="*/ 3445881 w 4358007"/>
                <a:gd name="connsiteY6-94" fmla="*/ 1498039 h 2079403"/>
                <a:gd name="connsiteX7-95" fmla="*/ 1770214 w 4358007"/>
                <a:gd name="connsiteY7-96" fmla="*/ 525314 h 2079403"/>
                <a:gd name="connsiteX8-97" fmla="*/ 25655 w 4358007"/>
                <a:gd name="connsiteY8-98" fmla="*/ 2067046 h 2079403"/>
                <a:gd name="connsiteX9-99" fmla="*/ 0 w 4358007"/>
                <a:gd name="connsiteY9-100" fmla="*/ 2079403 h 2079403"/>
                <a:gd name="connsiteX0-101" fmla="*/ 0 w 4358007"/>
                <a:gd name="connsiteY0-102" fmla="*/ 2079403 h 2079403"/>
                <a:gd name="connsiteX1-103" fmla="*/ 1785607 w 4358007"/>
                <a:gd name="connsiteY1-104" fmla="*/ 21009 h 2079403"/>
                <a:gd name="connsiteX2-105" fmla="*/ 4075532 w 4358007"/>
                <a:gd name="connsiteY2-106" fmla="*/ 1498040 h 2079403"/>
                <a:gd name="connsiteX3-107" fmla="*/ 4358007 w 4358007"/>
                <a:gd name="connsiteY3-108" fmla="*/ 1498039 h 2079403"/>
                <a:gd name="connsiteX4-109" fmla="*/ 3861429 w 4358007"/>
                <a:gd name="connsiteY4-110" fmla="*/ 2079403 h 2079403"/>
                <a:gd name="connsiteX5-111" fmla="*/ 3169875 w 4358007"/>
                <a:gd name="connsiteY5-112" fmla="*/ 1498039 h 2079403"/>
                <a:gd name="connsiteX6-113" fmla="*/ 3445881 w 4358007"/>
                <a:gd name="connsiteY6-114" fmla="*/ 1498039 h 2079403"/>
                <a:gd name="connsiteX7-115" fmla="*/ 1535436 w 4358007"/>
                <a:gd name="connsiteY7-116" fmla="*/ 463531 h 2079403"/>
                <a:gd name="connsiteX8-117" fmla="*/ 25655 w 4358007"/>
                <a:gd name="connsiteY8-118" fmla="*/ 2067046 h 2079403"/>
                <a:gd name="connsiteX9-119" fmla="*/ 0 w 4358007"/>
                <a:gd name="connsiteY9-120" fmla="*/ 2079403 h 2079403"/>
                <a:gd name="connsiteX0-121" fmla="*/ 0 w 4358007"/>
                <a:gd name="connsiteY0-122" fmla="*/ 2079403 h 2252398"/>
                <a:gd name="connsiteX1-123" fmla="*/ 1785607 w 4358007"/>
                <a:gd name="connsiteY1-124" fmla="*/ 21009 h 2252398"/>
                <a:gd name="connsiteX2-125" fmla="*/ 4075532 w 4358007"/>
                <a:gd name="connsiteY2-126" fmla="*/ 1498040 h 2252398"/>
                <a:gd name="connsiteX3-127" fmla="*/ 4358007 w 4358007"/>
                <a:gd name="connsiteY3-128" fmla="*/ 1498039 h 2252398"/>
                <a:gd name="connsiteX4-129" fmla="*/ 3849072 w 4358007"/>
                <a:gd name="connsiteY4-130" fmla="*/ 2252398 h 2252398"/>
                <a:gd name="connsiteX5-131" fmla="*/ 3169875 w 4358007"/>
                <a:gd name="connsiteY5-132" fmla="*/ 1498039 h 2252398"/>
                <a:gd name="connsiteX6-133" fmla="*/ 3445881 w 4358007"/>
                <a:gd name="connsiteY6-134" fmla="*/ 1498039 h 2252398"/>
                <a:gd name="connsiteX7-135" fmla="*/ 1535436 w 4358007"/>
                <a:gd name="connsiteY7-136" fmla="*/ 463531 h 2252398"/>
                <a:gd name="connsiteX8-137" fmla="*/ 25655 w 4358007"/>
                <a:gd name="connsiteY8-138" fmla="*/ 2067046 h 2252398"/>
                <a:gd name="connsiteX9-139" fmla="*/ 0 w 4358007"/>
                <a:gd name="connsiteY9-140" fmla="*/ 2079403 h 2252398"/>
              </a:gdLst>
              <a:ahLst/>
              <a:cxnLst>
                <a:cxn ang="0">
                  <a:pos x="connsiteX0-1" y="connsiteY0-2"/>
                </a:cxn>
                <a:cxn ang="0">
                  <a:pos x="connsiteX1-3" y="connsiteY1-4"/>
                </a:cxn>
                <a:cxn ang="0">
                  <a:pos x="connsiteX2-5" y="connsiteY2-6"/>
                </a:cxn>
                <a:cxn ang="0">
                  <a:pos x="connsiteX3-7" y="connsiteY3-8"/>
                </a:cxn>
                <a:cxn ang="0">
                  <a:pos x="connsiteX4-9" y="connsiteY4-10"/>
                </a:cxn>
                <a:cxn ang="0">
                  <a:pos x="connsiteX5-11" y="connsiteY5-12"/>
                </a:cxn>
                <a:cxn ang="0">
                  <a:pos x="connsiteX6-13" y="connsiteY6-14"/>
                </a:cxn>
                <a:cxn ang="0">
                  <a:pos x="connsiteX7-15" y="connsiteY7-16"/>
                </a:cxn>
                <a:cxn ang="0">
                  <a:pos x="connsiteX8-17" y="connsiteY8-18"/>
                </a:cxn>
                <a:cxn ang="0">
                  <a:pos x="connsiteX9-19" y="connsiteY9-20"/>
                </a:cxn>
              </a:cxnLst>
              <a:rect l="l" t="t" r="r" b="b"/>
              <a:pathLst>
                <a:path w="4358007" h="2252398">
                  <a:moveTo>
                    <a:pt x="0" y="2079403"/>
                  </a:moveTo>
                  <a:cubicBezTo>
                    <a:pt x="0" y="1044510"/>
                    <a:pt x="761085" y="167154"/>
                    <a:pt x="1785607" y="21009"/>
                  </a:cubicBezTo>
                  <a:cubicBezTo>
                    <a:pt x="2810128" y="-125136"/>
                    <a:pt x="3786171" y="504424"/>
                    <a:pt x="4075532" y="1498040"/>
                  </a:cubicBezTo>
                  <a:lnTo>
                    <a:pt x="4358007" y="1498039"/>
                  </a:lnTo>
                  <a:lnTo>
                    <a:pt x="3849072" y="2252398"/>
                  </a:lnTo>
                  <a:lnTo>
                    <a:pt x="3169875" y="1498039"/>
                  </a:lnTo>
                  <a:lnTo>
                    <a:pt x="3445881" y="1498039"/>
                  </a:lnTo>
                  <a:cubicBezTo>
                    <a:pt x="3169566" y="848487"/>
                    <a:pt x="2227092" y="322532"/>
                    <a:pt x="1535436" y="463531"/>
                  </a:cubicBezTo>
                  <a:cubicBezTo>
                    <a:pt x="843780" y="604530"/>
                    <a:pt x="25655" y="1361164"/>
                    <a:pt x="25655" y="2067046"/>
                  </a:cubicBezTo>
                  <a:lnTo>
                    <a:pt x="0" y="2079403"/>
                  </a:lnTo>
                  <a:close/>
                </a:path>
              </a:pathLst>
            </a:custGeom>
            <a:gradFill>
              <a:gsLst>
                <a:gs pos="46000">
                  <a:schemeClr val="accent1">
                    <a:lumMod val="40000"/>
                    <a:lumOff val="60000"/>
                  </a:schemeClr>
                </a:gs>
                <a:gs pos="0">
                  <a:schemeClr val="accent1">
                    <a:lumMod val="75000"/>
                  </a:schemeClr>
                </a:gs>
                <a:gs pos="100000">
                  <a:schemeClr val="accent1"/>
                </a:gs>
              </a:gsLst>
              <a:lin ang="0" scaled="1"/>
            </a:gradFill>
            <a:ln w="6350">
              <a:noFill/>
            </a:ln>
            <a:effectLst/>
            <a:scene3d>
              <a:camera prst="orthographicFront">
                <a:rot lat="0" lon="0" rev="0"/>
              </a:camera>
              <a:lightRig rig="contrasting" dir="t">
                <a:rot lat="0" lon="0" rev="1500000"/>
              </a:lightRig>
            </a:scene3d>
            <a:sp3d prstMaterial="metal">
              <a:bevelT w="88900" h="88900"/>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sz="1350">
                <a:solidFill>
                  <a:schemeClr val="tx1"/>
                </a:solidFill>
                <a:latin typeface="+mn-ea"/>
              </a:endParaRPr>
            </a:p>
          </p:txBody>
        </p:sp>
        <p:cxnSp>
          <p:nvCxnSpPr>
            <p:cNvPr id="14" name="MH_Other_6"/>
            <p:cNvCxnSpPr/>
            <p:nvPr>
              <p:custDataLst>
                <p:tags r:id="rId6"/>
              </p:custDataLst>
            </p:nvPr>
          </p:nvCxnSpPr>
          <p:spPr>
            <a:xfrm>
              <a:off x="7497540" y="2874094"/>
              <a:ext cx="2908284" cy="14605"/>
            </a:xfrm>
            <a:prstGeom prst="line">
              <a:avLst/>
            </a:prstGeom>
            <a:ln w="38100">
              <a:solidFill>
                <a:schemeClr val="accent2"/>
              </a:solidFill>
            </a:ln>
          </p:spPr>
          <p:style>
            <a:lnRef idx="1">
              <a:schemeClr val="accent1"/>
            </a:lnRef>
            <a:fillRef idx="0">
              <a:schemeClr val="accent1"/>
            </a:fillRef>
            <a:effectRef idx="0">
              <a:schemeClr val="accent1"/>
            </a:effectRef>
            <a:fontRef idx="minor">
              <a:schemeClr val="tx1"/>
            </a:fontRef>
          </p:style>
        </p:cxnSp>
        <p:sp>
          <p:nvSpPr>
            <p:cNvPr id="16" name="MH_Text_2"/>
            <p:cNvSpPr txBox="1">
              <a:spLocks noChangeArrowheads="1"/>
            </p:cNvSpPr>
            <p:nvPr>
              <p:custDataLst>
                <p:tags r:id="rId7"/>
              </p:custDataLst>
            </p:nvPr>
          </p:nvSpPr>
          <p:spPr bwMode="auto">
            <a:xfrm>
              <a:off x="7379431" y="2888698"/>
              <a:ext cx="4320516" cy="137156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Narrow" panose="020B0606020202030204" pitchFamily="34" charset="0"/>
                  <a:ea typeface="宋体" panose="02010600030101010101" pitchFamily="2" charset="-122"/>
                </a:defRPr>
              </a:lvl1pPr>
              <a:lvl2pPr marL="742950" indent="-285750">
                <a:defRPr>
                  <a:solidFill>
                    <a:schemeClr val="tx1"/>
                  </a:solidFill>
                  <a:latin typeface="Arial Narrow" panose="020B0606020202030204" pitchFamily="34" charset="0"/>
                  <a:ea typeface="宋体" panose="02010600030101010101" pitchFamily="2" charset="-122"/>
                </a:defRPr>
              </a:lvl2pPr>
              <a:lvl3pPr marL="1143000" indent="-228600">
                <a:defRPr>
                  <a:solidFill>
                    <a:schemeClr val="tx1"/>
                  </a:solidFill>
                  <a:latin typeface="Arial Narrow" panose="020B0606020202030204" pitchFamily="34" charset="0"/>
                  <a:ea typeface="宋体" panose="02010600030101010101" pitchFamily="2" charset="-122"/>
                </a:defRPr>
              </a:lvl3pPr>
              <a:lvl4pPr marL="1600200" indent="-228600">
                <a:defRPr>
                  <a:solidFill>
                    <a:schemeClr val="tx1"/>
                  </a:solidFill>
                  <a:latin typeface="Arial Narrow" panose="020B0606020202030204" pitchFamily="34" charset="0"/>
                  <a:ea typeface="宋体" panose="02010600030101010101" pitchFamily="2" charset="-122"/>
                </a:defRPr>
              </a:lvl4pPr>
              <a:lvl5pPr marL="2057400" indent="-228600">
                <a:defRPr>
                  <a:solidFill>
                    <a:schemeClr val="tx1"/>
                  </a:solidFill>
                  <a:latin typeface="Arial Narrow" panose="020B060602020203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Narrow" panose="020B060602020203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Narrow" panose="020B060602020203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Narrow" panose="020B060602020203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Narrow" panose="020B0606020202030204" pitchFamily="34" charset="0"/>
                  <a:ea typeface="宋体" panose="02010600030101010101" pitchFamily="2" charset="-122"/>
                </a:defRPr>
              </a:lvl9pPr>
            </a:lstStyle>
            <a:p>
              <a:pPr indent="457200" algn="just">
                <a:lnSpc>
                  <a:spcPct val="120000"/>
                </a:lnSpc>
                <a:defRPr/>
              </a:pPr>
              <a:r>
                <a:rPr>
                  <a:latin typeface="微软雅黑" panose="020B0503020204020204" charset="-122"/>
                  <a:ea typeface="微软雅黑" panose="020B0503020204020204" charset="-122"/>
                  <a:sym typeface="+mn-ea"/>
                </a:rPr>
                <a:t>面向对象方法认为客观世界是由各种对象组成的，任何事物都是对象，复杂对象由简单对象组成。把面向对象实体抽象为问题域中的对象，用对象分解取代了传统的功能分解。</a:t>
              </a:r>
              <a:endParaRPr>
                <a:latin typeface="微软雅黑" panose="020B0503020204020204" charset="-122"/>
                <a:ea typeface="微软雅黑" panose="020B0503020204020204" charset="-122"/>
              </a:endParaRPr>
            </a:p>
            <a:p>
              <a:pPr indent="457200" algn="just">
                <a:lnSpc>
                  <a:spcPct val="120000"/>
                </a:lnSpc>
                <a:defRPr/>
              </a:pPr>
              <a:endParaRPr>
                <a:latin typeface="微软雅黑" panose="020B0503020204020204" charset="-122"/>
                <a:ea typeface="微软雅黑" panose="020B0503020204020204" charset="-122"/>
                <a:sym typeface="+mn-ea"/>
              </a:endParaRPr>
            </a:p>
          </p:txBody>
        </p:sp>
        <p:sp>
          <p:nvSpPr>
            <p:cNvPr id="17" name="MH_SubTitle_2"/>
            <p:cNvSpPr txBox="1">
              <a:spLocks noChangeArrowheads="1"/>
            </p:cNvSpPr>
            <p:nvPr>
              <p:custDataLst>
                <p:tags r:id="rId8"/>
              </p:custDataLst>
            </p:nvPr>
          </p:nvSpPr>
          <p:spPr bwMode="auto">
            <a:xfrm>
              <a:off x="8189687" y="1099955"/>
              <a:ext cx="2371712" cy="75880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rIns="0" anchor="b">
              <a:normAutofit/>
            </a:bodyPr>
            <a:lstStyle>
              <a:lvl1pPr>
                <a:lnSpc>
                  <a:spcPct val="90000"/>
                </a:lnSpc>
                <a:spcBef>
                  <a:spcPts val="750"/>
                </a:spcBef>
                <a:buFont typeface="Arial" panose="020B0604020202020204" pitchFamily="34" charset="0"/>
                <a:buChar char="•"/>
                <a:defRPr sz="2100">
                  <a:solidFill>
                    <a:schemeClr val="tx1"/>
                  </a:solidFill>
                  <a:latin typeface="Calibri" panose="020F0502020204030204" charset="0"/>
                  <a:ea typeface="宋体" panose="02010600030101010101" pitchFamily="2" charset="-122"/>
                </a:defRPr>
              </a:lvl1pPr>
              <a:lvl2pPr marL="742950" indent="-285750">
                <a:lnSpc>
                  <a:spcPct val="90000"/>
                </a:lnSpc>
                <a:spcBef>
                  <a:spcPts val="375"/>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2pPr>
              <a:lvl3pPr marL="1143000" indent="-228600">
                <a:lnSpc>
                  <a:spcPct val="90000"/>
                </a:lnSpc>
                <a:spcBef>
                  <a:spcPts val="375"/>
                </a:spcBef>
                <a:buFont typeface="Arial" panose="020B0604020202020204" pitchFamily="34" charset="0"/>
                <a:buChar char="•"/>
                <a:defRPr sz="1500">
                  <a:solidFill>
                    <a:schemeClr val="tx1"/>
                  </a:solidFill>
                  <a:latin typeface="Calibri" panose="020F0502020204030204" charset="0"/>
                  <a:ea typeface="宋体" panose="02010600030101010101" pitchFamily="2" charset="-122"/>
                </a:defRPr>
              </a:lvl3pPr>
              <a:lvl4pPr marL="1600200" indent="-228600">
                <a:lnSpc>
                  <a:spcPct val="90000"/>
                </a:lnSpc>
                <a:spcBef>
                  <a:spcPts val="375"/>
                </a:spcBef>
                <a:buFont typeface="Arial" panose="020B0604020202020204" pitchFamily="34" charset="0"/>
                <a:buChar char="•"/>
                <a:defRPr sz="1300">
                  <a:solidFill>
                    <a:schemeClr val="tx1"/>
                  </a:solidFill>
                  <a:latin typeface="Calibri" panose="020F0502020204030204" charset="0"/>
                  <a:ea typeface="宋体" panose="02010600030101010101" pitchFamily="2" charset="-122"/>
                </a:defRPr>
              </a:lvl4pPr>
              <a:lvl5pPr marL="2057400" indent="-228600">
                <a:lnSpc>
                  <a:spcPct val="90000"/>
                </a:lnSpc>
                <a:spcBef>
                  <a:spcPts val="375"/>
                </a:spcBef>
                <a:buFont typeface="Arial" panose="020B0604020202020204" pitchFamily="34" charset="0"/>
                <a:buChar char="•"/>
                <a:defRPr sz="1300">
                  <a:solidFill>
                    <a:schemeClr val="tx1"/>
                  </a:solidFill>
                  <a:latin typeface="Calibri" panose="020F0502020204030204" charset="0"/>
                  <a:ea typeface="宋体" panose="02010600030101010101" pitchFamily="2" charset="-122"/>
                </a:defRPr>
              </a:lvl5pPr>
              <a:lvl6pPr marL="2514600" indent="-228600" eaLnBrk="0" fontAlgn="base" hangingPunct="0">
                <a:lnSpc>
                  <a:spcPct val="90000"/>
                </a:lnSpc>
                <a:spcBef>
                  <a:spcPts val="375"/>
                </a:spcBef>
                <a:spcAft>
                  <a:spcPct val="0"/>
                </a:spcAft>
                <a:buFont typeface="Arial" panose="020B0604020202020204" pitchFamily="34" charset="0"/>
                <a:buChar char="•"/>
                <a:defRPr sz="1300">
                  <a:solidFill>
                    <a:schemeClr val="tx1"/>
                  </a:solidFill>
                  <a:latin typeface="Calibri" panose="020F0502020204030204" charset="0"/>
                  <a:ea typeface="宋体" panose="02010600030101010101" pitchFamily="2" charset="-122"/>
                </a:defRPr>
              </a:lvl6pPr>
              <a:lvl7pPr marL="2971800" indent="-228600" eaLnBrk="0" fontAlgn="base" hangingPunct="0">
                <a:lnSpc>
                  <a:spcPct val="90000"/>
                </a:lnSpc>
                <a:spcBef>
                  <a:spcPts val="375"/>
                </a:spcBef>
                <a:spcAft>
                  <a:spcPct val="0"/>
                </a:spcAft>
                <a:buFont typeface="Arial" panose="020B0604020202020204" pitchFamily="34" charset="0"/>
                <a:buChar char="•"/>
                <a:defRPr sz="1300">
                  <a:solidFill>
                    <a:schemeClr val="tx1"/>
                  </a:solidFill>
                  <a:latin typeface="Calibri" panose="020F0502020204030204" charset="0"/>
                  <a:ea typeface="宋体" panose="02010600030101010101" pitchFamily="2" charset="-122"/>
                </a:defRPr>
              </a:lvl7pPr>
              <a:lvl8pPr marL="3429000" indent="-228600" eaLnBrk="0" fontAlgn="base" hangingPunct="0">
                <a:lnSpc>
                  <a:spcPct val="90000"/>
                </a:lnSpc>
                <a:spcBef>
                  <a:spcPts val="375"/>
                </a:spcBef>
                <a:spcAft>
                  <a:spcPct val="0"/>
                </a:spcAft>
                <a:buFont typeface="Arial" panose="020B0604020202020204" pitchFamily="34" charset="0"/>
                <a:buChar char="•"/>
                <a:defRPr sz="1300">
                  <a:solidFill>
                    <a:schemeClr val="tx1"/>
                  </a:solidFill>
                  <a:latin typeface="Calibri" panose="020F0502020204030204" charset="0"/>
                  <a:ea typeface="宋体" panose="02010600030101010101" pitchFamily="2" charset="-122"/>
                </a:defRPr>
              </a:lvl8pPr>
              <a:lvl9pPr marL="3886200" indent="-228600" eaLnBrk="0" fontAlgn="base" hangingPunct="0">
                <a:lnSpc>
                  <a:spcPct val="90000"/>
                </a:lnSpc>
                <a:spcBef>
                  <a:spcPts val="375"/>
                </a:spcBef>
                <a:spcAft>
                  <a:spcPct val="0"/>
                </a:spcAft>
                <a:buFont typeface="Arial" panose="020B0604020202020204" pitchFamily="34" charset="0"/>
                <a:buChar char="•"/>
                <a:defRPr sz="1300">
                  <a:solidFill>
                    <a:schemeClr val="tx1"/>
                  </a:solidFill>
                  <a:latin typeface="Calibri" panose="020F0502020204030204" charset="0"/>
                  <a:ea typeface="宋体" panose="02010600030101010101" pitchFamily="2" charset="-122"/>
                </a:defRPr>
              </a:lvl9pPr>
            </a:lstStyle>
            <a:p>
              <a:pPr>
                <a:buNone/>
              </a:pPr>
              <a:endParaRPr lang="zh-CN" altLang="en-US" sz="1800" b="1" dirty="0">
                <a:latin typeface="+mn-ea"/>
                <a:ea typeface="+mn-ea"/>
              </a:endParaRPr>
            </a:p>
          </p:txBody>
        </p:sp>
        <p:sp>
          <p:nvSpPr>
            <p:cNvPr id="18" name="MH_Other_7"/>
            <p:cNvSpPr txBox="1">
              <a:spLocks noChangeArrowheads="1"/>
            </p:cNvSpPr>
            <p:nvPr>
              <p:custDataLst>
                <p:tags r:id="rId9"/>
              </p:custDataLst>
            </p:nvPr>
          </p:nvSpPr>
          <p:spPr bwMode="auto">
            <a:xfrm>
              <a:off x="7379430" y="2426328"/>
              <a:ext cx="486833" cy="5540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lvl1pPr>
                <a:lnSpc>
                  <a:spcPct val="90000"/>
                </a:lnSpc>
                <a:spcBef>
                  <a:spcPts val="750"/>
                </a:spcBef>
                <a:buFont typeface="Arial" panose="020B0604020202020204" pitchFamily="34" charset="0"/>
                <a:buChar char="•"/>
                <a:defRPr sz="2100">
                  <a:solidFill>
                    <a:schemeClr val="tx1"/>
                  </a:solidFill>
                  <a:latin typeface="Calibri" panose="020F0502020204030204" charset="0"/>
                  <a:ea typeface="宋体" panose="02010600030101010101" pitchFamily="2" charset="-122"/>
                </a:defRPr>
              </a:lvl1pPr>
              <a:lvl2pPr marL="742950" indent="-285750">
                <a:lnSpc>
                  <a:spcPct val="90000"/>
                </a:lnSpc>
                <a:spcBef>
                  <a:spcPts val="375"/>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2pPr>
              <a:lvl3pPr marL="1143000" indent="-228600">
                <a:lnSpc>
                  <a:spcPct val="90000"/>
                </a:lnSpc>
                <a:spcBef>
                  <a:spcPts val="375"/>
                </a:spcBef>
                <a:buFont typeface="Arial" panose="020B0604020202020204" pitchFamily="34" charset="0"/>
                <a:buChar char="•"/>
                <a:defRPr sz="1500">
                  <a:solidFill>
                    <a:schemeClr val="tx1"/>
                  </a:solidFill>
                  <a:latin typeface="Calibri" panose="020F0502020204030204" charset="0"/>
                  <a:ea typeface="宋体" panose="02010600030101010101" pitchFamily="2" charset="-122"/>
                </a:defRPr>
              </a:lvl3pPr>
              <a:lvl4pPr marL="1600200" indent="-228600">
                <a:lnSpc>
                  <a:spcPct val="90000"/>
                </a:lnSpc>
                <a:spcBef>
                  <a:spcPts val="375"/>
                </a:spcBef>
                <a:buFont typeface="Arial" panose="020B0604020202020204" pitchFamily="34" charset="0"/>
                <a:buChar char="•"/>
                <a:defRPr sz="1300">
                  <a:solidFill>
                    <a:schemeClr val="tx1"/>
                  </a:solidFill>
                  <a:latin typeface="Calibri" panose="020F0502020204030204" charset="0"/>
                  <a:ea typeface="宋体" panose="02010600030101010101" pitchFamily="2" charset="-122"/>
                </a:defRPr>
              </a:lvl4pPr>
              <a:lvl5pPr marL="2057400" indent="-228600">
                <a:lnSpc>
                  <a:spcPct val="90000"/>
                </a:lnSpc>
                <a:spcBef>
                  <a:spcPts val="375"/>
                </a:spcBef>
                <a:buFont typeface="Arial" panose="020B0604020202020204" pitchFamily="34" charset="0"/>
                <a:buChar char="•"/>
                <a:defRPr sz="1300">
                  <a:solidFill>
                    <a:schemeClr val="tx1"/>
                  </a:solidFill>
                  <a:latin typeface="Calibri" panose="020F0502020204030204" charset="0"/>
                  <a:ea typeface="宋体" panose="02010600030101010101" pitchFamily="2" charset="-122"/>
                </a:defRPr>
              </a:lvl5pPr>
              <a:lvl6pPr marL="2514600" indent="-228600" eaLnBrk="0" fontAlgn="base" hangingPunct="0">
                <a:lnSpc>
                  <a:spcPct val="90000"/>
                </a:lnSpc>
                <a:spcBef>
                  <a:spcPts val="375"/>
                </a:spcBef>
                <a:spcAft>
                  <a:spcPct val="0"/>
                </a:spcAft>
                <a:buFont typeface="Arial" panose="020B0604020202020204" pitchFamily="34" charset="0"/>
                <a:buChar char="•"/>
                <a:defRPr sz="1300">
                  <a:solidFill>
                    <a:schemeClr val="tx1"/>
                  </a:solidFill>
                  <a:latin typeface="Calibri" panose="020F0502020204030204" charset="0"/>
                  <a:ea typeface="宋体" panose="02010600030101010101" pitchFamily="2" charset="-122"/>
                </a:defRPr>
              </a:lvl6pPr>
              <a:lvl7pPr marL="2971800" indent="-228600" eaLnBrk="0" fontAlgn="base" hangingPunct="0">
                <a:lnSpc>
                  <a:spcPct val="90000"/>
                </a:lnSpc>
                <a:spcBef>
                  <a:spcPts val="375"/>
                </a:spcBef>
                <a:spcAft>
                  <a:spcPct val="0"/>
                </a:spcAft>
                <a:buFont typeface="Arial" panose="020B0604020202020204" pitchFamily="34" charset="0"/>
                <a:buChar char="•"/>
                <a:defRPr sz="1300">
                  <a:solidFill>
                    <a:schemeClr val="tx1"/>
                  </a:solidFill>
                  <a:latin typeface="Calibri" panose="020F0502020204030204" charset="0"/>
                  <a:ea typeface="宋体" panose="02010600030101010101" pitchFamily="2" charset="-122"/>
                </a:defRPr>
              </a:lvl7pPr>
              <a:lvl8pPr marL="3429000" indent="-228600" eaLnBrk="0" fontAlgn="base" hangingPunct="0">
                <a:lnSpc>
                  <a:spcPct val="90000"/>
                </a:lnSpc>
                <a:spcBef>
                  <a:spcPts val="375"/>
                </a:spcBef>
                <a:spcAft>
                  <a:spcPct val="0"/>
                </a:spcAft>
                <a:buFont typeface="Arial" panose="020B0604020202020204" pitchFamily="34" charset="0"/>
                <a:buChar char="•"/>
                <a:defRPr sz="1300">
                  <a:solidFill>
                    <a:schemeClr val="tx1"/>
                  </a:solidFill>
                  <a:latin typeface="Calibri" panose="020F0502020204030204" charset="0"/>
                  <a:ea typeface="宋体" panose="02010600030101010101" pitchFamily="2" charset="-122"/>
                </a:defRPr>
              </a:lvl8pPr>
              <a:lvl9pPr marL="3886200" indent="-228600" eaLnBrk="0" fontAlgn="base" hangingPunct="0">
                <a:lnSpc>
                  <a:spcPct val="90000"/>
                </a:lnSpc>
                <a:spcBef>
                  <a:spcPts val="375"/>
                </a:spcBef>
                <a:spcAft>
                  <a:spcPct val="0"/>
                </a:spcAft>
                <a:buFont typeface="Arial" panose="020B0604020202020204" pitchFamily="34" charset="0"/>
                <a:buChar char="•"/>
                <a:defRPr sz="1300">
                  <a:solidFill>
                    <a:schemeClr val="tx1"/>
                  </a:solidFill>
                  <a:latin typeface="Calibri" panose="020F0502020204030204" charset="0"/>
                  <a:ea typeface="宋体" panose="02010600030101010101" pitchFamily="2" charset="-122"/>
                </a:defRPr>
              </a:lvl9pPr>
            </a:lstStyle>
            <a:p>
              <a:pPr eaLnBrk="1" hangingPunct="1">
                <a:lnSpc>
                  <a:spcPct val="100000"/>
                </a:lnSpc>
                <a:spcBef>
                  <a:spcPct val="0"/>
                </a:spcBef>
                <a:buFontTx/>
                <a:buNone/>
                <a:defRPr/>
              </a:pPr>
              <a:r>
                <a:rPr lang="en-US" sz="3000" dirty="0">
                  <a:solidFill>
                    <a:schemeClr val="accent2">
                      <a:lumMod val="75000"/>
                    </a:schemeClr>
                  </a:solidFill>
                  <a:latin typeface="微软雅黑" panose="020B0503020204020204" charset="-122"/>
                  <a:ea typeface="微软雅黑" panose="020B0503020204020204" charset="-122"/>
                </a:rPr>
                <a:t>1</a:t>
              </a:r>
            </a:p>
          </p:txBody>
        </p:sp>
        <p:sp>
          <p:nvSpPr>
            <p:cNvPr id="19" name="MH_Text_1"/>
            <p:cNvSpPr txBox="1">
              <a:spLocks noChangeArrowheads="1"/>
            </p:cNvSpPr>
            <p:nvPr>
              <p:custDataLst>
                <p:tags r:id="rId10"/>
              </p:custDataLst>
            </p:nvPr>
          </p:nvSpPr>
          <p:spPr bwMode="auto">
            <a:xfrm>
              <a:off x="450350" y="3942133"/>
              <a:ext cx="4359251" cy="152078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Narrow" panose="020B0606020202030204" pitchFamily="34" charset="0"/>
                  <a:ea typeface="宋体" panose="02010600030101010101" pitchFamily="2" charset="-122"/>
                </a:defRPr>
              </a:lvl1pPr>
              <a:lvl2pPr marL="742950" indent="-285750">
                <a:defRPr>
                  <a:solidFill>
                    <a:schemeClr val="tx1"/>
                  </a:solidFill>
                  <a:latin typeface="Arial Narrow" panose="020B0606020202030204" pitchFamily="34" charset="0"/>
                  <a:ea typeface="宋体" panose="02010600030101010101" pitchFamily="2" charset="-122"/>
                </a:defRPr>
              </a:lvl2pPr>
              <a:lvl3pPr marL="1143000" indent="-228600">
                <a:defRPr>
                  <a:solidFill>
                    <a:schemeClr val="tx1"/>
                  </a:solidFill>
                  <a:latin typeface="Arial Narrow" panose="020B0606020202030204" pitchFamily="34" charset="0"/>
                  <a:ea typeface="宋体" panose="02010600030101010101" pitchFamily="2" charset="-122"/>
                </a:defRPr>
              </a:lvl3pPr>
              <a:lvl4pPr marL="1600200" indent="-228600">
                <a:defRPr>
                  <a:solidFill>
                    <a:schemeClr val="tx1"/>
                  </a:solidFill>
                  <a:latin typeface="Arial Narrow" panose="020B0606020202030204" pitchFamily="34" charset="0"/>
                  <a:ea typeface="宋体" panose="02010600030101010101" pitchFamily="2" charset="-122"/>
                </a:defRPr>
              </a:lvl4pPr>
              <a:lvl5pPr marL="2057400" indent="-228600">
                <a:defRPr>
                  <a:solidFill>
                    <a:schemeClr val="tx1"/>
                  </a:solidFill>
                  <a:latin typeface="Arial Narrow" panose="020B060602020203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Narrow" panose="020B060602020203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Narrow" panose="020B060602020203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Narrow" panose="020B060602020203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Narrow" panose="020B0606020202030204" pitchFamily="34" charset="0"/>
                  <a:ea typeface="宋体" panose="02010600030101010101" pitchFamily="2" charset="-122"/>
                </a:defRPr>
              </a:lvl9pPr>
            </a:lstStyle>
            <a:p>
              <a:pPr algn="l" fontAlgn="auto">
                <a:lnSpc>
                  <a:spcPct val="120000"/>
                </a:lnSpc>
              </a:pPr>
              <a:r>
                <a:rPr lang="en-US">
                  <a:latin typeface="微软雅黑" panose="020B0503020204020204" charset="-122"/>
                  <a:ea typeface="微软雅黑" panose="020B0503020204020204" charset="-122"/>
                  <a:sym typeface="+mn-ea"/>
                </a:rPr>
                <a:t>       </a:t>
              </a:r>
              <a:r>
                <a:rPr>
                  <a:latin typeface="微软雅黑" panose="020B0503020204020204" charset="-122"/>
                  <a:ea typeface="微软雅黑" panose="020B0503020204020204" charset="-122"/>
                  <a:sym typeface="+mn-ea"/>
                </a:rPr>
                <a:t>把所有对象都划分成各种对象类，每个对象类都定义了一组数据和一组方法。其中，数据用于表示对象的静态属性，是对象的状态信息。方法是允许施加于该类对象上的操作，是该类所有对象共享的。</a:t>
              </a:r>
            </a:p>
          </p:txBody>
        </p:sp>
        <p:sp>
          <p:nvSpPr>
            <p:cNvPr id="20" name="MH_SubTitle_1"/>
            <p:cNvSpPr txBox="1">
              <a:spLocks noChangeArrowheads="1"/>
            </p:cNvSpPr>
            <p:nvPr>
              <p:custDataLst>
                <p:tags r:id="rId11"/>
              </p:custDataLst>
            </p:nvPr>
          </p:nvSpPr>
          <p:spPr bwMode="auto">
            <a:xfrm>
              <a:off x="2381251" y="3388044"/>
              <a:ext cx="2565400" cy="7588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rIns="0" anchor="b">
              <a:normAutofit/>
            </a:bodyPr>
            <a:lstStyle>
              <a:lvl1pPr>
                <a:lnSpc>
                  <a:spcPct val="90000"/>
                </a:lnSpc>
                <a:spcBef>
                  <a:spcPts val="750"/>
                </a:spcBef>
                <a:buFont typeface="Arial" panose="020B0604020202020204" pitchFamily="34" charset="0"/>
                <a:buChar char="•"/>
                <a:defRPr sz="2100">
                  <a:solidFill>
                    <a:schemeClr val="tx1"/>
                  </a:solidFill>
                  <a:latin typeface="Calibri" panose="020F0502020204030204" charset="0"/>
                  <a:ea typeface="宋体" panose="02010600030101010101" pitchFamily="2" charset="-122"/>
                </a:defRPr>
              </a:lvl1pPr>
              <a:lvl2pPr marL="742950" indent="-285750">
                <a:lnSpc>
                  <a:spcPct val="90000"/>
                </a:lnSpc>
                <a:spcBef>
                  <a:spcPts val="375"/>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2pPr>
              <a:lvl3pPr marL="1143000" indent="-228600">
                <a:lnSpc>
                  <a:spcPct val="90000"/>
                </a:lnSpc>
                <a:spcBef>
                  <a:spcPts val="375"/>
                </a:spcBef>
                <a:buFont typeface="Arial" panose="020B0604020202020204" pitchFamily="34" charset="0"/>
                <a:buChar char="•"/>
                <a:defRPr sz="1500">
                  <a:solidFill>
                    <a:schemeClr val="tx1"/>
                  </a:solidFill>
                  <a:latin typeface="Calibri" panose="020F0502020204030204" charset="0"/>
                  <a:ea typeface="宋体" panose="02010600030101010101" pitchFamily="2" charset="-122"/>
                </a:defRPr>
              </a:lvl3pPr>
              <a:lvl4pPr marL="1600200" indent="-228600">
                <a:lnSpc>
                  <a:spcPct val="90000"/>
                </a:lnSpc>
                <a:spcBef>
                  <a:spcPts val="375"/>
                </a:spcBef>
                <a:buFont typeface="Arial" panose="020B0604020202020204" pitchFamily="34" charset="0"/>
                <a:buChar char="•"/>
                <a:defRPr sz="1300">
                  <a:solidFill>
                    <a:schemeClr val="tx1"/>
                  </a:solidFill>
                  <a:latin typeface="Calibri" panose="020F0502020204030204" charset="0"/>
                  <a:ea typeface="宋体" panose="02010600030101010101" pitchFamily="2" charset="-122"/>
                </a:defRPr>
              </a:lvl4pPr>
              <a:lvl5pPr marL="2057400" indent="-228600">
                <a:lnSpc>
                  <a:spcPct val="90000"/>
                </a:lnSpc>
                <a:spcBef>
                  <a:spcPts val="375"/>
                </a:spcBef>
                <a:buFont typeface="Arial" panose="020B0604020202020204" pitchFamily="34" charset="0"/>
                <a:buChar char="•"/>
                <a:defRPr sz="1300">
                  <a:solidFill>
                    <a:schemeClr val="tx1"/>
                  </a:solidFill>
                  <a:latin typeface="Calibri" panose="020F0502020204030204" charset="0"/>
                  <a:ea typeface="宋体" panose="02010600030101010101" pitchFamily="2" charset="-122"/>
                </a:defRPr>
              </a:lvl5pPr>
              <a:lvl6pPr marL="2514600" indent="-228600" eaLnBrk="0" fontAlgn="base" hangingPunct="0">
                <a:lnSpc>
                  <a:spcPct val="90000"/>
                </a:lnSpc>
                <a:spcBef>
                  <a:spcPts val="375"/>
                </a:spcBef>
                <a:spcAft>
                  <a:spcPct val="0"/>
                </a:spcAft>
                <a:buFont typeface="Arial" panose="020B0604020202020204" pitchFamily="34" charset="0"/>
                <a:buChar char="•"/>
                <a:defRPr sz="1300">
                  <a:solidFill>
                    <a:schemeClr val="tx1"/>
                  </a:solidFill>
                  <a:latin typeface="Calibri" panose="020F0502020204030204" charset="0"/>
                  <a:ea typeface="宋体" panose="02010600030101010101" pitchFamily="2" charset="-122"/>
                </a:defRPr>
              </a:lvl6pPr>
              <a:lvl7pPr marL="2971800" indent="-228600" eaLnBrk="0" fontAlgn="base" hangingPunct="0">
                <a:lnSpc>
                  <a:spcPct val="90000"/>
                </a:lnSpc>
                <a:spcBef>
                  <a:spcPts val="375"/>
                </a:spcBef>
                <a:spcAft>
                  <a:spcPct val="0"/>
                </a:spcAft>
                <a:buFont typeface="Arial" panose="020B0604020202020204" pitchFamily="34" charset="0"/>
                <a:buChar char="•"/>
                <a:defRPr sz="1300">
                  <a:solidFill>
                    <a:schemeClr val="tx1"/>
                  </a:solidFill>
                  <a:latin typeface="Calibri" panose="020F0502020204030204" charset="0"/>
                  <a:ea typeface="宋体" panose="02010600030101010101" pitchFamily="2" charset="-122"/>
                </a:defRPr>
              </a:lvl7pPr>
              <a:lvl8pPr marL="3429000" indent="-228600" eaLnBrk="0" fontAlgn="base" hangingPunct="0">
                <a:lnSpc>
                  <a:spcPct val="90000"/>
                </a:lnSpc>
                <a:spcBef>
                  <a:spcPts val="375"/>
                </a:spcBef>
                <a:spcAft>
                  <a:spcPct val="0"/>
                </a:spcAft>
                <a:buFont typeface="Arial" panose="020B0604020202020204" pitchFamily="34" charset="0"/>
                <a:buChar char="•"/>
                <a:defRPr sz="1300">
                  <a:solidFill>
                    <a:schemeClr val="tx1"/>
                  </a:solidFill>
                  <a:latin typeface="Calibri" panose="020F0502020204030204" charset="0"/>
                  <a:ea typeface="宋体" panose="02010600030101010101" pitchFamily="2" charset="-122"/>
                </a:defRPr>
              </a:lvl8pPr>
              <a:lvl9pPr marL="3886200" indent="-228600" eaLnBrk="0" fontAlgn="base" hangingPunct="0">
                <a:lnSpc>
                  <a:spcPct val="90000"/>
                </a:lnSpc>
                <a:spcBef>
                  <a:spcPts val="375"/>
                </a:spcBef>
                <a:spcAft>
                  <a:spcPct val="0"/>
                </a:spcAft>
                <a:buFont typeface="Arial" panose="020B0604020202020204" pitchFamily="34" charset="0"/>
                <a:buChar char="•"/>
                <a:defRPr sz="1300">
                  <a:solidFill>
                    <a:schemeClr val="tx1"/>
                  </a:solidFill>
                  <a:latin typeface="Calibri" panose="020F0502020204030204" charset="0"/>
                  <a:ea typeface="宋体" panose="02010600030101010101" pitchFamily="2" charset="-122"/>
                </a:defRPr>
              </a:lvl9pPr>
            </a:lstStyle>
            <a:p>
              <a:pPr>
                <a:buNone/>
              </a:pPr>
              <a:endParaRPr lang="zh-CN" altLang="en-US" sz="1800" b="1" dirty="0">
                <a:latin typeface="+mn-ea"/>
                <a:ea typeface="+mn-ea"/>
              </a:endParaRPr>
            </a:p>
          </p:txBody>
        </p:sp>
        <p:sp>
          <p:nvSpPr>
            <p:cNvPr id="21" name="MH_Other_8"/>
            <p:cNvSpPr txBox="1">
              <a:spLocks noChangeArrowheads="1"/>
            </p:cNvSpPr>
            <p:nvPr>
              <p:custDataLst>
                <p:tags r:id="rId12"/>
              </p:custDataLst>
            </p:nvPr>
          </p:nvSpPr>
          <p:spPr bwMode="auto">
            <a:xfrm>
              <a:off x="1894206" y="3387735"/>
              <a:ext cx="486833" cy="5540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lvl1pPr>
                <a:lnSpc>
                  <a:spcPct val="90000"/>
                </a:lnSpc>
                <a:spcBef>
                  <a:spcPts val="750"/>
                </a:spcBef>
                <a:buFont typeface="Arial" panose="020B0604020202020204" pitchFamily="34" charset="0"/>
                <a:buChar char="•"/>
                <a:defRPr sz="2100">
                  <a:solidFill>
                    <a:schemeClr val="tx1"/>
                  </a:solidFill>
                  <a:latin typeface="Calibri" panose="020F0502020204030204" charset="0"/>
                  <a:ea typeface="宋体" panose="02010600030101010101" pitchFamily="2" charset="-122"/>
                </a:defRPr>
              </a:lvl1pPr>
              <a:lvl2pPr marL="742950" indent="-285750">
                <a:lnSpc>
                  <a:spcPct val="90000"/>
                </a:lnSpc>
                <a:spcBef>
                  <a:spcPts val="375"/>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2pPr>
              <a:lvl3pPr marL="1143000" indent="-228600">
                <a:lnSpc>
                  <a:spcPct val="90000"/>
                </a:lnSpc>
                <a:spcBef>
                  <a:spcPts val="375"/>
                </a:spcBef>
                <a:buFont typeface="Arial" panose="020B0604020202020204" pitchFamily="34" charset="0"/>
                <a:buChar char="•"/>
                <a:defRPr sz="1500">
                  <a:solidFill>
                    <a:schemeClr val="tx1"/>
                  </a:solidFill>
                  <a:latin typeface="Calibri" panose="020F0502020204030204" charset="0"/>
                  <a:ea typeface="宋体" panose="02010600030101010101" pitchFamily="2" charset="-122"/>
                </a:defRPr>
              </a:lvl3pPr>
              <a:lvl4pPr marL="1600200" indent="-228600">
                <a:lnSpc>
                  <a:spcPct val="90000"/>
                </a:lnSpc>
                <a:spcBef>
                  <a:spcPts val="375"/>
                </a:spcBef>
                <a:buFont typeface="Arial" panose="020B0604020202020204" pitchFamily="34" charset="0"/>
                <a:buChar char="•"/>
                <a:defRPr sz="1300">
                  <a:solidFill>
                    <a:schemeClr val="tx1"/>
                  </a:solidFill>
                  <a:latin typeface="Calibri" panose="020F0502020204030204" charset="0"/>
                  <a:ea typeface="宋体" panose="02010600030101010101" pitchFamily="2" charset="-122"/>
                </a:defRPr>
              </a:lvl4pPr>
              <a:lvl5pPr marL="2057400" indent="-228600">
                <a:lnSpc>
                  <a:spcPct val="90000"/>
                </a:lnSpc>
                <a:spcBef>
                  <a:spcPts val="375"/>
                </a:spcBef>
                <a:buFont typeface="Arial" panose="020B0604020202020204" pitchFamily="34" charset="0"/>
                <a:buChar char="•"/>
                <a:defRPr sz="1300">
                  <a:solidFill>
                    <a:schemeClr val="tx1"/>
                  </a:solidFill>
                  <a:latin typeface="Calibri" panose="020F0502020204030204" charset="0"/>
                  <a:ea typeface="宋体" panose="02010600030101010101" pitchFamily="2" charset="-122"/>
                </a:defRPr>
              </a:lvl5pPr>
              <a:lvl6pPr marL="2514600" indent="-228600" eaLnBrk="0" fontAlgn="base" hangingPunct="0">
                <a:lnSpc>
                  <a:spcPct val="90000"/>
                </a:lnSpc>
                <a:spcBef>
                  <a:spcPts val="375"/>
                </a:spcBef>
                <a:spcAft>
                  <a:spcPct val="0"/>
                </a:spcAft>
                <a:buFont typeface="Arial" panose="020B0604020202020204" pitchFamily="34" charset="0"/>
                <a:buChar char="•"/>
                <a:defRPr sz="1300">
                  <a:solidFill>
                    <a:schemeClr val="tx1"/>
                  </a:solidFill>
                  <a:latin typeface="Calibri" panose="020F0502020204030204" charset="0"/>
                  <a:ea typeface="宋体" panose="02010600030101010101" pitchFamily="2" charset="-122"/>
                </a:defRPr>
              </a:lvl6pPr>
              <a:lvl7pPr marL="2971800" indent="-228600" eaLnBrk="0" fontAlgn="base" hangingPunct="0">
                <a:lnSpc>
                  <a:spcPct val="90000"/>
                </a:lnSpc>
                <a:spcBef>
                  <a:spcPts val="375"/>
                </a:spcBef>
                <a:spcAft>
                  <a:spcPct val="0"/>
                </a:spcAft>
                <a:buFont typeface="Arial" panose="020B0604020202020204" pitchFamily="34" charset="0"/>
                <a:buChar char="•"/>
                <a:defRPr sz="1300">
                  <a:solidFill>
                    <a:schemeClr val="tx1"/>
                  </a:solidFill>
                  <a:latin typeface="Calibri" panose="020F0502020204030204" charset="0"/>
                  <a:ea typeface="宋体" panose="02010600030101010101" pitchFamily="2" charset="-122"/>
                </a:defRPr>
              </a:lvl7pPr>
              <a:lvl8pPr marL="3429000" indent="-228600" eaLnBrk="0" fontAlgn="base" hangingPunct="0">
                <a:lnSpc>
                  <a:spcPct val="90000"/>
                </a:lnSpc>
                <a:spcBef>
                  <a:spcPts val="375"/>
                </a:spcBef>
                <a:spcAft>
                  <a:spcPct val="0"/>
                </a:spcAft>
                <a:buFont typeface="Arial" panose="020B0604020202020204" pitchFamily="34" charset="0"/>
                <a:buChar char="•"/>
                <a:defRPr sz="1300">
                  <a:solidFill>
                    <a:schemeClr val="tx1"/>
                  </a:solidFill>
                  <a:latin typeface="Calibri" panose="020F0502020204030204" charset="0"/>
                  <a:ea typeface="宋体" panose="02010600030101010101" pitchFamily="2" charset="-122"/>
                </a:defRPr>
              </a:lvl8pPr>
              <a:lvl9pPr marL="3886200" indent="-228600" eaLnBrk="0" fontAlgn="base" hangingPunct="0">
                <a:lnSpc>
                  <a:spcPct val="90000"/>
                </a:lnSpc>
                <a:spcBef>
                  <a:spcPts val="375"/>
                </a:spcBef>
                <a:spcAft>
                  <a:spcPct val="0"/>
                </a:spcAft>
                <a:buFont typeface="Arial" panose="020B0604020202020204" pitchFamily="34" charset="0"/>
                <a:buChar char="•"/>
                <a:defRPr sz="1300">
                  <a:solidFill>
                    <a:schemeClr val="tx1"/>
                  </a:solidFill>
                  <a:latin typeface="Calibri" panose="020F0502020204030204" charset="0"/>
                  <a:ea typeface="宋体" panose="02010600030101010101" pitchFamily="2" charset="-122"/>
                </a:defRPr>
              </a:lvl9pPr>
            </a:lstStyle>
            <a:p>
              <a:pPr eaLnBrk="1" hangingPunct="1">
                <a:lnSpc>
                  <a:spcPct val="100000"/>
                </a:lnSpc>
                <a:spcBef>
                  <a:spcPct val="0"/>
                </a:spcBef>
                <a:buFontTx/>
                <a:buNone/>
                <a:defRPr/>
              </a:pPr>
              <a:r>
                <a:rPr lang="en-US" altLang="zh-CN" sz="3000" dirty="0">
                  <a:solidFill>
                    <a:schemeClr val="accent1">
                      <a:lumMod val="75000"/>
                    </a:schemeClr>
                  </a:solidFill>
                  <a:latin typeface="微软雅黑" panose="020B0503020204020204" charset="-122"/>
                  <a:ea typeface="微软雅黑" panose="020B0503020204020204" charset="-122"/>
                </a:rPr>
                <a:t>2</a:t>
              </a:r>
              <a:endParaRPr lang="zh-CN" altLang="en-US" sz="3000" dirty="0">
                <a:solidFill>
                  <a:schemeClr val="accent1">
                    <a:lumMod val="75000"/>
                  </a:schemeClr>
                </a:solidFill>
                <a:latin typeface="微软雅黑" panose="020B0503020204020204" charset="-122"/>
                <a:ea typeface="微软雅黑" panose="020B0503020204020204" charset="-122"/>
              </a:endParaRPr>
            </a:p>
          </p:txBody>
        </p:sp>
        <p:cxnSp>
          <p:nvCxnSpPr>
            <p:cNvPr id="22" name="MH_Other_5"/>
            <p:cNvCxnSpPr/>
            <p:nvPr>
              <p:custDataLst>
                <p:tags r:id="rId13"/>
              </p:custDataLst>
            </p:nvPr>
          </p:nvCxnSpPr>
          <p:spPr>
            <a:xfrm>
              <a:off x="1993901" y="3881128"/>
              <a:ext cx="2952751" cy="0"/>
            </a:xfrm>
            <a:prstGeom prst="line">
              <a:avLst/>
            </a:prstGeom>
            <a:ln w="38100">
              <a:solidFill>
                <a:schemeClr val="accent1"/>
              </a:solidFill>
            </a:ln>
          </p:spPr>
          <p:style>
            <a:lnRef idx="1">
              <a:schemeClr val="accent1"/>
            </a:lnRef>
            <a:fillRef idx="0">
              <a:schemeClr val="accent1"/>
            </a:fillRef>
            <a:effectRef idx="0">
              <a:schemeClr val="accent1"/>
            </a:effectRef>
            <a:fontRef idx="minor">
              <a:schemeClr val="tx1"/>
            </a:fontRef>
          </p:style>
        </p:cxnSp>
      </p:grpSp>
      <p:sp>
        <p:nvSpPr>
          <p:cNvPr id="23" name="文本框 22"/>
          <p:cNvSpPr txBox="1"/>
          <p:nvPr/>
        </p:nvSpPr>
        <p:spPr>
          <a:xfrm>
            <a:off x="8036560" y="2811780"/>
            <a:ext cx="1828800" cy="365760"/>
          </a:xfrm>
          <a:prstGeom prst="rect">
            <a:avLst/>
          </a:prstGeom>
          <a:noFill/>
        </p:spPr>
        <p:txBody>
          <a:bodyPr wrap="square" rtlCol="0">
            <a:spAutoFit/>
          </a:bodyPr>
          <a:lstStyle/>
          <a:p>
            <a:r>
              <a:rPr lang="zh-CN" altLang="en-US" b="1">
                <a:solidFill>
                  <a:schemeClr val="accent2">
                    <a:lumMod val="75000"/>
                  </a:schemeClr>
                </a:solidFill>
              </a:rPr>
              <a:t>对象</a:t>
            </a:r>
          </a:p>
        </p:txBody>
      </p:sp>
      <p:sp>
        <p:nvSpPr>
          <p:cNvPr id="24" name="文本框 4"/>
          <p:cNvSpPr txBox="1">
            <a:spLocks noChangeArrowheads="1"/>
          </p:cNvSpPr>
          <p:nvPr>
            <p:custDataLst>
              <p:tags r:id="rId1"/>
            </p:custDataLst>
          </p:nvPr>
        </p:nvSpPr>
        <p:spPr bwMode="auto">
          <a:xfrm>
            <a:off x="2551163" y="3784082"/>
            <a:ext cx="1648415" cy="36832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normAutofit/>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charset="0"/>
                <a:ea typeface="宋体" panose="02010600030101010101" pitchFamily="2" charset="-122"/>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charset="0"/>
                <a:ea typeface="宋体" panose="02010600030101010101" pitchFamily="2" charset="-122"/>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charset="0"/>
                <a:ea typeface="宋体" panose="02010600030101010101" pitchFamily="2" charset="-122"/>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9pPr>
          </a:lstStyle>
          <a:p>
            <a:pPr algn="l" eaLnBrk="1" hangingPunct="1">
              <a:spcBef>
                <a:spcPct val="0"/>
              </a:spcBef>
              <a:buFontTx/>
              <a:buNone/>
            </a:pPr>
            <a:r>
              <a:rPr lang="zh-CN" altLang="en-US" sz="1800" b="1">
                <a:solidFill>
                  <a:schemeClr val="accent4">
                    <a:lumMod val="75000"/>
                  </a:schemeClr>
                </a:solidFill>
                <a:latin typeface="+mj-lt"/>
                <a:ea typeface="+mj-ea"/>
                <a:cs typeface="+mj-cs"/>
              </a:rPr>
              <a:t>类</a:t>
            </a:r>
          </a:p>
        </p:txBody>
      </p:sp>
      <p:sp>
        <p:nvSpPr>
          <p:cNvPr id="30" name="Rectangle 1">
            <a:extLst>
              <a:ext uri="{FF2B5EF4-FFF2-40B4-BE49-F238E27FC236}">
                <a16:creationId xmlns:a16="http://schemas.microsoft.com/office/drawing/2014/main" id="{7B9A1943-19CF-197D-6DF8-613AC6773CBD}"/>
              </a:ext>
            </a:extLst>
          </p:cNvPr>
          <p:cNvSpPr>
            <a:spLocks noChangeArrowheads="1"/>
          </p:cNvSpPr>
          <p:nvPr/>
        </p:nvSpPr>
        <p:spPr bwMode="auto">
          <a:xfrm>
            <a:off x="600218" y="2056130"/>
            <a:ext cx="3692525" cy="400110"/>
          </a:xfrm>
          <a:prstGeom prst="rect">
            <a:avLst/>
          </a:prstGeom>
          <a:noFill/>
          <a:ln w="9525">
            <a:noFill/>
            <a:miter lim="800000"/>
          </a:ln>
          <a:effectLst/>
        </p:spPr>
        <p:txBody>
          <a:bodyPr vert="horz" wrap="square" lIns="91440" tIns="45720" rIns="91440" bIns="45720" numCol="1" anchor="ctr" anchorCtr="0" compatLnSpc="1">
            <a:spAutoFit/>
          </a:bodyPr>
          <a:lstStyle/>
          <a:p>
            <a:pPr lvl="0" indent="269875" fontAlgn="base">
              <a:spcBef>
                <a:spcPct val="0"/>
              </a:spcBef>
              <a:spcAft>
                <a:spcPct val="0"/>
              </a:spcAft>
            </a:pPr>
            <a:r>
              <a:rPr lang="zh-CN" altLang="en-US" sz="2000" b="1" dirty="0">
                <a:solidFill>
                  <a:schemeClr val="tx1"/>
                </a:solidFill>
                <a:latin typeface="微软雅黑" panose="020B0503020204020204" charset="-122"/>
                <a:ea typeface="微软雅黑" panose="020B0503020204020204" charset="-122"/>
                <a:sym typeface="+mn-ea"/>
              </a:rPr>
              <a:t>面向对象方法</a:t>
            </a:r>
            <a:r>
              <a:rPr lang="zh-CN" altLang="en-US" sz="2000" b="1" dirty="0">
                <a:latin typeface="微软雅黑" panose="020B0503020204020204" charset="-122"/>
                <a:ea typeface="微软雅黑" panose="020B0503020204020204" charset="-122"/>
                <a:sym typeface="+mn-ea"/>
              </a:rPr>
              <a:t>的要素：</a:t>
            </a:r>
            <a:endParaRPr lang="en-US" altLang="en-US" sz="2000" b="1" dirty="0">
              <a:latin typeface="微软雅黑" panose="020B0503020204020204" charset="-122"/>
              <a:ea typeface="微软雅黑" panose="020B0503020204020204" charset="-122"/>
              <a:sym typeface="+mn-ea"/>
            </a:endParaRPr>
          </a:p>
        </p:txBody>
      </p:sp>
    </p:spTree>
  </p:cSld>
  <p:clrMapOvr>
    <a:masterClrMapping/>
  </p:clrMapOvr>
  <p:transition>
    <p:wheel spokes="3"/>
  </p:transition>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694801" y="360000"/>
            <a:ext cx="5401200" cy="523220"/>
          </a:xfrm>
        </p:spPr>
        <p:txBody>
          <a:bodyPr/>
          <a:lstStyle/>
          <a:p>
            <a:r>
              <a:rPr lang="en-US" dirty="0"/>
              <a:t>6.1 </a:t>
            </a:r>
            <a:r>
              <a:rPr lang="zh-CN" altLang="en-US" dirty="0"/>
              <a:t>面向对象方法概述</a:t>
            </a:r>
          </a:p>
        </p:txBody>
      </p:sp>
      <p:sp>
        <p:nvSpPr>
          <p:cNvPr id="7" name="文本占位符 6">
            <a:extLst>
              <a:ext uri="{FF2B5EF4-FFF2-40B4-BE49-F238E27FC236}">
                <a16:creationId xmlns:a16="http://schemas.microsoft.com/office/drawing/2014/main" id="{11340C45-B18E-A46C-501C-F49B08AFB9D8}"/>
              </a:ext>
            </a:extLst>
          </p:cNvPr>
          <p:cNvSpPr>
            <a:spLocks noGrp="1"/>
          </p:cNvSpPr>
          <p:nvPr>
            <p:ph type="body" sz="quarter" idx="10"/>
          </p:nvPr>
        </p:nvSpPr>
        <p:spPr>
          <a:xfrm>
            <a:off x="900001" y="1322832"/>
            <a:ext cx="5196000" cy="400110"/>
          </a:xfrm>
        </p:spPr>
        <p:txBody>
          <a:bodyPr/>
          <a:lstStyle/>
          <a:p>
            <a:r>
              <a:rPr lang="en-US" altLang="zh-CN"/>
              <a:t>6.1.1 </a:t>
            </a:r>
            <a:r>
              <a:rPr lang="en-US" altLang="zh-CN">
                <a:sym typeface="+mn-ea"/>
              </a:rPr>
              <a:t>面向对象方法的要素和优点</a:t>
            </a:r>
            <a:endParaRPr lang="en-US" altLang="zh-CN" dirty="0"/>
          </a:p>
        </p:txBody>
      </p:sp>
      <p:grpSp>
        <p:nvGrpSpPr>
          <p:cNvPr id="9" name="组合 8"/>
          <p:cNvGrpSpPr/>
          <p:nvPr/>
        </p:nvGrpSpPr>
        <p:grpSpPr>
          <a:xfrm>
            <a:off x="208916" y="1281430"/>
            <a:ext cx="11630025" cy="4598672"/>
            <a:chOff x="450350" y="1099955"/>
            <a:chExt cx="11629960" cy="4598538"/>
          </a:xfrm>
        </p:grpSpPr>
        <p:sp>
          <p:nvSpPr>
            <p:cNvPr id="10" name="MH_Other_1"/>
            <p:cNvSpPr/>
            <p:nvPr>
              <p:custDataLst>
                <p:tags r:id="rId2"/>
              </p:custDataLst>
            </p:nvPr>
          </p:nvSpPr>
          <p:spPr>
            <a:xfrm rot="15013344" flipH="1">
              <a:off x="5732000" y="3022522"/>
              <a:ext cx="3272539" cy="2079403"/>
            </a:xfrm>
            <a:custGeom>
              <a:avLst/>
              <a:gdLst>
                <a:gd name="connsiteX0" fmla="*/ 297033 w 4752528"/>
                <a:gd name="connsiteY0" fmla="*/ 2376264 h 4752528"/>
                <a:gd name="connsiteX1" fmla="*/ 2082640 w 4752528"/>
                <a:gd name="connsiteY1" fmla="*/ 317870 h 4752528"/>
                <a:gd name="connsiteX2" fmla="*/ 4372565 w 4752528"/>
                <a:gd name="connsiteY2" fmla="*/ 1794901 h 4752528"/>
                <a:gd name="connsiteX3" fmla="*/ 4655040 w 4752528"/>
                <a:gd name="connsiteY3" fmla="*/ 1794900 h 4752528"/>
                <a:gd name="connsiteX4" fmla="*/ 4158462 w 4752528"/>
                <a:gd name="connsiteY4" fmla="*/ 2376264 h 4752528"/>
                <a:gd name="connsiteX5" fmla="*/ 3466908 w 4752528"/>
                <a:gd name="connsiteY5" fmla="*/ 1794900 h 4752528"/>
                <a:gd name="connsiteX6" fmla="*/ 3742914 w 4752528"/>
                <a:gd name="connsiteY6" fmla="*/ 1794900 h 4752528"/>
                <a:gd name="connsiteX7" fmla="*/ 2079604 w 4752528"/>
                <a:gd name="connsiteY7" fmla="*/ 921029 h 4752528"/>
                <a:gd name="connsiteX8" fmla="*/ 891099 w 4752528"/>
                <a:gd name="connsiteY8" fmla="*/ 2376264 h 4752528"/>
                <a:gd name="connsiteX9" fmla="*/ 297033 w 4752528"/>
                <a:gd name="connsiteY9" fmla="*/ 2376264 h 4752528"/>
                <a:gd name="connsiteX0-1" fmla="*/ 0 w 4358007"/>
                <a:gd name="connsiteY0-2" fmla="*/ 2079403 h 2079403"/>
                <a:gd name="connsiteX1-3" fmla="*/ 1785607 w 4358007"/>
                <a:gd name="connsiteY1-4" fmla="*/ 21009 h 2079403"/>
                <a:gd name="connsiteX2-5" fmla="*/ 4075532 w 4358007"/>
                <a:gd name="connsiteY2-6" fmla="*/ 1498040 h 2079403"/>
                <a:gd name="connsiteX3-7" fmla="*/ 4358007 w 4358007"/>
                <a:gd name="connsiteY3-8" fmla="*/ 1498039 h 2079403"/>
                <a:gd name="connsiteX4-9" fmla="*/ 3861429 w 4358007"/>
                <a:gd name="connsiteY4-10" fmla="*/ 2079403 h 2079403"/>
                <a:gd name="connsiteX5-11" fmla="*/ 3169875 w 4358007"/>
                <a:gd name="connsiteY5-12" fmla="*/ 1498039 h 2079403"/>
                <a:gd name="connsiteX6-13" fmla="*/ 3445881 w 4358007"/>
                <a:gd name="connsiteY6-14" fmla="*/ 1498039 h 2079403"/>
                <a:gd name="connsiteX7-15" fmla="*/ 1782571 w 4358007"/>
                <a:gd name="connsiteY7-16" fmla="*/ 624168 h 2079403"/>
                <a:gd name="connsiteX8-17" fmla="*/ 62726 w 4358007"/>
                <a:gd name="connsiteY8-18" fmla="*/ 2079403 h 2079403"/>
                <a:gd name="connsiteX9-19" fmla="*/ 0 w 4358007"/>
                <a:gd name="connsiteY9-20" fmla="*/ 2079403 h 2079403"/>
                <a:gd name="connsiteX0-21" fmla="*/ 0 w 4358007"/>
                <a:gd name="connsiteY0-22" fmla="*/ 2079403 h 2079403"/>
                <a:gd name="connsiteX1-23" fmla="*/ 1785607 w 4358007"/>
                <a:gd name="connsiteY1-24" fmla="*/ 21009 h 2079403"/>
                <a:gd name="connsiteX2-25" fmla="*/ 4075532 w 4358007"/>
                <a:gd name="connsiteY2-26" fmla="*/ 1498040 h 2079403"/>
                <a:gd name="connsiteX3-27" fmla="*/ 4358007 w 4358007"/>
                <a:gd name="connsiteY3-28" fmla="*/ 1498039 h 2079403"/>
                <a:gd name="connsiteX4-29" fmla="*/ 3861429 w 4358007"/>
                <a:gd name="connsiteY4-30" fmla="*/ 2079403 h 2079403"/>
                <a:gd name="connsiteX5-31" fmla="*/ 3169875 w 4358007"/>
                <a:gd name="connsiteY5-32" fmla="*/ 1498039 h 2079403"/>
                <a:gd name="connsiteX6-33" fmla="*/ 3445881 w 4358007"/>
                <a:gd name="connsiteY6-34" fmla="*/ 1498039 h 2079403"/>
                <a:gd name="connsiteX7-35" fmla="*/ 1782571 w 4358007"/>
                <a:gd name="connsiteY7-36" fmla="*/ 624168 h 2079403"/>
                <a:gd name="connsiteX8-37" fmla="*/ 25655 w 4358007"/>
                <a:gd name="connsiteY8-38" fmla="*/ 2067046 h 2079403"/>
                <a:gd name="connsiteX9-39" fmla="*/ 0 w 4358007"/>
                <a:gd name="connsiteY9-40" fmla="*/ 2079403 h 2079403"/>
                <a:gd name="connsiteX0-41" fmla="*/ 0 w 4358007"/>
                <a:gd name="connsiteY0-42" fmla="*/ 2079403 h 2079403"/>
                <a:gd name="connsiteX1-43" fmla="*/ 1785607 w 4358007"/>
                <a:gd name="connsiteY1-44" fmla="*/ 21009 h 2079403"/>
                <a:gd name="connsiteX2-45" fmla="*/ 4075532 w 4358007"/>
                <a:gd name="connsiteY2-46" fmla="*/ 1498040 h 2079403"/>
                <a:gd name="connsiteX3-47" fmla="*/ 4358007 w 4358007"/>
                <a:gd name="connsiteY3-48" fmla="*/ 1498039 h 2079403"/>
                <a:gd name="connsiteX4-49" fmla="*/ 3861429 w 4358007"/>
                <a:gd name="connsiteY4-50" fmla="*/ 2079403 h 2079403"/>
                <a:gd name="connsiteX5-51" fmla="*/ 3169875 w 4358007"/>
                <a:gd name="connsiteY5-52" fmla="*/ 1498039 h 2079403"/>
                <a:gd name="connsiteX6-53" fmla="*/ 3445881 w 4358007"/>
                <a:gd name="connsiteY6-54" fmla="*/ 1498039 h 2079403"/>
                <a:gd name="connsiteX7-55" fmla="*/ 1782571 w 4358007"/>
                <a:gd name="connsiteY7-56" fmla="*/ 624168 h 2079403"/>
                <a:gd name="connsiteX8-57" fmla="*/ 25655 w 4358007"/>
                <a:gd name="connsiteY8-58" fmla="*/ 2067046 h 2079403"/>
                <a:gd name="connsiteX9-59" fmla="*/ 0 w 4358007"/>
                <a:gd name="connsiteY9-60" fmla="*/ 2079403 h 2079403"/>
                <a:gd name="connsiteX0-61" fmla="*/ 0 w 4358007"/>
                <a:gd name="connsiteY0-62" fmla="*/ 2079403 h 2079403"/>
                <a:gd name="connsiteX1-63" fmla="*/ 1785607 w 4358007"/>
                <a:gd name="connsiteY1-64" fmla="*/ 21009 h 2079403"/>
                <a:gd name="connsiteX2-65" fmla="*/ 4075532 w 4358007"/>
                <a:gd name="connsiteY2-66" fmla="*/ 1498040 h 2079403"/>
                <a:gd name="connsiteX3-67" fmla="*/ 4358007 w 4358007"/>
                <a:gd name="connsiteY3-68" fmla="*/ 1498039 h 2079403"/>
                <a:gd name="connsiteX4-69" fmla="*/ 3861429 w 4358007"/>
                <a:gd name="connsiteY4-70" fmla="*/ 2079403 h 2079403"/>
                <a:gd name="connsiteX5-71" fmla="*/ 3169875 w 4358007"/>
                <a:gd name="connsiteY5-72" fmla="*/ 1498039 h 2079403"/>
                <a:gd name="connsiteX6-73" fmla="*/ 3445881 w 4358007"/>
                <a:gd name="connsiteY6-74" fmla="*/ 1498039 h 2079403"/>
                <a:gd name="connsiteX7-75" fmla="*/ 1819641 w 4358007"/>
                <a:gd name="connsiteY7-76" fmla="*/ 339962 h 2079403"/>
                <a:gd name="connsiteX8-77" fmla="*/ 25655 w 4358007"/>
                <a:gd name="connsiteY8-78" fmla="*/ 2067046 h 2079403"/>
                <a:gd name="connsiteX9-79" fmla="*/ 0 w 4358007"/>
                <a:gd name="connsiteY9-80" fmla="*/ 2079403 h 2079403"/>
                <a:gd name="connsiteX0-81" fmla="*/ 0 w 4358007"/>
                <a:gd name="connsiteY0-82" fmla="*/ 2079403 h 2079403"/>
                <a:gd name="connsiteX1-83" fmla="*/ 1785607 w 4358007"/>
                <a:gd name="connsiteY1-84" fmla="*/ 21009 h 2079403"/>
                <a:gd name="connsiteX2-85" fmla="*/ 4075532 w 4358007"/>
                <a:gd name="connsiteY2-86" fmla="*/ 1498040 h 2079403"/>
                <a:gd name="connsiteX3-87" fmla="*/ 4358007 w 4358007"/>
                <a:gd name="connsiteY3-88" fmla="*/ 1498039 h 2079403"/>
                <a:gd name="connsiteX4-89" fmla="*/ 3861429 w 4358007"/>
                <a:gd name="connsiteY4-90" fmla="*/ 2079403 h 2079403"/>
                <a:gd name="connsiteX5-91" fmla="*/ 3169875 w 4358007"/>
                <a:gd name="connsiteY5-92" fmla="*/ 1498039 h 2079403"/>
                <a:gd name="connsiteX6-93" fmla="*/ 3445881 w 4358007"/>
                <a:gd name="connsiteY6-94" fmla="*/ 1498039 h 2079403"/>
                <a:gd name="connsiteX7-95" fmla="*/ 1770214 w 4358007"/>
                <a:gd name="connsiteY7-96" fmla="*/ 525314 h 2079403"/>
                <a:gd name="connsiteX8-97" fmla="*/ 25655 w 4358007"/>
                <a:gd name="connsiteY8-98" fmla="*/ 2067046 h 2079403"/>
                <a:gd name="connsiteX9-99" fmla="*/ 0 w 4358007"/>
                <a:gd name="connsiteY9-100" fmla="*/ 2079403 h 2079403"/>
                <a:gd name="connsiteX0-101" fmla="*/ 0 w 4358007"/>
                <a:gd name="connsiteY0-102" fmla="*/ 2079403 h 2079403"/>
                <a:gd name="connsiteX1-103" fmla="*/ 1785607 w 4358007"/>
                <a:gd name="connsiteY1-104" fmla="*/ 21009 h 2079403"/>
                <a:gd name="connsiteX2-105" fmla="*/ 4075532 w 4358007"/>
                <a:gd name="connsiteY2-106" fmla="*/ 1498040 h 2079403"/>
                <a:gd name="connsiteX3-107" fmla="*/ 4358007 w 4358007"/>
                <a:gd name="connsiteY3-108" fmla="*/ 1498039 h 2079403"/>
                <a:gd name="connsiteX4-109" fmla="*/ 3861429 w 4358007"/>
                <a:gd name="connsiteY4-110" fmla="*/ 2079403 h 2079403"/>
                <a:gd name="connsiteX5-111" fmla="*/ 3169875 w 4358007"/>
                <a:gd name="connsiteY5-112" fmla="*/ 1498039 h 2079403"/>
                <a:gd name="connsiteX6-113" fmla="*/ 3445881 w 4358007"/>
                <a:gd name="connsiteY6-114" fmla="*/ 1498039 h 2079403"/>
                <a:gd name="connsiteX7-115" fmla="*/ 1535436 w 4358007"/>
                <a:gd name="connsiteY7-116" fmla="*/ 463531 h 2079403"/>
                <a:gd name="connsiteX8-117" fmla="*/ 25655 w 4358007"/>
                <a:gd name="connsiteY8-118" fmla="*/ 2067046 h 2079403"/>
                <a:gd name="connsiteX9-119" fmla="*/ 0 w 4358007"/>
                <a:gd name="connsiteY9-120" fmla="*/ 2079403 h 2079403"/>
                <a:gd name="connsiteX0-121" fmla="*/ 0 w 4358007"/>
                <a:gd name="connsiteY0-122" fmla="*/ 2079403 h 2079403"/>
                <a:gd name="connsiteX1-123" fmla="*/ 1785607 w 4358007"/>
                <a:gd name="connsiteY1-124" fmla="*/ 21009 h 2079403"/>
                <a:gd name="connsiteX2-125" fmla="*/ 4075532 w 4358007"/>
                <a:gd name="connsiteY2-126" fmla="*/ 1498040 h 2079403"/>
                <a:gd name="connsiteX3-127" fmla="*/ 4358007 w 4358007"/>
                <a:gd name="connsiteY3-128" fmla="*/ 1498039 h 2079403"/>
                <a:gd name="connsiteX4-129" fmla="*/ 3268305 w 4358007"/>
                <a:gd name="connsiteY4-130" fmla="*/ 1683987 h 2079403"/>
                <a:gd name="connsiteX5-131" fmla="*/ 3169875 w 4358007"/>
                <a:gd name="connsiteY5-132" fmla="*/ 1498039 h 2079403"/>
                <a:gd name="connsiteX6-133" fmla="*/ 3445881 w 4358007"/>
                <a:gd name="connsiteY6-134" fmla="*/ 1498039 h 2079403"/>
                <a:gd name="connsiteX7-135" fmla="*/ 1535436 w 4358007"/>
                <a:gd name="connsiteY7-136" fmla="*/ 463531 h 2079403"/>
                <a:gd name="connsiteX8-137" fmla="*/ 25655 w 4358007"/>
                <a:gd name="connsiteY8-138" fmla="*/ 2067046 h 2079403"/>
                <a:gd name="connsiteX9-139" fmla="*/ 0 w 4358007"/>
                <a:gd name="connsiteY9-140" fmla="*/ 2079403 h 2079403"/>
                <a:gd name="connsiteX0-141" fmla="*/ 0 w 4358007"/>
                <a:gd name="connsiteY0-142" fmla="*/ 2079403 h 2079403"/>
                <a:gd name="connsiteX1-143" fmla="*/ 1785607 w 4358007"/>
                <a:gd name="connsiteY1-144" fmla="*/ 21009 h 2079403"/>
                <a:gd name="connsiteX2-145" fmla="*/ 4075532 w 4358007"/>
                <a:gd name="connsiteY2-146" fmla="*/ 1498040 h 2079403"/>
                <a:gd name="connsiteX3-147" fmla="*/ 4358007 w 4358007"/>
                <a:gd name="connsiteY3-148" fmla="*/ 1498039 h 2079403"/>
                <a:gd name="connsiteX4-149" fmla="*/ 3268305 w 4358007"/>
                <a:gd name="connsiteY4-150" fmla="*/ 1683987 h 2079403"/>
                <a:gd name="connsiteX5-151" fmla="*/ 3251241 w 4358007"/>
                <a:gd name="connsiteY5-152" fmla="*/ 1673622 h 2079403"/>
                <a:gd name="connsiteX6-153" fmla="*/ 3169875 w 4358007"/>
                <a:gd name="connsiteY6-154" fmla="*/ 1498039 h 2079403"/>
                <a:gd name="connsiteX7-155" fmla="*/ 3445881 w 4358007"/>
                <a:gd name="connsiteY7-156" fmla="*/ 1498039 h 2079403"/>
                <a:gd name="connsiteX8-157" fmla="*/ 1535436 w 4358007"/>
                <a:gd name="connsiteY8-158" fmla="*/ 463531 h 2079403"/>
                <a:gd name="connsiteX9-159" fmla="*/ 25655 w 4358007"/>
                <a:gd name="connsiteY9-160" fmla="*/ 2067046 h 2079403"/>
                <a:gd name="connsiteX10" fmla="*/ 0 w 4358007"/>
                <a:gd name="connsiteY10" fmla="*/ 2079403 h 2079403"/>
                <a:gd name="connsiteX0-161" fmla="*/ 0 w 4358007"/>
                <a:gd name="connsiteY0-162" fmla="*/ 2079403 h 2079403"/>
                <a:gd name="connsiteX1-163" fmla="*/ 1785607 w 4358007"/>
                <a:gd name="connsiteY1-164" fmla="*/ 21009 h 2079403"/>
                <a:gd name="connsiteX2-165" fmla="*/ 4075532 w 4358007"/>
                <a:gd name="connsiteY2-166" fmla="*/ 1498040 h 2079403"/>
                <a:gd name="connsiteX3-167" fmla="*/ 4358007 w 4358007"/>
                <a:gd name="connsiteY3-168" fmla="*/ 1498039 h 2079403"/>
                <a:gd name="connsiteX4-169" fmla="*/ 3268305 w 4358007"/>
                <a:gd name="connsiteY4-170" fmla="*/ 1683987 h 2079403"/>
                <a:gd name="connsiteX5-171" fmla="*/ 3115316 w 4358007"/>
                <a:gd name="connsiteY5-172" fmla="*/ 1661266 h 2079403"/>
                <a:gd name="connsiteX6-173" fmla="*/ 3169875 w 4358007"/>
                <a:gd name="connsiteY6-174" fmla="*/ 1498039 h 2079403"/>
                <a:gd name="connsiteX7-175" fmla="*/ 3445881 w 4358007"/>
                <a:gd name="connsiteY7-176" fmla="*/ 1498039 h 2079403"/>
                <a:gd name="connsiteX8-177" fmla="*/ 1535436 w 4358007"/>
                <a:gd name="connsiteY8-178" fmla="*/ 463531 h 2079403"/>
                <a:gd name="connsiteX9-179" fmla="*/ 25655 w 4358007"/>
                <a:gd name="connsiteY9-180" fmla="*/ 2067046 h 2079403"/>
                <a:gd name="connsiteX10-181" fmla="*/ 0 w 4358007"/>
                <a:gd name="connsiteY10-182" fmla="*/ 2079403 h 2079403"/>
                <a:gd name="connsiteX0-183" fmla="*/ 0 w 4358007"/>
                <a:gd name="connsiteY0-184" fmla="*/ 2079403 h 2079403"/>
                <a:gd name="connsiteX1-185" fmla="*/ 1785607 w 4358007"/>
                <a:gd name="connsiteY1-186" fmla="*/ 21009 h 2079403"/>
                <a:gd name="connsiteX2-187" fmla="*/ 4075532 w 4358007"/>
                <a:gd name="connsiteY2-188" fmla="*/ 1498040 h 2079403"/>
                <a:gd name="connsiteX3-189" fmla="*/ 4358007 w 4358007"/>
                <a:gd name="connsiteY3-190" fmla="*/ 1498039 h 2079403"/>
                <a:gd name="connsiteX4-191" fmla="*/ 4355700 w 4358007"/>
                <a:gd name="connsiteY4-192" fmla="*/ 1683987 h 2079403"/>
                <a:gd name="connsiteX5-193" fmla="*/ 3115316 w 4358007"/>
                <a:gd name="connsiteY5-194" fmla="*/ 1661266 h 2079403"/>
                <a:gd name="connsiteX6-195" fmla="*/ 3169875 w 4358007"/>
                <a:gd name="connsiteY6-196" fmla="*/ 1498039 h 2079403"/>
                <a:gd name="connsiteX7-197" fmla="*/ 3445881 w 4358007"/>
                <a:gd name="connsiteY7-198" fmla="*/ 1498039 h 2079403"/>
                <a:gd name="connsiteX8-199" fmla="*/ 1535436 w 4358007"/>
                <a:gd name="connsiteY8-200" fmla="*/ 463531 h 2079403"/>
                <a:gd name="connsiteX9-201" fmla="*/ 25655 w 4358007"/>
                <a:gd name="connsiteY9-202" fmla="*/ 2067046 h 2079403"/>
                <a:gd name="connsiteX10-203" fmla="*/ 0 w 4358007"/>
                <a:gd name="connsiteY10-204" fmla="*/ 2079403 h 2079403"/>
                <a:gd name="connsiteX0-205" fmla="*/ 0 w 4358007"/>
                <a:gd name="connsiteY0-206" fmla="*/ 2079403 h 2079403"/>
                <a:gd name="connsiteX1-207" fmla="*/ 1785607 w 4358007"/>
                <a:gd name="connsiteY1-208" fmla="*/ 21009 h 2079403"/>
                <a:gd name="connsiteX2-209" fmla="*/ 4075532 w 4358007"/>
                <a:gd name="connsiteY2-210" fmla="*/ 1498040 h 2079403"/>
                <a:gd name="connsiteX3-211" fmla="*/ 4358007 w 4358007"/>
                <a:gd name="connsiteY3-212" fmla="*/ 1498039 h 2079403"/>
                <a:gd name="connsiteX4-213" fmla="*/ 4355700 w 4358007"/>
                <a:gd name="connsiteY4-214" fmla="*/ 1683987 h 2079403"/>
                <a:gd name="connsiteX5-215" fmla="*/ 3152386 w 4358007"/>
                <a:gd name="connsiteY5-216" fmla="*/ 1636552 h 2079403"/>
                <a:gd name="connsiteX6-217" fmla="*/ 3169875 w 4358007"/>
                <a:gd name="connsiteY6-218" fmla="*/ 1498039 h 2079403"/>
                <a:gd name="connsiteX7-219" fmla="*/ 3445881 w 4358007"/>
                <a:gd name="connsiteY7-220" fmla="*/ 1498039 h 2079403"/>
                <a:gd name="connsiteX8-221" fmla="*/ 1535436 w 4358007"/>
                <a:gd name="connsiteY8-222" fmla="*/ 463531 h 2079403"/>
                <a:gd name="connsiteX9-223" fmla="*/ 25655 w 4358007"/>
                <a:gd name="connsiteY9-224" fmla="*/ 2067046 h 2079403"/>
                <a:gd name="connsiteX10-225" fmla="*/ 0 w 4358007"/>
                <a:gd name="connsiteY10-226" fmla="*/ 2079403 h 2079403"/>
                <a:gd name="connsiteX0-227" fmla="*/ 0 w 4358007"/>
                <a:gd name="connsiteY0-228" fmla="*/ 2079403 h 2079403"/>
                <a:gd name="connsiteX1-229" fmla="*/ 1785607 w 4358007"/>
                <a:gd name="connsiteY1-230" fmla="*/ 21009 h 2079403"/>
                <a:gd name="connsiteX2-231" fmla="*/ 4075532 w 4358007"/>
                <a:gd name="connsiteY2-232" fmla="*/ 1498040 h 2079403"/>
                <a:gd name="connsiteX3-233" fmla="*/ 4358007 w 4358007"/>
                <a:gd name="connsiteY3-234" fmla="*/ 1498039 h 2079403"/>
                <a:gd name="connsiteX4-235" fmla="*/ 4355700 w 4358007"/>
                <a:gd name="connsiteY4-236" fmla="*/ 1683987 h 2079403"/>
                <a:gd name="connsiteX5-237" fmla="*/ 3190806 w 4358007"/>
                <a:gd name="connsiteY5-238" fmla="*/ 1636552 h 2079403"/>
                <a:gd name="connsiteX6-239" fmla="*/ 3169875 w 4358007"/>
                <a:gd name="connsiteY6-240" fmla="*/ 1498039 h 2079403"/>
                <a:gd name="connsiteX7-241" fmla="*/ 3445881 w 4358007"/>
                <a:gd name="connsiteY7-242" fmla="*/ 1498039 h 2079403"/>
                <a:gd name="connsiteX8-243" fmla="*/ 1535436 w 4358007"/>
                <a:gd name="connsiteY8-244" fmla="*/ 463531 h 2079403"/>
                <a:gd name="connsiteX9-245" fmla="*/ 25655 w 4358007"/>
                <a:gd name="connsiteY9-246" fmla="*/ 2067046 h 2079403"/>
                <a:gd name="connsiteX10-247" fmla="*/ 0 w 4358007"/>
                <a:gd name="connsiteY10-248" fmla="*/ 2079403 h 2079403"/>
                <a:gd name="connsiteX0-249" fmla="*/ 0 w 4358007"/>
                <a:gd name="connsiteY0-250" fmla="*/ 2079403 h 2079403"/>
                <a:gd name="connsiteX1-251" fmla="*/ 1785607 w 4358007"/>
                <a:gd name="connsiteY1-252" fmla="*/ 21009 h 2079403"/>
                <a:gd name="connsiteX2-253" fmla="*/ 4075532 w 4358007"/>
                <a:gd name="connsiteY2-254" fmla="*/ 1498040 h 2079403"/>
                <a:gd name="connsiteX3-255" fmla="*/ 4358007 w 4358007"/>
                <a:gd name="connsiteY3-256" fmla="*/ 1498039 h 2079403"/>
                <a:gd name="connsiteX4-257" fmla="*/ 4340332 w 4358007"/>
                <a:gd name="connsiteY4-258" fmla="*/ 1614830 h 2079403"/>
                <a:gd name="connsiteX5-259" fmla="*/ 3190806 w 4358007"/>
                <a:gd name="connsiteY5-260" fmla="*/ 1636552 h 2079403"/>
                <a:gd name="connsiteX6-261" fmla="*/ 3169875 w 4358007"/>
                <a:gd name="connsiteY6-262" fmla="*/ 1498039 h 2079403"/>
                <a:gd name="connsiteX7-263" fmla="*/ 3445881 w 4358007"/>
                <a:gd name="connsiteY7-264" fmla="*/ 1498039 h 2079403"/>
                <a:gd name="connsiteX8-265" fmla="*/ 1535436 w 4358007"/>
                <a:gd name="connsiteY8-266" fmla="*/ 463531 h 2079403"/>
                <a:gd name="connsiteX9-267" fmla="*/ 25655 w 4358007"/>
                <a:gd name="connsiteY9-268" fmla="*/ 2067046 h 2079403"/>
                <a:gd name="connsiteX10-269" fmla="*/ 0 w 4358007"/>
                <a:gd name="connsiteY10-270" fmla="*/ 2079403 h 2079403"/>
                <a:gd name="connsiteX0-271" fmla="*/ 0 w 4358007"/>
                <a:gd name="connsiteY0-272" fmla="*/ 2079403 h 2079403"/>
                <a:gd name="connsiteX1-273" fmla="*/ 1785607 w 4358007"/>
                <a:gd name="connsiteY1-274" fmla="*/ 21009 h 2079403"/>
                <a:gd name="connsiteX2-275" fmla="*/ 4075532 w 4358007"/>
                <a:gd name="connsiteY2-276" fmla="*/ 1498040 h 2079403"/>
                <a:gd name="connsiteX3-277" fmla="*/ 4358007 w 4358007"/>
                <a:gd name="connsiteY3-278" fmla="*/ 1498039 h 2079403"/>
                <a:gd name="connsiteX4-279" fmla="*/ 4340332 w 4358007"/>
                <a:gd name="connsiteY4-280" fmla="*/ 1614830 h 2079403"/>
                <a:gd name="connsiteX5-281" fmla="*/ 3190806 w 4358007"/>
                <a:gd name="connsiteY5-282" fmla="*/ 1621184 h 2079403"/>
                <a:gd name="connsiteX6-283" fmla="*/ 3169875 w 4358007"/>
                <a:gd name="connsiteY6-284" fmla="*/ 1498039 h 2079403"/>
                <a:gd name="connsiteX7-285" fmla="*/ 3445881 w 4358007"/>
                <a:gd name="connsiteY7-286" fmla="*/ 1498039 h 2079403"/>
                <a:gd name="connsiteX8-287" fmla="*/ 1535436 w 4358007"/>
                <a:gd name="connsiteY8-288" fmla="*/ 463531 h 2079403"/>
                <a:gd name="connsiteX9-289" fmla="*/ 25655 w 4358007"/>
                <a:gd name="connsiteY9-290" fmla="*/ 2067046 h 2079403"/>
                <a:gd name="connsiteX10-291" fmla="*/ 0 w 4358007"/>
                <a:gd name="connsiteY10-292" fmla="*/ 2079403 h 2079403"/>
                <a:gd name="connsiteX0-293" fmla="*/ 0 w 4363385"/>
                <a:gd name="connsiteY0-294" fmla="*/ 2079403 h 2079403"/>
                <a:gd name="connsiteX1-295" fmla="*/ 1785607 w 4363385"/>
                <a:gd name="connsiteY1-296" fmla="*/ 21009 h 2079403"/>
                <a:gd name="connsiteX2-297" fmla="*/ 4075532 w 4363385"/>
                <a:gd name="connsiteY2-298" fmla="*/ 1498040 h 2079403"/>
                <a:gd name="connsiteX3-299" fmla="*/ 4358007 w 4363385"/>
                <a:gd name="connsiteY3-300" fmla="*/ 1498039 h 2079403"/>
                <a:gd name="connsiteX4-301" fmla="*/ 4363385 w 4363385"/>
                <a:gd name="connsiteY4-302" fmla="*/ 1614830 h 2079403"/>
                <a:gd name="connsiteX5-303" fmla="*/ 3190806 w 4363385"/>
                <a:gd name="connsiteY5-304" fmla="*/ 1621184 h 2079403"/>
                <a:gd name="connsiteX6-305" fmla="*/ 3169875 w 4363385"/>
                <a:gd name="connsiteY6-306" fmla="*/ 1498039 h 2079403"/>
                <a:gd name="connsiteX7-307" fmla="*/ 3445881 w 4363385"/>
                <a:gd name="connsiteY7-308" fmla="*/ 1498039 h 2079403"/>
                <a:gd name="connsiteX8-309" fmla="*/ 1535436 w 4363385"/>
                <a:gd name="connsiteY8-310" fmla="*/ 463531 h 2079403"/>
                <a:gd name="connsiteX9-311" fmla="*/ 25655 w 4363385"/>
                <a:gd name="connsiteY9-312" fmla="*/ 2067046 h 2079403"/>
                <a:gd name="connsiteX10-313" fmla="*/ 0 w 4363385"/>
                <a:gd name="connsiteY10-314" fmla="*/ 2079403 h 2079403"/>
              </a:gdLst>
              <a:ahLst/>
              <a:cxnLst>
                <a:cxn ang="0">
                  <a:pos x="connsiteX0-1" y="connsiteY0-2"/>
                </a:cxn>
                <a:cxn ang="0">
                  <a:pos x="connsiteX1-3" y="connsiteY1-4"/>
                </a:cxn>
                <a:cxn ang="0">
                  <a:pos x="connsiteX2-5" y="connsiteY2-6"/>
                </a:cxn>
                <a:cxn ang="0">
                  <a:pos x="connsiteX3-7" y="connsiteY3-8"/>
                </a:cxn>
                <a:cxn ang="0">
                  <a:pos x="connsiteX4-9" y="connsiteY4-10"/>
                </a:cxn>
                <a:cxn ang="0">
                  <a:pos x="connsiteX5-11" y="connsiteY5-12"/>
                </a:cxn>
                <a:cxn ang="0">
                  <a:pos x="connsiteX6-13" y="connsiteY6-14"/>
                </a:cxn>
                <a:cxn ang="0">
                  <a:pos x="connsiteX7-15" y="connsiteY7-16"/>
                </a:cxn>
                <a:cxn ang="0">
                  <a:pos x="connsiteX8-17" y="connsiteY8-18"/>
                </a:cxn>
                <a:cxn ang="0">
                  <a:pos x="connsiteX9-19" y="connsiteY9-20"/>
                </a:cxn>
                <a:cxn ang="0">
                  <a:pos x="connsiteX10-181" y="connsiteY10-182"/>
                </a:cxn>
              </a:cxnLst>
              <a:rect l="l" t="t" r="r" b="b"/>
              <a:pathLst>
                <a:path w="4363385" h="2079403">
                  <a:moveTo>
                    <a:pt x="0" y="2079403"/>
                  </a:moveTo>
                  <a:cubicBezTo>
                    <a:pt x="0" y="1044510"/>
                    <a:pt x="761085" y="167154"/>
                    <a:pt x="1785607" y="21009"/>
                  </a:cubicBezTo>
                  <a:cubicBezTo>
                    <a:pt x="2810128" y="-125136"/>
                    <a:pt x="3786171" y="504424"/>
                    <a:pt x="4075532" y="1498040"/>
                  </a:cubicBezTo>
                  <a:lnTo>
                    <a:pt x="4358007" y="1498039"/>
                  </a:lnTo>
                  <a:lnTo>
                    <a:pt x="4363385" y="1614830"/>
                  </a:lnTo>
                  <a:lnTo>
                    <a:pt x="3190806" y="1621184"/>
                  </a:lnTo>
                  <a:lnTo>
                    <a:pt x="3169875" y="1498039"/>
                  </a:lnTo>
                  <a:lnTo>
                    <a:pt x="3445881" y="1498039"/>
                  </a:lnTo>
                  <a:cubicBezTo>
                    <a:pt x="3169566" y="848487"/>
                    <a:pt x="2227092" y="322532"/>
                    <a:pt x="1535436" y="463531"/>
                  </a:cubicBezTo>
                  <a:cubicBezTo>
                    <a:pt x="843780" y="604530"/>
                    <a:pt x="25655" y="1361164"/>
                    <a:pt x="25655" y="2067046"/>
                  </a:cubicBezTo>
                  <a:lnTo>
                    <a:pt x="0" y="2079403"/>
                  </a:lnTo>
                  <a:close/>
                </a:path>
              </a:pathLst>
            </a:custGeom>
            <a:gradFill flip="none" rotWithShape="1">
              <a:gsLst>
                <a:gs pos="43000">
                  <a:schemeClr val="tx1">
                    <a:lumMod val="95000"/>
                    <a:lumOff val="5000"/>
                  </a:schemeClr>
                </a:gs>
                <a:gs pos="14000">
                  <a:schemeClr val="tx1">
                    <a:lumMod val="50000"/>
                    <a:lumOff val="50000"/>
                  </a:schemeClr>
                </a:gs>
                <a:gs pos="100000">
                  <a:schemeClr val="tx1">
                    <a:lumMod val="50000"/>
                    <a:lumOff val="50000"/>
                  </a:schemeClr>
                </a:gs>
              </a:gsLst>
              <a:lin ang="2700000" scaled="1"/>
              <a:tileRect/>
            </a:gradFill>
            <a:ln>
              <a:noFill/>
            </a:ln>
            <a:effectLst/>
            <a:scene3d>
              <a:camera prst="orthographicFront"/>
              <a:lightRig rig="flat" dir="t">
                <a:rot lat="0" lon="0" rev="11400000"/>
              </a:lightRig>
            </a:scene3d>
            <a:sp3d extrusionH="1270000" contourW="12700" prstMaterial="softEdge">
              <a:bevelB h="107950"/>
              <a:extrusionClr>
                <a:schemeClr val="accent2">
                  <a:lumMod val="50000"/>
                </a:schemeClr>
              </a:extrusionClr>
              <a:contourClr>
                <a:srgbClr val="FFFFFF"/>
              </a:contourClr>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sz="1350" dirty="0">
                <a:solidFill>
                  <a:schemeClr val="tx1"/>
                </a:solidFill>
                <a:latin typeface="+mn-ea"/>
              </a:endParaRPr>
            </a:p>
          </p:txBody>
        </p:sp>
        <p:sp>
          <p:nvSpPr>
            <p:cNvPr id="11" name="MH_Other_2"/>
            <p:cNvSpPr/>
            <p:nvPr>
              <p:custDataLst>
                <p:tags r:id="rId3"/>
              </p:custDataLst>
            </p:nvPr>
          </p:nvSpPr>
          <p:spPr>
            <a:xfrm rot="15013344" flipH="1">
              <a:off x="5923809" y="2890569"/>
              <a:ext cx="3268505" cy="2252397"/>
            </a:xfrm>
            <a:custGeom>
              <a:avLst/>
              <a:gdLst>
                <a:gd name="connsiteX0" fmla="*/ 297033 w 4752528"/>
                <a:gd name="connsiteY0" fmla="*/ 2376264 h 4752528"/>
                <a:gd name="connsiteX1" fmla="*/ 2082640 w 4752528"/>
                <a:gd name="connsiteY1" fmla="*/ 317870 h 4752528"/>
                <a:gd name="connsiteX2" fmla="*/ 4372565 w 4752528"/>
                <a:gd name="connsiteY2" fmla="*/ 1794901 h 4752528"/>
                <a:gd name="connsiteX3" fmla="*/ 4655040 w 4752528"/>
                <a:gd name="connsiteY3" fmla="*/ 1794900 h 4752528"/>
                <a:gd name="connsiteX4" fmla="*/ 4158462 w 4752528"/>
                <a:gd name="connsiteY4" fmla="*/ 2376264 h 4752528"/>
                <a:gd name="connsiteX5" fmla="*/ 3466908 w 4752528"/>
                <a:gd name="connsiteY5" fmla="*/ 1794900 h 4752528"/>
                <a:gd name="connsiteX6" fmla="*/ 3742914 w 4752528"/>
                <a:gd name="connsiteY6" fmla="*/ 1794900 h 4752528"/>
                <a:gd name="connsiteX7" fmla="*/ 2079604 w 4752528"/>
                <a:gd name="connsiteY7" fmla="*/ 921029 h 4752528"/>
                <a:gd name="connsiteX8" fmla="*/ 891099 w 4752528"/>
                <a:gd name="connsiteY8" fmla="*/ 2376264 h 4752528"/>
                <a:gd name="connsiteX9" fmla="*/ 297033 w 4752528"/>
                <a:gd name="connsiteY9" fmla="*/ 2376264 h 4752528"/>
                <a:gd name="connsiteX0-1" fmla="*/ 0 w 4358007"/>
                <a:gd name="connsiteY0-2" fmla="*/ 2079403 h 2079403"/>
                <a:gd name="connsiteX1-3" fmla="*/ 1785607 w 4358007"/>
                <a:gd name="connsiteY1-4" fmla="*/ 21009 h 2079403"/>
                <a:gd name="connsiteX2-5" fmla="*/ 4075532 w 4358007"/>
                <a:gd name="connsiteY2-6" fmla="*/ 1498040 h 2079403"/>
                <a:gd name="connsiteX3-7" fmla="*/ 4358007 w 4358007"/>
                <a:gd name="connsiteY3-8" fmla="*/ 1498039 h 2079403"/>
                <a:gd name="connsiteX4-9" fmla="*/ 3861429 w 4358007"/>
                <a:gd name="connsiteY4-10" fmla="*/ 2079403 h 2079403"/>
                <a:gd name="connsiteX5-11" fmla="*/ 3169875 w 4358007"/>
                <a:gd name="connsiteY5-12" fmla="*/ 1498039 h 2079403"/>
                <a:gd name="connsiteX6-13" fmla="*/ 3445881 w 4358007"/>
                <a:gd name="connsiteY6-14" fmla="*/ 1498039 h 2079403"/>
                <a:gd name="connsiteX7-15" fmla="*/ 1782571 w 4358007"/>
                <a:gd name="connsiteY7-16" fmla="*/ 624168 h 2079403"/>
                <a:gd name="connsiteX8-17" fmla="*/ 62726 w 4358007"/>
                <a:gd name="connsiteY8-18" fmla="*/ 2079403 h 2079403"/>
                <a:gd name="connsiteX9-19" fmla="*/ 0 w 4358007"/>
                <a:gd name="connsiteY9-20" fmla="*/ 2079403 h 2079403"/>
                <a:gd name="connsiteX0-21" fmla="*/ 0 w 4358007"/>
                <a:gd name="connsiteY0-22" fmla="*/ 2079403 h 2079403"/>
                <a:gd name="connsiteX1-23" fmla="*/ 1785607 w 4358007"/>
                <a:gd name="connsiteY1-24" fmla="*/ 21009 h 2079403"/>
                <a:gd name="connsiteX2-25" fmla="*/ 4075532 w 4358007"/>
                <a:gd name="connsiteY2-26" fmla="*/ 1498040 h 2079403"/>
                <a:gd name="connsiteX3-27" fmla="*/ 4358007 w 4358007"/>
                <a:gd name="connsiteY3-28" fmla="*/ 1498039 h 2079403"/>
                <a:gd name="connsiteX4-29" fmla="*/ 3861429 w 4358007"/>
                <a:gd name="connsiteY4-30" fmla="*/ 2079403 h 2079403"/>
                <a:gd name="connsiteX5-31" fmla="*/ 3169875 w 4358007"/>
                <a:gd name="connsiteY5-32" fmla="*/ 1498039 h 2079403"/>
                <a:gd name="connsiteX6-33" fmla="*/ 3445881 w 4358007"/>
                <a:gd name="connsiteY6-34" fmla="*/ 1498039 h 2079403"/>
                <a:gd name="connsiteX7-35" fmla="*/ 1782571 w 4358007"/>
                <a:gd name="connsiteY7-36" fmla="*/ 624168 h 2079403"/>
                <a:gd name="connsiteX8-37" fmla="*/ 25655 w 4358007"/>
                <a:gd name="connsiteY8-38" fmla="*/ 2067046 h 2079403"/>
                <a:gd name="connsiteX9-39" fmla="*/ 0 w 4358007"/>
                <a:gd name="connsiteY9-40" fmla="*/ 2079403 h 2079403"/>
                <a:gd name="connsiteX0-41" fmla="*/ 0 w 4358007"/>
                <a:gd name="connsiteY0-42" fmla="*/ 2079403 h 2079403"/>
                <a:gd name="connsiteX1-43" fmla="*/ 1785607 w 4358007"/>
                <a:gd name="connsiteY1-44" fmla="*/ 21009 h 2079403"/>
                <a:gd name="connsiteX2-45" fmla="*/ 4075532 w 4358007"/>
                <a:gd name="connsiteY2-46" fmla="*/ 1498040 h 2079403"/>
                <a:gd name="connsiteX3-47" fmla="*/ 4358007 w 4358007"/>
                <a:gd name="connsiteY3-48" fmla="*/ 1498039 h 2079403"/>
                <a:gd name="connsiteX4-49" fmla="*/ 3861429 w 4358007"/>
                <a:gd name="connsiteY4-50" fmla="*/ 2079403 h 2079403"/>
                <a:gd name="connsiteX5-51" fmla="*/ 3169875 w 4358007"/>
                <a:gd name="connsiteY5-52" fmla="*/ 1498039 h 2079403"/>
                <a:gd name="connsiteX6-53" fmla="*/ 3445881 w 4358007"/>
                <a:gd name="connsiteY6-54" fmla="*/ 1498039 h 2079403"/>
                <a:gd name="connsiteX7-55" fmla="*/ 1782571 w 4358007"/>
                <a:gd name="connsiteY7-56" fmla="*/ 624168 h 2079403"/>
                <a:gd name="connsiteX8-57" fmla="*/ 25655 w 4358007"/>
                <a:gd name="connsiteY8-58" fmla="*/ 2067046 h 2079403"/>
                <a:gd name="connsiteX9-59" fmla="*/ 0 w 4358007"/>
                <a:gd name="connsiteY9-60" fmla="*/ 2079403 h 2079403"/>
                <a:gd name="connsiteX0-61" fmla="*/ 0 w 4358007"/>
                <a:gd name="connsiteY0-62" fmla="*/ 2079403 h 2079403"/>
                <a:gd name="connsiteX1-63" fmla="*/ 1785607 w 4358007"/>
                <a:gd name="connsiteY1-64" fmla="*/ 21009 h 2079403"/>
                <a:gd name="connsiteX2-65" fmla="*/ 4075532 w 4358007"/>
                <a:gd name="connsiteY2-66" fmla="*/ 1498040 h 2079403"/>
                <a:gd name="connsiteX3-67" fmla="*/ 4358007 w 4358007"/>
                <a:gd name="connsiteY3-68" fmla="*/ 1498039 h 2079403"/>
                <a:gd name="connsiteX4-69" fmla="*/ 3861429 w 4358007"/>
                <a:gd name="connsiteY4-70" fmla="*/ 2079403 h 2079403"/>
                <a:gd name="connsiteX5-71" fmla="*/ 3169875 w 4358007"/>
                <a:gd name="connsiteY5-72" fmla="*/ 1498039 h 2079403"/>
                <a:gd name="connsiteX6-73" fmla="*/ 3445881 w 4358007"/>
                <a:gd name="connsiteY6-74" fmla="*/ 1498039 h 2079403"/>
                <a:gd name="connsiteX7-75" fmla="*/ 1819641 w 4358007"/>
                <a:gd name="connsiteY7-76" fmla="*/ 339962 h 2079403"/>
                <a:gd name="connsiteX8-77" fmla="*/ 25655 w 4358007"/>
                <a:gd name="connsiteY8-78" fmla="*/ 2067046 h 2079403"/>
                <a:gd name="connsiteX9-79" fmla="*/ 0 w 4358007"/>
                <a:gd name="connsiteY9-80" fmla="*/ 2079403 h 2079403"/>
                <a:gd name="connsiteX0-81" fmla="*/ 0 w 4358007"/>
                <a:gd name="connsiteY0-82" fmla="*/ 2079403 h 2079403"/>
                <a:gd name="connsiteX1-83" fmla="*/ 1785607 w 4358007"/>
                <a:gd name="connsiteY1-84" fmla="*/ 21009 h 2079403"/>
                <a:gd name="connsiteX2-85" fmla="*/ 4075532 w 4358007"/>
                <a:gd name="connsiteY2-86" fmla="*/ 1498040 h 2079403"/>
                <a:gd name="connsiteX3-87" fmla="*/ 4358007 w 4358007"/>
                <a:gd name="connsiteY3-88" fmla="*/ 1498039 h 2079403"/>
                <a:gd name="connsiteX4-89" fmla="*/ 3861429 w 4358007"/>
                <a:gd name="connsiteY4-90" fmla="*/ 2079403 h 2079403"/>
                <a:gd name="connsiteX5-91" fmla="*/ 3169875 w 4358007"/>
                <a:gd name="connsiteY5-92" fmla="*/ 1498039 h 2079403"/>
                <a:gd name="connsiteX6-93" fmla="*/ 3445881 w 4358007"/>
                <a:gd name="connsiteY6-94" fmla="*/ 1498039 h 2079403"/>
                <a:gd name="connsiteX7-95" fmla="*/ 1770214 w 4358007"/>
                <a:gd name="connsiteY7-96" fmla="*/ 525314 h 2079403"/>
                <a:gd name="connsiteX8-97" fmla="*/ 25655 w 4358007"/>
                <a:gd name="connsiteY8-98" fmla="*/ 2067046 h 2079403"/>
                <a:gd name="connsiteX9-99" fmla="*/ 0 w 4358007"/>
                <a:gd name="connsiteY9-100" fmla="*/ 2079403 h 2079403"/>
                <a:gd name="connsiteX0-101" fmla="*/ 0 w 4358007"/>
                <a:gd name="connsiteY0-102" fmla="*/ 2079403 h 2079403"/>
                <a:gd name="connsiteX1-103" fmla="*/ 1785607 w 4358007"/>
                <a:gd name="connsiteY1-104" fmla="*/ 21009 h 2079403"/>
                <a:gd name="connsiteX2-105" fmla="*/ 4075532 w 4358007"/>
                <a:gd name="connsiteY2-106" fmla="*/ 1498040 h 2079403"/>
                <a:gd name="connsiteX3-107" fmla="*/ 4358007 w 4358007"/>
                <a:gd name="connsiteY3-108" fmla="*/ 1498039 h 2079403"/>
                <a:gd name="connsiteX4-109" fmla="*/ 3861429 w 4358007"/>
                <a:gd name="connsiteY4-110" fmla="*/ 2079403 h 2079403"/>
                <a:gd name="connsiteX5-111" fmla="*/ 3169875 w 4358007"/>
                <a:gd name="connsiteY5-112" fmla="*/ 1498039 h 2079403"/>
                <a:gd name="connsiteX6-113" fmla="*/ 3445881 w 4358007"/>
                <a:gd name="connsiteY6-114" fmla="*/ 1498039 h 2079403"/>
                <a:gd name="connsiteX7-115" fmla="*/ 1535436 w 4358007"/>
                <a:gd name="connsiteY7-116" fmla="*/ 463531 h 2079403"/>
                <a:gd name="connsiteX8-117" fmla="*/ 25655 w 4358007"/>
                <a:gd name="connsiteY8-118" fmla="*/ 2067046 h 2079403"/>
                <a:gd name="connsiteX9-119" fmla="*/ 0 w 4358007"/>
                <a:gd name="connsiteY9-120" fmla="*/ 2079403 h 2079403"/>
                <a:gd name="connsiteX0-121" fmla="*/ 0 w 4358007"/>
                <a:gd name="connsiteY0-122" fmla="*/ 2079403 h 2252398"/>
                <a:gd name="connsiteX1-123" fmla="*/ 1785607 w 4358007"/>
                <a:gd name="connsiteY1-124" fmla="*/ 21009 h 2252398"/>
                <a:gd name="connsiteX2-125" fmla="*/ 4075532 w 4358007"/>
                <a:gd name="connsiteY2-126" fmla="*/ 1498040 h 2252398"/>
                <a:gd name="connsiteX3-127" fmla="*/ 4358007 w 4358007"/>
                <a:gd name="connsiteY3-128" fmla="*/ 1498039 h 2252398"/>
                <a:gd name="connsiteX4-129" fmla="*/ 3849072 w 4358007"/>
                <a:gd name="connsiteY4-130" fmla="*/ 2252398 h 2252398"/>
                <a:gd name="connsiteX5-131" fmla="*/ 3169875 w 4358007"/>
                <a:gd name="connsiteY5-132" fmla="*/ 1498039 h 2252398"/>
                <a:gd name="connsiteX6-133" fmla="*/ 3445881 w 4358007"/>
                <a:gd name="connsiteY6-134" fmla="*/ 1498039 h 2252398"/>
                <a:gd name="connsiteX7-135" fmla="*/ 1535436 w 4358007"/>
                <a:gd name="connsiteY7-136" fmla="*/ 463531 h 2252398"/>
                <a:gd name="connsiteX8-137" fmla="*/ 25655 w 4358007"/>
                <a:gd name="connsiteY8-138" fmla="*/ 2067046 h 2252398"/>
                <a:gd name="connsiteX9-139" fmla="*/ 0 w 4358007"/>
                <a:gd name="connsiteY9-140" fmla="*/ 2079403 h 2252398"/>
              </a:gdLst>
              <a:ahLst/>
              <a:cxnLst>
                <a:cxn ang="0">
                  <a:pos x="connsiteX0-1" y="connsiteY0-2"/>
                </a:cxn>
                <a:cxn ang="0">
                  <a:pos x="connsiteX1-3" y="connsiteY1-4"/>
                </a:cxn>
                <a:cxn ang="0">
                  <a:pos x="connsiteX2-5" y="connsiteY2-6"/>
                </a:cxn>
                <a:cxn ang="0">
                  <a:pos x="connsiteX3-7" y="connsiteY3-8"/>
                </a:cxn>
                <a:cxn ang="0">
                  <a:pos x="connsiteX4-9" y="connsiteY4-10"/>
                </a:cxn>
                <a:cxn ang="0">
                  <a:pos x="connsiteX5-11" y="connsiteY5-12"/>
                </a:cxn>
                <a:cxn ang="0">
                  <a:pos x="connsiteX6-13" y="connsiteY6-14"/>
                </a:cxn>
                <a:cxn ang="0">
                  <a:pos x="connsiteX7-15" y="connsiteY7-16"/>
                </a:cxn>
                <a:cxn ang="0">
                  <a:pos x="connsiteX8-17" y="connsiteY8-18"/>
                </a:cxn>
                <a:cxn ang="0">
                  <a:pos x="connsiteX9-19" y="connsiteY9-20"/>
                </a:cxn>
              </a:cxnLst>
              <a:rect l="l" t="t" r="r" b="b"/>
              <a:pathLst>
                <a:path w="4358007" h="2252398">
                  <a:moveTo>
                    <a:pt x="0" y="2079403"/>
                  </a:moveTo>
                  <a:cubicBezTo>
                    <a:pt x="0" y="1044510"/>
                    <a:pt x="761085" y="167154"/>
                    <a:pt x="1785607" y="21009"/>
                  </a:cubicBezTo>
                  <a:cubicBezTo>
                    <a:pt x="2810128" y="-125136"/>
                    <a:pt x="3786171" y="504424"/>
                    <a:pt x="4075532" y="1498040"/>
                  </a:cubicBezTo>
                  <a:lnTo>
                    <a:pt x="4358007" y="1498039"/>
                  </a:lnTo>
                  <a:lnTo>
                    <a:pt x="3849072" y="2252398"/>
                  </a:lnTo>
                  <a:lnTo>
                    <a:pt x="3169875" y="1498039"/>
                  </a:lnTo>
                  <a:lnTo>
                    <a:pt x="3445881" y="1498039"/>
                  </a:lnTo>
                  <a:cubicBezTo>
                    <a:pt x="3169566" y="848487"/>
                    <a:pt x="2227092" y="322532"/>
                    <a:pt x="1535436" y="463531"/>
                  </a:cubicBezTo>
                  <a:cubicBezTo>
                    <a:pt x="843780" y="604530"/>
                    <a:pt x="25655" y="1361164"/>
                    <a:pt x="25655" y="2067046"/>
                  </a:cubicBezTo>
                  <a:lnTo>
                    <a:pt x="0" y="2079403"/>
                  </a:lnTo>
                  <a:close/>
                </a:path>
              </a:pathLst>
            </a:custGeom>
            <a:gradFill>
              <a:gsLst>
                <a:gs pos="40000">
                  <a:schemeClr val="accent2">
                    <a:lumMod val="40000"/>
                    <a:lumOff val="60000"/>
                  </a:schemeClr>
                </a:gs>
                <a:gs pos="0">
                  <a:schemeClr val="accent2">
                    <a:lumMod val="75000"/>
                  </a:schemeClr>
                </a:gs>
                <a:gs pos="100000">
                  <a:schemeClr val="accent2"/>
                </a:gs>
              </a:gsLst>
              <a:lin ang="0" scaled="1"/>
            </a:gradFill>
            <a:ln w="6350">
              <a:noFill/>
            </a:ln>
            <a:effectLst/>
            <a:scene3d>
              <a:camera prst="orthographicFront">
                <a:rot lat="0" lon="0" rev="0"/>
              </a:camera>
              <a:lightRig rig="contrasting" dir="t">
                <a:rot lat="0" lon="0" rev="1500000"/>
              </a:lightRig>
            </a:scene3d>
            <a:sp3d prstMaterial="metal">
              <a:bevelT w="88900" h="88900"/>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sz="1350">
                <a:solidFill>
                  <a:schemeClr val="tx1"/>
                </a:solidFill>
                <a:latin typeface="+mn-ea"/>
              </a:endParaRPr>
            </a:p>
          </p:txBody>
        </p:sp>
        <p:sp>
          <p:nvSpPr>
            <p:cNvPr id="12" name="MH_Other_3"/>
            <p:cNvSpPr/>
            <p:nvPr>
              <p:custDataLst>
                <p:tags r:id="rId4"/>
              </p:custDataLst>
            </p:nvPr>
          </p:nvSpPr>
          <p:spPr>
            <a:xfrm rot="14847505" flipV="1">
              <a:off x="3091614" y="2746901"/>
              <a:ext cx="3340388" cy="2442932"/>
            </a:xfrm>
            <a:custGeom>
              <a:avLst/>
              <a:gdLst>
                <a:gd name="connsiteX0" fmla="*/ 297033 w 4752528"/>
                <a:gd name="connsiteY0" fmla="*/ 2376264 h 4752528"/>
                <a:gd name="connsiteX1" fmla="*/ 2082640 w 4752528"/>
                <a:gd name="connsiteY1" fmla="*/ 317870 h 4752528"/>
                <a:gd name="connsiteX2" fmla="*/ 4372565 w 4752528"/>
                <a:gd name="connsiteY2" fmla="*/ 1794901 h 4752528"/>
                <a:gd name="connsiteX3" fmla="*/ 4655040 w 4752528"/>
                <a:gd name="connsiteY3" fmla="*/ 1794900 h 4752528"/>
                <a:gd name="connsiteX4" fmla="*/ 4158462 w 4752528"/>
                <a:gd name="connsiteY4" fmla="*/ 2376264 h 4752528"/>
                <a:gd name="connsiteX5" fmla="*/ 3466908 w 4752528"/>
                <a:gd name="connsiteY5" fmla="*/ 1794900 h 4752528"/>
                <a:gd name="connsiteX6" fmla="*/ 3742914 w 4752528"/>
                <a:gd name="connsiteY6" fmla="*/ 1794900 h 4752528"/>
                <a:gd name="connsiteX7" fmla="*/ 2079604 w 4752528"/>
                <a:gd name="connsiteY7" fmla="*/ 921029 h 4752528"/>
                <a:gd name="connsiteX8" fmla="*/ 891099 w 4752528"/>
                <a:gd name="connsiteY8" fmla="*/ 2376264 h 4752528"/>
                <a:gd name="connsiteX9" fmla="*/ 297033 w 4752528"/>
                <a:gd name="connsiteY9" fmla="*/ 2376264 h 4752528"/>
                <a:gd name="connsiteX0-1" fmla="*/ 0 w 4358007"/>
                <a:gd name="connsiteY0-2" fmla="*/ 2079403 h 2079403"/>
                <a:gd name="connsiteX1-3" fmla="*/ 1785607 w 4358007"/>
                <a:gd name="connsiteY1-4" fmla="*/ 21009 h 2079403"/>
                <a:gd name="connsiteX2-5" fmla="*/ 4075532 w 4358007"/>
                <a:gd name="connsiteY2-6" fmla="*/ 1498040 h 2079403"/>
                <a:gd name="connsiteX3-7" fmla="*/ 4358007 w 4358007"/>
                <a:gd name="connsiteY3-8" fmla="*/ 1498039 h 2079403"/>
                <a:gd name="connsiteX4-9" fmla="*/ 3861429 w 4358007"/>
                <a:gd name="connsiteY4-10" fmla="*/ 2079403 h 2079403"/>
                <a:gd name="connsiteX5-11" fmla="*/ 3169875 w 4358007"/>
                <a:gd name="connsiteY5-12" fmla="*/ 1498039 h 2079403"/>
                <a:gd name="connsiteX6-13" fmla="*/ 3445881 w 4358007"/>
                <a:gd name="connsiteY6-14" fmla="*/ 1498039 h 2079403"/>
                <a:gd name="connsiteX7-15" fmla="*/ 1782571 w 4358007"/>
                <a:gd name="connsiteY7-16" fmla="*/ 624168 h 2079403"/>
                <a:gd name="connsiteX8-17" fmla="*/ 62726 w 4358007"/>
                <a:gd name="connsiteY8-18" fmla="*/ 2079403 h 2079403"/>
                <a:gd name="connsiteX9-19" fmla="*/ 0 w 4358007"/>
                <a:gd name="connsiteY9-20" fmla="*/ 2079403 h 2079403"/>
                <a:gd name="connsiteX0-21" fmla="*/ 0 w 4358007"/>
                <a:gd name="connsiteY0-22" fmla="*/ 2079403 h 2079403"/>
                <a:gd name="connsiteX1-23" fmla="*/ 1785607 w 4358007"/>
                <a:gd name="connsiteY1-24" fmla="*/ 21009 h 2079403"/>
                <a:gd name="connsiteX2-25" fmla="*/ 4075532 w 4358007"/>
                <a:gd name="connsiteY2-26" fmla="*/ 1498040 h 2079403"/>
                <a:gd name="connsiteX3-27" fmla="*/ 4358007 w 4358007"/>
                <a:gd name="connsiteY3-28" fmla="*/ 1498039 h 2079403"/>
                <a:gd name="connsiteX4-29" fmla="*/ 3861429 w 4358007"/>
                <a:gd name="connsiteY4-30" fmla="*/ 2079403 h 2079403"/>
                <a:gd name="connsiteX5-31" fmla="*/ 3169875 w 4358007"/>
                <a:gd name="connsiteY5-32" fmla="*/ 1498039 h 2079403"/>
                <a:gd name="connsiteX6-33" fmla="*/ 3445881 w 4358007"/>
                <a:gd name="connsiteY6-34" fmla="*/ 1498039 h 2079403"/>
                <a:gd name="connsiteX7-35" fmla="*/ 1782571 w 4358007"/>
                <a:gd name="connsiteY7-36" fmla="*/ 624168 h 2079403"/>
                <a:gd name="connsiteX8-37" fmla="*/ 25655 w 4358007"/>
                <a:gd name="connsiteY8-38" fmla="*/ 2067046 h 2079403"/>
                <a:gd name="connsiteX9-39" fmla="*/ 0 w 4358007"/>
                <a:gd name="connsiteY9-40" fmla="*/ 2079403 h 2079403"/>
                <a:gd name="connsiteX0-41" fmla="*/ 0 w 4358007"/>
                <a:gd name="connsiteY0-42" fmla="*/ 2079403 h 2079403"/>
                <a:gd name="connsiteX1-43" fmla="*/ 1785607 w 4358007"/>
                <a:gd name="connsiteY1-44" fmla="*/ 21009 h 2079403"/>
                <a:gd name="connsiteX2-45" fmla="*/ 4075532 w 4358007"/>
                <a:gd name="connsiteY2-46" fmla="*/ 1498040 h 2079403"/>
                <a:gd name="connsiteX3-47" fmla="*/ 4358007 w 4358007"/>
                <a:gd name="connsiteY3-48" fmla="*/ 1498039 h 2079403"/>
                <a:gd name="connsiteX4-49" fmla="*/ 3861429 w 4358007"/>
                <a:gd name="connsiteY4-50" fmla="*/ 2079403 h 2079403"/>
                <a:gd name="connsiteX5-51" fmla="*/ 3169875 w 4358007"/>
                <a:gd name="connsiteY5-52" fmla="*/ 1498039 h 2079403"/>
                <a:gd name="connsiteX6-53" fmla="*/ 3445881 w 4358007"/>
                <a:gd name="connsiteY6-54" fmla="*/ 1498039 h 2079403"/>
                <a:gd name="connsiteX7-55" fmla="*/ 1782571 w 4358007"/>
                <a:gd name="connsiteY7-56" fmla="*/ 624168 h 2079403"/>
                <a:gd name="connsiteX8-57" fmla="*/ 25655 w 4358007"/>
                <a:gd name="connsiteY8-58" fmla="*/ 2067046 h 2079403"/>
                <a:gd name="connsiteX9-59" fmla="*/ 0 w 4358007"/>
                <a:gd name="connsiteY9-60" fmla="*/ 2079403 h 2079403"/>
                <a:gd name="connsiteX0-61" fmla="*/ 0 w 4358007"/>
                <a:gd name="connsiteY0-62" fmla="*/ 2079403 h 2079403"/>
                <a:gd name="connsiteX1-63" fmla="*/ 1785607 w 4358007"/>
                <a:gd name="connsiteY1-64" fmla="*/ 21009 h 2079403"/>
                <a:gd name="connsiteX2-65" fmla="*/ 4075532 w 4358007"/>
                <a:gd name="connsiteY2-66" fmla="*/ 1498040 h 2079403"/>
                <a:gd name="connsiteX3-67" fmla="*/ 4358007 w 4358007"/>
                <a:gd name="connsiteY3-68" fmla="*/ 1498039 h 2079403"/>
                <a:gd name="connsiteX4-69" fmla="*/ 3861429 w 4358007"/>
                <a:gd name="connsiteY4-70" fmla="*/ 2079403 h 2079403"/>
                <a:gd name="connsiteX5-71" fmla="*/ 3169875 w 4358007"/>
                <a:gd name="connsiteY5-72" fmla="*/ 1498039 h 2079403"/>
                <a:gd name="connsiteX6-73" fmla="*/ 3445881 w 4358007"/>
                <a:gd name="connsiteY6-74" fmla="*/ 1498039 h 2079403"/>
                <a:gd name="connsiteX7-75" fmla="*/ 1819641 w 4358007"/>
                <a:gd name="connsiteY7-76" fmla="*/ 339962 h 2079403"/>
                <a:gd name="connsiteX8-77" fmla="*/ 25655 w 4358007"/>
                <a:gd name="connsiteY8-78" fmla="*/ 2067046 h 2079403"/>
                <a:gd name="connsiteX9-79" fmla="*/ 0 w 4358007"/>
                <a:gd name="connsiteY9-80" fmla="*/ 2079403 h 2079403"/>
                <a:gd name="connsiteX0-81" fmla="*/ 0 w 4358007"/>
                <a:gd name="connsiteY0-82" fmla="*/ 2079403 h 2079403"/>
                <a:gd name="connsiteX1-83" fmla="*/ 1785607 w 4358007"/>
                <a:gd name="connsiteY1-84" fmla="*/ 21009 h 2079403"/>
                <a:gd name="connsiteX2-85" fmla="*/ 4075532 w 4358007"/>
                <a:gd name="connsiteY2-86" fmla="*/ 1498040 h 2079403"/>
                <a:gd name="connsiteX3-87" fmla="*/ 4358007 w 4358007"/>
                <a:gd name="connsiteY3-88" fmla="*/ 1498039 h 2079403"/>
                <a:gd name="connsiteX4-89" fmla="*/ 3861429 w 4358007"/>
                <a:gd name="connsiteY4-90" fmla="*/ 2079403 h 2079403"/>
                <a:gd name="connsiteX5-91" fmla="*/ 3169875 w 4358007"/>
                <a:gd name="connsiteY5-92" fmla="*/ 1498039 h 2079403"/>
                <a:gd name="connsiteX6-93" fmla="*/ 3445881 w 4358007"/>
                <a:gd name="connsiteY6-94" fmla="*/ 1498039 h 2079403"/>
                <a:gd name="connsiteX7-95" fmla="*/ 1770214 w 4358007"/>
                <a:gd name="connsiteY7-96" fmla="*/ 525314 h 2079403"/>
                <a:gd name="connsiteX8-97" fmla="*/ 25655 w 4358007"/>
                <a:gd name="connsiteY8-98" fmla="*/ 2067046 h 2079403"/>
                <a:gd name="connsiteX9-99" fmla="*/ 0 w 4358007"/>
                <a:gd name="connsiteY9-100" fmla="*/ 2079403 h 2079403"/>
                <a:gd name="connsiteX0-101" fmla="*/ 0 w 4358007"/>
                <a:gd name="connsiteY0-102" fmla="*/ 2079403 h 2079403"/>
                <a:gd name="connsiteX1-103" fmla="*/ 1785607 w 4358007"/>
                <a:gd name="connsiteY1-104" fmla="*/ 21009 h 2079403"/>
                <a:gd name="connsiteX2-105" fmla="*/ 4075532 w 4358007"/>
                <a:gd name="connsiteY2-106" fmla="*/ 1498040 h 2079403"/>
                <a:gd name="connsiteX3-107" fmla="*/ 4358007 w 4358007"/>
                <a:gd name="connsiteY3-108" fmla="*/ 1498039 h 2079403"/>
                <a:gd name="connsiteX4-109" fmla="*/ 3861429 w 4358007"/>
                <a:gd name="connsiteY4-110" fmla="*/ 2079403 h 2079403"/>
                <a:gd name="connsiteX5-111" fmla="*/ 3169875 w 4358007"/>
                <a:gd name="connsiteY5-112" fmla="*/ 1498039 h 2079403"/>
                <a:gd name="connsiteX6-113" fmla="*/ 3445881 w 4358007"/>
                <a:gd name="connsiteY6-114" fmla="*/ 1498039 h 2079403"/>
                <a:gd name="connsiteX7-115" fmla="*/ 1535436 w 4358007"/>
                <a:gd name="connsiteY7-116" fmla="*/ 463531 h 2079403"/>
                <a:gd name="connsiteX8-117" fmla="*/ 25655 w 4358007"/>
                <a:gd name="connsiteY8-118" fmla="*/ 2067046 h 2079403"/>
                <a:gd name="connsiteX9-119" fmla="*/ 0 w 4358007"/>
                <a:gd name="connsiteY9-120" fmla="*/ 2079403 h 2079403"/>
                <a:gd name="connsiteX0-121" fmla="*/ 0 w 4358007"/>
                <a:gd name="connsiteY0-122" fmla="*/ 2079403 h 2252398"/>
                <a:gd name="connsiteX1-123" fmla="*/ 1785607 w 4358007"/>
                <a:gd name="connsiteY1-124" fmla="*/ 21009 h 2252398"/>
                <a:gd name="connsiteX2-125" fmla="*/ 4075532 w 4358007"/>
                <a:gd name="connsiteY2-126" fmla="*/ 1498040 h 2252398"/>
                <a:gd name="connsiteX3-127" fmla="*/ 4358007 w 4358007"/>
                <a:gd name="connsiteY3-128" fmla="*/ 1498039 h 2252398"/>
                <a:gd name="connsiteX4-129" fmla="*/ 3849072 w 4358007"/>
                <a:gd name="connsiteY4-130" fmla="*/ 2252398 h 2252398"/>
                <a:gd name="connsiteX5-131" fmla="*/ 3169875 w 4358007"/>
                <a:gd name="connsiteY5-132" fmla="*/ 1498039 h 2252398"/>
                <a:gd name="connsiteX6-133" fmla="*/ 3445881 w 4358007"/>
                <a:gd name="connsiteY6-134" fmla="*/ 1498039 h 2252398"/>
                <a:gd name="connsiteX7-135" fmla="*/ 1535436 w 4358007"/>
                <a:gd name="connsiteY7-136" fmla="*/ 463531 h 2252398"/>
                <a:gd name="connsiteX8-137" fmla="*/ 25655 w 4358007"/>
                <a:gd name="connsiteY8-138" fmla="*/ 2067046 h 2252398"/>
                <a:gd name="connsiteX9-139" fmla="*/ 0 w 4358007"/>
                <a:gd name="connsiteY9-140" fmla="*/ 2079403 h 2252398"/>
                <a:gd name="connsiteX0-141" fmla="*/ 0 w 4358007"/>
                <a:gd name="connsiteY0-142" fmla="*/ 2079403 h 2386491"/>
                <a:gd name="connsiteX1-143" fmla="*/ 1785607 w 4358007"/>
                <a:gd name="connsiteY1-144" fmla="*/ 21009 h 2386491"/>
                <a:gd name="connsiteX2-145" fmla="*/ 4075532 w 4358007"/>
                <a:gd name="connsiteY2-146" fmla="*/ 1498040 h 2386491"/>
                <a:gd name="connsiteX3-147" fmla="*/ 4358007 w 4358007"/>
                <a:gd name="connsiteY3-148" fmla="*/ 1498039 h 2386491"/>
                <a:gd name="connsiteX4-149" fmla="*/ 3782879 w 4358007"/>
                <a:gd name="connsiteY4-150" fmla="*/ 2386491 h 2386491"/>
                <a:gd name="connsiteX5-151" fmla="*/ 3169875 w 4358007"/>
                <a:gd name="connsiteY5-152" fmla="*/ 1498039 h 2386491"/>
                <a:gd name="connsiteX6-153" fmla="*/ 3445881 w 4358007"/>
                <a:gd name="connsiteY6-154" fmla="*/ 1498039 h 2386491"/>
                <a:gd name="connsiteX7-155" fmla="*/ 1535436 w 4358007"/>
                <a:gd name="connsiteY7-156" fmla="*/ 463531 h 2386491"/>
                <a:gd name="connsiteX8-157" fmla="*/ 25655 w 4358007"/>
                <a:gd name="connsiteY8-158" fmla="*/ 2067046 h 2386491"/>
                <a:gd name="connsiteX9-159" fmla="*/ 0 w 4358007"/>
                <a:gd name="connsiteY9-160" fmla="*/ 2079403 h 2386491"/>
                <a:gd name="connsiteX0-161" fmla="*/ 0 w 4401150"/>
                <a:gd name="connsiteY0-162" fmla="*/ 2079403 h 2386491"/>
                <a:gd name="connsiteX1-163" fmla="*/ 1785607 w 4401150"/>
                <a:gd name="connsiteY1-164" fmla="*/ 21009 h 2386491"/>
                <a:gd name="connsiteX2-165" fmla="*/ 4075532 w 4401150"/>
                <a:gd name="connsiteY2-166" fmla="*/ 1498040 h 2386491"/>
                <a:gd name="connsiteX3-167" fmla="*/ 4401150 w 4401150"/>
                <a:gd name="connsiteY3-168" fmla="*/ 1601982 h 2386491"/>
                <a:gd name="connsiteX4-169" fmla="*/ 3782879 w 4401150"/>
                <a:gd name="connsiteY4-170" fmla="*/ 2386491 h 2386491"/>
                <a:gd name="connsiteX5-171" fmla="*/ 3169875 w 4401150"/>
                <a:gd name="connsiteY5-172" fmla="*/ 1498039 h 2386491"/>
                <a:gd name="connsiteX6-173" fmla="*/ 3445881 w 4401150"/>
                <a:gd name="connsiteY6-174" fmla="*/ 1498039 h 2386491"/>
                <a:gd name="connsiteX7-175" fmla="*/ 1535436 w 4401150"/>
                <a:gd name="connsiteY7-176" fmla="*/ 463531 h 2386491"/>
                <a:gd name="connsiteX8-177" fmla="*/ 25655 w 4401150"/>
                <a:gd name="connsiteY8-178" fmla="*/ 2067046 h 2386491"/>
                <a:gd name="connsiteX9-179" fmla="*/ 0 w 4401150"/>
                <a:gd name="connsiteY9-180" fmla="*/ 2079403 h 2386491"/>
                <a:gd name="connsiteX0-181" fmla="*/ 0 w 4401150"/>
                <a:gd name="connsiteY0-182" fmla="*/ 2063451 h 2370539"/>
                <a:gd name="connsiteX1-183" fmla="*/ 1785607 w 4401150"/>
                <a:gd name="connsiteY1-184" fmla="*/ 5057 h 2370539"/>
                <a:gd name="connsiteX2-185" fmla="*/ 4046111 w 4401150"/>
                <a:gd name="connsiteY2-186" fmla="*/ 1631382 h 2370539"/>
                <a:gd name="connsiteX3-187" fmla="*/ 4401150 w 4401150"/>
                <a:gd name="connsiteY3-188" fmla="*/ 1586030 h 2370539"/>
                <a:gd name="connsiteX4-189" fmla="*/ 3782879 w 4401150"/>
                <a:gd name="connsiteY4-190" fmla="*/ 2370539 h 2370539"/>
                <a:gd name="connsiteX5-191" fmla="*/ 3169875 w 4401150"/>
                <a:gd name="connsiteY5-192" fmla="*/ 1482087 h 2370539"/>
                <a:gd name="connsiteX6-193" fmla="*/ 3445881 w 4401150"/>
                <a:gd name="connsiteY6-194" fmla="*/ 1482087 h 2370539"/>
                <a:gd name="connsiteX7-195" fmla="*/ 1535436 w 4401150"/>
                <a:gd name="connsiteY7-196" fmla="*/ 447579 h 2370539"/>
                <a:gd name="connsiteX8-197" fmla="*/ 25655 w 4401150"/>
                <a:gd name="connsiteY8-198" fmla="*/ 2051094 h 2370539"/>
                <a:gd name="connsiteX9-199" fmla="*/ 0 w 4401150"/>
                <a:gd name="connsiteY9-200" fmla="*/ 2063451 h 2370539"/>
                <a:gd name="connsiteX0-201" fmla="*/ 0 w 4401150"/>
                <a:gd name="connsiteY0-202" fmla="*/ 2063451 h 2370539"/>
                <a:gd name="connsiteX1-203" fmla="*/ 1785607 w 4401150"/>
                <a:gd name="connsiteY1-204" fmla="*/ 5057 h 2370539"/>
                <a:gd name="connsiteX2-205" fmla="*/ 4046111 w 4401150"/>
                <a:gd name="connsiteY2-206" fmla="*/ 1631382 h 2370539"/>
                <a:gd name="connsiteX3-207" fmla="*/ 4401150 w 4401150"/>
                <a:gd name="connsiteY3-208" fmla="*/ 1586030 h 2370539"/>
                <a:gd name="connsiteX4-209" fmla="*/ 3782879 w 4401150"/>
                <a:gd name="connsiteY4-210" fmla="*/ 2370539 h 2370539"/>
                <a:gd name="connsiteX5-211" fmla="*/ 3186053 w 4401150"/>
                <a:gd name="connsiteY5-212" fmla="*/ 1521066 h 2370539"/>
                <a:gd name="connsiteX6-213" fmla="*/ 3445881 w 4401150"/>
                <a:gd name="connsiteY6-214" fmla="*/ 1482087 h 2370539"/>
                <a:gd name="connsiteX7-215" fmla="*/ 1535436 w 4401150"/>
                <a:gd name="connsiteY7-216" fmla="*/ 447579 h 2370539"/>
                <a:gd name="connsiteX8-217" fmla="*/ 25655 w 4401150"/>
                <a:gd name="connsiteY8-218" fmla="*/ 2051094 h 2370539"/>
                <a:gd name="connsiteX9-219" fmla="*/ 0 w 4401150"/>
                <a:gd name="connsiteY9-220" fmla="*/ 2063451 h 2370539"/>
                <a:gd name="connsiteX0-221" fmla="*/ 0 w 4401150"/>
                <a:gd name="connsiteY0-222" fmla="*/ 2063451 h 2444082"/>
                <a:gd name="connsiteX1-223" fmla="*/ 1785607 w 4401150"/>
                <a:gd name="connsiteY1-224" fmla="*/ 5057 h 2444082"/>
                <a:gd name="connsiteX2-225" fmla="*/ 4046111 w 4401150"/>
                <a:gd name="connsiteY2-226" fmla="*/ 1631382 h 2444082"/>
                <a:gd name="connsiteX3-227" fmla="*/ 4401150 w 4401150"/>
                <a:gd name="connsiteY3-228" fmla="*/ 1586030 h 2444082"/>
                <a:gd name="connsiteX4-229" fmla="*/ 3752478 w 4401150"/>
                <a:gd name="connsiteY4-230" fmla="*/ 2444082 h 2444082"/>
                <a:gd name="connsiteX5-231" fmla="*/ 3186053 w 4401150"/>
                <a:gd name="connsiteY5-232" fmla="*/ 1521066 h 2444082"/>
                <a:gd name="connsiteX6-233" fmla="*/ 3445881 w 4401150"/>
                <a:gd name="connsiteY6-234" fmla="*/ 1482087 h 2444082"/>
                <a:gd name="connsiteX7-235" fmla="*/ 1535436 w 4401150"/>
                <a:gd name="connsiteY7-236" fmla="*/ 447579 h 2444082"/>
                <a:gd name="connsiteX8-237" fmla="*/ 25655 w 4401150"/>
                <a:gd name="connsiteY8-238" fmla="*/ 2051094 h 2444082"/>
                <a:gd name="connsiteX9-239" fmla="*/ 0 w 4401150"/>
                <a:gd name="connsiteY9-240" fmla="*/ 2063451 h 2444082"/>
                <a:gd name="connsiteX0-241" fmla="*/ 0 w 4401150"/>
                <a:gd name="connsiteY0-242" fmla="*/ 2063451 h 2444082"/>
                <a:gd name="connsiteX1-243" fmla="*/ 1785607 w 4401150"/>
                <a:gd name="connsiteY1-244" fmla="*/ 5057 h 2444082"/>
                <a:gd name="connsiteX2-245" fmla="*/ 4046111 w 4401150"/>
                <a:gd name="connsiteY2-246" fmla="*/ 1631382 h 2444082"/>
                <a:gd name="connsiteX3-247" fmla="*/ 4401150 w 4401150"/>
                <a:gd name="connsiteY3-248" fmla="*/ 1586030 h 2444082"/>
                <a:gd name="connsiteX4-249" fmla="*/ 3752478 w 4401150"/>
                <a:gd name="connsiteY4-250" fmla="*/ 2444082 h 2444082"/>
                <a:gd name="connsiteX5-251" fmla="*/ 3186053 w 4401150"/>
                <a:gd name="connsiteY5-252" fmla="*/ 1521066 h 2444082"/>
                <a:gd name="connsiteX6-253" fmla="*/ 3445881 w 4401150"/>
                <a:gd name="connsiteY6-254" fmla="*/ 1482087 h 2444082"/>
                <a:gd name="connsiteX7-255" fmla="*/ 1535436 w 4401150"/>
                <a:gd name="connsiteY7-256" fmla="*/ 447579 h 2444082"/>
                <a:gd name="connsiteX8-257" fmla="*/ 25655 w 4401150"/>
                <a:gd name="connsiteY8-258" fmla="*/ 2051094 h 2444082"/>
                <a:gd name="connsiteX9-259" fmla="*/ 0 w 4401150"/>
                <a:gd name="connsiteY9-260" fmla="*/ 2063451 h 2444082"/>
                <a:gd name="connsiteX0-261" fmla="*/ 0 w 4401150"/>
                <a:gd name="connsiteY0-262" fmla="*/ 2063451 h 2444082"/>
                <a:gd name="connsiteX1-263" fmla="*/ 1785607 w 4401150"/>
                <a:gd name="connsiteY1-264" fmla="*/ 5057 h 2444082"/>
                <a:gd name="connsiteX2-265" fmla="*/ 4046111 w 4401150"/>
                <a:gd name="connsiteY2-266" fmla="*/ 1631382 h 2444082"/>
                <a:gd name="connsiteX3-267" fmla="*/ 4401150 w 4401150"/>
                <a:gd name="connsiteY3-268" fmla="*/ 1586030 h 2444082"/>
                <a:gd name="connsiteX4-269" fmla="*/ 3752478 w 4401150"/>
                <a:gd name="connsiteY4-270" fmla="*/ 2444082 h 2444082"/>
                <a:gd name="connsiteX5-271" fmla="*/ 3115695 w 4401150"/>
                <a:gd name="connsiteY5-272" fmla="*/ 1535038 h 2444082"/>
                <a:gd name="connsiteX6-273" fmla="*/ 3445881 w 4401150"/>
                <a:gd name="connsiteY6-274" fmla="*/ 1482087 h 2444082"/>
                <a:gd name="connsiteX7-275" fmla="*/ 1535436 w 4401150"/>
                <a:gd name="connsiteY7-276" fmla="*/ 447579 h 2444082"/>
                <a:gd name="connsiteX8-277" fmla="*/ 25655 w 4401150"/>
                <a:gd name="connsiteY8-278" fmla="*/ 2051094 h 2444082"/>
                <a:gd name="connsiteX9-279" fmla="*/ 0 w 4401150"/>
                <a:gd name="connsiteY9-280" fmla="*/ 2063451 h 2444082"/>
                <a:gd name="connsiteX0-281" fmla="*/ 0 w 4401150"/>
                <a:gd name="connsiteY0-282" fmla="*/ 2071635 h 2452266"/>
                <a:gd name="connsiteX1-283" fmla="*/ 1785607 w 4401150"/>
                <a:gd name="connsiteY1-284" fmla="*/ 13241 h 2452266"/>
                <a:gd name="connsiteX2-285" fmla="*/ 4046111 w 4401150"/>
                <a:gd name="connsiteY2-286" fmla="*/ 1639566 h 2452266"/>
                <a:gd name="connsiteX3-287" fmla="*/ 4401150 w 4401150"/>
                <a:gd name="connsiteY3-288" fmla="*/ 1594214 h 2452266"/>
                <a:gd name="connsiteX4-289" fmla="*/ 3752478 w 4401150"/>
                <a:gd name="connsiteY4-290" fmla="*/ 2452266 h 2452266"/>
                <a:gd name="connsiteX5-291" fmla="*/ 3115695 w 4401150"/>
                <a:gd name="connsiteY5-292" fmla="*/ 1543222 h 2452266"/>
                <a:gd name="connsiteX6-293" fmla="*/ 3445881 w 4401150"/>
                <a:gd name="connsiteY6-294" fmla="*/ 1490271 h 2452266"/>
                <a:gd name="connsiteX7-295" fmla="*/ 1535436 w 4401150"/>
                <a:gd name="connsiteY7-296" fmla="*/ 455763 h 2452266"/>
                <a:gd name="connsiteX8-297" fmla="*/ 25655 w 4401150"/>
                <a:gd name="connsiteY8-298" fmla="*/ 2059278 h 2452266"/>
                <a:gd name="connsiteX9-299" fmla="*/ 0 w 4401150"/>
                <a:gd name="connsiteY9-300" fmla="*/ 2071635 h 2452266"/>
                <a:gd name="connsiteX0-301" fmla="*/ 0 w 4444293"/>
                <a:gd name="connsiteY0-302" fmla="*/ 1963235 h 2447810"/>
                <a:gd name="connsiteX1-303" fmla="*/ 1828750 w 4444293"/>
                <a:gd name="connsiteY1-304" fmla="*/ 8785 h 2447810"/>
                <a:gd name="connsiteX2-305" fmla="*/ 4089254 w 4444293"/>
                <a:gd name="connsiteY2-306" fmla="*/ 1635110 h 2447810"/>
                <a:gd name="connsiteX3-307" fmla="*/ 4444293 w 4444293"/>
                <a:gd name="connsiteY3-308" fmla="*/ 1589758 h 2447810"/>
                <a:gd name="connsiteX4-309" fmla="*/ 3795621 w 4444293"/>
                <a:gd name="connsiteY4-310" fmla="*/ 2447810 h 2447810"/>
                <a:gd name="connsiteX5-311" fmla="*/ 3158838 w 4444293"/>
                <a:gd name="connsiteY5-312" fmla="*/ 1538766 h 2447810"/>
                <a:gd name="connsiteX6-313" fmla="*/ 3489024 w 4444293"/>
                <a:gd name="connsiteY6-314" fmla="*/ 1485815 h 2447810"/>
                <a:gd name="connsiteX7-315" fmla="*/ 1578579 w 4444293"/>
                <a:gd name="connsiteY7-316" fmla="*/ 451307 h 2447810"/>
                <a:gd name="connsiteX8-317" fmla="*/ 68798 w 4444293"/>
                <a:gd name="connsiteY8-318" fmla="*/ 2054822 h 2447810"/>
                <a:gd name="connsiteX9-319" fmla="*/ 0 w 4444293"/>
                <a:gd name="connsiteY9-320" fmla="*/ 1963235 h 2447810"/>
                <a:gd name="connsiteX0-321" fmla="*/ 0 w 4444293"/>
                <a:gd name="connsiteY0-322" fmla="*/ 1963235 h 2447810"/>
                <a:gd name="connsiteX1-323" fmla="*/ 1828750 w 4444293"/>
                <a:gd name="connsiteY1-324" fmla="*/ 8785 h 2447810"/>
                <a:gd name="connsiteX2-325" fmla="*/ 4089254 w 4444293"/>
                <a:gd name="connsiteY2-326" fmla="*/ 1635110 h 2447810"/>
                <a:gd name="connsiteX3-327" fmla="*/ 4444293 w 4444293"/>
                <a:gd name="connsiteY3-328" fmla="*/ 1589758 h 2447810"/>
                <a:gd name="connsiteX4-329" fmla="*/ 3795621 w 4444293"/>
                <a:gd name="connsiteY4-330" fmla="*/ 2447810 h 2447810"/>
                <a:gd name="connsiteX5-331" fmla="*/ 3158838 w 4444293"/>
                <a:gd name="connsiteY5-332" fmla="*/ 1538766 h 2447810"/>
                <a:gd name="connsiteX6-333" fmla="*/ 3489024 w 4444293"/>
                <a:gd name="connsiteY6-334" fmla="*/ 1485815 h 2447810"/>
                <a:gd name="connsiteX7-335" fmla="*/ 1578579 w 4444293"/>
                <a:gd name="connsiteY7-336" fmla="*/ 451307 h 2447810"/>
                <a:gd name="connsiteX8-337" fmla="*/ 21240 w 4444293"/>
                <a:gd name="connsiteY8-338" fmla="*/ 2013636 h 2447810"/>
                <a:gd name="connsiteX9-339" fmla="*/ 0 w 4444293"/>
                <a:gd name="connsiteY9-340" fmla="*/ 1963235 h 2447810"/>
                <a:gd name="connsiteX0-341" fmla="*/ 0 w 4453850"/>
                <a:gd name="connsiteY0-342" fmla="*/ 1825241 h 2442932"/>
                <a:gd name="connsiteX1-343" fmla="*/ 1838307 w 4453850"/>
                <a:gd name="connsiteY1-344" fmla="*/ 3907 h 2442932"/>
                <a:gd name="connsiteX2-345" fmla="*/ 4098811 w 4453850"/>
                <a:gd name="connsiteY2-346" fmla="*/ 1630232 h 2442932"/>
                <a:gd name="connsiteX3-347" fmla="*/ 4453850 w 4453850"/>
                <a:gd name="connsiteY3-348" fmla="*/ 1584880 h 2442932"/>
                <a:gd name="connsiteX4-349" fmla="*/ 3805178 w 4453850"/>
                <a:gd name="connsiteY4-350" fmla="*/ 2442932 h 2442932"/>
                <a:gd name="connsiteX5-351" fmla="*/ 3168395 w 4453850"/>
                <a:gd name="connsiteY5-352" fmla="*/ 1533888 h 2442932"/>
                <a:gd name="connsiteX6-353" fmla="*/ 3498581 w 4453850"/>
                <a:gd name="connsiteY6-354" fmla="*/ 1480937 h 2442932"/>
                <a:gd name="connsiteX7-355" fmla="*/ 1588136 w 4453850"/>
                <a:gd name="connsiteY7-356" fmla="*/ 446429 h 2442932"/>
                <a:gd name="connsiteX8-357" fmla="*/ 30797 w 4453850"/>
                <a:gd name="connsiteY8-358" fmla="*/ 2008758 h 2442932"/>
                <a:gd name="connsiteX9-359" fmla="*/ 0 w 4453850"/>
                <a:gd name="connsiteY9-360" fmla="*/ 1825241 h 2442932"/>
              </a:gdLst>
              <a:ahLst/>
              <a:cxnLst>
                <a:cxn ang="0">
                  <a:pos x="connsiteX0-1" y="connsiteY0-2"/>
                </a:cxn>
                <a:cxn ang="0">
                  <a:pos x="connsiteX1-3" y="connsiteY1-4"/>
                </a:cxn>
                <a:cxn ang="0">
                  <a:pos x="connsiteX2-5" y="connsiteY2-6"/>
                </a:cxn>
                <a:cxn ang="0">
                  <a:pos x="connsiteX3-7" y="connsiteY3-8"/>
                </a:cxn>
                <a:cxn ang="0">
                  <a:pos x="connsiteX4-9" y="connsiteY4-10"/>
                </a:cxn>
                <a:cxn ang="0">
                  <a:pos x="connsiteX5-11" y="connsiteY5-12"/>
                </a:cxn>
                <a:cxn ang="0">
                  <a:pos x="connsiteX6-13" y="connsiteY6-14"/>
                </a:cxn>
                <a:cxn ang="0">
                  <a:pos x="connsiteX7-15" y="connsiteY7-16"/>
                </a:cxn>
                <a:cxn ang="0">
                  <a:pos x="connsiteX8-17" y="connsiteY8-18"/>
                </a:cxn>
                <a:cxn ang="0">
                  <a:pos x="connsiteX9-19" y="connsiteY9-20"/>
                </a:cxn>
              </a:cxnLst>
              <a:rect l="l" t="t" r="r" b="b"/>
              <a:pathLst>
                <a:path w="4453850" h="2442932">
                  <a:moveTo>
                    <a:pt x="0" y="1825241"/>
                  </a:moveTo>
                  <a:cubicBezTo>
                    <a:pt x="0" y="790348"/>
                    <a:pt x="1155172" y="36408"/>
                    <a:pt x="1838307" y="3907"/>
                  </a:cubicBezTo>
                  <a:cubicBezTo>
                    <a:pt x="2521442" y="-28594"/>
                    <a:pt x="3682478" y="110528"/>
                    <a:pt x="4098811" y="1630232"/>
                  </a:cubicBezTo>
                  <a:lnTo>
                    <a:pt x="4453850" y="1584880"/>
                  </a:lnTo>
                  <a:lnTo>
                    <a:pt x="3805178" y="2442932"/>
                  </a:lnTo>
                  <a:cubicBezTo>
                    <a:pt x="3456541" y="1896972"/>
                    <a:pt x="3357203" y="1841560"/>
                    <a:pt x="3168395" y="1533888"/>
                  </a:cubicBezTo>
                  <a:lnTo>
                    <a:pt x="3498581" y="1480937"/>
                  </a:lnTo>
                  <a:cubicBezTo>
                    <a:pt x="3222266" y="831385"/>
                    <a:pt x="2279792" y="305430"/>
                    <a:pt x="1588136" y="446429"/>
                  </a:cubicBezTo>
                  <a:cubicBezTo>
                    <a:pt x="896480" y="587428"/>
                    <a:pt x="30797" y="1302876"/>
                    <a:pt x="30797" y="2008758"/>
                  </a:cubicBezTo>
                  <a:lnTo>
                    <a:pt x="0" y="1825241"/>
                  </a:lnTo>
                  <a:close/>
                </a:path>
              </a:pathLst>
            </a:custGeom>
            <a:gradFill>
              <a:gsLst>
                <a:gs pos="56000">
                  <a:schemeClr val="tx1">
                    <a:lumMod val="50000"/>
                    <a:lumOff val="50000"/>
                  </a:schemeClr>
                </a:gs>
                <a:gs pos="0">
                  <a:schemeClr val="tx1">
                    <a:lumMod val="95000"/>
                    <a:lumOff val="5000"/>
                  </a:schemeClr>
                </a:gs>
                <a:gs pos="100000">
                  <a:schemeClr val="tx1">
                    <a:lumMod val="95000"/>
                    <a:lumOff val="5000"/>
                  </a:schemeClr>
                </a:gs>
              </a:gsLst>
              <a:lin ang="0" scaled="1"/>
            </a:gradFill>
            <a:ln w="6350">
              <a:noFill/>
            </a:ln>
            <a:scene3d>
              <a:camera prst="orthographicFront"/>
              <a:lightRig rig="flat" dir="t">
                <a:rot lat="0" lon="0" rev="11400000"/>
              </a:lightRig>
            </a:scene3d>
            <a:sp3d extrusionH="1270000" contourW="12700" prstMaterial="softEdge">
              <a:bevelB h="107950"/>
              <a:extrusionClr>
                <a:schemeClr val="accent1">
                  <a:lumMod val="50000"/>
                </a:schemeClr>
              </a:extrusionClr>
              <a:contourClr>
                <a:srgbClr val="FFFFFF"/>
              </a:contourClr>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sz="1350">
                <a:solidFill>
                  <a:schemeClr val="tx1"/>
                </a:solidFill>
                <a:latin typeface="+mn-ea"/>
              </a:endParaRPr>
            </a:p>
          </p:txBody>
        </p:sp>
        <p:sp>
          <p:nvSpPr>
            <p:cNvPr id="13" name="MH_Other_4"/>
            <p:cNvSpPr/>
            <p:nvPr>
              <p:custDataLst>
                <p:tags r:id="rId5"/>
              </p:custDataLst>
            </p:nvPr>
          </p:nvSpPr>
          <p:spPr>
            <a:xfrm rot="14528313" flipV="1">
              <a:off x="3309772" y="2755420"/>
              <a:ext cx="3268505" cy="2252399"/>
            </a:xfrm>
            <a:custGeom>
              <a:avLst/>
              <a:gdLst>
                <a:gd name="connsiteX0" fmla="*/ 297033 w 4752528"/>
                <a:gd name="connsiteY0" fmla="*/ 2376264 h 4752528"/>
                <a:gd name="connsiteX1" fmla="*/ 2082640 w 4752528"/>
                <a:gd name="connsiteY1" fmla="*/ 317870 h 4752528"/>
                <a:gd name="connsiteX2" fmla="*/ 4372565 w 4752528"/>
                <a:gd name="connsiteY2" fmla="*/ 1794901 h 4752528"/>
                <a:gd name="connsiteX3" fmla="*/ 4655040 w 4752528"/>
                <a:gd name="connsiteY3" fmla="*/ 1794900 h 4752528"/>
                <a:gd name="connsiteX4" fmla="*/ 4158462 w 4752528"/>
                <a:gd name="connsiteY4" fmla="*/ 2376264 h 4752528"/>
                <a:gd name="connsiteX5" fmla="*/ 3466908 w 4752528"/>
                <a:gd name="connsiteY5" fmla="*/ 1794900 h 4752528"/>
                <a:gd name="connsiteX6" fmla="*/ 3742914 w 4752528"/>
                <a:gd name="connsiteY6" fmla="*/ 1794900 h 4752528"/>
                <a:gd name="connsiteX7" fmla="*/ 2079604 w 4752528"/>
                <a:gd name="connsiteY7" fmla="*/ 921029 h 4752528"/>
                <a:gd name="connsiteX8" fmla="*/ 891099 w 4752528"/>
                <a:gd name="connsiteY8" fmla="*/ 2376264 h 4752528"/>
                <a:gd name="connsiteX9" fmla="*/ 297033 w 4752528"/>
                <a:gd name="connsiteY9" fmla="*/ 2376264 h 4752528"/>
                <a:gd name="connsiteX0-1" fmla="*/ 0 w 4358007"/>
                <a:gd name="connsiteY0-2" fmla="*/ 2079403 h 2079403"/>
                <a:gd name="connsiteX1-3" fmla="*/ 1785607 w 4358007"/>
                <a:gd name="connsiteY1-4" fmla="*/ 21009 h 2079403"/>
                <a:gd name="connsiteX2-5" fmla="*/ 4075532 w 4358007"/>
                <a:gd name="connsiteY2-6" fmla="*/ 1498040 h 2079403"/>
                <a:gd name="connsiteX3-7" fmla="*/ 4358007 w 4358007"/>
                <a:gd name="connsiteY3-8" fmla="*/ 1498039 h 2079403"/>
                <a:gd name="connsiteX4-9" fmla="*/ 3861429 w 4358007"/>
                <a:gd name="connsiteY4-10" fmla="*/ 2079403 h 2079403"/>
                <a:gd name="connsiteX5-11" fmla="*/ 3169875 w 4358007"/>
                <a:gd name="connsiteY5-12" fmla="*/ 1498039 h 2079403"/>
                <a:gd name="connsiteX6-13" fmla="*/ 3445881 w 4358007"/>
                <a:gd name="connsiteY6-14" fmla="*/ 1498039 h 2079403"/>
                <a:gd name="connsiteX7-15" fmla="*/ 1782571 w 4358007"/>
                <a:gd name="connsiteY7-16" fmla="*/ 624168 h 2079403"/>
                <a:gd name="connsiteX8-17" fmla="*/ 62726 w 4358007"/>
                <a:gd name="connsiteY8-18" fmla="*/ 2079403 h 2079403"/>
                <a:gd name="connsiteX9-19" fmla="*/ 0 w 4358007"/>
                <a:gd name="connsiteY9-20" fmla="*/ 2079403 h 2079403"/>
                <a:gd name="connsiteX0-21" fmla="*/ 0 w 4358007"/>
                <a:gd name="connsiteY0-22" fmla="*/ 2079403 h 2079403"/>
                <a:gd name="connsiteX1-23" fmla="*/ 1785607 w 4358007"/>
                <a:gd name="connsiteY1-24" fmla="*/ 21009 h 2079403"/>
                <a:gd name="connsiteX2-25" fmla="*/ 4075532 w 4358007"/>
                <a:gd name="connsiteY2-26" fmla="*/ 1498040 h 2079403"/>
                <a:gd name="connsiteX3-27" fmla="*/ 4358007 w 4358007"/>
                <a:gd name="connsiteY3-28" fmla="*/ 1498039 h 2079403"/>
                <a:gd name="connsiteX4-29" fmla="*/ 3861429 w 4358007"/>
                <a:gd name="connsiteY4-30" fmla="*/ 2079403 h 2079403"/>
                <a:gd name="connsiteX5-31" fmla="*/ 3169875 w 4358007"/>
                <a:gd name="connsiteY5-32" fmla="*/ 1498039 h 2079403"/>
                <a:gd name="connsiteX6-33" fmla="*/ 3445881 w 4358007"/>
                <a:gd name="connsiteY6-34" fmla="*/ 1498039 h 2079403"/>
                <a:gd name="connsiteX7-35" fmla="*/ 1782571 w 4358007"/>
                <a:gd name="connsiteY7-36" fmla="*/ 624168 h 2079403"/>
                <a:gd name="connsiteX8-37" fmla="*/ 25655 w 4358007"/>
                <a:gd name="connsiteY8-38" fmla="*/ 2067046 h 2079403"/>
                <a:gd name="connsiteX9-39" fmla="*/ 0 w 4358007"/>
                <a:gd name="connsiteY9-40" fmla="*/ 2079403 h 2079403"/>
                <a:gd name="connsiteX0-41" fmla="*/ 0 w 4358007"/>
                <a:gd name="connsiteY0-42" fmla="*/ 2079403 h 2079403"/>
                <a:gd name="connsiteX1-43" fmla="*/ 1785607 w 4358007"/>
                <a:gd name="connsiteY1-44" fmla="*/ 21009 h 2079403"/>
                <a:gd name="connsiteX2-45" fmla="*/ 4075532 w 4358007"/>
                <a:gd name="connsiteY2-46" fmla="*/ 1498040 h 2079403"/>
                <a:gd name="connsiteX3-47" fmla="*/ 4358007 w 4358007"/>
                <a:gd name="connsiteY3-48" fmla="*/ 1498039 h 2079403"/>
                <a:gd name="connsiteX4-49" fmla="*/ 3861429 w 4358007"/>
                <a:gd name="connsiteY4-50" fmla="*/ 2079403 h 2079403"/>
                <a:gd name="connsiteX5-51" fmla="*/ 3169875 w 4358007"/>
                <a:gd name="connsiteY5-52" fmla="*/ 1498039 h 2079403"/>
                <a:gd name="connsiteX6-53" fmla="*/ 3445881 w 4358007"/>
                <a:gd name="connsiteY6-54" fmla="*/ 1498039 h 2079403"/>
                <a:gd name="connsiteX7-55" fmla="*/ 1782571 w 4358007"/>
                <a:gd name="connsiteY7-56" fmla="*/ 624168 h 2079403"/>
                <a:gd name="connsiteX8-57" fmla="*/ 25655 w 4358007"/>
                <a:gd name="connsiteY8-58" fmla="*/ 2067046 h 2079403"/>
                <a:gd name="connsiteX9-59" fmla="*/ 0 w 4358007"/>
                <a:gd name="connsiteY9-60" fmla="*/ 2079403 h 2079403"/>
                <a:gd name="connsiteX0-61" fmla="*/ 0 w 4358007"/>
                <a:gd name="connsiteY0-62" fmla="*/ 2079403 h 2079403"/>
                <a:gd name="connsiteX1-63" fmla="*/ 1785607 w 4358007"/>
                <a:gd name="connsiteY1-64" fmla="*/ 21009 h 2079403"/>
                <a:gd name="connsiteX2-65" fmla="*/ 4075532 w 4358007"/>
                <a:gd name="connsiteY2-66" fmla="*/ 1498040 h 2079403"/>
                <a:gd name="connsiteX3-67" fmla="*/ 4358007 w 4358007"/>
                <a:gd name="connsiteY3-68" fmla="*/ 1498039 h 2079403"/>
                <a:gd name="connsiteX4-69" fmla="*/ 3861429 w 4358007"/>
                <a:gd name="connsiteY4-70" fmla="*/ 2079403 h 2079403"/>
                <a:gd name="connsiteX5-71" fmla="*/ 3169875 w 4358007"/>
                <a:gd name="connsiteY5-72" fmla="*/ 1498039 h 2079403"/>
                <a:gd name="connsiteX6-73" fmla="*/ 3445881 w 4358007"/>
                <a:gd name="connsiteY6-74" fmla="*/ 1498039 h 2079403"/>
                <a:gd name="connsiteX7-75" fmla="*/ 1819641 w 4358007"/>
                <a:gd name="connsiteY7-76" fmla="*/ 339962 h 2079403"/>
                <a:gd name="connsiteX8-77" fmla="*/ 25655 w 4358007"/>
                <a:gd name="connsiteY8-78" fmla="*/ 2067046 h 2079403"/>
                <a:gd name="connsiteX9-79" fmla="*/ 0 w 4358007"/>
                <a:gd name="connsiteY9-80" fmla="*/ 2079403 h 2079403"/>
                <a:gd name="connsiteX0-81" fmla="*/ 0 w 4358007"/>
                <a:gd name="connsiteY0-82" fmla="*/ 2079403 h 2079403"/>
                <a:gd name="connsiteX1-83" fmla="*/ 1785607 w 4358007"/>
                <a:gd name="connsiteY1-84" fmla="*/ 21009 h 2079403"/>
                <a:gd name="connsiteX2-85" fmla="*/ 4075532 w 4358007"/>
                <a:gd name="connsiteY2-86" fmla="*/ 1498040 h 2079403"/>
                <a:gd name="connsiteX3-87" fmla="*/ 4358007 w 4358007"/>
                <a:gd name="connsiteY3-88" fmla="*/ 1498039 h 2079403"/>
                <a:gd name="connsiteX4-89" fmla="*/ 3861429 w 4358007"/>
                <a:gd name="connsiteY4-90" fmla="*/ 2079403 h 2079403"/>
                <a:gd name="connsiteX5-91" fmla="*/ 3169875 w 4358007"/>
                <a:gd name="connsiteY5-92" fmla="*/ 1498039 h 2079403"/>
                <a:gd name="connsiteX6-93" fmla="*/ 3445881 w 4358007"/>
                <a:gd name="connsiteY6-94" fmla="*/ 1498039 h 2079403"/>
                <a:gd name="connsiteX7-95" fmla="*/ 1770214 w 4358007"/>
                <a:gd name="connsiteY7-96" fmla="*/ 525314 h 2079403"/>
                <a:gd name="connsiteX8-97" fmla="*/ 25655 w 4358007"/>
                <a:gd name="connsiteY8-98" fmla="*/ 2067046 h 2079403"/>
                <a:gd name="connsiteX9-99" fmla="*/ 0 w 4358007"/>
                <a:gd name="connsiteY9-100" fmla="*/ 2079403 h 2079403"/>
                <a:gd name="connsiteX0-101" fmla="*/ 0 w 4358007"/>
                <a:gd name="connsiteY0-102" fmla="*/ 2079403 h 2079403"/>
                <a:gd name="connsiteX1-103" fmla="*/ 1785607 w 4358007"/>
                <a:gd name="connsiteY1-104" fmla="*/ 21009 h 2079403"/>
                <a:gd name="connsiteX2-105" fmla="*/ 4075532 w 4358007"/>
                <a:gd name="connsiteY2-106" fmla="*/ 1498040 h 2079403"/>
                <a:gd name="connsiteX3-107" fmla="*/ 4358007 w 4358007"/>
                <a:gd name="connsiteY3-108" fmla="*/ 1498039 h 2079403"/>
                <a:gd name="connsiteX4-109" fmla="*/ 3861429 w 4358007"/>
                <a:gd name="connsiteY4-110" fmla="*/ 2079403 h 2079403"/>
                <a:gd name="connsiteX5-111" fmla="*/ 3169875 w 4358007"/>
                <a:gd name="connsiteY5-112" fmla="*/ 1498039 h 2079403"/>
                <a:gd name="connsiteX6-113" fmla="*/ 3445881 w 4358007"/>
                <a:gd name="connsiteY6-114" fmla="*/ 1498039 h 2079403"/>
                <a:gd name="connsiteX7-115" fmla="*/ 1535436 w 4358007"/>
                <a:gd name="connsiteY7-116" fmla="*/ 463531 h 2079403"/>
                <a:gd name="connsiteX8-117" fmla="*/ 25655 w 4358007"/>
                <a:gd name="connsiteY8-118" fmla="*/ 2067046 h 2079403"/>
                <a:gd name="connsiteX9-119" fmla="*/ 0 w 4358007"/>
                <a:gd name="connsiteY9-120" fmla="*/ 2079403 h 2079403"/>
                <a:gd name="connsiteX0-121" fmla="*/ 0 w 4358007"/>
                <a:gd name="connsiteY0-122" fmla="*/ 2079403 h 2252398"/>
                <a:gd name="connsiteX1-123" fmla="*/ 1785607 w 4358007"/>
                <a:gd name="connsiteY1-124" fmla="*/ 21009 h 2252398"/>
                <a:gd name="connsiteX2-125" fmla="*/ 4075532 w 4358007"/>
                <a:gd name="connsiteY2-126" fmla="*/ 1498040 h 2252398"/>
                <a:gd name="connsiteX3-127" fmla="*/ 4358007 w 4358007"/>
                <a:gd name="connsiteY3-128" fmla="*/ 1498039 h 2252398"/>
                <a:gd name="connsiteX4-129" fmla="*/ 3849072 w 4358007"/>
                <a:gd name="connsiteY4-130" fmla="*/ 2252398 h 2252398"/>
                <a:gd name="connsiteX5-131" fmla="*/ 3169875 w 4358007"/>
                <a:gd name="connsiteY5-132" fmla="*/ 1498039 h 2252398"/>
                <a:gd name="connsiteX6-133" fmla="*/ 3445881 w 4358007"/>
                <a:gd name="connsiteY6-134" fmla="*/ 1498039 h 2252398"/>
                <a:gd name="connsiteX7-135" fmla="*/ 1535436 w 4358007"/>
                <a:gd name="connsiteY7-136" fmla="*/ 463531 h 2252398"/>
                <a:gd name="connsiteX8-137" fmla="*/ 25655 w 4358007"/>
                <a:gd name="connsiteY8-138" fmla="*/ 2067046 h 2252398"/>
                <a:gd name="connsiteX9-139" fmla="*/ 0 w 4358007"/>
                <a:gd name="connsiteY9-140" fmla="*/ 2079403 h 2252398"/>
              </a:gdLst>
              <a:ahLst/>
              <a:cxnLst>
                <a:cxn ang="0">
                  <a:pos x="connsiteX0-1" y="connsiteY0-2"/>
                </a:cxn>
                <a:cxn ang="0">
                  <a:pos x="connsiteX1-3" y="connsiteY1-4"/>
                </a:cxn>
                <a:cxn ang="0">
                  <a:pos x="connsiteX2-5" y="connsiteY2-6"/>
                </a:cxn>
                <a:cxn ang="0">
                  <a:pos x="connsiteX3-7" y="connsiteY3-8"/>
                </a:cxn>
                <a:cxn ang="0">
                  <a:pos x="connsiteX4-9" y="connsiteY4-10"/>
                </a:cxn>
                <a:cxn ang="0">
                  <a:pos x="connsiteX5-11" y="connsiteY5-12"/>
                </a:cxn>
                <a:cxn ang="0">
                  <a:pos x="connsiteX6-13" y="connsiteY6-14"/>
                </a:cxn>
                <a:cxn ang="0">
                  <a:pos x="connsiteX7-15" y="connsiteY7-16"/>
                </a:cxn>
                <a:cxn ang="0">
                  <a:pos x="connsiteX8-17" y="connsiteY8-18"/>
                </a:cxn>
                <a:cxn ang="0">
                  <a:pos x="connsiteX9-19" y="connsiteY9-20"/>
                </a:cxn>
              </a:cxnLst>
              <a:rect l="l" t="t" r="r" b="b"/>
              <a:pathLst>
                <a:path w="4358007" h="2252398">
                  <a:moveTo>
                    <a:pt x="0" y="2079403"/>
                  </a:moveTo>
                  <a:cubicBezTo>
                    <a:pt x="0" y="1044510"/>
                    <a:pt x="761085" y="167154"/>
                    <a:pt x="1785607" y="21009"/>
                  </a:cubicBezTo>
                  <a:cubicBezTo>
                    <a:pt x="2810128" y="-125136"/>
                    <a:pt x="3786171" y="504424"/>
                    <a:pt x="4075532" y="1498040"/>
                  </a:cubicBezTo>
                  <a:lnTo>
                    <a:pt x="4358007" y="1498039"/>
                  </a:lnTo>
                  <a:lnTo>
                    <a:pt x="3849072" y="2252398"/>
                  </a:lnTo>
                  <a:lnTo>
                    <a:pt x="3169875" y="1498039"/>
                  </a:lnTo>
                  <a:lnTo>
                    <a:pt x="3445881" y="1498039"/>
                  </a:lnTo>
                  <a:cubicBezTo>
                    <a:pt x="3169566" y="848487"/>
                    <a:pt x="2227092" y="322532"/>
                    <a:pt x="1535436" y="463531"/>
                  </a:cubicBezTo>
                  <a:cubicBezTo>
                    <a:pt x="843780" y="604530"/>
                    <a:pt x="25655" y="1361164"/>
                    <a:pt x="25655" y="2067046"/>
                  </a:cubicBezTo>
                  <a:lnTo>
                    <a:pt x="0" y="2079403"/>
                  </a:lnTo>
                  <a:close/>
                </a:path>
              </a:pathLst>
            </a:custGeom>
            <a:gradFill>
              <a:gsLst>
                <a:gs pos="46000">
                  <a:schemeClr val="accent1">
                    <a:lumMod val="40000"/>
                    <a:lumOff val="60000"/>
                  </a:schemeClr>
                </a:gs>
                <a:gs pos="0">
                  <a:schemeClr val="accent1">
                    <a:lumMod val="75000"/>
                  </a:schemeClr>
                </a:gs>
                <a:gs pos="100000">
                  <a:schemeClr val="accent1"/>
                </a:gs>
              </a:gsLst>
              <a:lin ang="0" scaled="1"/>
            </a:gradFill>
            <a:ln w="6350">
              <a:noFill/>
            </a:ln>
            <a:effectLst/>
            <a:scene3d>
              <a:camera prst="orthographicFront">
                <a:rot lat="0" lon="0" rev="0"/>
              </a:camera>
              <a:lightRig rig="contrasting" dir="t">
                <a:rot lat="0" lon="0" rev="1500000"/>
              </a:lightRig>
            </a:scene3d>
            <a:sp3d prstMaterial="metal">
              <a:bevelT w="88900" h="88900"/>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sz="1350">
                <a:solidFill>
                  <a:schemeClr val="tx1"/>
                </a:solidFill>
                <a:latin typeface="+mn-ea"/>
              </a:endParaRPr>
            </a:p>
          </p:txBody>
        </p:sp>
        <p:cxnSp>
          <p:nvCxnSpPr>
            <p:cNvPr id="14" name="MH_Other_6"/>
            <p:cNvCxnSpPr/>
            <p:nvPr>
              <p:custDataLst>
                <p:tags r:id="rId6"/>
              </p:custDataLst>
            </p:nvPr>
          </p:nvCxnSpPr>
          <p:spPr>
            <a:xfrm>
              <a:off x="7497540" y="2874094"/>
              <a:ext cx="2908284" cy="14605"/>
            </a:xfrm>
            <a:prstGeom prst="line">
              <a:avLst/>
            </a:prstGeom>
            <a:ln w="38100">
              <a:solidFill>
                <a:schemeClr val="accent2"/>
              </a:solidFill>
            </a:ln>
          </p:spPr>
          <p:style>
            <a:lnRef idx="1">
              <a:schemeClr val="accent1"/>
            </a:lnRef>
            <a:fillRef idx="0">
              <a:schemeClr val="accent1"/>
            </a:fillRef>
            <a:effectRef idx="0">
              <a:schemeClr val="accent1"/>
            </a:effectRef>
            <a:fontRef idx="minor">
              <a:schemeClr val="tx1"/>
            </a:fontRef>
          </p:style>
        </p:cxnSp>
        <p:sp>
          <p:nvSpPr>
            <p:cNvPr id="16" name="MH_Text_2"/>
            <p:cNvSpPr txBox="1">
              <a:spLocks noChangeArrowheads="1"/>
            </p:cNvSpPr>
            <p:nvPr>
              <p:custDataLst>
                <p:tags r:id="rId7"/>
              </p:custDataLst>
            </p:nvPr>
          </p:nvSpPr>
          <p:spPr bwMode="auto">
            <a:xfrm>
              <a:off x="7379431" y="2888698"/>
              <a:ext cx="4700879" cy="137156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Narrow" panose="020B0606020202030204" pitchFamily="34" charset="0"/>
                  <a:ea typeface="宋体" panose="02010600030101010101" pitchFamily="2" charset="-122"/>
                </a:defRPr>
              </a:lvl1pPr>
              <a:lvl2pPr marL="742950" indent="-285750">
                <a:defRPr>
                  <a:solidFill>
                    <a:schemeClr val="tx1"/>
                  </a:solidFill>
                  <a:latin typeface="Arial Narrow" panose="020B0606020202030204" pitchFamily="34" charset="0"/>
                  <a:ea typeface="宋体" panose="02010600030101010101" pitchFamily="2" charset="-122"/>
                </a:defRPr>
              </a:lvl2pPr>
              <a:lvl3pPr marL="1143000" indent="-228600">
                <a:defRPr>
                  <a:solidFill>
                    <a:schemeClr val="tx1"/>
                  </a:solidFill>
                  <a:latin typeface="Arial Narrow" panose="020B0606020202030204" pitchFamily="34" charset="0"/>
                  <a:ea typeface="宋体" panose="02010600030101010101" pitchFamily="2" charset="-122"/>
                </a:defRPr>
              </a:lvl3pPr>
              <a:lvl4pPr marL="1600200" indent="-228600">
                <a:defRPr>
                  <a:solidFill>
                    <a:schemeClr val="tx1"/>
                  </a:solidFill>
                  <a:latin typeface="Arial Narrow" panose="020B0606020202030204" pitchFamily="34" charset="0"/>
                  <a:ea typeface="宋体" panose="02010600030101010101" pitchFamily="2" charset="-122"/>
                </a:defRPr>
              </a:lvl4pPr>
              <a:lvl5pPr marL="2057400" indent="-228600">
                <a:defRPr>
                  <a:solidFill>
                    <a:schemeClr val="tx1"/>
                  </a:solidFill>
                  <a:latin typeface="Arial Narrow" panose="020B060602020203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Narrow" panose="020B060602020203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Narrow" panose="020B060602020203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Narrow" panose="020B060602020203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Narrow" panose="020B0606020202030204" pitchFamily="34" charset="0"/>
                  <a:ea typeface="宋体" panose="02010600030101010101" pitchFamily="2" charset="-122"/>
                </a:defRPr>
              </a:lvl9pPr>
            </a:lstStyle>
            <a:p>
              <a:pPr indent="457200" algn="just">
                <a:lnSpc>
                  <a:spcPct val="120000"/>
                </a:lnSpc>
                <a:defRPr/>
              </a:pPr>
              <a:r>
                <a:rPr>
                  <a:latin typeface="微软雅黑" panose="020B0503020204020204" charset="-122"/>
                  <a:ea typeface="微软雅黑" panose="020B0503020204020204" charset="-122"/>
                  <a:sym typeface="+mn-ea"/>
                </a:rPr>
                <a:t>按照父类（或称为基类）与子类（或称为派生类）的关系，把若干对象类组成一个层次结构的系统（也称为类等级）</a:t>
              </a:r>
              <a:r>
                <a:rPr lang="zh-CN">
                  <a:latin typeface="微软雅黑" panose="020B0503020204020204" charset="-122"/>
                  <a:ea typeface="微软雅黑" panose="020B0503020204020204" charset="-122"/>
                  <a:sym typeface="+mn-ea"/>
                </a:rPr>
                <a:t>。</a:t>
              </a:r>
              <a:r>
                <a:rPr>
                  <a:latin typeface="微软雅黑" panose="020B0503020204020204" charset="-122"/>
                  <a:ea typeface="微软雅黑" panose="020B0503020204020204" charset="-122"/>
                  <a:sym typeface="+mn-ea"/>
                </a:rPr>
                <a:t>在层次结构中，下层的派生类具有和上层的基类相同的特性（包括数据和方法），称为继承。</a:t>
              </a:r>
            </a:p>
          </p:txBody>
        </p:sp>
        <p:sp>
          <p:nvSpPr>
            <p:cNvPr id="17" name="MH_SubTitle_2"/>
            <p:cNvSpPr txBox="1">
              <a:spLocks noChangeArrowheads="1"/>
            </p:cNvSpPr>
            <p:nvPr>
              <p:custDataLst>
                <p:tags r:id="rId8"/>
              </p:custDataLst>
            </p:nvPr>
          </p:nvSpPr>
          <p:spPr bwMode="auto">
            <a:xfrm>
              <a:off x="8189687" y="1099955"/>
              <a:ext cx="2371712" cy="75880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rIns="0" anchor="b">
              <a:normAutofit/>
            </a:bodyPr>
            <a:lstStyle>
              <a:lvl1pPr>
                <a:lnSpc>
                  <a:spcPct val="90000"/>
                </a:lnSpc>
                <a:spcBef>
                  <a:spcPts val="750"/>
                </a:spcBef>
                <a:buFont typeface="Arial" panose="020B0604020202020204" pitchFamily="34" charset="0"/>
                <a:buChar char="•"/>
                <a:defRPr sz="2100">
                  <a:solidFill>
                    <a:schemeClr val="tx1"/>
                  </a:solidFill>
                  <a:latin typeface="Calibri" panose="020F0502020204030204" charset="0"/>
                  <a:ea typeface="宋体" panose="02010600030101010101" pitchFamily="2" charset="-122"/>
                </a:defRPr>
              </a:lvl1pPr>
              <a:lvl2pPr marL="742950" indent="-285750">
                <a:lnSpc>
                  <a:spcPct val="90000"/>
                </a:lnSpc>
                <a:spcBef>
                  <a:spcPts val="375"/>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2pPr>
              <a:lvl3pPr marL="1143000" indent="-228600">
                <a:lnSpc>
                  <a:spcPct val="90000"/>
                </a:lnSpc>
                <a:spcBef>
                  <a:spcPts val="375"/>
                </a:spcBef>
                <a:buFont typeface="Arial" panose="020B0604020202020204" pitchFamily="34" charset="0"/>
                <a:buChar char="•"/>
                <a:defRPr sz="1500">
                  <a:solidFill>
                    <a:schemeClr val="tx1"/>
                  </a:solidFill>
                  <a:latin typeface="Calibri" panose="020F0502020204030204" charset="0"/>
                  <a:ea typeface="宋体" panose="02010600030101010101" pitchFamily="2" charset="-122"/>
                </a:defRPr>
              </a:lvl3pPr>
              <a:lvl4pPr marL="1600200" indent="-228600">
                <a:lnSpc>
                  <a:spcPct val="90000"/>
                </a:lnSpc>
                <a:spcBef>
                  <a:spcPts val="375"/>
                </a:spcBef>
                <a:buFont typeface="Arial" panose="020B0604020202020204" pitchFamily="34" charset="0"/>
                <a:buChar char="•"/>
                <a:defRPr sz="1300">
                  <a:solidFill>
                    <a:schemeClr val="tx1"/>
                  </a:solidFill>
                  <a:latin typeface="Calibri" panose="020F0502020204030204" charset="0"/>
                  <a:ea typeface="宋体" panose="02010600030101010101" pitchFamily="2" charset="-122"/>
                </a:defRPr>
              </a:lvl4pPr>
              <a:lvl5pPr marL="2057400" indent="-228600">
                <a:lnSpc>
                  <a:spcPct val="90000"/>
                </a:lnSpc>
                <a:spcBef>
                  <a:spcPts val="375"/>
                </a:spcBef>
                <a:buFont typeface="Arial" panose="020B0604020202020204" pitchFamily="34" charset="0"/>
                <a:buChar char="•"/>
                <a:defRPr sz="1300">
                  <a:solidFill>
                    <a:schemeClr val="tx1"/>
                  </a:solidFill>
                  <a:latin typeface="Calibri" panose="020F0502020204030204" charset="0"/>
                  <a:ea typeface="宋体" panose="02010600030101010101" pitchFamily="2" charset="-122"/>
                </a:defRPr>
              </a:lvl5pPr>
              <a:lvl6pPr marL="2514600" indent="-228600" eaLnBrk="0" fontAlgn="base" hangingPunct="0">
                <a:lnSpc>
                  <a:spcPct val="90000"/>
                </a:lnSpc>
                <a:spcBef>
                  <a:spcPts val="375"/>
                </a:spcBef>
                <a:spcAft>
                  <a:spcPct val="0"/>
                </a:spcAft>
                <a:buFont typeface="Arial" panose="020B0604020202020204" pitchFamily="34" charset="0"/>
                <a:buChar char="•"/>
                <a:defRPr sz="1300">
                  <a:solidFill>
                    <a:schemeClr val="tx1"/>
                  </a:solidFill>
                  <a:latin typeface="Calibri" panose="020F0502020204030204" charset="0"/>
                  <a:ea typeface="宋体" panose="02010600030101010101" pitchFamily="2" charset="-122"/>
                </a:defRPr>
              </a:lvl6pPr>
              <a:lvl7pPr marL="2971800" indent="-228600" eaLnBrk="0" fontAlgn="base" hangingPunct="0">
                <a:lnSpc>
                  <a:spcPct val="90000"/>
                </a:lnSpc>
                <a:spcBef>
                  <a:spcPts val="375"/>
                </a:spcBef>
                <a:spcAft>
                  <a:spcPct val="0"/>
                </a:spcAft>
                <a:buFont typeface="Arial" panose="020B0604020202020204" pitchFamily="34" charset="0"/>
                <a:buChar char="•"/>
                <a:defRPr sz="1300">
                  <a:solidFill>
                    <a:schemeClr val="tx1"/>
                  </a:solidFill>
                  <a:latin typeface="Calibri" panose="020F0502020204030204" charset="0"/>
                  <a:ea typeface="宋体" panose="02010600030101010101" pitchFamily="2" charset="-122"/>
                </a:defRPr>
              </a:lvl7pPr>
              <a:lvl8pPr marL="3429000" indent="-228600" eaLnBrk="0" fontAlgn="base" hangingPunct="0">
                <a:lnSpc>
                  <a:spcPct val="90000"/>
                </a:lnSpc>
                <a:spcBef>
                  <a:spcPts val="375"/>
                </a:spcBef>
                <a:spcAft>
                  <a:spcPct val="0"/>
                </a:spcAft>
                <a:buFont typeface="Arial" panose="020B0604020202020204" pitchFamily="34" charset="0"/>
                <a:buChar char="•"/>
                <a:defRPr sz="1300">
                  <a:solidFill>
                    <a:schemeClr val="tx1"/>
                  </a:solidFill>
                  <a:latin typeface="Calibri" panose="020F0502020204030204" charset="0"/>
                  <a:ea typeface="宋体" panose="02010600030101010101" pitchFamily="2" charset="-122"/>
                </a:defRPr>
              </a:lvl8pPr>
              <a:lvl9pPr marL="3886200" indent="-228600" eaLnBrk="0" fontAlgn="base" hangingPunct="0">
                <a:lnSpc>
                  <a:spcPct val="90000"/>
                </a:lnSpc>
                <a:spcBef>
                  <a:spcPts val="375"/>
                </a:spcBef>
                <a:spcAft>
                  <a:spcPct val="0"/>
                </a:spcAft>
                <a:buFont typeface="Arial" panose="020B0604020202020204" pitchFamily="34" charset="0"/>
                <a:buChar char="•"/>
                <a:defRPr sz="1300">
                  <a:solidFill>
                    <a:schemeClr val="tx1"/>
                  </a:solidFill>
                  <a:latin typeface="Calibri" panose="020F0502020204030204" charset="0"/>
                  <a:ea typeface="宋体" panose="02010600030101010101" pitchFamily="2" charset="-122"/>
                </a:defRPr>
              </a:lvl9pPr>
            </a:lstStyle>
            <a:p>
              <a:pPr>
                <a:buNone/>
              </a:pPr>
              <a:endParaRPr lang="zh-CN" altLang="en-US" sz="1800" b="1" dirty="0">
                <a:latin typeface="+mn-ea"/>
                <a:ea typeface="+mn-ea"/>
              </a:endParaRPr>
            </a:p>
          </p:txBody>
        </p:sp>
        <p:sp>
          <p:nvSpPr>
            <p:cNvPr id="18" name="MH_Other_7"/>
            <p:cNvSpPr txBox="1">
              <a:spLocks noChangeArrowheads="1"/>
            </p:cNvSpPr>
            <p:nvPr>
              <p:custDataLst>
                <p:tags r:id="rId9"/>
              </p:custDataLst>
            </p:nvPr>
          </p:nvSpPr>
          <p:spPr bwMode="auto">
            <a:xfrm>
              <a:off x="7379430" y="2426328"/>
              <a:ext cx="486833" cy="5540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lvl1pPr>
                <a:lnSpc>
                  <a:spcPct val="90000"/>
                </a:lnSpc>
                <a:spcBef>
                  <a:spcPts val="750"/>
                </a:spcBef>
                <a:buFont typeface="Arial" panose="020B0604020202020204" pitchFamily="34" charset="0"/>
                <a:buChar char="•"/>
                <a:defRPr sz="2100">
                  <a:solidFill>
                    <a:schemeClr val="tx1"/>
                  </a:solidFill>
                  <a:latin typeface="Calibri" panose="020F0502020204030204" charset="0"/>
                  <a:ea typeface="宋体" panose="02010600030101010101" pitchFamily="2" charset="-122"/>
                </a:defRPr>
              </a:lvl1pPr>
              <a:lvl2pPr marL="742950" indent="-285750">
                <a:lnSpc>
                  <a:spcPct val="90000"/>
                </a:lnSpc>
                <a:spcBef>
                  <a:spcPts val="375"/>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2pPr>
              <a:lvl3pPr marL="1143000" indent="-228600">
                <a:lnSpc>
                  <a:spcPct val="90000"/>
                </a:lnSpc>
                <a:spcBef>
                  <a:spcPts val="375"/>
                </a:spcBef>
                <a:buFont typeface="Arial" panose="020B0604020202020204" pitchFamily="34" charset="0"/>
                <a:buChar char="•"/>
                <a:defRPr sz="1500">
                  <a:solidFill>
                    <a:schemeClr val="tx1"/>
                  </a:solidFill>
                  <a:latin typeface="Calibri" panose="020F0502020204030204" charset="0"/>
                  <a:ea typeface="宋体" panose="02010600030101010101" pitchFamily="2" charset="-122"/>
                </a:defRPr>
              </a:lvl3pPr>
              <a:lvl4pPr marL="1600200" indent="-228600">
                <a:lnSpc>
                  <a:spcPct val="90000"/>
                </a:lnSpc>
                <a:spcBef>
                  <a:spcPts val="375"/>
                </a:spcBef>
                <a:buFont typeface="Arial" panose="020B0604020202020204" pitchFamily="34" charset="0"/>
                <a:buChar char="•"/>
                <a:defRPr sz="1300">
                  <a:solidFill>
                    <a:schemeClr val="tx1"/>
                  </a:solidFill>
                  <a:latin typeface="Calibri" panose="020F0502020204030204" charset="0"/>
                  <a:ea typeface="宋体" panose="02010600030101010101" pitchFamily="2" charset="-122"/>
                </a:defRPr>
              </a:lvl4pPr>
              <a:lvl5pPr marL="2057400" indent="-228600">
                <a:lnSpc>
                  <a:spcPct val="90000"/>
                </a:lnSpc>
                <a:spcBef>
                  <a:spcPts val="375"/>
                </a:spcBef>
                <a:buFont typeface="Arial" panose="020B0604020202020204" pitchFamily="34" charset="0"/>
                <a:buChar char="•"/>
                <a:defRPr sz="1300">
                  <a:solidFill>
                    <a:schemeClr val="tx1"/>
                  </a:solidFill>
                  <a:latin typeface="Calibri" panose="020F0502020204030204" charset="0"/>
                  <a:ea typeface="宋体" panose="02010600030101010101" pitchFamily="2" charset="-122"/>
                </a:defRPr>
              </a:lvl5pPr>
              <a:lvl6pPr marL="2514600" indent="-228600" eaLnBrk="0" fontAlgn="base" hangingPunct="0">
                <a:lnSpc>
                  <a:spcPct val="90000"/>
                </a:lnSpc>
                <a:spcBef>
                  <a:spcPts val="375"/>
                </a:spcBef>
                <a:spcAft>
                  <a:spcPct val="0"/>
                </a:spcAft>
                <a:buFont typeface="Arial" panose="020B0604020202020204" pitchFamily="34" charset="0"/>
                <a:buChar char="•"/>
                <a:defRPr sz="1300">
                  <a:solidFill>
                    <a:schemeClr val="tx1"/>
                  </a:solidFill>
                  <a:latin typeface="Calibri" panose="020F0502020204030204" charset="0"/>
                  <a:ea typeface="宋体" panose="02010600030101010101" pitchFamily="2" charset="-122"/>
                </a:defRPr>
              </a:lvl6pPr>
              <a:lvl7pPr marL="2971800" indent="-228600" eaLnBrk="0" fontAlgn="base" hangingPunct="0">
                <a:lnSpc>
                  <a:spcPct val="90000"/>
                </a:lnSpc>
                <a:spcBef>
                  <a:spcPts val="375"/>
                </a:spcBef>
                <a:spcAft>
                  <a:spcPct val="0"/>
                </a:spcAft>
                <a:buFont typeface="Arial" panose="020B0604020202020204" pitchFamily="34" charset="0"/>
                <a:buChar char="•"/>
                <a:defRPr sz="1300">
                  <a:solidFill>
                    <a:schemeClr val="tx1"/>
                  </a:solidFill>
                  <a:latin typeface="Calibri" panose="020F0502020204030204" charset="0"/>
                  <a:ea typeface="宋体" panose="02010600030101010101" pitchFamily="2" charset="-122"/>
                </a:defRPr>
              </a:lvl7pPr>
              <a:lvl8pPr marL="3429000" indent="-228600" eaLnBrk="0" fontAlgn="base" hangingPunct="0">
                <a:lnSpc>
                  <a:spcPct val="90000"/>
                </a:lnSpc>
                <a:spcBef>
                  <a:spcPts val="375"/>
                </a:spcBef>
                <a:spcAft>
                  <a:spcPct val="0"/>
                </a:spcAft>
                <a:buFont typeface="Arial" panose="020B0604020202020204" pitchFamily="34" charset="0"/>
                <a:buChar char="•"/>
                <a:defRPr sz="1300">
                  <a:solidFill>
                    <a:schemeClr val="tx1"/>
                  </a:solidFill>
                  <a:latin typeface="Calibri" panose="020F0502020204030204" charset="0"/>
                  <a:ea typeface="宋体" panose="02010600030101010101" pitchFamily="2" charset="-122"/>
                </a:defRPr>
              </a:lvl8pPr>
              <a:lvl9pPr marL="3886200" indent="-228600" eaLnBrk="0" fontAlgn="base" hangingPunct="0">
                <a:lnSpc>
                  <a:spcPct val="90000"/>
                </a:lnSpc>
                <a:spcBef>
                  <a:spcPts val="375"/>
                </a:spcBef>
                <a:spcAft>
                  <a:spcPct val="0"/>
                </a:spcAft>
                <a:buFont typeface="Arial" panose="020B0604020202020204" pitchFamily="34" charset="0"/>
                <a:buChar char="•"/>
                <a:defRPr sz="1300">
                  <a:solidFill>
                    <a:schemeClr val="tx1"/>
                  </a:solidFill>
                  <a:latin typeface="Calibri" panose="020F0502020204030204" charset="0"/>
                  <a:ea typeface="宋体" panose="02010600030101010101" pitchFamily="2" charset="-122"/>
                </a:defRPr>
              </a:lvl9pPr>
            </a:lstStyle>
            <a:p>
              <a:pPr eaLnBrk="1" hangingPunct="1">
                <a:lnSpc>
                  <a:spcPct val="100000"/>
                </a:lnSpc>
                <a:spcBef>
                  <a:spcPct val="0"/>
                </a:spcBef>
                <a:buFontTx/>
                <a:buNone/>
                <a:defRPr/>
              </a:pPr>
              <a:r>
                <a:rPr lang="en-US" sz="3000" dirty="0">
                  <a:solidFill>
                    <a:schemeClr val="accent2">
                      <a:lumMod val="75000"/>
                    </a:schemeClr>
                  </a:solidFill>
                  <a:latin typeface="微软雅黑" panose="020B0503020204020204" charset="-122"/>
                  <a:ea typeface="微软雅黑" panose="020B0503020204020204" charset="-122"/>
                </a:rPr>
                <a:t>3</a:t>
              </a:r>
            </a:p>
          </p:txBody>
        </p:sp>
        <p:sp>
          <p:nvSpPr>
            <p:cNvPr id="19" name="MH_Text_1"/>
            <p:cNvSpPr txBox="1">
              <a:spLocks noChangeArrowheads="1"/>
            </p:cNvSpPr>
            <p:nvPr>
              <p:custDataLst>
                <p:tags r:id="rId10"/>
              </p:custDataLst>
            </p:nvPr>
          </p:nvSpPr>
          <p:spPr bwMode="auto">
            <a:xfrm>
              <a:off x="450350" y="3942133"/>
              <a:ext cx="4359251" cy="152078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Narrow" panose="020B0606020202030204" pitchFamily="34" charset="0"/>
                  <a:ea typeface="宋体" panose="02010600030101010101" pitchFamily="2" charset="-122"/>
                </a:defRPr>
              </a:lvl1pPr>
              <a:lvl2pPr marL="742950" indent="-285750">
                <a:defRPr>
                  <a:solidFill>
                    <a:schemeClr val="tx1"/>
                  </a:solidFill>
                  <a:latin typeface="Arial Narrow" panose="020B0606020202030204" pitchFamily="34" charset="0"/>
                  <a:ea typeface="宋体" panose="02010600030101010101" pitchFamily="2" charset="-122"/>
                </a:defRPr>
              </a:lvl2pPr>
              <a:lvl3pPr marL="1143000" indent="-228600">
                <a:defRPr>
                  <a:solidFill>
                    <a:schemeClr val="tx1"/>
                  </a:solidFill>
                  <a:latin typeface="Arial Narrow" panose="020B0606020202030204" pitchFamily="34" charset="0"/>
                  <a:ea typeface="宋体" panose="02010600030101010101" pitchFamily="2" charset="-122"/>
                </a:defRPr>
              </a:lvl3pPr>
              <a:lvl4pPr marL="1600200" indent="-228600">
                <a:defRPr>
                  <a:solidFill>
                    <a:schemeClr val="tx1"/>
                  </a:solidFill>
                  <a:latin typeface="Arial Narrow" panose="020B0606020202030204" pitchFamily="34" charset="0"/>
                  <a:ea typeface="宋体" panose="02010600030101010101" pitchFamily="2" charset="-122"/>
                </a:defRPr>
              </a:lvl4pPr>
              <a:lvl5pPr marL="2057400" indent="-228600">
                <a:defRPr>
                  <a:solidFill>
                    <a:schemeClr val="tx1"/>
                  </a:solidFill>
                  <a:latin typeface="Arial Narrow" panose="020B060602020203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Narrow" panose="020B060602020203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Narrow" panose="020B060602020203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Narrow" panose="020B060602020203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Narrow" panose="020B0606020202030204" pitchFamily="34" charset="0"/>
                  <a:ea typeface="宋体" panose="02010600030101010101" pitchFamily="2" charset="-122"/>
                </a:defRPr>
              </a:lvl9pPr>
            </a:lstStyle>
            <a:p>
              <a:pPr algn="l" fontAlgn="auto">
                <a:lnSpc>
                  <a:spcPct val="120000"/>
                </a:lnSpc>
              </a:pPr>
              <a:r>
                <a:rPr lang="en-US">
                  <a:latin typeface="微软雅黑" panose="020B0503020204020204" charset="-122"/>
                  <a:ea typeface="微软雅黑" panose="020B0503020204020204" charset="-122"/>
                  <a:sym typeface="+mn-ea"/>
                </a:rPr>
                <a:t>       </a:t>
              </a:r>
              <a:r>
                <a:rPr>
                  <a:latin typeface="微软雅黑" panose="020B0503020204020204" charset="-122"/>
                  <a:ea typeface="微软雅黑" panose="020B0503020204020204" charset="-122"/>
                  <a:sym typeface="+mn-ea"/>
                </a:rPr>
                <a:t>对象彼此之间仅能通过传递消息相互联系。对象与传统数据的本质区别是，它不是被动地等待外界对它施加操作，而是必须发消息请求执行某个操作，处理它的数据。对象是处理的主体，外界不能直接对它的数据进行操作。</a:t>
              </a:r>
            </a:p>
          </p:txBody>
        </p:sp>
        <p:sp>
          <p:nvSpPr>
            <p:cNvPr id="20" name="MH_SubTitle_1"/>
            <p:cNvSpPr txBox="1">
              <a:spLocks noChangeArrowheads="1"/>
            </p:cNvSpPr>
            <p:nvPr>
              <p:custDataLst>
                <p:tags r:id="rId11"/>
              </p:custDataLst>
            </p:nvPr>
          </p:nvSpPr>
          <p:spPr bwMode="auto">
            <a:xfrm>
              <a:off x="2381251" y="3388044"/>
              <a:ext cx="2565400" cy="7588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rIns="0" anchor="b">
              <a:normAutofit/>
            </a:bodyPr>
            <a:lstStyle>
              <a:lvl1pPr>
                <a:lnSpc>
                  <a:spcPct val="90000"/>
                </a:lnSpc>
                <a:spcBef>
                  <a:spcPts val="750"/>
                </a:spcBef>
                <a:buFont typeface="Arial" panose="020B0604020202020204" pitchFamily="34" charset="0"/>
                <a:buChar char="•"/>
                <a:defRPr sz="2100">
                  <a:solidFill>
                    <a:schemeClr val="tx1"/>
                  </a:solidFill>
                  <a:latin typeface="Calibri" panose="020F0502020204030204" charset="0"/>
                  <a:ea typeface="宋体" panose="02010600030101010101" pitchFamily="2" charset="-122"/>
                </a:defRPr>
              </a:lvl1pPr>
              <a:lvl2pPr marL="742950" indent="-285750">
                <a:lnSpc>
                  <a:spcPct val="90000"/>
                </a:lnSpc>
                <a:spcBef>
                  <a:spcPts val="375"/>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2pPr>
              <a:lvl3pPr marL="1143000" indent="-228600">
                <a:lnSpc>
                  <a:spcPct val="90000"/>
                </a:lnSpc>
                <a:spcBef>
                  <a:spcPts val="375"/>
                </a:spcBef>
                <a:buFont typeface="Arial" panose="020B0604020202020204" pitchFamily="34" charset="0"/>
                <a:buChar char="•"/>
                <a:defRPr sz="1500">
                  <a:solidFill>
                    <a:schemeClr val="tx1"/>
                  </a:solidFill>
                  <a:latin typeface="Calibri" panose="020F0502020204030204" charset="0"/>
                  <a:ea typeface="宋体" panose="02010600030101010101" pitchFamily="2" charset="-122"/>
                </a:defRPr>
              </a:lvl3pPr>
              <a:lvl4pPr marL="1600200" indent="-228600">
                <a:lnSpc>
                  <a:spcPct val="90000"/>
                </a:lnSpc>
                <a:spcBef>
                  <a:spcPts val="375"/>
                </a:spcBef>
                <a:buFont typeface="Arial" panose="020B0604020202020204" pitchFamily="34" charset="0"/>
                <a:buChar char="•"/>
                <a:defRPr sz="1300">
                  <a:solidFill>
                    <a:schemeClr val="tx1"/>
                  </a:solidFill>
                  <a:latin typeface="Calibri" panose="020F0502020204030204" charset="0"/>
                  <a:ea typeface="宋体" panose="02010600030101010101" pitchFamily="2" charset="-122"/>
                </a:defRPr>
              </a:lvl4pPr>
              <a:lvl5pPr marL="2057400" indent="-228600">
                <a:lnSpc>
                  <a:spcPct val="90000"/>
                </a:lnSpc>
                <a:spcBef>
                  <a:spcPts val="375"/>
                </a:spcBef>
                <a:buFont typeface="Arial" panose="020B0604020202020204" pitchFamily="34" charset="0"/>
                <a:buChar char="•"/>
                <a:defRPr sz="1300">
                  <a:solidFill>
                    <a:schemeClr val="tx1"/>
                  </a:solidFill>
                  <a:latin typeface="Calibri" panose="020F0502020204030204" charset="0"/>
                  <a:ea typeface="宋体" panose="02010600030101010101" pitchFamily="2" charset="-122"/>
                </a:defRPr>
              </a:lvl5pPr>
              <a:lvl6pPr marL="2514600" indent="-228600" eaLnBrk="0" fontAlgn="base" hangingPunct="0">
                <a:lnSpc>
                  <a:spcPct val="90000"/>
                </a:lnSpc>
                <a:spcBef>
                  <a:spcPts val="375"/>
                </a:spcBef>
                <a:spcAft>
                  <a:spcPct val="0"/>
                </a:spcAft>
                <a:buFont typeface="Arial" panose="020B0604020202020204" pitchFamily="34" charset="0"/>
                <a:buChar char="•"/>
                <a:defRPr sz="1300">
                  <a:solidFill>
                    <a:schemeClr val="tx1"/>
                  </a:solidFill>
                  <a:latin typeface="Calibri" panose="020F0502020204030204" charset="0"/>
                  <a:ea typeface="宋体" panose="02010600030101010101" pitchFamily="2" charset="-122"/>
                </a:defRPr>
              </a:lvl6pPr>
              <a:lvl7pPr marL="2971800" indent="-228600" eaLnBrk="0" fontAlgn="base" hangingPunct="0">
                <a:lnSpc>
                  <a:spcPct val="90000"/>
                </a:lnSpc>
                <a:spcBef>
                  <a:spcPts val="375"/>
                </a:spcBef>
                <a:spcAft>
                  <a:spcPct val="0"/>
                </a:spcAft>
                <a:buFont typeface="Arial" panose="020B0604020202020204" pitchFamily="34" charset="0"/>
                <a:buChar char="•"/>
                <a:defRPr sz="1300">
                  <a:solidFill>
                    <a:schemeClr val="tx1"/>
                  </a:solidFill>
                  <a:latin typeface="Calibri" panose="020F0502020204030204" charset="0"/>
                  <a:ea typeface="宋体" panose="02010600030101010101" pitchFamily="2" charset="-122"/>
                </a:defRPr>
              </a:lvl7pPr>
              <a:lvl8pPr marL="3429000" indent="-228600" eaLnBrk="0" fontAlgn="base" hangingPunct="0">
                <a:lnSpc>
                  <a:spcPct val="90000"/>
                </a:lnSpc>
                <a:spcBef>
                  <a:spcPts val="375"/>
                </a:spcBef>
                <a:spcAft>
                  <a:spcPct val="0"/>
                </a:spcAft>
                <a:buFont typeface="Arial" panose="020B0604020202020204" pitchFamily="34" charset="0"/>
                <a:buChar char="•"/>
                <a:defRPr sz="1300">
                  <a:solidFill>
                    <a:schemeClr val="tx1"/>
                  </a:solidFill>
                  <a:latin typeface="Calibri" panose="020F0502020204030204" charset="0"/>
                  <a:ea typeface="宋体" panose="02010600030101010101" pitchFamily="2" charset="-122"/>
                </a:defRPr>
              </a:lvl8pPr>
              <a:lvl9pPr marL="3886200" indent="-228600" eaLnBrk="0" fontAlgn="base" hangingPunct="0">
                <a:lnSpc>
                  <a:spcPct val="90000"/>
                </a:lnSpc>
                <a:spcBef>
                  <a:spcPts val="375"/>
                </a:spcBef>
                <a:spcAft>
                  <a:spcPct val="0"/>
                </a:spcAft>
                <a:buFont typeface="Arial" panose="020B0604020202020204" pitchFamily="34" charset="0"/>
                <a:buChar char="•"/>
                <a:defRPr sz="1300">
                  <a:solidFill>
                    <a:schemeClr val="tx1"/>
                  </a:solidFill>
                  <a:latin typeface="Calibri" panose="020F0502020204030204" charset="0"/>
                  <a:ea typeface="宋体" panose="02010600030101010101" pitchFamily="2" charset="-122"/>
                </a:defRPr>
              </a:lvl9pPr>
            </a:lstStyle>
            <a:p>
              <a:pPr>
                <a:buNone/>
              </a:pPr>
              <a:endParaRPr lang="zh-CN" altLang="en-US" sz="1800" b="1" dirty="0">
                <a:latin typeface="+mn-ea"/>
                <a:ea typeface="+mn-ea"/>
              </a:endParaRPr>
            </a:p>
          </p:txBody>
        </p:sp>
        <p:sp>
          <p:nvSpPr>
            <p:cNvPr id="21" name="MH_Other_8"/>
            <p:cNvSpPr txBox="1">
              <a:spLocks noChangeArrowheads="1"/>
            </p:cNvSpPr>
            <p:nvPr>
              <p:custDataLst>
                <p:tags r:id="rId12"/>
              </p:custDataLst>
            </p:nvPr>
          </p:nvSpPr>
          <p:spPr bwMode="auto">
            <a:xfrm>
              <a:off x="1894206" y="3387735"/>
              <a:ext cx="486833" cy="5540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lvl1pPr>
                <a:lnSpc>
                  <a:spcPct val="90000"/>
                </a:lnSpc>
                <a:spcBef>
                  <a:spcPts val="750"/>
                </a:spcBef>
                <a:buFont typeface="Arial" panose="020B0604020202020204" pitchFamily="34" charset="0"/>
                <a:buChar char="•"/>
                <a:defRPr sz="2100">
                  <a:solidFill>
                    <a:schemeClr val="tx1"/>
                  </a:solidFill>
                  <a:latin typeface="Calibri" panose="020F0502020204030204" charset="0"/>
                  <a:ea typeface="宋体" panose="02010600030101010101" pitchFamily="2" charset="-122"/>
                </a:defRPr>
              </a:lvl1pPr>
              <a:lvl2pPr marL="742950" indent="-285750">
                <a:lnSpc>
                  <a:spcPct val="90000"/>
                </a:lnSpc>
                <a:spcBef>
                  <a:spcPts val="375"/>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2pPr>
              <a:lvl3pPr marL="1143000" indent="-228600">
                <a:lnSpc>
                  <a:spcPct val="90000"/>
                </a:lnSpc>
                <a:spcBef>
                  <a:spcPts val="375"/>
                </a:spcBef>
                <a:buFont typeface="Arial" panose="020B0604020202020204" pitchFamily="34" charset="0"/>
                <a:buChar char="•"/>
                <a:defRPr sz="1500">
                  <a:solidFill>
                    <a:schemeClr val="tx1"/>
                  </a:solidFill>
                  <a:latin typeface="Calibri" panose="020F0502020204030204" charset="0"/>
                  <a:ea typeface="宋体" panose="02010600030101010101" pitchFamily="2" charset="-122"/>
                </a:defRPr>
              </a:lvl3pPr>
              <a:lvl4pPr marL="1600200" indent="-228600">
                <a:lnSpc>
                  <a:spcPct val="90000"/>
                </a:lnSpc>
                <a:spcBef>
                  <a:spcPts val="375"/>
                </a:spcBef>
                <a:buFont typeface="Arial" panose="020B0604020202020204" pitchFamily="34" charset="0"/>
                <a:buChar char="•"/>
                <a:defRPr sz="1300">
                  <a:solidFill>
                    <a:schemeClr val="tx1"/>
                  </a:solidFill>
                  <a:latin typeface="Calibri" panose="020F0502020204030204" charset="0"/>
                  <a:ea typeface="宋体" panose="02010600030101010101" pitchFamily="2" charset="-122"/>
                </a:defRPr>
              </a:lvl4pPr>
              <a:lvl5pPr marL="2057400" indent="-228600">
                <a:lnSpc>
                  <a:spcPct val="90000"/>
                </a:lnSpc>
                <a:spcBef>
                  <a:spcPts val="375"/>
                </a:spcBef>
                <a:buFont typeface="Arial" panose="020B0604020202020204" pitchFamily="34" charset="0"/>
                <a:buChar char="•"/>
                <a:defRPr sz="1300">
                  <a:solidFill>
                    <a:schemeClr val="tx1"/>
                  </a:solidFill>
                  <a:latin typeface="Calibri" panose="020F0502020204030204" charset="0"/>
                  <a:ea typeface="宋体" panose="02010600030101010101" pitchFamily="2" charset="-122"/>
                </a:defRPr>
              </a:lvl5pPr>
              <a:lvl6pPr marL="2514600" indent="-228600" eaLnBrk="0" fontAlgn="base" hangingPunct="0">
                <a:lnSpc>
                  <a:spcPct val="90000"/>
                </a:lnSpc>
                <a:spcBef>
                  <a:spcPts val="375"/>
                </a:spcBef>
                <a:spcAft>
                  <a:spcPct val="0"/>
                </a:spcAft>
                <a:buFont typeface="Arial" panose="020B0604020202020204" pitchFamily="34" charset="0"/>
                <a:buChar char="•"/>
                <a:defRPr sz="1300">
                  <a:solidFill>
                    <a:schemeClr val="tx1"/>
                  </a:solidFill>
                  <a:latin typeface="Calibri" panose="020F0502020204030204" charset="0"/>
                  <a:ea typeface="宋体" panose="02010600030101010101" pitchFamily="2" charset="-122"/>
                </a:defRPr>
              </a:lvl6pPr>
              <a:lvl7pPr marL="2971800" indent="-228600" eaLnBrk="0" fontAlgn="base" hangingPunct="0">
                <a:lnSpc>
                  <a:spcPct val="90000"/>
                </a:lnSpc>
                <a:spcBef>
                  <a:spcPts val="375"/>
                </a:spcBef>
                <a:spcAft>
                  <a:spcPct val="0"/>
                </a:spcAft>
                <a:buFont typeface="Arial" panose="020B0604020202020204" pitchFamily="34" charset="0"/>
                <a:buChar char="•"/>
                <a:defRPr sz="1300">
                  <a:solidFill>
                    <a:schemeClr val="tx1"/>
                  </a:solidFill>
                  <a:latin typeface="Calibri" panose="020F0502020204030204" charset="0"/>
                  <a:ea typeface="宋体" panose="02010600030101010101" pitchFamily="2" charset="-122"/>
                </a:defRPr>
              </a:lvl7pPr>
              <a:lvl8pPr marL="3429000" indent="-228600" eaLnBrk="0" fontAlgn="base" hangingPunct="0">
                <a:lnSpc>
                  <a:spcPct val="90000"/>
                </a:lnSpc>
                <a:spcBef>
                  <a:spcPts val="375"/>
                </a:spcBef>
                <a:spcAft>
                  <a:spcPct val="0"/>
                </a:spcAft>
                <a:buFont typeface="Arial" panose="020B0604020202020204" pitchFamily="34" charset="0"/>
                <a:buChar char="•"/>
                <a:defRPr sz="1300">
                  <a:solidFill>
                    <a:schemeClr val="tx1"/>
                  </a:solidFill>
                  <a:latin typeface="Calibri" panose="020F0502020204030204" charset="0"/>
                  <a:ea typeface="宋体" panose="02010600030101010101" pitchFamily="2" charset="-122"/>
                </a:defRPr>
              </a:lvl8pPr>
              <a:lvl9pPr marL="3886200" indent="-228600" eaLnBrk="0" fontAlgn="base" hangingPunct="0">
                <a:lnSpc>
                  <a:spcPct val="90000"/>
                </a:lnSpc>
                <a:spcBef>
                  <a:spcPts val="375"/>
                </a:spcBef>
                <a:spcAft>
                  <a:spcPct val="0"/>
                </a:spcAft>
                <a:buFont typeface="Arial" panose="020B0604020202020204" pitchFamily="34" charset="0"/>
                <a:buChar char="•"/>
                <a:defRPr sz="1300">
                  <a:solidFill>
                    <a:schemeClr val="tx1"/>
                  </a:solidFill>
                  <a:latin typeface="Calibri" panose="020F0502020204030204" charset="0"/>
                  <a:ea typeface="宋体" panose="02010600030101010101" pitchFamily="2" charset="-122"/>
                </a:defRPr>
              </a:lvl9pPr>
            </a:lstStyle>
            <a:p>
              <a:pPr eaLnBrk="1" hangingPunct="1">
                <a:lnSpc>
                  <a:spcPct val="100000"/>
                </a:lnSpc>
                <a:spcBef>
                  <a:spcPct val="0"/>
                </a:spcBef>
                <a:buFontTx/>
                <a:buNone/>
                <a:defRPr/>
              </a:pPr>
              <a:r>
                <a:rPr lang="en-US" altLang="zh-CN" sz="3000" dirty="0">
                  <a:solidFill>
                    <a:schemeClr val="accent1">
                      <a:lumMod val="75000"/>
                    </a:schemeClr>
                  </a:solidFill>
                  <a:latin typeface="微软雅黑" panose="020B0503020204020204" charset="-122"/>
                  <a:ea typeface="微软雅黑" panose="020B0503020204020204" charset="-122"/>
                </a:rPr>
                <a:t>4</a:t>
              </a:r>
              <a:endParaRPr lang="zh-CN" altLang="en-US" sz="3000" dirty="0">
                <a:solidFill>
                  <a:schemeClr val="accent1">
                    <a:lumMod val="75000"/>
                  </a:schemeClr>
                </a:solidFill>
                <a:latin typeface="微软雅黑" panose="020B0503020204020204" charset="-122"/>
                <a:ea typeface="微软雅黑" panose="020B0503020204020204" charset="-122"/>
              </a:endParaRPr>
            </a:p>
          </p:txBody>
        </p:sp>
        <p:cxnSp>
          <p:nvCxnSpPr>
            <p:cNvPr id="22" name="MH_Other_5"/>
            <p:cNvCxnSpPr/>
            <p:nvPr>
              <p:custDataLst>
                <p:tags r:id="rId13"/>
              </p:custDataLst>
            </p:nvPr>
          </p:nvCxnSpPr>
          <p:spPr>
            <a:xfrm>
              <a:off x="1993901" y="3881128"/>
              <a:ext cx="2952751" cy="0"/>
            </a:xfrm>
            <a:prstGeom prst="line">
              <a:avLst/>
            </a:prstGeom>
            <a:ln w="38100">
              <a:solidFill>
                <a:schemeClr val="accent1"/>
              </a:solidFill>
            </a:ln>
          </p:spPr>
          <p:style>
            <a:lnRef idx="1">
              <a:schemeClr val="accent1"/>
            </a:lnRef>
            <a:fillRef idx="0">
              <a:schemeClr val="accent1"/>
            </a:fillRef>
            <a:effectRef idx="0">
              <a:schemeClr val="accent1"/>
            </a:effectRef>
            <a:fontRef idx="minor">
              <a:schemeClr val="tx1"/>
            </a:fontRef>
          </p:style>
        </p:cxnSp>
      </p:grpSp>
      <p:sp>
        <p:nvSpPr>
          <p:cNvPr id="23" name="文本框 22"/>
          <p:cNvSpPr txBox="1"/>
          <p:nvPr/>
        </p:nvSpPr>
        <p:spPr>
          <a:xfrm>
            <a:off x="8051800" y="2729865"/>
            <a:ext cx="1828800" cy="365760"/>
          </a:xfrm>
          <a:prstGeom prst="rect">
            <a:avLst/>
          </a:prstGeom>
          <a:noFill/>
        </p:spPr>
        <p:txBody>
          <a:bodyPr wrap="square" rtlCol="0">
            <a:spAutoFit/>
          </a:bodyPr>
          <a:lstStyle/>
          <a:p>
            <a:r>
              <a:rPr lang="zh-CN" altLang="en-US" b="1">
                <a:solidFill>
                  <a:schemeClr val="accent2">
                    <a:lumMod val="75000"/>
                  </a:schemeClr>
                </a:solidFill>
              </a:rPr>
              <a:t>继承</a:t>
            </a:r>
          </a:p>
        </p:txBody>
      </p:sp>
      <p:sp>
        <p:nvSpPr>
          <p:cNvPr id="24" name="文本框 4"/>
          <p:cNvSpPr txBox="1">
            <a:spLocks noChangeArrowheads="1"/>
          </p:cNvSpPr>
          <p:nvPr>
            <p:custDataLst>
              <p:tags r:id="rId1"/>
            </p:custDataLst>
          </p:nvPr>
        </p:nvSpPr>
        <p:spPr bwMode="auto">
          <a:xfrm>
            <a:off x="2551163" y="3784082"/>
            <a:ext cx="1648415" cy="36832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normAutofit/>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charset="0"/>
                <a:ea typeface="宋体" panose="02010600030101010101" pitchFamily="2" charset="-122"/>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charset="0"/>
                <a:ea typeface="宋体" panose="02010600030101010101" pitchFamily="2" charset="-122"/>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charset="0"/>
                <a:ea typeface="宋体" panose="02010600030101010101" pitchFamily="2" charset="-122"/>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9pPr>
          </a:lstStyle>
          <a:p>
            <a:pPr algn="l" eaLnBrk="1" hangingPunct="1">
              <a:spcBef>
                <a:spcPct val="0"/>
              </a:spcBef>
              <a:buFontTx/>
              <a:buNone/>
            </a:pPr>
            <a:r>
              <a:rPr lang="zh-CN" altLang="en-US" sz="1800" b="1">
                <a:solidFill>
                  <a:schemeClr val="accent4">
                    <a:lumMod val="75000"/>
                  </a:schemeClr>
                </a:solidFill>
                <a:latin typeface="+mj-lt"/>
                <a:ea typeface="+mj-ea"/>
                <a:cs typeface="+mj-cs"/>
              </a:rPr>
              <a:t>用消息通信</a:t>
            </a:r>
          </a:p>
        </p:txBody>
      </p:sp>
      <p:grpSp>
        <p:nvGrpSpPr>
          <p:cNvPr id="2" name="组合 1"/>
          <p:cNvGrpSpPr/>
          <p:nvPr/>
        </p:nvGrpSpPr>
        <p:grpSpPr>
          <a:xfrm>
            <a:off x="6096635" y="487680"/>
            <a:ext cx="5738495" cy="1250315"/>
            <a:chOff x="881" y="2735"/>
            <a:chExt cx="9037" cy="1969"/>
          </a:xfrm>
        </p:grpSpPr>
        <p:sp>
          <p:nvSpPr>
            <p:cNvPr id="167" name="圆角矩形"/>
            <p:cNvSpPr/>
            <p:nvPr/>
          </p:nvSpPr>
          <p:spPr>
            <a:xfrm>
              <a:off x="1188" y="3071"/>
              <a:ext cx="8687" cy="1568"/>
            </a:xfrm>
            <a:prstGeom prst="roundRect">
              <a:avLst/>
            </a:prstGeom>
            <a:solidFill>
              <a:schemeClr val="accent3">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scene3d>
                <a:camera prst="orthographicFront"/>
                <a:lightRig rig="threePt" dir="t"/>
              </a:scene3d>
              <a:sp3d>
                <a:contourClr>
                  <a:srgbClr val="FFFFFF"/>
                </a:contourClr>
              </a:sp3d>
            </a:bodyPr>
            <a:lstStyle>
              <a:defPPr>
                <a:defRPr lang="zh-CN"/>
              </a:defPPr>
              <a:lvl1pPr algn="l" rtl="0" eaLnBrk="0" fontAlgn="base" hangingPunct="0">
                <a:spcBef>
                  <a:spcPct val="0"/>
                </a:spcBef>
                <a:spcAft>
                  <a:spcPct val="0"/>
                </a:spcAft>
                <a:defRPr kern="1200">
                  <a:solidFill>
                    <a:schemeClr val="lt1"/>
                  </a:solidFill>
                  <a:latin typeface="+mn-lt"/>
                  <a:ea typeface="+mn-ea"/>
                  <a:cs typeface="+mn-cs"/>
                </a:defRPr>
              </a:lvl1pPr>
              <a:lvl2pPr marL="457200" algn="l" rtl="0" eaLnBrk="0" fontAlgn="base" hangingPunct="0">
                <a:spcBef>
                  <a:spcPct val="0"/>
                </a:spcBef>
                <a:spcAft>
                  <a:spcPct val="0"/>
                </a:spcAft>
                <a:defRPr kern="1200">
                  <a:solidFill>
                    <a:schemeClr val="lt1"/>
                  </a:solidFill>
                  <a:latin typeface="+mn-lt"/>
                  <a:ea typeface="+mn-ea"/>
                  <a:cs typeface="+mn-cs"/>
                </a:defRPr>
              </a:lvl2pPr>
              <a:lvl3pPr marL="914400" algn="l" rtl="0" eaLnBrk="0" fontAlgn="base" hangingPunct="0">
                <a:spcBef>
                  <a:spcPct val="0"/>
                </a:spcBef>
                <a:spcAft>
                  <a:spcPct val="0"/>
                </a:spcAft>
                <a:defRPr kern="1200">
                  <a:solidFill>
                    <a:schemeClr val="lt1"/>
                  </a:solidFill>
                  <a:latin typeface="+mn-lt"/>
                  <a:ea typeface="+mn-ea"/>
                  <a:cs typeface="+mn-cs"/>
                </a:defRPr>
              </a:lvl3pPr>
              <a:lvl4pPr marL="1371600" algn="l" rtl="0" eaLnBrk="0" fontAlgn="base" hangingPunct="0">
                <a:spcBef>
                  <a:spcPct val="0"/>
                </a:spcBef>
                <a:spcAft>
                  <a:spcPct val="0"/>
                </a:spcAft>
                <a:defRPr kern="1200">
                  <a:solidFill>
                    <a:schemeClr val="lt1"/>
                  </a:solidFill>
                  <a:latin typeface="+mn-lt"/>
                  <a:ea typeface="+mn-ea"/>
                  <a:cs typeface="+mn-cs"/>
                </a:defRPr>
              </a:lvl4pPr>
              <a:lvl5pPr marL="1828800" algn="l" rtl="0" eaLnBrk="0" fontAlgn="base" hangingPunct="0">
                <a:spcBef>
                  <a:spcPct val="0"/>
                </a:spcBef>
                <a:spcAft>
                  <a:spcPct val="0"/>
                </a:spcAft>
                <a:defRPr kern="1200">
                  <a:solidFill>
                    <a:schemeClr val="lt1"/>
                  </a:solidFill>
                  <a:latin typeface="+mn-lt"/>
                  <a:ea typeface="+mn-ea"/>
                  <a:cs typeface="+mn-cs"/>
                </a:defRPr>
              </a:lvl5pPr>
              <a:lvl6pPr marL="2286000" algn="l" defTabSz="914400" rtl="0" eaLnBrk="1" latinLnBrk="0" hangingPunct="1">
                <a:defRPr kern="1200">
                  <a:solidFill>
                    <a:schemeClr val="lt1"/>
                  </a:solidFill>
                  <a:latin typeface="+mn-lt"/>
                  <a:ea typeface="+mn-ea"/>
                  <a:cs typeface="+mn-cs"/>
                </a:defRPr>
              </a:lvl6pPr>
              <a:lvl7pPr marL="2743200" algn="l" defTabSz="914400" rtl="0" eaLnBrk="1" latinLnBrk="0" hangingPunct="1">
                <a:defRPr kern="1200">
                  <a:solidFill>
                    <a:schemeClr val="lt1"/>
                  </a:solidFill>
                  <a:latin typeface="+mn-lt"/>
                  <a:ea typeface="+mn-ea"/>
                  <a:cs typeface="+mn-cs"/>
                </a:defRPr>
              </a:lvl7pPr>
              <a:lvl8pPr marL="3200400" algn="l" defTabSz="914400" rtl="0" eaLnBrk="1" latinLnBrk="0" hangingPunct="1">
                <a:defRPr kern="1200">
                  <a:solidFill>
                    <a:schemeClr val="lt1"/>
                  </a:solidFill>
                  <a:latin typeface="+mn-lt"/>
                  <a:ea typeface="+mn-ea"/>
                  <a:cs typeface="+mn-cs"/>
                </a:defRPr>
              </a:lvl8pPr>
              <a:lvl9pPr marL="3657600" algn="l" defTabSz="914400" rtl="0" eaLnBrk="1" latinLnBrk="0" hangingPunct="1">
                <a:defRPr kern="1200">
                  <a:solidFill>
                    <a:schemeClr val="lt1"/>
                  </a:solidFill>
                  <a:latin typeface="+mn-lt"/>
                  <a:ea typeface="+mn-ea"/>
                  <a:cs typeface="+mn-cs"/>
                </a:defRPr>
              </a:lvl9pPr>
            </a:lstStyle>
            <a:p>
              <a:pPr algn="l" eaLnBrk="1" fontAlgn="auto" hangingPunct="1">
                <a:spcBef>
                  <a:spcPts val="0"/>
                </a:spcBef>
                <a:spcAft>
                  <a:spcPts val="0"/>
                </a:spcAft>
                <a:defRPr/>
              </a:pPr>
              <a:r>
                <a:rPr lang="en-US" altLang="zh-CN">
                  <a:solidFill>
                    <a:schemeClr val="bg2">
                      <a:lumMod val="50000"/>
                    </a:schemeClr>
                  </a:solidFill>
                </a:rPr>
                <a:t>   </a:t>
              </a:r>
              <a:endParaRPr lang="zh-CN" altLang="en-US">
                <a:solidFill>
                  <a:schemeClr val="bg2">
                    <a:lumMod val="50000"/>
                  </a:schemeClr>
                </a:solidFill>
              </a:endParaRPr>
            </a:p>
          </p:txBody>
        </p:sp>
        <p:sp>
          <p:nvSpPr>
            <p:cNvPr id="4" name="学士帽"/>
            <p:cNvSpPr/>
            <p:nvPr/>
          </p:nvSpPr>
          <p:spPr bwMode="auto">
            <a:xfrm>
              <a:off x="881" y="2735"/>
              <a:ext cx="1056" cy="744"/>
            </a:xfrm>
            <a:custGeom>
              <a:avLst/>
              <a:gdLst>
                <a:gd name="T0" fmla="*/ 1395067 w 3931"/>
                <a:gd name="T1" fmla="*/ 589725 h 2392"/>
                <a:gd name="T2" fmla="*/ 928365 w 3931"/>
                <a:gd name="T3" fmla="*/ 389484 h 2392"/>
                <a:gd name="T4" fmla="*/ 403040 w 3931"/>
                <a:gd name="T5" fmla="*/ 589725 h 2392"/>
                <a:gd name="T6" fmla="*/ 256480 w 3931"/>
                <a:gd name="T7" fmla="*/ 528782 h 2392"/>
                <a:gd name="T8" fmla="*/ 256480 w 3931"/>
                <a:gd name="T9" fmla="*/ 708403 h 2392"/>
                <a:gd name="T10" fmla="*/ 296326 w 3931"/>
                <a:gd name="T11" fmla="*/ 763389 h 2392"/>
                <a:gd name="T12" fmla="*/ 255564 w 3931"/>
                <a:gd name="T13" fmla="*/ 818375 h 2392"/>
                <a:gd name="T14" fmla="*/ 299074 w 3931"/>
                <a:gd name="T15" fmla="*/ 1011742 h 2392"/>
                <a:gd name="T16" fmla="*/ 170834 w 3931"/>
                <a:gd name="T17" fmla="*/ 1011742 h 2392"/>
                <a:gd name="T18" fmla="*/ 214802 w 3931"/>
                <a:gd name="T19" fmla="*/ 817458 h 2392"/>
                <a:gd name="T20" fmla="*/ 179078 w 3931"/>
                <a:gd name="T21" fmla="*/ 763389 h 2392"/>
                <a:gd name="T22" fmla="*/ 213428 w 3931"/>
                <a:gd name="T23" fmla="*/ 709777 h 2392"/>
                <a:gd name="T24" fmla="*/ 213428 w 3931"/>
                <a:gd name="T25" fmla="*/ 510911 h 2392"/>
                <a:gd name="T26" fmla="*/ 0 w 3931"/>
                <a:gd name="T27" fmla="*/ 421559 h 2392"/>
                <a:gd name="T28" fmla="*/ 938899 w 3931"/>
                <a:gd name="T29" fmla="*/ 0 h 2392"/>
                <a:gd name="T30" fmla="*/ 1800397 w 3931"/>
                <a:gd name="T31" fmla="*/ 427058 h 2392"/>
                <a:gd name="T32" fmla="*/ 1395067 w 3931"/>
                <a:gd name="T33" fmla="*/ 589725 h 2392"/>
                <a:gd name="T34" fmla="*/ 917831 w 3931"/>
                <a:gd name="T35" fmla="*/ 491208 h 2392"/>
                <a:gd name="T36" fmla="*/ 1341481 w 3931"/>
                <a:gd name="T37" fmla="*/ 635088 h 2392"/>
                <a:gd name="T38" fmla="*/ 1341481 w 3931"/>
                <a:gd name="T39" fmla="*/ 983791 h 2392"/>
                <a:gd name="T40" fmla="*/ 896306 w 3931"/>
                <a:gd name="T41" fmla="*/ 1096054 h 2392"/>
                <a:gd name="T42" fmla="*/ 503342 w 3931"/>
                <a:gd name="T43" fmla="*/ 983791 h 2392"/>
                <a:gd name="T44" fmla="*/ 503342 w 3931"/>
                <a:gd name="T45" fmla="*/ 635088 h 2392"/>
                <a:gd name="T46" fmla="*/ 917831 w 3931"/>
                <a:gd name="T47" fmla="*/ 491208 h 2392"/>
                <a:gd name="T48" fmla="*/ 912335 w 3931"/>
                <a:gd name="T49" fmla="*/ 1031904 h 2392"/>
                <a:gd name="T50" fmla="*/ 1254003 w 3931"/>
                <a:gd name="T51" fmla="*/ 946675 h 2392"/>
                <a:gd name="T52" fmla="*/ 912335 w 3931"/>
                <a:gd name="T53" fmla="*/ 860989 h 2392"/>
                <a:gd name="T54" fmla="*/ 571126 w 3931"/>
                <a:gd name="T55" fmla="*/ 946675 h 2392"/>
                <a:gd name="T56" fmla="*/ 912335 w 3931"/>
                <a:gd name="T57" fmla="*/ 1031904 h 2392"/>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Lst>
              <a:ahLst/>
              <a:cxnLst>
                <a:cxn ang="T58">
                  <a:pos x="T0" y="T1"/>
                </a:cxn>
                <a:cxn ang="T59">
                  <a:pos x="T2" y="T3"/>
                </a:cxn>
                <a:cxn ang="T60">
                  <a:pos x="T4" y="T5"/>
                </a:cxn>
                <a:cxn ang="T61">
                  <a:pos x="T6" y="T7"/>
                </a:cxn>
                <a:cxn ang="T62">
                  <a:pos x="T8" y="T9"/>
                </a:cxn>
                <a:cxn ang="T63">
                  <a:pos x="T10" y="T11"/>
                </a:cxn>
                <a:cxn ang="T64">
                  <a:pos x="T12" y="T13"/>
                </a:cxn>
                <a:cxn ang="T65">
                  <a:pos x="T14" y="T15"/>
                </a:cxn>
                <a:cxn ang="T66">
                  <a:pos x="T16" y="T17"/>
                </a:cxn>
                <a:cxn ang="T67">
                  <a:pos x="T18" y="T19"/>
                </a:cxn>
                <a:cxn ang="T68">
                  <a:pos x="T20" y="T21"/>
                </a:cxn>
                <a:cxn ang="T69">
                  <a:pos x="T22" y="T23"/>
                </a:cxn>
                <a:cxn ang="T70">
                  <a:pos x="T24" y="T25"/>
                </a:cxn>
                <a:cxn ang="T71">
                  <a:pos x="T26" y="T27"/>
                </a:cxn>
                <a:cxn ang="T72">
                  <a:pos x="T28" y="T29"/>
                </a:cxn>
                <a:cxn ang="T73">
                  <a:pos x="T30" y="T31"/>
                </a:cxn>
                <a:cxn ang="T74">
                  <a:pos x="T32" y="T33"/>
                </a:cxn>
                <a:cxn ang="T75">
                  <a:pos x="T34" y="T35"/>
                </a:cxn>
                <a:cxn ang="T76">
                  <a:pos x="T36" y="T37"/>
                </a:cxn>
                <a:cxn ang="T77">
                  <a:pos x="T38" y="T39"/>
                </a:cxn>
                <a:cxn ang="T78">
                  <a:pos x="T40" y="T41"/>
                </a:cxn>
                <a:cxn ang="T79">
                  <a:pos x="T42" y="T43"/>
                </a:cxn>
                <a:cxn ang="T80">
                  <a:pos x="T44" y="T45"/>
                </a:cxn>
                <a:cxn ang="T81">
                  <a:pos x="T46" y="T47"/>
                </a:cxn>
                <a:cxn ang="T82">
                  <a:pos x="T48" y="T49"/>
                </a:cxn>
                <a:cxn ang="T83">
                  <a:pos x="T50" y="T51"/>
                </a:cxn>
                <a:cxn ang="T84">
                  <a:pos x="T52" y="T53"/>
                </a:cxn>
                <a:cxn ang="T85">
                  <a:pos x="T54" y="T55"/>
                </a:cxn>
                <a:cxn ang="T86">
                  <a:pos x="T56" y="T57"/>
                </a:cxn>
              </a:cxnLst>
              <a:rect l="0" t="0" r="r" b="b"/>
              <a:pathLst>
                <a:path w="3931" h="2392">
                  <a:moveTo>
                    <a:pt x="3046" y="1287"/>
                  </a:moveTo>
                  <a:cubicBezTo>
                    <a:pt x="3046" y="1287"/>
                    <a:pt x="2618" y="850"/>
                    <a:pt x="2027" y="850"/>
                  </a:cubicBezTo>
                  <a:cubicBezTo>
                    <a:pt x="1450" y="850"/>
                    <a:pt x="880" y="1287"/>
                    <a:pt x="880" y="1287"/>
                  </a:cubicBezTo>
                  <a:cubicBezTo>
                    <a:pt x="560" y="1154"/>
                    <a:pt x="560" y="1154"/>
                    <a:pt x="560" y="1154"/>
                  </a:cubicBezTo>
                  <a:cubicBezTo>
                    <a:pt x="560" y="1546"/>
                    <a:pt x="560" y="1546"/>
                    <a:pt x="560" y="1546"/>
                  </a:cubicBezTo>
                  <a:cubicBezTo>
                    <a:pt x="610" y="1563"/>
                    <a:pt x="647" y="1610"/>
                    <a:pt x="647" y="1666"/>
                  </a:cubicBezTo>
                  <a:cubicBezTo>
                    <a:pt x="647" y="1723"/>
                    <a:pt x="609" y="1769"/>
                    <a:pt x="558" y="1786"/>
                  </a:cubicBezTo>
                  <a:cubicBezTo>
                    <a:pt x="653" y="2208"/>
                    <a:pt x="653" y="2208"/>
                    <a:pt x="653" y="2208"/>
                  </a:cubicBezTo>
                  <a:cubicBezTo>
                    <a:pt x="373" y="2208"/>
                    <a:pt x="373" y="2208"/>
                    <a:pt x="373" y="2208"/>
                  </a:cubicBezTo>
                  <a:cubicBezTo>
                    <a:pt x="469" y="1784"/>
                    <a:pt x="469" y="1784"/>
                    <a:pt x="469" y="1784"/>
                  </a:cubicBezTo>
                  <a:cubicBezTo>
                    <a:pt x="423" y="1764"/>
                    <a:pt x="391" y="1719"/>
                    <a:pt x="391" y="1666"/>
                  </a:cubicBezTo>
                  <a:cubicBezTo>
                    <a:pt x="391" y="1614"/>
                    <a:pt x="422" y="1570"/>
                    <a:pt x="466" y="1549"/>
                  </a:cubicBezTo>
                  <a:cubicBezTo>
                    <a:pt x="466" y="1115"/>
                    <a:pt x="466" y="1115"/>
                    <a:pt x="466" y="1115"/>
                  </a:cubicBezTo>
                  <a:cubicBezTo>
                    <a:pt x="0" y="920"/>
                    <a:pt x="0" y="920"/>
                    <a:pt x="0" y="920"/>
                  </a:cubicBezTo>
                  <a:cubicBezTo>
                    <a:pt x="2050" y="0"/>
                    <a:pt x="2050" y="0"/>
                    <a:pt x="2050" y="0"/>
                  </a:cubicBezTo>
                  <a:cubicBezTo>
                    <a:pt x="3931" y="932"/>
                    <a:pt x="3931" y="932"/>
                    <a:pt x="3931" y="932"/>
                  </a:cubicBezTo>
                  <a:lnTo>
                    <a:pt x="3046" y="1287"/>
                  </a:lnTo>
                  <a:close/>
                  <a:moveTo>
                    <a:pt x="2004" y="1072"/>
                  </a:moveTo>
                  <a:cubicBezTo>
                    <a:pt x="2598" y="1072"/>
                    <a:pt x="2929" y="1386"/>
                    <a:pt x="2929" y="1386"/>
                  </a:cubicBezTo>
                  <a:cubicBezTo>
                    <a:pt x="2929" y="2147"/>
                    <a:pt x="2929" y="2147"/>
                    <a:pt x="2929" y="2147"/>
                  </a:cubicBezTo>
                  <a:cubicBezTo>
                    <a:pt x="2929" y="2147"/>
                    <a:pt x="2586" y="2392"/>
                    <a:pt x="1957" y="2392"/>
                  </a:cubicBezTo>
                  <a:cubicBezTo>
                    <a:pt x="1328" y="2392"/>
                    <a:pt x="1099" y="2147"/>
                    <a:pt x="1099" y="2147"/>
                  </a:cubicBezTo>
                  <a:cubicBezTo>
                    <a:pt x="1099" y="1386"/>
                    <a:pt x="1099" y="1386"/>
                    <a:pt x="1099" y="1386"/>
                  </a:cubicBezTo>
                  <a:cubicBezTo>
                    <a:pt x="1099" y="1386"/>
                    <a:pt x="1410" y="1072"/>
                    <a:pt x="2004" y="1072"/>
                  </a:cubicBezTo>
                  <a:close/>
                  <a:moveTo>
                    <a:pt x="1992" y="2252"/>
                  </a:moveTo>
                  <a:cubicBezTo>
                    <a:pt x="2404" y="2252"/>
                    <a:pt x="2738" y="2168"/>
                    <a:pt x="2738" y="2066"/>
                  </a:cubicBezTo>
                  <a:cubicBezTo>
                    <a:pt x="2738" y="1963"/>
                    <a:pt x="2404" y="1879"/>
                    <a:pt x="1992" y="1879"/>
                  </a:cubicBezTo>
                  <a:cubicBezTo>
                    <a:pt x="1581" y="1879"/>
                    <a:pt x="1247" y="1963"/>
                    <a:pt x="1247" y="2066"/>
                  </a:cubicBezTo>
                  <a:cubicBezTo>
                    <a:pt x="1247" y="2168"/>
                    <a:pt x="1581" y="2252"/>
                    <a:pt x="1992" y="2252"/>
                  </a:cubicBezTo>
                  <a:close/>
                </a:path>
              </a:pathLst>
            </a:custGeom>
            <a:solidFill>
              <a:schemeClr val="accent5">
                <a:lumMod val="75000"/>
              </a:schemeClr>
            </a:solidFill>
            <a:ln>
              <a:noFill/>
            </a:ln>
            <a:extLst>
              <a:ext uri="{91240B29-F687-4F45-9708-019B960494DF}">
                <a14:hiddenLine xmlns:a14="http://schemas.microsoft.com/office/drawing/2010/main" w="9525">
                  <a:solidFill>
                    <a:srgbClr val="000000"/>
                  </a:solidFill>
                  <a:round/>
                </a14:hiddenLine>
              </a:ext>
            </a:extLst>
          </p:spPr>
          <p:txBody>
            <a:bodyPr anchor="ctr" anchorCtr="1"/>
            <a:lstStyle>
              <a:defPPr>
                <a:defRPr lang="zh-CN"/>
              </a:defPPr>
              <a:lvl1pPr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1pPr>
              <a:lvl2pPr marL="4572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2pPr>
              <a:lvl3pPr marL="9144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3pPr>
              <a:lvl4pPr marL="13716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4pPr>
              <a:lvl5pPr marL="18288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5pPr>
              <a:lvl6pPr marL="2286000" algn="l" defTabSz="914400" rtl="0" eaLnBrk="1" latinLnBrk="0" hangingPunct="1">
                <a:defRPr kern="1200">
                  <a:solidFill>
                    <a:schemeClr val="tx1"/>
                  </a:solidFill>
                  <a:latin typeface="Calibri" panose="020F0502020204030204" charset="0"/>
                  <a:ea typeface="宋体" panose="02010600030101010101" pitchFamily="2" charset="-122"/>
                  <a:cs typeface="+mn-cs"/>
                </a:defRPr>
              </a:lvl6pPr>
              <a:lvl7pPr marL="2743200" algn="l" defTabSz="914400" rtl="0" eaLnBrk="1" latinLnBrk="0" hangingPunct="1">
                <a:defRPr kern="1200">
                  <a:solidFill>
                    <a:schemeClr val="tx1"/>
                  </a:solidFill>
                  <a:latin typeface="Calibri" panose="020F0502020204030204" charset="0"/>
                  <a:ea typeface="宋体" panose="02010600030101010101" pitchFamily="2" charset="-122"/>
                  <a:cs typeface="+mn-cs"/>
                </a:defRPr>
              </a:lvl7pPr>
              <a:lvl8pPr marL="3200400" algn="l" defTabSz="914400" rtl="0" eaLnBrk="1" latinLnBrk="0" hangingPunct="1">
                <a:defRPr kern="1200">
                  <a:solidFill>
                    <a:schemeClr val="tx1"/>
                  </a:solidFill>
                  <a:latin typeface="Calibri" panose="020F0502020204030204" charset="0"/>
                  <a:ea typeface="宋体" panose="02010600030101010101" pitchFamily="2" charset="-122"/>
                  <a:cs typeface="+mn-cs"/>
                </a:defRPr>
              </a:lvl8pPr>
              <a:lvl9pPr marL="3657600" algn="l" defTabSz="914400" rtl="0" eaLnBrk="1" latinLnBrk="0" hangingPunct="1">
                <a:defRPr kern="1200">
                  <a:solidFill>
                    <a:schemeClr val="tx1"/>
                  </a:solidFill>
                  <a:latin typeface="Calibri" panose="020F0502020204030204" charset="0"/>
                  <a:ea typeface="宋体" panose="02010600030101010101" pitchFamily="2" charset="-122"/>
                  <a:cs typeface="+mn-cs"/>
                </a:defRPr>
              </a:lvl9pPr>
            </a:lstStyle>
            <a:p>
              <a:endParaRPr lang="zh-CN" altLang="en-US" dirty="0">
                <a:ea typeface="微软雅黑" panose="020B0503020204020204" pitchFamily="34" charset="-122"/>
              </a:endParaRPr>
            </a:p>
          </p:txBody>
        </p:sp>
        <p:sp>
          <p:nvSpPr>
            <p:cNvPr id="5" name="文本框 4"/>
            <p:cNvSpPr txBox="1"/>
            <p:nvPr/>
          </p:nvSpPr>
          <p:spPr>
            <a:xfrm>
              <a:off x="1224" y="3006"/>
              <a:ext cx="8694" cy="1698"/>
            </a:xfrm>
            <a:prstGeom prst="rect">
              <a:avLst/>
            </a:prstGeom>
            <a:noFill/>
          </p:spPr>
          <p:txBody>
            <a:bodyPr wrap="square" rtlCol="0">
              <a:spAutoFit/>
            </a:bodyPr>
            <a:lstStyle/>
            <a:p>
              <a:pPr algn="l" fontAlgn="auto">
                <a:lnSpc>
                  <a:spcPct val="120000"/>
                </a:lnSpc>
              </a:pPr>
              <a:r>
                <a:rPr lang="en-US" altLang="zh-CN" dirty="0">
                  <a:solidFill>
                    <a:schemeClr val="bg2">
                      <a:lumMod val="50000"/>
                    </a:schemeClr>
                  </a:solidFill>
                  <a:sym typeface="+mn-ea"/>
                </a:rPr>
                <a:t>     </a:t>
              </a:r>
              <a:r>
                <a:rPr dirty="0">
                  <a:latin typeface="微软雅黑" panose="020B0503020204020204" charset="-122"/>
                  <a:ea typeface="微软雅黑" panose="020B0503020204020204" charset="-122"/>
                  <a:sym typeface="+mn-ea"/>
                </a:rPr>
                <a:t> </a:t>
              </a:r>
              <a:r>
                <a:rPr lang="en-US" dirty="0">
                  <a:latin typeface="微软雅黑" panose="020B0503020204020204" charset="-122"/>
                  <a:ea typeface="微软雅黑" panose="020B0503020204020204" charset="-122"/>
                  <a:sym typeface="+mn-ea"/>
                </a:rPr>
                <a:t> </a:t>
              </a:r>
              <a:r>
                <a:rPr dirty="0">
                  <a:latin typeface="微软雅黑" panose="020B0503020204020204" charset="-122"/>
                  <a:ea typeface="微软雅黑" panose="020B0503020204020204" charset="-122"/>
                  <a:sym typeface="+mn-ea"/>
                </a:rPr>
                <a:t>对象的信息都被封装在该对象类的定义中，必须发消息请求执行它的某个操作，处理它的数据，不能从外界直接对它的数据进行操作，这就是封装性。</a:t>
              </a:r>
              <a:endParaRPr lang="zh-CN" dirty="0">
                <a:solidFill>
                  <a:schemeClr val="tx1"/>
                </a:solidFill>
                <a:latin typeface="微软雅黑" panose="020B0503020204020204" charset="-122"/>
                <a:ea typeface="微软雅黑" panose="020B0503020204020204" charset="-122"/>
                <a:sym typeface="+mn-ea"/>
              </a:endParaRPr>
            </a:p>
          </p:txBody>
        </p:sp>
      </p:grpSp>
      <p:sp>
        <p:nvSpPr>
          <p:cNvPr id="26" name="Rectangle 1">
            <a:extLst>
              <a:ext uri="{FF2B5EF4-FFF2-40B4-BE49-F238E27FC236}">
                <a16:creationId xmlns:a16="http://schemas.microsoft.com/office/drawing/2014/main" id="{992298A5-4CEF-5D5A-DF08-42C313D63A45}"/>
              </a:ext>
            </a:extLst>
          </p:cNvPr>
          <p:cNvSpPr>
            <a:spLocks noChangeArrowheads="1"/>
          </p:cNvSpPr>
          <p:nvPr/>
        </p:nvSpPr>
        <p:spPr bwMode="auto">
          <a:xfrm>
            <a:off x="600218" y="2056130"/>
            <a:ext cx="3692525" cy="400110"/>
          </a:xfrm>
          <a:prstGeom prst="rect">
            <a:avLst/>
          </a:prstGeom>
          <a:noFill/>
          <a:ln w="9525">
            <a:noFill/>
            <a:miter lim="800000"/>
          </a:ln>
          <a:effectLst/>
        </p:spPr>
        <p:txBody>
          <a:bodyPr vert="horz" wrap="square" lIns="91440" tIns="45720" rIns="91440" bIns="45720" numCol="1" anchor="ctr" anchorCtr="0" compatLnSpc="1">
            <a:spAutoFit/>
          </a:bodyPr>
          <a:lstStyle/>
          <a:p>
            <a:pPr lvl="0" indent="269875" fontAlgn="base">
              <a:spcBef>
                <a:spcPct val="0"/>
              </a:spcBef>
              <a:spcAft>
                <a:spcPct val="0"/>
              </a:spcAft>
            </a:pPr>
            <a:r>
              <a:rPr lang="zh-CN" altLang="en-US" sz="2000" b="1" dirty="0">
                <a:solidFill>
                  <a:schemeClr val="tx1"/>
                </a:solidFill>
                <a:latin typeface="微软雅黑" panose="020B0503020204020204" charset="-122"/>
                <a:ea typeface="微软雅黑" panose="020B0503020204020204" charset="-122"/>
                <a:sym typeface="+mn-ea"/>
              </a:rPr>
              <a:t>面向对象方法</a:t>
            </a:r>
            <a:r>
              <a:rPr lang="zh-CN" altLang="en-US" sz="2000" b="1" dirty="0">
                <a:latin typeface="微软雅黑" panose="020B0503020204020204" charset="-122"/>
                <a:ea typeface="微软雅黑" panose="020B0503020204020204" charset="-122"/>
                <a:sym typeface="+mn-ea"/>
              </a:rPr>
              <a:t>的要素：</a:t>
            </a:r>
            <a:endParaRPr lang="en-US" altLang="en-US" sz="2000" b="1" dirty="0">
              <a:latin typeface="微软雅黑" panose="020B0503020204020204" charset="-122"/>
              <a:ea typeface="微软雅黑" panose="020B0503020204020204" charset="-122"/>
              <a:sym typeface="+mn-ea"/>
            </a:endParaRPr>
          </a:p>
        </p:txBody>
      </p:sp>
    </p:spTree>
  </p:cSld>
  <p:clrMapOvr>
    <a:masterClrMapping/>
  </p:clrMapOvr>
  <p:transition>
    <p:wheel spokes="3"/>
  </p:transition>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694801" y="360000"/>
            <a:ext cx="5401200" cy="523220"/>
          </a:xfrm>
        </p:spPr>
        <p:txBody>
          <a:bodyPr/>
          <a:lstStyle/>
          <a:p>
            <a:r>
              <a:rPr lang="en-US" dirty="0"/>
              <a:t>6.1 </a:t>
            </a:r>
            <a:r>
              <a:rPr lang="zh-CN" altLang="en-US" dirty="0"/>
              <a:t>面向对象方法概述</a:t>
            </a:r>
          </a:p>
        </p:txBody>
      </p:sp>
      <p:sp>
        <p:nvSpPr>
          <p:cNvPr id="4" name="文本占位符 3">
            <a:extLst>
              <a:ext uri="{FF2B5EF4-FFF2-40B4-BE49-F238E27FC236}">
                <a16:creationId xmlns:a16="http://schemas.microsoft.com/office/drawing/2014/main" id="{DFD83F7C-6429-6030-5067-8869421C0798}"/>
              </a:ext>
            </a:extLst>
          </p:cNvPr>
          <p:cNvSpPr>
            <a:spLocks noGrp="1"/>
          </p:cNvSpPr>
          <p:nvPr>
            <p:ph type="body" sz="quarter" idx="10"/>
          </p:nvPr>
        </p:nvSpPr>
        <p:spPr>
          <a:xfrm>
            <a:off x="900001" y="1322832"/>
            <a:ext cx="5196000" cy="400110"/>
          </a:xfrm>
        </p:spPr>
        <p:txBody>
          <a:bodyPr/>
          <a:lstStyle/>
          <a:p>
            <a:r>
              <a:rPr lang="en-US" altLang="zh-CN"/>
              <a:t>6.1.1 </a:t>
            </a:r>
            <a:r>
              <a:rPr lang="en-US" altLang="zh-CN">
                <a:sym typeface="+mn-ea"/>
              </a:rPr>
              <a:t>面向对象方法的要素和优点</a:t>
            </a:r>
            <a:endParaRPr lang="en-US" altLang="zh-CN" dirty="0"/>
          </a:p>
        </p:txBody>
      </p:sp>
      <p:pic>
        <p:nvPicPr>
          <p:cNvPr id="13" name="图片 12"/>
          <p:cNvPicPr>
            <a:picLocks noChangeAspect="1"/>
          </p:cNvPicPr>
          <p:nvPr/>
        </p:nvPicPr>
        <p:blipFill>
          <a:blip r:embed="rId2" cstate="print"/>
          <a:stretch>
            <a:fillRect/>
          </a:stretch>
        </p:blipFill>
        <p:spPr>
          <a:xfrm>
            <a:off x="8311487" y="1494724"/>
            <a:ext cx="3879246" cy="1533874"/>
          </a:xfrm>
          <a:prstGeom prst="rect">
            <a:avLst/>
          </a:prstGeom>
        </p:spPr>
      </p:pic>
      <p:sp>
        <p:nvSpPr>
          <p:cNvPr id="9" name="文本框 8"/>
          <p:cNvSpPr txBox="1"/>
          <p:nvPr/>
        </p:nvSpPr>
        <p:spPr>
          <a:xfrm>
            <a:off x="590550" y="3138988"/>
            <a:ext cx="11011535" cy="2463110"/>
          </a:xfrm>
          <a:prstGeom prst="rect">
            <a:avLst/>
          </a:prstGeom>
          <a:noFill/>
        </p:spPr>
        <p:txBody>
          <a:bodyPr wrap="square" rtlCol="0" anchor="t">
            <a:spAutoFit/>
          </a:bodyPr>
          <a:lstStyle/>
          <a:p>
            <a:pPr fontAlgn="auto">
              <a:lnSpc>
                <a:spcPct val="120000"/>
              </a:lnSpc>
            </a:pPr>
            <a:r>
              <a:rPr lang="zh-CN" altLang="en-US" dirty="0"/>
              <a:t>综上所述，面向对象就是使用对象、类和继承机制，并且对象之间仅能通过传递消息实现彼此通信。可以用下列方程来概括：</a:t>
            </a:r>
          </a:p>
          <a:p>
            <a:pPr indent="0" fontAlgn="auto">
              <a:lnSpc>
                <a:spcPct val="120000"/>
              </a:lnSpc>
              <a:buFont typeface="Arial" panose="020B0604020202020204" pitchFamily="34" charset="0"/>
              <a:buNone/>
            </a:pPr>
            <a:r>
              <a:rPr lang="zh-CN" altLang="en-US" dirty="0"/>
              <a:t>                                    OO＝Objects＋Classes＋Inheritance＋Communication with Messages</a:t>
            </a:r>
          </a:p>
          <a:p>
            <a:pPr indent="0" fontAlgn="auto">
              <a:lnSpc>
                <a:spcPct val="120000"/>
              </a:lnSpc>
              <a:buFont typeface="Arial" panose="020B0604020202020204" pitchFamily="34" charset="0"/>
              <a:buNone/>
            </a:pPr>
            <a:r>
              <a:rPr lang="zh-CN" altLang="en-US" dirty="0"/>
              <a:t>                                                （面向对象＝对象＋类＋继承＋用消息通信）</a:t>
            </a:r>
          </a:p>
          <a:p>
            <a:pPr fontAlgn="auto">
              <a:lnSpc>
                <a:spcPct val="120000"/>
              </a:lnSpc>
            </a:pPr>
            <a:r>
              <a:rPr lang="zh-CN" altLang="en-US" dirty="0"/>
              <a:t>仅使用对象和消息的方法，称为基于对象的方法（Object-based），不能称为面向对象方法。</a:t>
            </a:r>
          </a:p>
          <a:p>
            <a:pPr fontAlgn="auto">
              <a:lnSpc>
                <a:spcPct val="120000"/>
              </a:lnSpc>
            </a:pPr>
            <a:r>
              <a:rPr lang="zh-CN" altLang="en-US" dirty="0"/>
              <a:t>使用对象、消息和类的方法，称为基于类的方法（Class-based），也不能称为面向对象方法。</a:t>
            </a:r>
          </a:p>
          <a:p>
            <a:pPr fontAlgn="auto">
              <a:lnSpc>
                <a:spcPct val="120000"/>
              </a:lnSpc>
            </a:pPr>
            <a:r>
              <a:rPr lang="zh-CN" altLang="en-US" dirty="0"/>
              <a:t>只有同时使用对象、类、继承和消息的方法，才是面向对象的方法。</a:t>
            </a:r>
          </a:p>
        </p:txBody>
      </p:sp>
      <p:sp>
        <p:nvSpPr>
          <p:cNvPr id="7" name="Rectangle 1">
            <a:extLst>
              <a:ext uri="{FF2B5EF4-FFF2-40B4-BE49-F238E27FC236}">
                <a16:creationId xmlns:a16="http://schemas.microsoft.com/office/drawing/2014/main" id="{8EFCDBD5-6E0D-E4CD-C2C4-5F1A34F9F330}"/>
              </a:ext>
            </a:extLst>
          </p:cNvPr>
          <p:cNvSpPr>
            <a:spLocks noChangeArrowheads="1"/>
          </p:cNvSpPr>
          <p:nvPr/>
        </p:nvSpPr>
        <p:spPr bwMode="auto">
          <a:xfrm>
            <a:off x="600218" y="2056130"/>
            <a:ext cx="3692525" cy="400110"/>
          </a:xfrm>
          <a:prstGeom prst="rect">
            <a:avLst/>
          </a:prstGeom>
          <a:noFill/>
          <a:ln w="9525">
            <a:noFill/>
            <a:miter lim="800000"/>
          </a:ln>
          <a:effectLst/>
        </p:spPr>
        <p:txBody>
          <a:bodyPr vert="horz" wrap="square" lIns="91440" tIns="45720" rIns="91440" bIns="45720" numCol="1" anchor="ctr" anchorCtr="0" compatLnSpc="1">
            <a:spAutoFit/>
          </a:bodyPr>
          <a:lstStyle/>
          <a:p>
            <a:pPr lvl="0" indent="269875" fontAlgn="base">
              <a:spcBef>
                <a:spcPct val="0"/>
              </a:spcBef>
              <a:spcAft>
                <a:spcPct val="0"/>
              </a:spcAft>
            </a:pPr>
            <a:r>
              <a:rPr lang="zh-CN" altLang="en-US" sz="2000" b="1" dirty="0">
                <a:solidFill>
                  <a:schemeClr val="tx1"/>
                </a:solidFill>
                <a:latin typeface="微软雅黑" panose="020B0503020204020204" charset="-122"/>
                <a:ea typeface="微软雅黑" panose="020B0503020204020204" charset="-122"/>
                <a:sym typeface="+mn-ea"/>
              </a:rPr>
              <a:t>面向对象方法</a:t>
            </a:r>
            <a:r>
              <a:rPr lang="zh-CN" altLang="en-US" sz="2000" b="1" dirty="0">
                <a:latin typeface="微软雅黑" panose="020B0503020204020204" charset="-122"/>
                <a:ea typeface="微软雅黑" panose="020B0503020204020204" charset="-122"/>
                <a:sym typeface="+mn-ea"/>
              </a:rPr>
              <a:t>的要素：</a:t>
            </a:r>
            <a:endParaRPr lang="en-US" altLang="en-US" sz="2000" b="1" dirty="0">
              <a:latin typeface="微软雅黑" panose="020B0503020204020204" charset="-122"/>
              <a:ea typeface="微软雅黑" panose="020B0503020204020204" charset="-122"/>
              <a:sym typeface="+mn-ea"/>
            </a:endParaRPr>
          </a:p>
        </p:txBody>
      </p:sp>
    </p:spTree>
  </p:cSld>
  <p:clrMapOvr>
    <a:masterClrMapping/>
  </p:clrMapOvr>
  <p:transition>
    <p:wheel spokes="3"/>
  </p:transition>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694801" y="360000"/>
            <a:ext cx="5401200" cy="523220"/>
          </a:xfrm>
        </p:spPr>
        <p:txBody>
          <a:bodyPr/>
          <a:lstStyle/>
          <a:p>
            <a:r>
              <a:rPr lang="en-US" dirty="0"/>
              <a:t>6.1 </a:t>
            </a:r>
            <a:r>
              <a:rPr lang="zh-CN" altLang="en-US" dirty="0"/>
              <a:t>面向对象方法概述</a:t>
            </a:r>
          </a:p>
        </p:txBody>
      </p:sp>
      <p:sp>
        <p:nvSpPr>
          <p:cNvPr id="7" name="文本占位符 6">
            <a:extLst>
              <a:ext uri="{FF2B5EF4-FFF2-40B4-BE49-F238E27FC236}">
                <a16:creationId xmlns:a16="http://schemas.microsoft.com/office/drawing/2014/main" id="{BBD4D877-341A-4DFD-37F6-0080E55B2DE7}"/>
              </a:ext>
            </a:extLst>
          </p:cNvPr>
          <p:cNvSpPr>
            <a:spLocks noGrp="1"/>
          </p:cNvSpPr>
          <p:nvPr>
            <p:ph type="body" sz="quarter" idx="10"/>
          </p:nvPr>
        </p:nvSpPr>
        <p:spPr>
          <a:xfrm>
            <a:off x="900001" y="1322832"/>
            <a:ext cx="5196000" cy="400110"/>
          </a:xfrm>
        </p:spPr>
        <p:txBody>
          <a:bodyPr/>
          <a:lstStyle/>
          <a:p>
            <a:r>
              <a:rPr lang="en-US" altLang="zh-CN"/>
              <a:t>6.1.1 </a:t>
            </a:r>
            <a:r>
              <a:rPr lang="en-US" altLang="zh-CN">
                <a:sym typeface="+mn-ea"/>
              </a:rPr>
              <a:t>面向对象方法的要素和优点</a:t>
            </a:r>
            <a:endParaRPr lang="en-US" altLang="zh-CN" dirty="0"/>
          </a:p>
        </p:txBody>
      </p:sp>
      <p:sp>
        <p:nvSpPr>
          <p:cNvPr id="21" name="TextBox 1"/>
          <p:cNvSpPr txBox="1">
            <a:spLocks noChangeArrowheads="1"/>
          </p:cNvSpPr>
          <p:nvPr/>
        </p:nvSpPr>
        <p:spPr bwMode="auto">
          <a:xfrm>
            <a:off x="1459865" y="2612595"/>
            <a:ext cx="364202" cy="523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sz="2000">
                <a:solidFill>
                  <a:schemeClr val="tx1"/>
                </a:solidFill>
                <a:latin typeface="Calibri" panose="020F0502020204030204" charset="0"/>
                <a:ea typeface="宋体" panose="02010600030101010101" pitchFamily="2" charset="-122"/>
              </a:defRPr>
            </a:lvl1pPr>
            <a:lvl2pPr marL="742950" indent="-285750" eaLnBrk="0" hangingPunct="0">
              <a:defRPr sz="2000">
                <a:solidFill>
                  <a:schemeClr val="tx1"/>
                </a:solidFill>
                <a:latin typeface="Calibri" panose="020F0502020204030204" charset="0"/>
                <a:ea typeface="宋体" panose="02010600030101010101" pitchFamily="2" charset="-122"/>
              </a:defRPr>
            </a:lvl2pPr>
            <a:lvl3pPr marL="1143000" indent="-228600" eaLnBrk="0" hangingPunct="0">
              <a:defRPr sz="2000">
                <a:solidFill>
                  <a:schemeClr val="tx1"/>
                </a:solidFill>
                <a:latin typeface="Calibri" panose="020F0502020204030204" charset="0"/>
                <a:ea typeface="宋体" panose="02010600030101010101" pitchFamily="2" charset="-122"/>
              </a:defRPr>
            </a:lvl3pPr>
            <a:lvl4pPr marL="1600200" indent="-228600" eaLnBrk="0" hangingPunct="0">
              <a:defRPr sz="2000">
                <a:solidFill>
                  <a:schemeClr val="tx1"/>
                </a:solidFill>
                <a:latin typeface="Calibri" panose="020F0502020204030204" charset="0"/>
                <a:ea typeface="宋体" panose="02010600030101010101" pitchFamily="2" charset="-122"/>
              </a:defRPr>
            </a:lvl4pPr>
            <a:lvl5pPr eaLnBrk="0" hangingPunct="0">
              <a:defRPr sz="2000">
                <a:solidFill>
                  <a:schemeClr val="tx1"/>
                </a:solidFill>
                <a:latin typeface="Calibri" panose="020F0502020204030204" charset="0"/>
                <a:ea typeface="宋体" panose="02010600030101010101" pitchFamily="2" charset="-122"/>
              </a:defRPr>
            </a:lvl5pPr>
            <a:lvl6pPr marL="25146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6pPr>
            <a:lvl7pPr marL="29718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7pPr>
            <a:lvl8pPr marL="34290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8pPr>
            <a:lvl9pPr marL="38862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9pPr>
          </a:lstStyle>
          <a:p>
            <a:pPr eaLnBrk="1" hangingPunct="1"/>
            <a:r>
              <a:rPr lang="en-US" altLang="zh-CN" sz="2800" dirty="0">
                <a:solidFill>
                  <a:srgbClr val="E67819"/>
                </a:solidFill>
                <a:latin typeface="Times New Roman" panose="02020603050405020304" pitchFamily="18" charset="0"/>
                <a:ea typeface="MS UI Gothic" panose="020B0600070205080204" pitchFamily="34" charset="-128"/>
              </a:rPr>
              <a:t>1</a:t>
            </a:r>
            <a:endParaRPr lang="zh-CN" altLang="en-US" sz="2800" dirty="0">
              <a:solidFill>
                <a:srgbClr val="E67819"/>
              </a:solidFill>
              <a:latin typeface="Times New Roman" panose="02020603050405020304" pitchFamily="18" charset="0"/>
              <a:ea typeface="MS UI Gothic" panose="020B0600070205080204" pitchFamily="34" charset="-128"/>
            </a:endParaRPr>
          </a:p>
        </p:txBody>
      </p:sp>
      <p:cxnSp>
        <p:nvCxnSpPr>
          <p:cNvPr id="22" name="直接连接符 21"/>
          <p:cNvCxnSpPr/>
          <p:nvPr/>
        </p:nvCxnSpPr>
        <p:spPr>
          <a:xfrm flipH="1">
            <a:off x="1459865" y="2612595"/>
            <a:ext cx="590555" cy="590622"/>
          </a:xfrm>
          <a:prstGeom prst="line">
            <a:avLst/>
          </a:prstGeom>
          <a:ln>
            <a:solidFill>
              <a:srgbClr val="E67819"/>
            </a:solidFill>
          </a:ln>
        </p:spPr>
        <p:style>
          <a:lnRef idx="1">
            <a:schemeClr val="accent1"/>
          </a:lnRef>
          <a:fillRef idx="0">
            <a:schemeClr val="accent1"/>
          </a:fillRef>
          <a:effectRef idx="0">
            <a:schemeClr val="accent1"/>
          </a:effectRef>
          <a:fontRef idx="minor">
            <a:schemeClr val="tx1"/>
          </a:fontRef>
        </p:style>
      </p:cxnSp>
      <p:sp>
        <p:nvSpPr>
          <p:cNvPr id="23" name="矩形 7"/>
          <p:cNvSpPr>
            <a:spLocks noChangeArrowheads="1"/>
          </p:cNvSpPr>
          <p:nvPr/>
        </p:nvSpPr>
        <p:spPr bwMode="auto">
          <a:xfrm>
            <a:off x="1912307" y="2707857"/>
            <a:ext cx="1279203" cy="9334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r>
              <a:rPr lang="zh-CN" altLang="en-US" b="1" dirty="0">
                <a:solidFill>
                  <a:srgbClr val="E67819"/>
                </a:solidFill>
                <a:latin typeface="微软雅黑" panose="020B0503020204020204" charset="-122"/>
                <a:ea typeface="微软雅黑" panose="020B0503020204020204" charset="-122"/>
              </a:rPr>
              <a:t>与人类习惯的思维方法一致</a:t>
            </a:r>
          </a:p>
        </p:txBody>
      </p:sp>
      <p:sp>
        <p:nvSpPr>
          <p:cNvPr id="24" name="矩形 8"/>
          <p:cNvSpPr>
            <a:spLocks noChangeArrowheads="1"/>
          </p:cNvSpPr>
          <p:nvPr/>
        </p:nvSpPr>
        <p:spPr bwMode="auto">
          <a:xfrm>
            <a:off x="3301365" y="2514805"/>
            <a:ext cx="7920000" cy="19119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a:lnSpc>
                <a:spcPct val="125000"/>
              </a:lnSpc>
            </a:pPr>
            <a:r>
              <a:rPr sz="1600" dirty="0"/>
              <a:t>传统的程序设计技术是面向过程的设计方法，以算法为核心，把数据和过程作为相互独立的部分，数据代表问题空间中的客体，程序代码用于处理数据。这样，忽略了数据和操作之间的内在联系，问题空间和解空间并不一致。</a:t>
            </a:r>
          </a:p>
          <a:p>
            <a:pPr>
              <a:lnSpc>
                <a:spcPct val="125000"/>
              </a:lnSpc>
            </a:pPr>
            <a:r>
              <a:rPr sz="1600" dirty="0"/>
              <a:t>面向对象技术以对象为核心，尽可能接近人类习惯的抽象思维方法，描述问题空间和描述解空间尽可能一致。对象分类、从特殊到一般、建立类等级、获得继承等开发过程，符合人类认识世界、解决问题的过程。</a:t>
            </a:r>
          </a:p>
        </p:txBody>
      </p:sp>
      <p:sp>
        <p:nvSpPr>
          <p:cNvPr id="25" name="TextBox 10"/>
          <p:cNvSpPr txBox="1">
            <a:spLocks noChangeArrowheads="1"/>
          </p:cNvSpPr>
          <p:nvPr/>
        </p:nvSpPr>
        <p:spPr bwMode="auto">
          <a:xfrm>
            <a:off x="1460500" y="4952320"/>
            <a:ext cx="355730" cy="52199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sz="2000">
                <a:solidFill>
                  <a:schemeClr val="tx1"/>
                </a:solidFill>
                <a:latin typeface="Calibri" panose="020F0502020204030204" charset="0"/>
                <a:ea typeface="宋体" panose="02010600030101010101" pitchFamily="2" charset="-122"/>
              </a:defRPr>
            </a:lvl1pPr>
            <a:lvl2pPr marL="742950" indent="-285750" eaLnBrk="0" hangingPunct="0">
              <a:defRPr sz="2000">
                <a:solidFill>
                  <a:schemeClr val="tx1"/>
                </a:solidFill>
                <a:latin typeface="Calibri" panose="020F0502020204030204" charset="0"/>
                <a:ea typeface="宋体" panose="02010600030101010101" pitchFamily="2" charset="-122"/>
              </a:defRPr>
            </a:lvl2pPr>
            <a:lvl3pPr marL="1143000" indent="-228600" eaLnBrk="0" hangingPunct="0">
              <a:defRPr sz="2000">
                <a:solidFill>
                  <a:schemeClr val="tx1"/>
                </a:solidFill>
                <a:latin typeface="Calibri" panose="020F0502020204030204" charset="0"/>
                <a:ea typeface="宋体" panose="02010600030101010101" pitchFamily="2" charset="-122"/>
              </a:defRPr>
            </a:lvl3pPr>
            <a:lvl4pPr marL="1600200" indent="-228600" eaLnBrk="0" hangingPunct="0">
              <a:defRPr sz="2000">
                <a:solidFill>
                  <a:schemeClr val="tx1"/>
                </a:solidFill>
                <a:latin typeface="Calibri" panose="020F0502020204030204" charset="0"/>
                <a:ea typeface="宋体" panose="02010600030101010101" pitchFamily="2" charset="-122"/>
              </a:defRPr>
            </a:lvl4pPr>
            <a:lvl5pPr eaLnBrk="0" hangingPunct="0">
              <a:defRPr sz="2000">
                <a:solidFill>
                  <a:schemeClr val="tx1"/>
                </a:solidFill>
                <a:latin typeface="Calibri" panose="020F0502020204030204" charset="0"/>
                <a:ea typeface="宋体" panose="02010600030101010101" pitchFamily="2" charset="-122"/>
              </a:defRPr>
            </a:lvl5pPr>
            <a:lvl6pPr marL="25146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6pPr>
            <a:lvl7pPr marL="29718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7pPr>
            <a:lvl8pPr marL="34290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8pPr>
            <a:lvl9pPr marL="38862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9pPr>
          </a:lstStyle>
          <a:p>
            <a:pPr eaLnBrk="1" hangingPunct="1"/>
            <a:r>
              <a:rPr lang="en-US" altLang="zh-CN" sz="2800" dirty="0">
                <a:solidFill>
                  <a:srgbClr val="E67819"/>
                </a:solidFill>
                <a:latin typeface="Times New Roman" panose="02020603050405020304" pitchFamily="18" charset="0"/>
                <a:ea typeface="MS UI Gothic" panose="020B0600070205080204" pitchFamily="34" charset="-128"/>
              </a:rPr>
              <a:t>2</a:t>
            </a:r>
            <a:endParaRPr lang="zh-CN" altLang="en-US" sz="2800" dirty="0">
              <a:solidFill>
                <a:srgbClr val="E67819"/>
              </a:solidFill>
              <a:latin typeface="Times New Roman" panose="02020603050405020304" pitchFamily="18" charset="0"/>
              <a:ea typeface="MS UI Gothic" panose="020B0600070205080204" pitchFamily="34" charset="-128"/>
            </a:endParaRPr>
          </a:p>
        </p:txBody>
      </p:sp>
      <p:cxnSp>
        <p:nvCxnSpPr>
          <p:cNvPr id="26" name="直接连接符 25"/>
          <p:cNvCxnSpPr/>
          <p:nvPr/>
        </p:nvCxnSpPr>
        <p:spPr>
          <a:xfrm flipH="1">
            <a:off x="1460500" y="4952320"/>
            <a:ext cx="581488" cy="590550"/>
          </a:xfrm>
          <a:prstGeom prst="line">
            <a:avLst/>
          </a:prstGeom>
          <a:ln>
            <a:solidFill>
              <a:srgbClr val="E67819"/>
            </a:solidFill>
          </a:ln>
        </p:spPr>
        <p:style>
          <a:lnRef idx="1">
            <a:schemeClr val="accent1"/>
          </a:lnRef>
          <a:fillRef idx="0">
            <a:schemeClr val="accent1"/>
          </a:fillRef>
          <a:effectRef idx="0">
            <a:schemeClr val="accent1"/>
          </a:effectRef>
          <a:fontRef idx="minor">
            <a:schemeClr val="tx1"/>
          </a:fontRef>
        </p:style>
      </p:cxnSp>
      <p:sp>
        <p:nvSpPr>
          <p:cNvPr id="27" name="矩形 12"/>
          <p:cNvSpPr>
            <a:spLocks noChangeArrowheads="1"/>
          </p:cNvSpPr>
          <p:nvPr/>
        </p:nvSpPr>
        <p:spPr bwMode="auto">
          <a:xfrm>
            <a:off x="1901305" y="5047570"/>
            <a:ext cx="1217211" cy="3848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algn="l"/>
            <a:r>
              <a:rPr lang="zh-CN" altLang="en-US" b="1" dirty="0">
                <a:solidFill>
                  <a:srgbClr val="E67819"/>
                </a:solidFill>
                <a:latin typeface="微软雅黑" panose="020B0503020204020204" charset="-122"/>
                <a:ea typeface="微软雅黑" panose="020B0503020204020204" charset="-122"/>
              </a:rPr>
              <a:t>稳定性好</a:t>
            </a:r>
          </a:p>
        </p:txBody>
      </p:sp>
      <p:sp>
        <p:nvSpPr>
          <p:cNvPr id="28" name="矩形 9"/>
          <p:cNvSpPr>
            <a:spLocks noChangeArrowheads="1"/>
          </p:cNvSpPr>
          <p:nvPr/>
        </p:nvSpPr>
        <p:spPr bwMode="auto">
          <a:xfrm>
            <a:off x="3306074" y="4809445"/>
            <a:ext cx="7920000" cy="10225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a:lnSpc>
                <a:spcPct val="125000"/>
              </a:lnSpc>
            </a:pPr>
            <a:r>
              <a:rPr lang="zh-CN" altLang="en-US" sz="1600" dirty="0"/>
              <a:t>面向对象方法用对象模拟问题域中的实体，以对象间的联系刻画实体间的联系。当系统的功能需求变化时不会引起软件结构的整体变化，只需进行局部的修改。由于现实世界中的实体是相对稳定的，因而，以对象为中心构造的软件系统也比较稳定。</a:t>
            </a:r>
          </a:p>
        </p:txBody>
      </p:sp>
      <p:sp>
        <p:nvSpPr>
          <p:cNvPr id="16" name="Rectangle 1"/>
          <p:cNvSpPr>
            <a:spLocks noChangeArrowheads="1"/>
          </p:cNvSpPr>
          <p:nvPr/>
        </p:nvSpPr>
        <p:spPr bwMode="auto">
          <a:xfrm>
            <a:off x="600218" y="2056130"/>
            <a:ext cx="3692525" cy="400110"/>
          </a:xfrm>
          <a:prstGeom prst="rect">
            <a:avLst/>
          </a:prstGeom>
          <a:noFill/>
          <a:ln w="9525">
            <a:noFill/>
            <a:miter lim="800000"/>
          </a:ln>
          <a:effectLst/>
        </p:spPr>
        <p:txBody>
          <a:bodyPr vert="horz" wrap="square" lIns="91440" tIns="45720" rIns="91440" bIns="45720" numCol="1" anchor="ctr" anchorCtr="0" compatLnSpc="1">
            <a:spAutoFit/>
          </a:bodyPr>
          <a:lstStyle/>
          <a:p>
            <a:pPr lvl="0" indent="269875" fontAlgn="base">
              <a:spcBef>
                <a:spcPct val="0"/>
              </a:spcBef>
              <a:spcAft>
                <a:spcPct val="0"/>
              </a:spcAft>
            </a:pPr>
            <a:r>
              <a:rPr lang="zh-CN" altLang="en-US" sz="2000" b="1" dirty="0">
                <a:solidFill>
                  <a:schemeClr val="tx1"/>
                </a:solidFill>
                <a:latin typeface="微软雅黑" panose="020B0503020204020204" charset="-122"/>
                <a:ea typeface="微软雅黑" panose="020B0503020204020204" charset="-122"/>
                <a:sym typeface="+mn-ea"/>
              </a:rPr>
              <a:t>面向对象方法</a:t>
            </a:r>
            <a:r>
              <a:rPr lang="zh-CN" altLang="en-US" sz="2000" b="1" dirty="0">
                <a:latin typeface="微软雅黑" panose="020B0503020204020204" charset="-122"/>
                <a:ea typeface="微软雅黑" panose="020B0503020204020204" charset="-122"/>
                <a:sym typeface="+mn-ea"/>
              </a:rPr>
              <a:t>的优点：</a:t>
            </a:r>
            <a:endParaRPr lang="en-US" altLang="en-US" sz="2000" b="1" dirty="0">
              <a:latin typeface="微软雅黑" panose="020B0503020204020204" charset="-122"/>
              <a:ea typeface="微软雅黑" panose="020B0503020204020204" charset="-122"/>
              <a:sym typeface="+mn-ea"/>
            </a:endParaRPr>
          </a:p>
        </p:txBody>
      </p:sp>
    </p:spTree>
  </p:cSld>
  <p:clrMapOvr>
    <a:masterClrMapping/>
  </p:clrMapOvr>
  <p:transition>
    <p:wheel spokes="3"/>
  </p:transition>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694801" y="360000"/>
            <a:ext cx="5401200" cy="523220"/>
          </a:xfrm>
        </p:spPr>
        <p:txBody>
          <a:bodyPr/>
          <a:lstStyle/>
          <a:p>
            <a:r>
              <a:rPr lang="en-US" dirty="0"/>
              <a:t>6.1 </a:t>
            </a:r>
            <a:r>
              <a:rPr lang="zh-CN" altLang="en-US" dirty="0"/>
              <a:t>面向对象方法概述</a:t>
            </a:r>
          </a:p>
        </p:txBody>
      </p:sp>
      <p:sp>
        <p:nvSpPr>
          <p:cNvPr id="9" name="文本占位符 8">
            <a:extLst>
              <a:ext uri="{FF2B5EF4-FFF2-40B4-BE49-F238E27FC236}">
                <a16:creationId xmlns:a16="http://schemas.microsoft.com/office/drawing/2014/main" id="{CEA8D42A-8C1C-13A2-5A70-4C14BAD21A43}"/>
              </a:ext>
            </a:extLst>
          </p:cNvPr>
          <p:cNvSpPr>
            <a:spLocks noGrp="1"/>
          </p:cNvSpPr>
          <p:nvPr>
            <p:ph type="body" sz="quarter" idx="10"/>
          </p:nvPr>
        </p:nvSpPr>
        <p:spPr>
          <a:xfrm>
            <a:off x="900001" y="1322832"/>
            <a:ext cx="5196000" cy="400110"/>
          </a:xfrm>
        </p:spPr>
        <p:txBody>
          <a:bodyPr/>
          <a:lstStyle/>
          <a:p>
            <a:r>
              <a:rPr lang="en-US" altLang="zh-CN"/>
              <a:t>6.1.1 </a:t>
            </a:r>
            <a:r>
              <a:rPr lang="en-US" altLang="zh-CN">
                <a:sym typeface="+mn-ea"/>
              </a:rPr>
              <a:t>面向对象方法的要素和优点</a:t>
            </a:r>
            <a:endParaRPr lang="en-US" altLang="zh-CN" dirty="0"/>
          </a:p>
        </p:txBody>
      </p:sp>
      <p:grpSp>
        <p:nvGrpSpPr>
          <p:cNvPr id="4" name="组合 3"/>
          <p:cNvGrpSpPr/>
          <p:nvPr/>
        </p:nvGrpSpPr>
        <p:grpSpPr>
          <a:xfrm>
            <a:off x="1397000" y="3709033"/>
            <a:ext cx="2967990" cy="590549"/>
            <a:chOff x="512763" y="5121828"/>
            <a:chExt cx="2967506" cy="590550"/>
          </a:xfrm>
        </p:grpSpPr>
        <p:sp>
          <p:nvSpPr>
            <p:cNvPr id="25" name="TextBox 10"/>
            <p:cNvSpPr txBox="1">
              <a:spLocks noChangeArrowheads="1"/>
            </p:cNvSpPr>
            <p:nvPr/>
          </p:nvSpPr>
          <p:spPr bwMode="auto">
            <a:xfrm>
              <a:off x="512763" y="5121828"/>
              <a:ext cx="360645" cy="52213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sz="2000">
                  <a:solidFill>
                    <a:schemeClr val="tx1"/>
                  </a:solidFill>
                  <a:latin typeface="Calibri" panose="020F0502020204030204" charset="0"/>
                  <a:ea typeface="宋体" panose="02010600030101010101" pitchFamily="2" charset="-122"/>
                </a:defRPr>
              </a:lvl1pPr>
              <a:lvl2pPr marL="742950" indent="-285750" eaLnBrk="0" hangingPunct="0">
                <a:defRPr sz="2000">
                  <a:solidFill>
                    <a:schemeClr val="tx1"/>
                  </a:solidFill>
                  <a:latin typeface="Calibri" panose="020F0502020204030204" charset="0"/>
                  <a:ea typeface="宋体" panose="02010600030101010101" pitchFamily="2" charset="-122"/>
                </a:defRPr>
              </a:lvl2pPr>
              <a:lvl3pPr marL="1143000" indent="-228600" eaLnBrk="0" hangingPunct="0">
                <a:defRPr sz="2000">
                  <a:solidFill>
                    <a:schemeClr val="tx1"/>
                  </a:solidFill>
                  <a:latin typeface="Calibri" panose="020F0502020204030204" charset="0"/>
                  <a:ea typeface="宋体" panose="02010600030101010101" pitchFamily="2" charset="-122"/>
                </a:defRPr>
              </a:lvl3pPr>
              <a:lvl4pPr marL="1600200" indent="-228600" eaLnBrk="0" hangingPunct="0">
                <a:defRPr sz="2000">
                  <a:solidFill>
                    <a:schemeClr val="tx1"/>
                  </a:solidFill>
                  <a:latin typeface="Calibri" panose="020F0502020204030204" charset="0"/>
                  <a:ea typeface="宋体" panose="02010600030101010101" pitchFamily="2" charset="-122"/>
                </a:defRPr>
              </a:lvl4pPr>
              <a:lvl5pPr eaLnBrk="0" hangingPunct="0">
                <a:defRPr sz="2000">
                  <a:solidFill>
                    <a:schemeClr val="tx1"/>
                  </a:solidFill>
                  <a:latin typeface="Calibri" panose="020F0502020204030204" charset="0"/>
                  <a:ea typeface="宋体" panose="02010600030101010101" pitchFamily="2" charset="-122"/>
                </a:defRPr>
              </a:lvl5pPr>
              <a:lvl6pPr marL="25146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6pPr>
              <a:lvl7pPr marL="29718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7pPr>
              <a:lvl8pPr marL="34290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8pPr>
              <a:lvl9pPr marL="38862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9pPr>
            </a:lstStyle>
            <a:p>
              <a:pPr eaLnBrk="1" hangingPunct="1"/>
              <a:r>
                <a:rPr lang="en-US" altLang="zh-CN" sz="2800" dirty="0">
                  <a:solidFill>
                    <a:srgbClr val="E67819"/>
                  </a:solidFill>
                  <a:latin typeface="Times New Roman" panose="02020603050405020304" pitchFamily="18" charset="0"/>
                  <a:ea typeface="MS UI Gothic" panose="020B0600070205080204" pitchFamily="34" charset="-128"/>
                </a:rPr>
                <a:t>4</a:t>
              </a:r>
              <a:endParaRPr lang="zh-CN" altLang="en-US" sz="2800" dirty="0">
                <a:solidFill>
                  <a:srgbClr val="E67819"/>
                </a:solidFill>
                <a:latin typeface="Times New Roman" panose="02020603050405020304" pitchFamily="18" charset="0"/>
                <a:ea typeface="MS UI Gothic" panose="020B0600070205080204" pitchFamily="34" charset="-128"/>
              </a:endParaRPr>
            </a:p>
          </p:txBody>
        </p:sp>
        <p:cxnSp>
          <p:nvCxnSpPr>
            <p:cNvPr id="26" name="直接连接符 25"/>
            <p:cNvCxnSpPr/>
            <p:nvPr/>
          </p:nvCxnSpPr>
          <p:spPr>
            <a:xfrm flipH="1">
              <a:off x="512763" y="5121828"/>
              <a:ext cx="590550" cy="590550"/>
            </a:xfrm>
            <a:prstGeom prst="line">
              <a:avLst/>
            </a:prstGeom>
            <a:ln>
              <a:solidFill>
                <a:srgbClr val="E67819"/>
              </a:solidFill>
            </a:ln>
          </p:spPr>
          <p:style>
            <a:lnRef idx="1">
              <a:schemeClr val="accent1"/>
            </a:lnRef>
            <a:fillRef idx="0">
              <a:schemeClr val="accent1"/>
            </a:fillRef>
            <a:effectRef idx="0">
              <a:schemeClr val="accent1"/>
            </a:effectRef>
            <a:fontRef idx="minor">
              <a:schemeClr val="tx1"/>
            </a:fontRef>
          </p:style>
        </p:cxnSp>
        <p:sp>
          <p:nvSpPr>
            <p:cNvPr id="27" name="矩形 12"/>
            <p:cNvSpPr>
              <a:spLocks noChangeArrowheads="1"/>
            </p:cNvSpPr>
            <p:nvPr/>
          </p:nvSpPr>
          <p:spPr bwMode="auto">
            <a:xfrm>
              <a:off x="960438" y="5217078"/>
              <a:ext cx="2519831" cy="36937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algn="l"/>
              <a:r>
                <a:rPr lang="zh-CN" altLang="en-US" b="1" dirty="0">
                  <a:solidFill>
                    <a:srgbClr val="E67819"/>
                  </a:solidFill>
                  <a:latin typeface="微软雅黑" panose="020B0503020204020204" charset="-122"/>
                  <a:ea typeface="微软雅黑" panose="020B0503020204020204" charset="-122"/>
                </a:rPr>
                <a:t>较易开发大型软件产品</a:t>
              </a:r>
            </a:p>
          </p:txBody>
        </p:sp>
      </p:grpSp>
      <p:sp>
        <p:nvSpPr>
          <p:cNvPr id="28" name="矩形 9"/>
          <p:cNvSpPr>
            <a:spLocks noChangeArrowheads="1"/>
          </p:cNvSpPr>
          <p:nvPr/>
        </p:nvSpPr>
        <p:spPr bwMode="auto">
          <a:xfrm>
            <a:off x="4693285" y="3740148"/>
            <a:ext cx="6083935" cy="70243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a:lnSpc>
                <a:spcPct val="130000"/>
              </a:lnSpc>
            </a:pPr>
            <a:r>
              <a:rPr lang="zh-CN" altLang="en-US" sz="1600" dirty="0"/>
              <a:t>用面向对象技术开发大型软件时，把大型产品看做是一系列相互独立的小产品，降低了开发的技术难度和开发工作管理的难度。</a:t>
            </a:r>
          </a:p>
        </p:txBody>
      </p:sp>
      <p:grpSp>
        <p:nvGrpSpPr>
          <p:cNvPr id="10" name="组合 9"/>
          <p:cNvGrpSpPr/>
          <p:nvPr/>
        </p:nvGrpSpPr>
        <p:grpSpPr>
          <a:xfrm>
            <a:off x="1397000" y="4991732"/>
            <a:ext cx="3004185" cy="590549"/>
            <a:chOff x="512763" y="5140941"/>
            <a:chExt cx="3002126" cy="590550"/>
          </a:xfrm>
        </p:grpSpPr>
        <p:sp>
          <p:nvSpPr>
            <p:cNvPr id="11" name="TextBox 10"/>
            <p:cNvSpPr txBox="1">
              <a:spLocks noChangeArrowheads="1"/>
            </p:cNvSpPr>
            <p:nvPr/>
          </p:nvSpPr>
          <p:spPr bwMode="auto">
            <a:xfrm>
              <a:off x="512763" y="5140941"/>
              <a:ext cx="373912" cy="52213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sz="2000">
                  <a:solidFill>
                    <a:schemeClr val="tx1"/>
                  </a:solidFill>
                  <a:latin typeface="Calibri" panose="020F0502020204030204" charset="0"/>
                  <a:ea typeface="宋体" panose="02010600030101010101" pitchFamily="2" charset="-122"/>
                </a:defRPr>
              </a:lvl1pPr>
              <a:lvl2pPr marL="742950" indent="-285750" eaLnBrk="0" hangingPunct="0">
                <a:defRPr sz="2000">
                  <a:solidFill>
                    <a:schemeClr val="tx1"/>
                  </a:solidFill>
                  <a:latin typeface="Calibri" panose="020F0502020204030204" charset="0"/>
                  <a:ea typeface="宋体" panose="02010600030101010101" pitchFamily="2" charset="-122"/>
                </a:defRPr>
              </a:lvl2pPr>
              <a:lvl3pPr marL="1143000" indent="-228600" eaLnBrk="0" hangingPunct="0">
                <a:defRPr sz="2000">
                  <a:solidFill>
                    <a:schemeClr val="tx1"/>
                  </a:solidFill>
                  <a:latin typeface="Calibri" panose="020F0502020204030204" charset="0"/>
                  <a:ea typeface="宋体" panose="02010600030101010101" pitchFamily="2" charset="-122"/>
                </a:defRPr>
              </a:lvl3pPr>
              <a:lvl4pPr marL="1600200" indent="-228600" eaLnBrk="0" hangingPunct="0">
                <a:defRPr sz="2000">
                  <a:solidFill>
                    <a:schemeClr val="tx1"/>
                  </a:solidFill>
                  <a:latin typeface="Calibri" panose="020F0502020204030204" charset="0"/>
                  <a:ea typeface="宋体" panose="02010600030101010101" pitchFamily="2" charset="-122"/>
                </a:defRPr>
              </a:lvl4pPr>
              <a:lvl5pPr eaLnBrk="0" hangingPunct="0">
                <a:defRPr sz="2000">
                  <a:solidFill>
                    <a:schemeClr val="tx1"/>
                  </a:solidFill>
                  <a:latin typeface="Calibri" panose="020F0502020204030204" charset="0"/>
                  <a:ea typeface="宋体" panose="02010600030101010101" pitchFamily="2" charset="-122"/>
                </a:defRPr>
              </a:lvl5pPr>
              <a:lvl6pPr marL="25146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6pPr>
              <a:lvl7pPr marL="29718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7pPr>
              <a:lvl8pPr marL="34290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8pPr>
              <a:lvl9pPr marL="38862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9pPr>
            </a:lstStyle>
            <a:p>
              <a:pPr eaLnBrk="1" hangingPunct="1"/>
              <a:r>
                <a:rPr lang="en-US" altLang="zh-CN" sz="2800" dirty="0">
                  <a:solidFill>
                    <a:srgbClr val="E67819"/>
                  </a:solidFill>
                  <a:latin typeface="Times New Roman" panose="02020603050405020304" pitchFamily="18" charset="0"/>
                  <a:ea typeface="MS UI Gothic" panose="020B0600070205080204" pitchFamily="34" charset="-128"/>
                </a:rPr>
                <a:t>5</a:t>
              </a:r>
              <a:endParaRPr lang="zh-CN" altLang="en-US" sz="2800" dirty="0">
                <a:solidFill>
                  <a:srgbClr val="E67819"/>
                </a:solidFill>
                <a:latin typeface="Times New Roman" panose="02020603050405020304" pitchFamily="18" charset="0"/>
                <a:ea typeface="MS UI Gothic" panose="020B0600070205080204" pitchFamily="34" charset="-128"/>
              </a:endParaRPr>
            </a:p>
          </p:txBody>
        </p:sp>
        <p:cxnSp>
          <p:nvCxnSpPr>
            <p:cNvPr id="12" name="直接连接符 11"/>
            <p:cNvCxnSpPr/>
            <p:nvPr/>
          </p:nvCxnSpPr>
          <p:spPr>
            <a:xfrm flipH="1">
              <a:off x="512763" y="5140941"/>
              <a:ext cx="590550" cy="590550"/>
            </a:xfrm>
            <a:prstGeom prst="line">
              <a:avLst/>
            </a:prstGeom>
            <a:ln>
              <a:solidFill>
                <a:srgbClr val="E67819"/>
              </a:solidFill>
            </a:ln>
          </p:spPr>
          <p:style>
            <a:lnRef idx="1">
              <a:schemeClr val="accent1"/>
            </a:lnRef>
            <a:fillRef idx="0">
              <a:schemeClr val="accent1"/>
            </a:fillRef>
            <a:effectRef idx="0">
              <a:schemeClr val="accent1"/>
            </a:effectRef>
            <a:fontRef idx="minor">
              <a:schemeClr val="tx1"/>
            </a:fontRef>
          </p:style>
        </p:cxnSp>
        <p:sp>
          <p:nvSpPr>
            <p:cNvPr id="8" name="矩形 7"/>
            <p:cNvSpPr>
              <a:spLocks noChangeArrowheads="1"/>
            </p:cNvSpPr>
            <p:nvPr/>
          </p:nvSpPr>
          <p:spPr bwMode="auto">
            <a:xfrm>
              <a:off x="960234" y="5237488"/>
              <a:ext cx="2554655" cy="36944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algn="l"/>
              <a:r>
                <a:rPr lang="zh-CN" altLang="en-US" b="1" dirty="0">
                  <a:solidFill>
                    <a:srgbClr val="E67819"/>
                  </a:solidFill>
                  <a:latin typeface="微软雅黑" panose="020B0503020204020204" charset="-122"/>
                  <a:ea typeface="微软雅黑" panose="020B0503020204020204" charset="-122"/>
                </a:rPr>
                <a:t>可维护性好</a:t>
              </a:r>
            </a:p>
          </p:txBody>
        </p:sp>
      </p:grpSp>
      <p:grpSp>
        <p:nvGrpSpPr>
          <p:cNvPr id="32" name="组合 31"/>
          <p:cNvGrpSpPr/>
          <p:nvPr/>
        </p:nvGrpSpPr>
        <p:grpSpPr>
          <a:xfrm>
            <a:off x="1397000" y="2454910"/>
            <a:ext cx="2967990" cy="590549"/>
            <a:chOff x="512763" y="5140941"/>
            <a:chExt cx="2965680" cy="590550"/>
          </a:xfrm>
        </p:grpSpPr>
        <p:sp>
          <p:nvSpPr>
            <p:cNvPr id="33" name="TextBox 10"/>
            <p:cNvSpPr txBox="1">
              <a:spLocks noChangeArrowheads="1"/>
            </p:cNvSpPr>
            <p:nvPr/>
          </p:nvSpPr>
          <p:spPr bwMode="auto">
            <a:xfrm>
              <a:off x="512763" y="5140941"/>
              <a:ext cx="371373" cy="52197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sz="2000">
                  <a:solidFill>
                    <a:schemeClr val="tx1"/>
                  </a:solidFill>
                  <a:latin typeface="Calibri" panose="020F0502020204030204" charset="0"/>
                  <a:ea typeface="宋体" panose="02010600030101010101" pitchFamily="2" charset="-122"/>
                </a:defRPr>
              </a:lvl1pPr>
              <a:lvl2pPr marL="742950" indent="-285750" eaLnBrk="0" hangingPunct="0">
                <a:defRPr sz="2000">
                  <a:solidFill>
                    <a:schemeClr val="tx1"/>
                  </a:solidFill>
                  <a:latin typeface="Calibri" panose="020F0502020204030204" charset="0"/>
                  <a:ea typeface="宋体" panose="02010600030101010101" pitchFamily="2" charset="-122"/>
                </a:defRPr>
              </a:lvl2pPr>
              <a:lvl3pPr marL="1143000" indent="-228600" eaLnBrk="0" hangingPunct="0">
                <a:defRPr sz="2000">
                  <a:solidFill>
                    <a:schemeClr val="tx1"/>
                  </a:solidFill>
                  <a:latin typeface="Calibri" panose="020F0502020204030204" charset="0"/>
                  <a:ea typeface="宋体" panose="02010600030101010101" pitchFamily="2" charset="-122"/>
                </a:defRPr>
              </a:lvl3pPr>
              <a:lvl4pPr marL="1600200" indent="-228600" eaLnBrk="0" hangingPunct="0">
                <a:defRPr sz="2000">
                  <a:solidFill>
                    <a:schemeClr val="tx1"/>
                  </a:solidFill>
                  <a:latin typeface="Calibri" panose="020F0502020204030204" charset="0"/>
                  <a:ea typeface="宋体" panose="02010600030101010101" pitchFamily="2" charset="-122"/>
                </a:defRPr>
              </a:lvl4pPr>
              <a:lvl5pPr eaLnBrk="0" hangingPunct="0">
                <a:defRPr sz="2000">
                  <a:solidFill>
                    <a:schemeClr val="tx1"/>
                  </a:solidFill>
                  <a:latin typeface="Calibri" panose="020F0502020204030204" charset="0"/>
                  <a:ea typeface="宋体" panose="02010600030101010101" pitchFamily="2" charset="-122"/>
                </a:defRPr>
              </a:lvl5pPr>
              <a:lvl6pPr marL="25146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6pPr>
              <a:lvl7pPr marL="29718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7pPr>
              <a:lvl8pPr marL="34290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8pPr>
              <a:lvl9pPr marL="38862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9pPr>
            </a:lstStyle>
            <a:p>
              <a:pPr eaLnBrk="1" hangingPunct="1"/>
              <a:r>
                <a:rPr lang="en-US" altLang="zh-CN" sz="2800" dirty="0">
                  <a:solidFill>
                    <a:srgbClr val="E67819"/>
                  </a:solidFill>
                  <a:latin typeface="Times New Roman" panose="02020603050405020304" pitchFamily="18" charset="0"/>
                  <a:ea typeface="MS UI Gothic" panose="020B0600070205080204" pitchFamily="34" charset="-128"/>
                </a:rPr>
                <a:t>3</a:t>
              </a:r>
              <a:endParaRPr lang="zh-CN" altLang="en-US" sz="2800" dirty="0">
                <a:solidFill>
                  <a:srgbClr val="E67819"/>
                </a:solidFill>
                <a:latin typeface="Times New Roman" panose="02020603050405020304" pitchFamily="18" charset="0"/>
                <a:ea typeface="MS UI Gothic" panose="020B0600070205080204" pitchFamily="34" charset="-128"/>
              </a:endParaRPr>
            </a:p>
          </p:txBody>
        </p:sp>
        <p:cxnSp>
          <p:nvCxnSpPr>
            <p:cNvPr id="34" name="直接连接符 33"/>
            <p:cNvCxnSpPr/>
            <p:nvPr/>
          </p:nvCxnSpPr>
          <p:spPr>
            <a:xfrm flipH="1">
              <a:off x="512763" y="5140941"/>
              <a:ext cx="590550" cy="590550"/>
            </a:xfrm>
            <a:prstGeom prst="line">
              <a:avLst/>
            </a:prstGeom>
            <a:ln>
              <a:solidFill>
                <a:srgbClr val="E67819"/>
              </a:solidFill>
            </a:ln>
          </p:spPr>
          <p:style>
            <a:lnRef idx="1">
              <a:schemeClr val="accent1"/>
            </a:lnRef>
            <a:fillRef idx="0">
              <a:schemeClr val="accent1"/>
            </a:fillRef>
            <a:effectRef idx="0">
              <a:schemeClr val="accent1"/>
            </a:effectRef>
            <a:fontRef idx="minor">
              <a:schemeClr val="tx1"/>
            </a:fontRef>
          </p:style>
        </p:cxnSp>
        <p:sp>
          <p:nvSpPr>
            <p:cNvPr id="35" name="矩形 34"/>
            <p:cNvSpPr>
              <a:spLocks noChangeArrowheads="1"/>
            </p:cNvSpPr>
            <p:nvPr/>
          </p:nvSpPr>
          <p:spPr bwMode="auto">
            <a:xfrm>
              <a:off x="960198" y="5237488"/>
              <a:ext cx="2518245" cy="36934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algn="l"/>
              <a:r>
                <a:rPr lang="zh-CN" altLang="en-US" b="1" dirty="0">
                  <a:solidFill>
                    <a:srgbClr val="E67819"/>
                  </a:solidFill>
                  <a:latin typeface="微软雅黑" panose="020B0503020204020204" charset="-122"/>
                  <a:ea typeface="微软雅黑" panose="020B0503020204020204" charset="-122"/>
                </a:rPr>
                <a:t>可重用性好</a:t>
              </a:r>
            </a:p>
          </p:txBody>
        </p:sp>
      </p:grpSp>
      <p:sp>
        <p:nvSpPr>
          <p:cNvPr id="36" name="矩形 9"/>
          <p:cNvSpPr>
            <a:spLocks noChangeArrowheads="1"/>
          </p:cNvSpPr>
          <p:nvPr/>
        </p:nvSpPr>
        <p:spPr bwMode="auto">
          <a:xfrm>
            <a:off x="4693285" y="2351405"/>
            <a:ext cx="6083935" cy="13423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a:lnSpc>
                <a:spcPct val="130000"/>
              </a:lnSpc>
            </a:pPr>
            <a:r>
              <a:rPr sz="1600" dirty="0"/>
              <a:t>面向对象技术可以重复使用一个对象类。例如，创建类的实例，直接使用类；派生一个满足当前需要的新类。子类可以重用其父类的数据结构和程序代码，并且可以方便地进行修改和扩充，子类的修改并不影响父类的使用。</a:t>
            </a:r>
          </a:p>
        </p:txBody>
      </p:sp>
      <p:sp>
        <p:nvSpPr>
          <p:cNvPr id="2" name="Rectangle 1">
            <a:extLst>
              <a:ext uri="{FF2B5EF4-FFF2-40B4-BE49-F238E27FC236}">
                <a16:creationId xmlns:a16="http://schemas.microsoft.com/office/drawing/2014/main" id="{2D9DCEB5-E70A-1430-F78D-EC0112BE30CD}"/>
              </a:ext>
            </a:extLst>
          </p:cNvPr>
          <p:cNvSpPr>
            <a:spLocks noChangeArrowheads="1"/>
          </p:cNvSpPr>
          <p:nvPr/>
        </p:nvSpPr>
        <p:spPr bwMode="auto">
          <a:xfrm>
            <a:off x="600218" y="2056130"/>
            <a:ext cx="3692525" cy="400110"/>
          </a:xfrm>
          <a:prstGeom prst="rect">
            <a:avLst/>
          </a:prstGeom>
          <a:noFill/>
          <a:ln w="9525">
            <a:noFill/>
            <a:miter lim="800000"/>
          </a:ln>
          <a:effectLst/>
        </p:spPr>
        <p:txBody>
          <a:bodyPr vert="horz" wrap="square" lIns="91440" tIns="45720" rIns="91440" bIns="45720" numCol="1" anchor="ctr" anchorCtr="0" compatLnSpc="1">
            <a:spAutoFit/>
          </a:bodyPr>
          <a:lstStyle/>
          <a:p>
            <a:pPr lvl="0" indent="269875" fontAlgn="base">
              <a:spcBef>
                <a:spcPct val="0"/>
              </a:spcBef>
              <a:spcAft>
                <a:spcPct val="0"/>
              </a:spcAft>
            </a:pPr>
            <a:r>
              <a:rPr lang="zh-CN" altLang="en-US" sz="2000" b="1" dirty="0">
                <a:solidFill>
                  <a:schemeClr val="tx1"/>
                </a:solidFill>
                <a:latin typeface="微软雅黑" panose="020B0503020204020204" charset="-122"/>
                <a:ea typeface="微软雅黑" panose="020B0503020204020204" charset="-122"/>
                <a:sym typeface="+mn-ea"/>
              </a:rPr>
              <a:t>面向对象方法</a:t>
            </a:r>
            <a:r>
              <a:rPr lang="zh-CN" altLang="en-US" sz="2000" b="1" dirty="0">
                <a:latin typeface="微软雅黑" panose="020B0503020204020204" charset="-122"/>
                <a:ea typeface="微软雅黑" panose="020B0503020204020204" charset="-122"/>
                <a:sym typeface="+mn-ea"/>
              </a:rPr>
              <a:t>的优点：</a:t>
            </a:r>
            <a:endParaRPr lang="en-US" altLang="en-US" sz="2000" b="1" dirty="0">
              <a:latin typeface="微软雅黑" panose="020B0503020204020204" charset="-122"/>
              <a:ea typeface="微软雅黑" panose="020B0503020204020204" charset="-122"/>
              <a:sym typeface="+mn-ea"/>
            </a:endParaRPr>
          </a:p>
        </p:txBody>
      </p:sp>
      <p:sp>
        <p:nvSpPr>
          <p:cNvPr id="15" name="矩形 9">
            <a:extLst>
              <a:ext uri="{FF2B5EF4-FFF2-40B4-BE49-F238E27FC236}">
                <a16:creationId xmlns:a16="http://schemas.microsoft.com/office/drawing/2014/main" id="{852D4A08-2EF5-0173-4845-D3AB5EE2C605}"/>
              </a:ext>
            </a:extLst>
          </p:cNvPr>
          <p:cNvSpPr>
            <a:spLocks noChangeArrowheads="1"/>
          </p:cNvSpPr>
          <p:nvPr/>
        </p:nvSpPr>
        <p:spPr bwMode="auto">
          <a:xfrm>
            <a:off x="4693285" y="4811430"/>
            <a:ext cx="6083935" cy="70243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a:lnSpc>
                <a:spcPct val="130000"/>
              </a:lnSpc>
            </a:pPr>
            <a:r>
              <a:rPr lang="zh-CN" altLang="en-US" sz="1600" dirty="0"/>
              <a:t>由于面向对象的软件稳定性比较好、容易修改、容易理解、易于测试和调试，因而软件的可维护性好。</a:t>
            </a:r>
          </a:p>
        </p:txBody>
      </p:sp>
    </p:spTree>
  </p:cSld>
  <p:clrMapOvr>
    <a:masterClrMapping/>
  </p:clrMapOvr>
  <p:transition>
    <p:wheel spokes="3"/>
  </p:transition>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694801" y="360000"/>
            <a:ext cx="5401200" cy="523220"/>
          </a:xfrm>
        </p:spPr>
        <p:txBody>
          <a:bodyPr/>
          <a:lstStyle/>
          <a:p>
            <a:r>
              <a:rPr lang="en-US" dirty="0"/>
              <a:t>6.1 </a:t>
            </a:r>
            <a:r>
              <a:rPr lang="zh-CN" altLang="en-US" dirty="0"/>
              <a:t>面向对象方法概述</a:t>
            </a:r>
          </a:p>
        </p:txBody>
      </p:sp>
      <p:sp>
        <p:nvSpPr>
          <p:cNvPr id="14" name="文本占位符 13">
            <a:extLst>
              <a:ext uri="{FF2B5EF4-FFF2-40B4-BE49-F238E27FC236}">
                <a16:creationId xmlns:a16="http://schemas.microsoft.com/office/drawing/2014/main" id="{6F264850-A7A7-1761-0230-483721A3B99A}"/>
              </a:ext>
            </a:extLst>
          </p:cNvPr>
          <p:cNvSpPr>
            <a:spLocks noGrp="1"/>
          </p:cNvSpPr>
          <p:nvPr>
            <p:ph type="body" sz="quarter" idx="10"/>
          </p:nvPr>
        </p:nvSpPr>
        <p:spPr>
          <a:xfrm>
            <a:off x="900001" y="1322832"/>
            <a:ext cx="5196000" cy="400110"/>
          </a:xfrm>
        </p:spPr>
        <p:txBody>
          <a:bodyPr/>
          <a:lstStyle/>
          <a:p>
            <a:r>
              <a:rPr lang="en-US" altLang="zh-CN" dirty="0"/>
              <a:t>6.1.2 </a:t>
            </a:r>
            <a:r>
              <a:rPr lang="zh-CN" altLang="en-US" dirty="0"/>
              <a:t>面向对象方法的概念</a:t>
            </a:r>
          </a:p>
        </p:txBody>
      </p:sp>
      <p:grpSp>
        <p:nvGrpSpPr>
          <p:cNvPr id="10" name="组合 9"/>
          <p:cNvGrpSpPr/>
          <p:nvPr/>
        </p:nvGrpSpPr>
        <p:grpSpPr>
          <a:xfrm>
            <a:off x="1517650" y="2122170"/>
            <a:ext cx="9248775" cy="3624580"/>
            <a:chOff x="2318" y="2831"/>
            <a:chExt cx="14565" cy="5708"/>
          </a:xfrm>
        </p:grpSpPr>
        <p:sp>
          <p:nvSpPr>
            <p:cNvPr id="37" name="泪滴形 36"/>
            <p:cNvSpPr/>
            <p:nvPr>
              <p:custDataLst>
                <p:tags r:id="rId1"/>
              </p:custDataLst>
            </p:nvPr>
          </p:nvSpPr>
          <p:spPr>
            <a:xfrm rot="8100000">
              <a:off x="14555" y="2831"/>
              <a:ext cx="2328" cy="2328"/>
            </a:xfrm>
            <a:prstGeom prst="teardrop">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normAutofit/>
            </a:bodyPr>
            <a:lstStyle/>
            <a:p>
              <a:pPr algn="ctr" eaLnBrk="1" hangingPunct="1">
                <a:spcBef>
                  <a:spcPts val="0"/>
                </a:spcBef>
                <a:spcAft>
                  <a:spcPts val="0"/>
                </a:spcAft>
                <a:defRPr/>
              </a:pPr>
              <a:endParaRPr lang="zh-CN" altLang="en-US" sz="1800">
                <a:solidFill>
                  <a:schemeClr val="tx1"/>
                </a:solidFill>
              </a:endParaRPr>
            </a:p>
          </p:txBody>
        </p:sp>
        <p:sp>
          <p:nvSpPr>
            <p:cNvPr id="38" name="椭圆 37"/>
            <p:cNvSpPr/>
            <p:nvPr>
              <p:custDataLst>
                <p:tags r:id="rId2"/>
              </p:custDataLst>
            </p:nvPr>
          </p:nvSpPr>
          <p:spPr>
            <a:xfrm>
              <a:off x="14707" y="2984"/>
              <a:ext cx="2015" cy="2015"/>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normAutofit/>
            </a:bodyPr>
            <a:lstStyle/>
            <a:p>
              <a:pPr algn="ctr" eaLnBrk="1" hangingPunct="1">
                <a:spcBef>
                  <a:spcPts val="0"/>
                </a:spcBef>
                <a:spcAft>
                  <a:spcPts val="0"/>
                </a:spcAft>
                <a:defRPr/>
              </a:pPr>
              <a:endParaRPr lang="zh-CN" altLang="en-US" sz="1800">
                <a:solidFill>
                  <a:schemeClr val="tx1"/>
                </a:solidFill>
              </a:endParaRPr>
            </a:p>
          </p:txBody>
        </p:sp>
        <p:sp>
          <p:nvSpPr>
            <p:cNvPr id="40" name="泪滴形 39"/>
            <p:cNvSpPr/>
            <p:nvPr>
              <p:custDataLst>
                <p:tags r:id="rId3"/>
              </p:custDataLst>
            </p:nvPr>
          </p:nvSpPr>
          <p:spPr>
            <a:xfrm rot="8100000">
              <a:off x="2318" y="2831"/>
              <a:ext cx="2328" cy="2328"/>
            </a:xfrm>
            <a:prstGeom prst="teardrop">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normAutofit/>
            </a:bodyPr>
            <a:lstStyle/>
            <a:p>
              <a:pPr algn="ctr" eaLnBrk="1" hangingPunct="1">
                <a:spcBef>
                  <a:spcPts val="0"/>
                </a:spcBef>
                <a:spcAft>
                  <a:spcPts val="0"/>
                </a:spcAft>
                <a:defRPr/>
              </a:pPr>
              <a:endParaRPr lang="zh-CN" altLang="en-US" sz="1800">
                <a:solidFill>
                  <a:schemeClr val="tx1"/>
                </a:solidFill>
              </a:endParaRPr>
            </a:p>
          </p:txBody>
        </p:sp>
        <p:sp>
          <p:nvSpPr>
            <p:cNvPr id="41" name="椭圆 40"/>
            <p:cNvSpPr/>
            <p:nvPr>
              <p:custDataLst>
                <p:tags r:id="rId4"/>
              </p:custDataLst>
            </p:nvPr>
          </p:nvSpPr>
          <p:spPr>
            <a:xfrm>
              <a:off x="2470" y="2984"/>
              <a:ext cx="2015" cy="2015"/>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normAutofit/>
            </a:bodyPr>
            <a:lstStyle/>
            <a:p>
              <a:pPr algn="ctr" eaLnBrk="1" hangingPunct="1">
                <a:spcBef>
                  <a:spcPts val="0"/>
                </a:spcBef>
                <a:spcAft>
                  <a:spcPts val="0"/>
                </a:spcAft>
                <a:defRPr/>
              </a:pPr>
              <a:endParaRPr lang="zh-CN" altLang="en-US" sz="1800">
                <a:solidFill>
                  <a:schemeClr val="tx1"/>
                </a:solidFill>
              </a:endParaRPr>
            </a:p>
          </p:txBody>
        </p:sp>
        <p:sp>
          <p:nvSpPr>
            <p:cNvPr id="16" name="泪滴形 15"/>
            <p:cNvSpPr/>
            <p:nvPr>
              <p:custDataLst>
                <p:tags r:id="rId5"/>
              </p:custDataLst>
            </p:nvPr>
          </p:nvSpPr>
          <p:spPr>
            <a:xfrm rot="8100000">
              <a:off x="12901" y="3619"/>
              <a:ext cx="2328" cy="2328"/>
            </a:xfrm>
            <a:prstGeom prst="teardrop">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normAutofit/>
            </a:bodyPr>
            <a:lstStyle/>
            <a:p>
              <a:pPr algn="ctr" eaLnBrk="1" hangingPunct="1">
                <a:spcBef>
                  <a:spcPts val="0"/>
                </a:spcBef>
                <a:spcAft>
                  <a:spcPts val="0"/>
                </a:spcAft>
                <a:defRPr/>
              </a:pPr>
              <a:endParaRPr lang="zh-CN" altLang="en-US" sz="1800">
                <a:solidFill>
                  <a:schemeClr val="tx1"/>
                </a:solidFill>
              </a:endParaRPr>
            </a:p>
          </p:txBody>
        </p:sp>
        <p:sp>
          <p:nvSpPr>
            <p:cNvPr id="17" name="椭圆 16"/>
            <p:cNvSpPr/>
            <p:nvPr>
              <p:custDataLst>
                <p:tags r:id="rId6"/>
              </p:custDataLst>
            </p:nvPr>
          </p:nvSpPr>
          <p:spPr>
            <a:xfrm>
              <a:off x="13054" y="3771"/>
              <a:ext cx="2015" cy="2015"/>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normAutofit/>
            </a:bodyPr>
            <a:lstStyle/>
            <a:p>
              <a:pPr algn="ctr" eaLnBrk="1" hangingPunct="1">
                <a:spcBef>
                  <a:spcPts val="0"/>
                </a:spcBef>
                <a:spcAft>
                  <a:spcPts val="0"/>
                </a:spcAft>
                <a:defRPr/>
              </a:pPr>
              <a:endParaRPr lang="zh-CN" altLang="en-US" sz="1800">
                <a:solidFill>
                  <a:schemeClr val="tx1"/>
                </a:solidFill>
              </a:endParaRPr>
            </a:p>
          </p:txBody>
        </p:sp>
        <p:sp>
          <p:nvSpPr>
            <p:cNvPr id="18" name="泪滴形 17"/>
            <p:cNvSpPr/>
            <p:nvPr>
              <p:custDataLst>
                <p:tags r:id="rId7"/>
              </p:custDataLst>
            </p:nvPr>
          </p:nvSpPr>
          <p:spPr>
            <a:xfrm rot="8100000">
              <a:off x="3971" y="3619"/>
              <a:ext cx="2328" cy="2328"/>
            </a:xfrm>
            <a:prstGeom prst="teardrop">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normAutofit/>
            </a:bodyPr>
            <a:lstStyle/>
            <a:p>
              <a:pPr algn="ctr" eaLnBrk="1" hangingPunct="1">
                <a:spcBef>
                  <a:spcPts val="0"/>
                </a:spcBef>
                <a:spcAft>
                  <a:spcPts val="0"/>
                </a:spcAft>
                <a:defRPr/>
              </a:pPr>
              <a:endParaRPr lang="zh-CN" altLang="en-US" sz="1800">
                <a:solidFill>
                  <a:schemeClr val="tx1"/>
                </a:solidFill>
              </a:endParaRPr>
            </a:p>
          </p:txBody>
        </p:sp>
        <p:sp>
          <p:nvSpPr>
            <p:cNvPr id="19" name="椭圆 18"/>
            <p:cNvSpPr/>
            <p:nvPr>
              <p:custDataLst>
                <p:tags r:id="rId8"/>
              </p:custDataLst>
            </p:nvPr>
          </p:nvSpPr>
          <p:spPr>
            <a:xfrm>
              <a:off x="4124" y="3771"/>
              <a:ext cx="2015" cy="2015"/>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normAutofit/>
            </a:bodyPr>
            <a:lstStyle/>
            <a:p>
              <a:pPr algn="ctr" eaLnBrk="1" hangingPunct="1">
                <a:spcBef>
                  <a:spcPts val="0"/>
                </a:spcBef>
                <a:spcAft>
                  <a:spcPts val="0"/>
                </a:spcAft>
                <a:defRPr/>
              </a:pPr>
              <a:endParaRPr lang="zh-CN" altLang="en-US" sz="1800">
                <a:solidFill>
                  <a:schemeClr val="tx1"/>
                </a:solidFill>
              </a:endParaRPr>
            </a:p>
          </p:txBody>
        </p:sp>
        <p:sp>
          <p:nvSpPr>
            <p:cNvPr id="20" name="泪滴形 19"/>
            <p:cNvSpPr/>
            <p:nvPr>
              <p:custDataLst>
                <p:tags r:id="rId9"/>
              </p:custDataLst>
            </p:nvPr>
          </p:nvSpPr>
          <p:spPr>
            <a:xfrm rot="8100000">
              <a:off x="10663" y="4409"/>
              <a:ext cx="2913" cy="2912"/>
            </a:xfrm>
            <a:prstGeom prst="teardrop">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normAutofit/>
            </a:bodyPr>
            <a:lstStyle/>
            <a:p>
              <a:pPr algn="ctr" eaLnBrk="1" hangingPunct="1">
                <a:spcBef>
                  <a:spcPts val="0"/>
                </a:spcBef>
                <a:spcAft>
                  <a:spcPts val="0"/>
                </a:spcAft>
                <a:defRPr/>
              </a:pPr>
              <a:endParaRPr lang="zh-CN" altLang="en-US" sz="1800">
                <a:solidFill>
                  <a:schemeClr val="tx1"/>
                </a:solidFill>
              </a:endParaRPr>
            </a:p>
          </p:txBody>
        </p:sp>
        <p:sp>
          <p:nvSpPr>
            <p:cNvPr id="21" name="椭圆 20"/>
            <p:cNvSpPr/>
            <p:nvPr>
              <p:custDataLst>
                <p:tags r:id="rId10"/>
              </p:custDataLst>
            </p:nvPr>
          </p:nvSpPr>
          <p:spPr>
            <a:xfrm>
              <a:off x="10853" y="4599"/>
              <a:ext cx="2520" cy="2520"/>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normAutofit/>
            </a:bodyPr>
            <a:lstStyle/>
            <a:p>
              <a:pPr algn="ctr" eaLnBrk="1" hangingPunct="1">
                <a:spcBef>
                  <a:spcPts val="0"/>
                </a:spcBef>
                <a:spcAft>
                  <a:spcPts val="0"/>
                </a:spcAft>
                <a:defRPr/>
              </a:pPr>
              <a:endParaRPr lang="zh-CN" altLang="en-US" sz="1800">
                <a:solidFill>
                  <a:schemeClr val="tx1"/>
                </a:solidFill>
              </a:endParaRPr>
            </a:p>
          </p:txBody>
        </p:sp>
        <p:sp>
          <p:nvSpPr>
            <p:cNvPr id="22" name="泪滴形 21"/>
            <p:cNvSpPr/>
            <p:nvPr>
              <p:custDataLst>
                <p:tags r:id="rId11"/>
              </p:custDataLst>
            </p:nvPr>
          </p:nvSpPr>
          <p:spPr>
            <a:xfrm rot="8100000">
              <a:off x="5624" y="4409"/>
              <a:ext cx="2912" cy="2912"/>
            </a:xfrm>
            <a:prstGeom prst="teardrop">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normAutofit/>
            </a:bodyPr>
            <a:lstStyle/>
            <a:p>
              <a:pPr algn="ctr" eaLnBrk="1" hangingPunct="1">
                <a:spcBef>
                  <a:spcPts val="0"/>
                </a:spcBef>
                <a:spcAft>
                  <a:spcPts val="0"/>
                </a:spcAft>
                <a:defRPr/>
              </a:pPr>
              <a:endParaRPr lang="zh-CN" altLang="en-US" sz="1800">
                <a:solidFill>
                  <a:schemeClr val="tx1"/>
                </a:solidFill>
              </a:endParaRPr>
            </a:p>
          </p:txBody>
        </p:sp>
        <p:sp>
          <p:nvSpPr>
            <p:cNvPr id="23" name="椭圆 22"/>
            <p:cNvSpPr/>
            <p:nvPr>
              <p:custDataLst>
                <p:tags r:id="rId12"/>
              </p:custDataLst>
            </p:nvPr>
          </p:nvSpPr>
          <p:spPr>
            <a:xfrm>
              <a:off x="5814" y="4599"/>
              <a:ext cx="2520" cy="2520"/>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normAutofit/>
            </a:bodyPr>
            <a:lstStyle/>
            <a:p>
              <a:pPr algn="ctr" eaLnBrk="1" hangingPunct="1">
                <a:spcBef>
                  <a:spcPts val="0"/>
                </a:spcBef>
                <a:spcAft>
                  <a:spcPts val="0"/>
                </a:spcAft>
                <a:defRPr/>
              </a:pPr>
              <a:endParaRPr lang="zh-CN" altLang="en-US" sz="1800">
                <a:solidFill>
                  <a:schemeClr val="tx1"/>
                </a:solidFill>
              </a:endParaRPr>
            </a:p>
          </p:txBody>
        </p:sp>
        <p:sp>
          <p:nvSpPr>
            <p:cNvPr id="24" name="泪滴形 23"/>
            <p:cNvSpPr/>
            <p:nvPr>
              <p:custDataLst>
                <p:tags r:id="rId13"/>
              </p:custDataLst>
            </p:nvPr>
          </p:nvSpPr>
          <p:spPr>
            <a:xfrm rot="8100000">
              <a:off x="7863" y="5064"/>
              <a:ext cx="3475" cy="3475"/>
            </a:xfrm>
            <a:prstGeom prst="teardrop">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normAutofit/>
            </a:bodyPr>
            <a:lstStyle/>
            <a:p>
              <a:pPr algn="ctr" eaLnBrk="1" hangingPunct="1">
                <a:spcBef>
                  <a:spcPts val="0"/>
                </a:spcBef>
                <a:spcAft>
                  <a:spcPts val="0"/>
                </a:spcAft>
                <a:defRPr/>
              </a:pPr>
              <a:endParaRPr lang="zh-CN" altLang="en-US" sz="1800">
                <a:solidFill>
                  <a:schemeClr val="tx1"/>
                </a:solidFill>
              </a:endParaRPr>
            </a:p>
          </p:txBody>
        </p:sp>
        <p:sp>
          <p:nvSpPr>
            <p:cNvPr id="25" name="椭圆 24"/>
            <p:cNvSpPr/>
            <p:nvPr>
              <p:custDataLst>
                <p:tags r:id="rId14"/>
              </p:custDataLst>
            </p:nvPr>
          </p:nvSpPr>
          <p:spPr>
            <a:xfrm>
              <a:off x="8090" y="5291"/>
              <a:ext cx="3008" cy="3005"/>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normAutofit/>
            </a:bodyPr>
            <a:lstStyle/>
            <a:p>
              <a:pPr algn="ctr" eaLnBrk="1" hangingPunct="1">
                <a:spcBef>
                  <a:spcPts val="0"/>
                </a:spcBef>
                <a:spcAft>
                  <a:spcPts val="0"/>
                </a:spcAft>
                <a:defRPr/>
              </a:pPr>
              <a:endParaRPr lang="zh-CN" altLang="en-US" sz="1800">
                <a:solidFill>
                  <a:schemeClr val="tx1"/>
                </a:solidFill>
              </a:endParaRPr>
            </a:p>
          </p:txBody>
        </p:sp>
        <p:sp>
          <p:nvSpPr>
            <p:cNvPr id="26" name="文本框 13"/>
            <p:cNvSpPr txBox="1">
              <a:spLocks noChangeArrowheads="1"/>
            </p:cNvSpPr>
            <p:nvPr>
              <p:custDataLst>
                <p:tags r:id="rId15"/>
              </p:custDataLst>
            </p:nvPr>
          </p:nvSpPr>
          <p:spPr bwMode="auto">
            <a:xfrm>
              <a:off x="8360" y="6526"/>
              <a:ext cx="2480" cy="54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0000" tIns="46800" rIns="90000" bIns="46800" anchor="ctr">
              <a:spAutoFit/>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charset="0"/>
                  <a:ea typeface="宋体" panose="02010600030101010101" pitchFamily="2" charset="-122"/>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charset="0"/>
                  <a:ea typeface="宋体" panose="02010600030101010101" pitchFamily="2" charset="-122"/>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charset="0"/>
                  <a:ea typeface="宋体" panose="02010600030101010101" pitchFamily="2" charset="-122"/>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9pPr>
            </a:lstStyle>
            <a:p>
              <a:pPr algn="ctr" eaLnBrk="1" hangingPunct="1">
                <a:spcBef>
                  <a:spcPct val="0"/>
                </a:spcBef>
                <a:buFontTx/>
                <a:buNone/>
              </a:pPr>
              <a:r>
                <a:rPr lang="zh-CN" altLang="en-US" sz="1800" b="1">
                  <a:latin typeface="+mj-lt"/>
                  <a:ea typeface="+mj-ea"/>
                  <a:cs typeface="+mj-cs"/>
                </a:rPr>
                <a:t>类和实例</a:t>
              </a:r>
            </a:p>
          </p:txBody>
        </p:sp>
        <p:sp>
          <p:nvSpPr>
            <p:cNvPr id="27" name="文本框 14"/>
            <p:cNvSpPr txBox="1">
              <a:spLocks noChangeArrowheads="1"/>
            </p:cNvSpPr>
            <p:nvPr>
              <p:custDataLst>
                <p:tags r:id="rId16"/>
              </p:custDataLst>
            </p:nvPr>
          </p:nvSpPr>
          <p:spPr bwMode="auto">
            <a:xfrm>
              <a:off x="11353" y="5641"/>
              <a:ext cx="1533" cy="54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0000" tIns="46800" rIns="90000" bIns="46800" anchor="ctr">
              <a:spAutoFit/>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charset="0"/>
                  <a:ea typeface="宋体" panose="02010600030101010101" pitchFamily="2" charset="-122"/>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charset="0"/>
                  <a:ea typeface="宋体" panose="02010600030101010101" pitchFamily="2" charset="-122"/>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charset="0"/>
                  <a:ea typeface="宋体" panose="02010600030101010101" pitchFamily="2" charset="-122"/>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9pPr>
            </a:lstStyle>
            <a:p>
              <a:pPr algn="ctr" eaLnBrk="1" hangingPunct="1">
                <a:spcBef>
                  <a:spcPct val="0"/>
                </a:spcBef>
                <a:buFontTx/>
                <a:buNone/>
              </a:pPr>
              <a:r>
                <a:rPr lang="zh-CN" altLang="en-US" sz="1800" b="1">
                  <a:latin typeface="+mj-lt"/>
                  <a:ea typeface="+mj-ea"/>
                  <a:cs typeface="+mj-cs"/>
                </a:rPr>
                <a:t>消息</a:t>
              </a:r>
            </a:p>
          </p:txBody>
        </p:sp>
        <p:sp>
          <p:nvSpPr>
            <p:cNvPr id="28" name="文本框 15"/>
            <p:cNvSpPr txBox="1">
              <a:spLocks noChangeArrowheads="1"/>
            </p:cNvSpPr>
            <p:nvPr>
              <p:custDataLst>
                <p:tags r:id="rId17"/>
              </p:custDataLst>
            </p:nvPr>
          </p:nvSpPr>
          <p:spPr bwMode="auto">
            <a:xfrm>
              <a:off x="13438" y="4459"/>
              <a:ext cx="1255" cy="54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0000" tIns="46800" rIns="90000" bIns="46800">
              <a:spAutoFit/>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charset="0"/>
                  <a:ea typeface="宋体" panose="02010600030101010101" pitchFamily="2" charset="-122"/>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charset="0"/>
                  <a:ea typeface="宋体" panose="02010600030101010101" pitchFamily="2" charset="-122"/>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charset="0"/>
                  <a:ea typeface="宋体" panose="02010600030101010101" pitchFamily="2" charset="-122"/>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9pPr>
            </a:lstStyle>
            <a:p>
              <a:pPr algn="ctr" eaLnBrk="1" hangingPunct="1">
                <a:spcBef>
                  <a:spcPct val="0"/>
                </a:spcBef>
                <a:buFontTx/>
                <a:buNone/>
              </a:pPr>
              <a:r>
                <a:rPr lang="zh-CN" altLang="en-US" sz="1800" b="1">
                  <a:latin typeface="+mj-lt"/>
                  <a:ea typeface="+mj-ea"/>
                  <a:cs typeface="+mj-cs"/>
                </a:rPr>
                <a:t>继承</a:t>
              </a:r>
            </a:p>
          </p:txBody>
        </p:sp>
        <p:sp>
          <p:nvSpPr>
            <p:cNvPr id="2" name="文本框 16"/>
            <p:cNvSpPr txBox="1">
              <a:spLocks noChangeArrowheads="1"/>
            </p:cNvSpPr>
            <p:nvPr>
              <p:custDataLst>
                <p:tags r:id="rId18"/>
              </p:custDataLst>
            </p:nvPr>
          </p:nvSpPr>
          <p:spPr bwMode="auto">
            <a:xfrm>
              <a:off x="6313" y="5589"/>
              <a:ext cx="1535" cy="54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0000" tIns="46800" rIns="90000" bIns="46800" anchor="ctr">
              <a:spAutoFit/>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charset="0"/>
                  <a:ea typeface="宋体" panose="02010600030101010101" pitchFamily="2" charset="-122"/>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charset="0"/>
                  <a:ea typeface="宋体" panose="02010600030101010101" pitchFamily="2" charset="-122"/>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charset="0"/>
                  <a:ea typeface="宋体" panose="02010600030101010101" pitchFamily="2" charset="-122"/>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9pPr>
            </a:lstStyle>
            <a:p>
              <a:pPr algn="ctr" eaLnBrk="1" hangingPunct="1">
                <a:spcBef>
                  <a:spcPct val="0"/>
                </a:spcBef>
                <a:buFontTx/>
                <a:buNone/>
              </a:pPr>
              <a:r>
                <a:rPr lang="zh-CN" altLang="en-US" sz="1800" b="1">
                  <a:latin typeface="+mj-lt"/>
                  <a:ea typeface="+mj-ea"/>
                  <a:cs typeface="+mj-cs"/>
                </a:rPr>
                <a:t>对象</a:t>
              </a:r>
            </a:p>
          </p:txBody>
        </p:sp>
        <p:sp>
          <p:nvSpPr>
            <p:cNvPr id="30" name="文本框 17"/>
            <p:cNvSpPr txBox="1">
              <a:spLocks noChangeArrowheads="1"/>
            </p:cNvSpPr>
            <p:nvPr>
              <p:custDataLst>
                <p:tags r:id="rId19"/>
              </p:custDataLst>
            </p:nvPr>
          </p:nvSpPr>
          <p:spPr bwMode="auto">
            <a:xfrm>
              <a:off x="4508" y="4508"/>
              <a:ext cx="1253" cy="54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0000" tIns="46800" rIns="90000" bIns="46800">
              <a:spAutoFit/>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charset="0"/>
                  <a:ea typeface="宋体" panose="02010600030101010101" pitchFamily="2" charset="-122"/>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charset="0"/>
                  <a:ea typeface="宋体" panose="02010600030101010101" pitchFamily="2" charset="-122"/>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charset="0"/>
                  <a:ea typeface="宋体" panose="02010600030101010101" pitchFamily="2" charset="-122"/>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9pPr>
            </a:lstStyle>
            <a:p>
              <a:pPr algn="ctr" eaLnBrk="1" hangingPunct="1">
                <a:spcBef>
                  <a:spcPct val="0"/>
                </a:spcBef>
                <a:buFontTx/>
                <a:buNone/>
              </a:pPr>
              <a:r>
                <a:rPr lang="zh-CN" altLang="en-US" sz="1800" b="1">
                  <a:latin typeface="+mj-lt"/>
                  <a:ea typeface="+mj-ea"/>
                  <a:cs typeface="+mj-cs"/>
                </a:rPr>
                <a:t>封装</a:t>
              </a:r>
            </a:p>
          </p:txBody>
        </p:sp>
        <p:sp>
          <p:nvSpPr>
            <p:cNvPr id="42" name="文本框 17"/>
            <p:cNvSpPr txBox="1">
              <a:spLocks noChangeArrowheads="1"/>
            </p:cNvSpPr>
            <p:nvPr>
              <p:custDataLst>
                <p:tags r:id="rId20"/>
              </p:custDataLst>
            </p:nvPr>
          </p:nvSpPr>
          <p:spPr bwMode="auto">
            <a:xfrm>
              <a:off x="2871" y="3720"/>
              <a:ext cx="1253" cy="54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0000" tIns="46800" rIns="90000" bIns="46800">
              <a:spAutoFit/>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charset="0"/>
                  <a:ea typeface="宋体" panose="02010600030101010101" pitchFamily="2" charset="-122"/>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charset="0"/>
                  <a:ea typeface="宋体" panose="02010600030101010101" pitchFamily="2" charset="-122"/>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charset="0"/>
                  <a:ea typeface="宋体" panose="02010600030101010101" pitchFamily="2" charset="-122"/>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9pPr>
            </a:lstStyle>
            <a:p>
              <a:pPr algn="ctr" eaLnBrk="1" hangingPunct="1">
                <a:spcBef>
                  <a:spcPct val="0"/>
                </a:spcBef>
                <a:buFontTx/>
                <a:buNone/>
              </a:pPr>
              <a:r>
                <a:rPr lang="zh-CN" altLang="en-US" sz="1800" b="1">
                  <a:latin typeface="+mj-lt"/>
                  <a:ea typeface="+mj-ea"/>
                  <a:cs typeface="+mj-cs"/>
                </a:rPr>
                <a:t>多态</a:t>
              </a:r>
            </a:p>
          </p:txBody>
        </p:sp>
        <p:sp>
          <p:nvSpPr>
            <p:cNvPr id="43" name="文本框 17"/>
            <p:cNvSpPr txBox="1">
              <a:spLocks noChangeArrowheads="1"/>
            </p:cNvSpPr>
            <p:nvPr>
              <p:custDataLst>
                <p:tags r:id="rId21"/>
              </p:custDataLst>
            </p:nvPr>
          </p:nvSpPr>
          <p:spPr bwMode="auto">
            <a:xfrm>
              <a:off x="15093" y="3720"/>
              <a:ext cx="1253" cy="54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0000" tIns="46800" rIns="90000" bIns="46800">
              <a:spAutoFit/>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charset="0"/>
                  <a:ea typeface="宋体" panose="02010600030101010101" pitchFamily="2" charset="-122"/>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charset="0"/>
                  <a:ea typeface="宋体" panose="02010600030101010101" pitchFamily="2" charset="-122"/>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charset="0"/>
                  <a:ea typeface="宋体" panose="02010600030101010101" pitchFamily="2" charset="-122"/>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9pPr>
            </a:lstStyle>
            <a:p>
              <a:pPr algn="ctr" eaLnBrk="1" hangingPunct="1">
                <a:spcBef>
                  <a:spcPct val="0"/>
                </a:spcBef>
                <a:buFontTx/>
                <a:buNone/>
              </a:pPr>
              <a:r>
                <a:rPr lang="zh-CN" altLang="en-US" sz="1800" b="1">
                  <a:latin typeface="+mj-lt"/>
                  <a:ea typeface="+mj-ea"/>
                  <a:cs typeface="+mj-cs"/>
                </a:rPr>
                <a:t>重载</a:t>
              </a:r>
            </a:p>
          </p:txBody>
        </p:sp>
      </p:grpSp>
    </p:spTree>
  </p:cSld>
  <p:clrMapOvr>
    <a:masterClrMapping/>
  </p:clrMapOvr>
  <p:transition>
    <p:wheel spokes="3"/>
  </p:transition>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694801" y="360000"/>
            <a:ext cx="5401200" cy="523220"/>
          </a:xfrm>
        </p:spPr>
        <p:txBody>
          <a:bodyPr>
            <a:normAutofit/>
          </a:bodyPr>
          <a:lstStyle/>
          <a:p>
            <a:r>
              <a:rPr lang="en-US" dirty="0"/>
              <a:t>6.1 </a:t>
            </a:r>
            <a:r>
              <a:rPr lang="zh-CN" altLang="en-US" dirty="0"/>
              <a:t>面向对象方法概述</a:t>
            </a:r>
          </a:p>
        </p:txBody>
      </p:sp>
      <p:sp>
        <p:nvSpPr>
          <p:cNvPr id="5" name="文本占位符 4">
            <a:extLst>
              <a:ext uri="{FF2B5EF4-FFF2-40B4-BE49-F238E27FC236}">
                <a16:creationId xmlns:a16="http://schemas.microsoft.com/office/drawing/2014/main" id="{84174FFA-48F3-B173-4F0D-9480ABAD3B49}"/>
              </a:ext>
            </a:extLst>
          </p:cNvPr>
          <p:cNvSpPr>
            <a:spLocks noGrp="1"/>
          </p:cNvSpPr>
          <p:nvPr>
            <p:ph type="body" sz="quarter" idx="10"/>
          </p:nvPr>
        </p:nvSpPr>
        <p:spPr>
          <a:xfrm>
            <a:off x="900001" y="1322832"/>
            <a:ext cx="5196000" cy="400110"/>
          </a:xfrm>
        </p:spPr>
        <p:txBody>
          <a:bodyPr/>
          <a:lstStyle/>
          <a:p>
            <a:r>
              <a:rPr lang="en-US" altLang="zh-CN" dirty="0"/>
              <a:t>6.1.2 </a:t>
            </a:r>
            <a:r>
              <a:rPr lang="zh-CN" altLang="en-US" dirty="0"/>
              <a:t>面向对象方法的概念</a:t>
            </a:r>
          </a:p>
        </p:txBody>
      </p:sp>
      <p:grpSp>
        <p:nvGrpSpPr>
          <p:cNvPr id="4" name="组合 3"/>
          <p:cNvGrpSpPr/>
          <p:nvPr/>
        </p:nvGrpSpPr>
        <p:grpSpPr>
          <a:xfrm>
            <a:off x="1127727" y="2679031"/>
            <a:ext cx="9814593" cy="3241040"/>
            <a:chOff x="1462405" y="1604963"/>
            <a:chExt cx="9814593" cy="3241040"/>
          </a:xfrm>
        </p:grpSpPr>
        <p:sp>
          <p:nvSpPr>
            <p:cNvPr id="3075" name="MH_SubTitle_1"/>
            <p:cNvSpPr>
              <a:spLocks noChangeArrowheads="1"/>
            </p:cNvSpPr>
            <p:nvPr/>
          </p:nvSpPr>
          <p:spPr bwMode="auto">
            <a:xfrm>
              <a:off x="2260600" y="1604963"/>
              <a:ext cx="4572000" cy="600075"/>
            </a:xfrm>
            <a:prstGeom prst="rect">
              <a:avLst/>
            </a:prstGeom>
            <a:noFill/>
            <a:ln w="9525">
              <a:noFill/>
              <a:miter lim="800000"/>
            </a:ln>
          </p:spPr>
          <p:txBody>
            <a:bodyPr anchor="b"/>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eaLnBrk="1" hangingPunct="1"/>
              <a:r>
                <a:rPr lang="zh-CN" altLang="en-US" sz="2000" b="1" dirty="0">
                  <a:solidFill>
                    <a:srgbClr val="E26664"/>
                  </a:solidFill>
                  <a:latin typeface="微软雅黑 Light" panose="020B0502040204020203" pitchFamily="34" charset="-122"/>
                  <a:ea typeface="幼圆" panose="02010509060101010101" pitchFamily="49" charset="-122"/>
                  <a:cs typeface="Arial" panose="020B0604020202020204" pitchFamily="34" charset="0"/>
                </a:rPr>
                <a:t>对象的定义 </a:t>
              </a:r>
              <a:r>
                <a:rPr lang="en-US" altLang="zh-CN" sz="2000" b="1" dirty="0">
                  <a:solidFill>
                    <a:srgbClr val="E26664"/>
                  </a:solidFill>
                  <a:latin typeface="微软雅黑 Light" panose="020B0502040204020203" pitchFamily="34" charset="-122"/>
                  <a:ea typeface="幼圆" panose="02010509060101010101" pitchFamily="49" charset="-122"/>
                  <a:cs typeface="Arial" panose="020B0604020202020204" pitchFamily="34" charset="0"/>
                </a:rPr>
                <a:t>Object</a:t>
              </a:r>
              <a:endParaRPr lang="zh-CN" altLang="en-US" sz="2000" b="1" dirty="0">
                <a:solidFill>
                  <a:srgbClr val="E26664"/>
                </a:solidFill>
                <a:latin typeface="微软雅黑 Light" panose="020B0502040204020203" pitchFamily="34" charset="-122"/>
                <a:ea typeface="幼圆" panose="02010509060101010101" pitchFamily="49" charset="-122"/>
                <a:cs typeface="Arial" panose="020B0604020202020204" pitchFamily="34" charset="0"/>
              </a:endParaRPr>
            </a:p>
          </p:txBody>
        </p:sp>
        <p:sp>
          <p:nvSpPr>
            <p:cNvPr id="44" name="MH_Other_1"/>
            <p:cNvSpPr/>
            <p:nvPr/>
          </p:nvSpPr>
          <p:spPr>
            <a:xfrm>
              <a:off x="2192338" y="1620838"/>
              <a:ext cx="68262" cy="1320800"/>
            </a:xfrm>
            <a:prstGeom prst="rect">
              <a:avLst/>
            </a:prstGeom>
            <a:solidFill>
              <a:srgbClr val="E26664">
                <a:lumMod val="40000"/>
                <a:lumOff val="60000"/>
              </a:srgbClr>
            </a:solidFill>
            <a:ln w="12700" cap="flat" cmpd="sng" algn="ctr">
              <a:noFill/>
              <a:prstDash val="solid"/>
              <a:miter lim="800000"/>
            </a:ln>
            <a:effectLst/>
          </p:spPr>
          <p:txBody>
            <a:bodyPr anchor="ctr">
              <a:norm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eaLnBrk="1" fontAlgn="auto" hangingPunct="1">
                <a:spcBef>
                  <a:spcPts val="0"/>
                </a:spcBef>
                <a:spcAft>
                  <a:spcPts val="0"/>
                </a:spcAft>
                <a:defRPr/>
              </a:pPr>
              <a:endParaRPr lang="zh-CN" altLang="en-US" kern="0">
                <a:solidFill>
                  <a:srgbClr val="FFFFFF"/>
                </a:solidFill>
                <a:latin typeface="Calibri" panose="020F0502020204030204"/>
                <a:ea typeface="幼圆" panose="02010509060101010101" pitchFamily="49" charset="-122"/>
              </a:endParaRPr>
            </a:p>
          </p:txBody>
        </p:sp>
        <p:sp>
          <p:nvSpPr>
            <p:cNvPr id="3077" name="MH_Text_1"/>
            <p:cNvSpPr>
              <a:spLocks noChangeArrowheads="1"/>
            </p:cNvSpPr>
            <p:nvPr/>
          </p:nvSpPr>
          <p:spPr bwMode="auto">
            <a:xfrm>
              <a:off x="2473960" y="2440623"/>
              <a:ext cx="8506460" cy="240538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orm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indent="457200" algn="just" fontAlgn="auto">
                <a:lnSpc>
                  <a:spcPct val="120000"/>
                </a:lnSpc>
                <a:defRPr/>
              </a:pPr>
              <a:r>
                <a:rPr lang="en-US" altLang="zh-CN" dirty="0" err="1">
                  <a:solidFill>
                    <a:srgbClr val="00B050"/>
                  </a:solidFill>
                  <a:latin typeface="微软雅黑" panose="020B0503020204020204" charset="-122"/>
                  <a:ea typeface="微软雅黑" panose="020B0503020204020204" charset="-122"/>
                  <a:cs typeface="Arial" panose="020B0604020202020204" pitchFamily="34" charset="0"/>
                </a:rPr>
                <a:t>在应用领域中，有意义的、与所要解决的问题有关系的任何事物都可以作为对象</a:t>
              </a:r>
              <a:r>
                <a:rPr lang="en-US" altLang="zh-CN" dirty="0" err="1">
                  <a:solidFill>
                    <a:schemeClr val="tx1"/>
                  </a:solidFill>
                  <a:latin typeface="微软雅黑" panose="020B0503020204020204" charset="-122"/>
                  <a:ea typeface="微软雅黑" panose="020B0503020204020204" charset="-122"/>
                  <a:cs typeface="Arial" panose="020B0604020202020204" pitchFamily="34" charset="0"/>
                </a:rPr>
                <a:t>，可以是具体的物理实体的抽象、人为的概念等</a:t>
              </a:r>
              <a:r>
                <a:rPr lang="en-US" altLang="zh-CN" dirty="0">
                  <a:solidFill>
                    <a:schemeClr val="tx1"/>
                  </a:solidFill>
                  <a:latin typeface="微软雅黑" panose="020B0503020204020204" charset="-122"/>
                  <a:ea typeface="微软雅黑" panose="020B0503020204020204" charset="-122"/>
                  <a:cs typeface="Arial" panose="020B0604020202020204" pitchFamily="34" charset="0"/>
                </a:rPr>
                <a:t>。</a:t>
              </a:r>
              <a:r>
                <a:rPr lang="en-US" altLang="zh-CN" dirty="0" err="1">
                  <a:solidFill>
                    <a:schemeClr val="tx1"/>
                  </a:solidFill>
                  <a:latin typeface="微软雅黑" panose="020B0503020204020204" charset="-122"/>
                  <a:ea typeface="微软雅黑" panose="020B0503020204020204" charset="-122"/>
                  <a:cs typeface="Arial" panose="020B0604020202020204" pitchFamily="34" charset="0"/>
                </a:rPr>
                <a:t>例如，一名学生、一个班级、借书、还书等</a:t>
              </a:r>
              <a:r>
                <a:rPr lang="en-US" altLang="zh-CN" dirty="0">
                  <a:solidFill>
                    <a:schemeClr val="tx1"/>
                  </a:solidFill>
                  <a:latin typeface="微软雅黑" panose="020B0503020204020204" charset="-122"/>
                  <a:ea typeface="微软雅黑" panose="020B0503020204020204" charset="-122"/>
                  <a:cs typeface="Arial" panose="020B0604020202020204" pitchFamily="34" charset="0"/>
                </a:rPr>
                <a:t>。</a:t>
              </a:r>
            </a:p>
            <a:p>
              <a:pPr indent="457200" algn="just" fontAlgn="auto">
                <a:lnSpc>
                  <a:spcPct val="120000"/>
                </a:lnSpc>
                <a:defRPr/>
              </a:pPr>
              <a:r>
                <a:rPr lang="en-US" altLang="zh-CN" dirty="0" err="1">
                  <a:solidFill>
                    <a:schemeClr val="tx1"/>
                  </a:solidFill>
                  <a:latin typeface="微软雅黑" panose="020B0503020204020204" charset="-122"/>
                  <a:ea typeface="微软雅黑" panose="020B0503020204020204" charset="-122"/>
                  <a:cs typeface="Arial" panose="020B0604020202020204" pitchFamily="34" charset="0"/>
                </a:rPr>
                <a:t>对象是封装了数据结构及可施加在这些数据结构上的操作的封装体，它有唯一的标识符，向外界提供一组服务（操作</a:t>
              </a:r>
              <a:r>
                <a:rPr lang="en-US" altLang="zh-CN" dirty="0">
                  <a:solidFill>
                    <a:schemeClr val="tx1"/>
                  </a:solidFill>
                  <a:latin typeface="微软雅黑" panose="020B0503020204020204" charset="-122"/>
                  <a:ea typeface="微软雅黑" panose="020B0503020204020204" charset="-122"/>
                  <a:cs typeface="Arial" panose="020B0604020202020204" pitchFamily="34" charset="0"/>
                </a:rPr>
                <a:t>）。</a:t>
              </a:r>
            </a:p>
          </p:txBody>
        </p:sp>
        <p:cxnSp>
          <p:nvCxnSpPr>
            <p:cNvPr id="3078" name="MH_Other_2"/>
            <p:cNvCxnSpPr>
              <a:cxnSpLocks noChangeShapeType="1"/>
            </p:cNvCxnSpPr>
            <p:nvPr/>
          </p:nvCxnSpPr>
          <p:spPr bwMode="auto">
            <a:xfrm flipV="1">
              <a:off x="2360328" y="2204293"/>
              <a:ext cx="8916670" cy="635"/>
            </a:xfrm>
            <a:prstGeom prst="line">
              <a:avLst/>
            </a:prstGeom>
            <a:noFill/>
            <a:ln w="19050" algn="ctr">
              <a:solidFill>
                <a:srgbClr val="BFBFBF"/>
              </a:solidFill>
              <a:prstDash val="sysDash"/>
              <a:miter lim="800000"/>
            </a:ln>
          </p:spPr>
        </p:cxnSp>
        <p:sp>
          <p:nvSpPr>
            <p:cNvPr id="3079" name="MH_Other_3"/>
            <p:cNvSpPr txBox="1">
              <a:spLocks noChangeArrowheads="1"/>
            </p:cNvSpPr>
            <p:nvPr/>
          </p:nvSpPr>
          <p:spPr bwMode="auto">
            <a:xfrm>
              <a:off x="1462405" y="1638300"/>
              <a:ext cx="731520" cy="1303338"/>
            </a:xfrm>
            <a:prstGeom prst="rect">
              <a:avLst/>
            </a:prstGeom>
            <a:noFill/>
            <a:ln w="9525">
              <a:noFill/>
              <a:miter lim="800000"/>
            </a:ln>
          </p:spPr>
          <p:txBody>
            <a:bodyPr vert="eaVert" lIns="0" tIns="0" rIns="0" bIns="0">
              <a:sp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eaLnBrk="1" hangingPunct="1"/>
              <a:r>
                <a:rPr lang="en-US" altLang="zh-CN" sz="4800" b="1">
                  <a:solidFill>
                    <a:srgbClr val="E26664"/>
                  </a:solidFill>
                  <a:ea typeface="幼圆" panose="02010509060101010101" pitchFamily="49" charset="-122"/>
                </a:rPr>
                <a:t>01</a:t>
              </a:r>
              <a:endParaRPr lang="zh-CN" altLang="en-US" sz="4800" b="1">
                <a:solidFill>
                  <a:srgbClr val="E26664"/>
                </a:solidFill>
                <a:ea typeface="幼圆" panose="02010509060101010101" pitchFamily="49" charset="-122"/>
              </a:endParaRPr>
            </a:p>
          </p:txBody>
        </p:sp>
      </p:grpSp>
      <p:grpSp>
        <p:nvGrpSpPr>
          <p:cNvPr id="18" name="组合 17"/>
          <p:cNvGrpSpPr/>
          <p:nvPr/>
        </p:nvGrpSpPr>
        <p:grpSpPr>
          <a:xfrm>
            <a:off x="9959915" y="217227"/>
            <a:ext cx="1695273" cy="1693460"/>
            <a:chOff x="9959915" y="217227"/>
            <a:chExt cx="1849120" cy="1849120"/>
          </a:xfrm>
        </p:grpSpPr>
        <p:sp>
          <p:nvSpPr>
            <p:cNvPr id="15" name="泪滴形 14"/>
            <p:cNvSpPr/>
            <p:nvPr>
              <p:custDataLst>
                <p:tags r:id="rId1"/>
              </p:custDataLst>
            </p:nvPr>
          </p:nvSpPr>
          <p:spPr>
            <a:xfrm rot="8100000">
              <a:off x="9959915" y="217227"/>
              <a:ext cx="1849120" cy="1849120"/>
            </a:xfrm>
            <a:prstGeom prst="teardrop">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normAutofit/>
            </a:bodyPr>
            <a:lstStyle/>
            <a:p>
              <a:pPr algn="ctr" eaLnBrk="1" hangingPunct="1">
                <a:spcBef>
                  <a:spcPts val="0"/>
                </a:spcBef>
                <a:spcAft>
                  <a:spcPts val="0"/>
                </a:spcAft>
                <a:defRPr/>
              </a:pPr>
              <a:endParaRPr lang="zh-CN" altLang="en-US" sz="1800">
                <a:solidFill>
                  <a:schemeClr val="tx1"/>
                </a:solidFill>
              </a:endParaRPr>
            </a:p>
          </p:txBody>
        </p:sp>
        <p:sp>
          <p:nvSpPr>
            <p:cNvPr id="16" name="椭圆 15"/>
            <p:cNvSpPr/>
            <p:nvPr>
              <p:custDataLst>
                <p:tags r:id="rId2"/>
              </p:custDataLst>
            </p:nvPr>
          </p:nvSpPr>
          <p:spPr>
            <a:xfrm>
              <a:off x="10080565" y="337877"/>
              <a:ext cx="1600200" cy="1600200"/>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normAutofit/>
            </a:bodyPr>
            <a:lstStyle/>
            <a:p>
              <a:pPr algn="ctr" eaLnBrk="1" hangingPunct="1">
                <a:spcBef>
                  <a:spcPts val="0"/>
                </a:spcBef>
                <a:spcAft>
                  <a:spcPts val="0"/>
                </a:spcAft>
                <a:defRPr/>
              </a:pPr>
              <a:endParaRPr lang="zh-CN" altLang="en-US" sz="1800">
                <a:solidFill>
                  <a:schemeClr val="tx1"/>
                </a:solidFill>
              </a:endParaRPr>
            </a:p>
          </p:txBody>
        </p:sp>
        <p:sp>
          <p:nvSpPr>
            <p:cNvPr id="17" name="文本框 16"/>
            <p:cNvSpPr txBox="1">
              <a:spLocks noChangeArrowheads="1"/>
            </p:cNvSpPr>
            <p:nvPr>
              <p:custDataLst>
                <p:tags r:id="rId3"/>
              </p:custDataLst>
            </p:nvPr>
          </p:nvSpPr>
          <p:spPr bwMode="auto">
            <a:xfrm>
              <a:off x="10397430" y="966527"/>
              <a:ext cx="974725" cy="4269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0000" tIns="46800" rIns="90000" bIns="46800" anchor="ctr">
              <a:spAutoFit/>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charset="0"/>
                  <a:ea typeface="宋体" panose="02010600030101010101" pitchFamily="2" charset="-122"/>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charset="0"/>
                  <a:ea typeface="宋体" panose="02010600030101010101" pitchFamily="2" charset="-122"/>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charset="0"/>
                  <a:ea typeface="宋体" panose="02010600030101010101" pitchFamily="2" charset="-122"/>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9pPr>
            </a:lstStyle>
            <a:p>
              <a:pPr algn="ctr" eaLnBrk="1" hangingPunct="1">
                <a:spcBef>
                  <a:spcPct val="0"/>
                </a:spcBef>
                <a:buFontTx/>
                <a:buNone/>
              </a:pPr>
              <a:r>
                <a:rPr lang="zh-CN" altLang="en-US" sz="2400" b="1" dirty="0">
                  <a:latin typeface="+mj-lt"/>
                  <a:ea typeface="+mj-ea"/>
                  <a:cs typeface="+mj-cs"/>
                </a:rPr>
                <a:t>对象</a:t>
              </a:r>
            </a:p>
          </p:txBody>
        </p:sp>
      </p:grpSp>
    </p:spTree>
  </p:cSld>
  <p:clrMapOvr>
    <a:masterClrMapping/>
  </p:clrMapOvr>
  <p:transition>
    <p:wheel spokes="3"/>
  </p:transition>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694801" y="360000"/>
            <a:ext cx="5401200" cy="523220"/>
          </a:xfrm>
        </p:spPr>
        <p:txBody>
          <a:bodyPr>
            <a:normAutofit/>
          </a:bodyPr>
          <a:lstStyle/>
          <a:p>
            <a:r>
              <a:rPr lang="en-US" dirty="0"/>
              <a:t>6.1 </a:t>
            </a:r>
            <a:r>
              <a:rPr lang="zh-CN" altLang="en-US" dirty="0"/>
              <a:t>面向对象方法概述</a:t>
            </a:r>
          </a:p>
        </p:txBody>
      </p:sp>
      <p:sp>
        <p:nvSpPr>
          <p:cNvPr id="4" name="文本占位符 3">
            <a:extLst>
              <a:ext uri="{FF2B5EF4-FFF2-40B4-BE49-F238E27FC236}">
                <a16:creationId xmlns:a16="http://schemas.microsoft.com/office/drawing/2014/main" id="{E61178CE-F90B-A9C3-52B5-02FDF03E5B73}"/>
              </a:ext>
            </a:extLst>
          </p:cNvPr>
          <p:cNvSpPr>
            <a:spLocks noGrp="1"/>
          </p:cNvSpPr>
          <p:nvPr>
            <p:ph type="body" sz="quarter" idx="10"/>
          </p:nvPr>
        </p:nvSpPr>
        <p:spPr>
          <a:xfrm>
            <a:off x="900001" y="1322832"/>
            <a:ext cx="5196000" cy="400110"/>
          </a:xfrm>
        </p:spPr>
        <p:txBody>
          <a:bodyPr/>
          <a:lstStyle/>
          <a:p>
            <a:r>
              <a:rPr lang="en-US" altLang="zh-CN" dirty="0"/>
              <a:t>6.1.2 </a:t>
            </a:r>
            <a:r>
              <a:rPr lang="zh-CN" altLang="en-US" dirty="0"/>
              <a:t>面向对象方法的概念</a:t>
            </a:r>
          </a:p>
        </p:txBody>
      </p:sp>
      <p:grpSp>
        <p:nvGrpSpPr>
          <p:cNvPr id="19" name="组合 18"/>
          <p:cNvGrpSpPr/>
          <p:nvPr/>
        </p:nvGrpSpPr>
        <p:grpSpPr>
          <a:xfrm>
            <a:off x="760889" y="2353786"/>
            <a:ext cx="10683716" cy="3641090"/>
            <a:chOff x="1906905" y="3073400"/>
            <a:chExt cx="10683716" cy="3641090"/>
          </a:xfrm>
        </p:grpSpPr>
        <p:sp>
          <p:nvSpPr>
            <p:cNvPr id="3080" name="MH_SubTitle_2"/>
            <p:cNvSpPr>
              <a:spLocks noChangeArrowheads="1"/>
            </p:cNvSpPr>
            <p:nvPr/>
          </p:nvSpPr>
          <p:spPr bwMode="auto">
            <a:xfrm>
              <a:off x="2705100" y="3073400"/>
              <a:ext cx="4572000" cy="600075"/>
            </a:xfrm>
            <a:prstGeom prst="rect">
              <a:avLst/>
            </a:prstGeom>
            <a:noFill/>
            <a:ln w="9525">
              <a:noFill/>
              <a:miter lim="800000"/>
            </a:ln>
          </p:spPr>
          <p:txBody>
            <a:bodyPr anchor="b"/>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eaLnBrk="1" hangingPunct="1"/>
              <a:r>
                <a:rPr lang="en-US" altLang="zh-CN" sz="2000" b="1" dirty="0" err="1">
                  <a:solidFill>
                    <a:srgbClr val="946A7D"/>
                  </a:solidFill>
                  <a:latin typeface="微软雅黑 Light" panose="020B0502040204020203" pitchFamily="34" charset="-122"/>
                  <a:ea typeface="幼圆" panose="02010509060101010101" pitchFamily="49" charset="-122"/>
                  <a:cs typeface="Arial" panose="020B0604020202020204" pitchFamily="34" charset="0"/>
                </a:rPr>
                <a:t>属性</a:t>
              </a:r>
              <a:r>
                <a:rPr lang="en-US" altLang="zh-CN" sz="2000" b="1" dirty="0">
                  <a:solidFill>
                    <a:srgbClr val="946A7D"/>
                  </a:solidFill>
                  <a:latin typeface="微软雅黑 Light" panose="020B0502040204020203" pitchFamily="34" charset="-122"/>
                  <a:ea typeface="幼圆" panose="02010509060101010101" pitchFamily="49" charset="-122"/>
                  <a:cs typeface="Arial" panose="020B0604020202020204" pitchFamily="34" charset="0"/>
                </a:rPr>
                <a:t> Attribute</a:t>
              </a:r>
            </a:p>
          </p:txBody>
        </p:sp>
        <p:sp>
          <p:nvSpPr>
            <p:cNvPr id="49" name="MH_Other_4"/>
            <p:cNvSpPr/>
            <p:nvPr/>
          </p:nvSpPr>
          <p:spPr>
            <a:xfrm>
              <a:off x="2636838" y="3089275"/>
              <a:ext cx="68262" cy="1320800"/>
            </a:xfrm>
            <a:prstGeom prst="rect">
              <a:avLst/>
            </a:prstGeom>
            <a:solidFill>
              <a:srgbClr val="946A7D">
                <a:lumMod val="40000"/>
                <a:lumOff val="60000"/>
              </a:srgbClr>
            </a:solidFill>
            <a:ln w="12700" cap="flat" cmpd="sng" algn="ctr">
              <a:noFill/>
              <a:prstDash val="solid"/>
              <a:miter lim="800000"/>
            </a:ln>
            <a:effectLst/>
          </p:spPr>
          <p:txBody>
            <a:bodyPr anchor="ctr">
              <a:norm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eaLnBrk="1" fontAlgn="auto" hangingPunct="1">
                <a:spcBef>
                  <a:spcPts val="0"/>
                </a:spcBef>
                <a:spcAft>
                  <a:spcPts val="0"/>
                </a:spcAft>
                <a:defRPr/>
              </a:pPr>
              <a:endParaRPr lang="zh-CN" altLang="en-US" kern="0">
                <a:solidFill>
                  <a:srgbClr val="FFFFFF"/>
                </a:solidFill>
                <a:latin typeface="Calibri" panose="020F0502020204030204"/>
                <a:ea typeface="幼圆" panose="02010509060101010101" pitchFamily="49" charset="-122"/>
              </a:endParaRPr>
            </a:p>
          </p:txBody>
        </p:sp>
        <p:sp>
          <p:nvSpPr>
            <p:cNvPr id="3082" name="MH_Text_2"/>
            <p:cNvSpPr>
              <a:spLocks noChangeArrowheads="1"/>
            </p:cNvSpPr>
            <p:nvPr/>
          </p:nvSpPr>
          <p:spPr bwMode="auto">
            <a:xfrm>
              <a:off x="2704783" y="3781425"/>
              <a:ext cx="9447530" cy="29330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indent="457200" algn="l" fontAlgn="auto">
                <a:lnSpc>
                  <a:spcPct val="120000"/>
                </a:lnSpc>
                <a:defRPr/>
              </a:pPr>
              <a:r>
                <a:rPr lang="en-US" altLang="zh-CN" dirty="0" err="1">
                  <a:solidFill>
                    <a:srgbClr val="00B050"/>
                  </a:solidFill>
                  <a:latin typeface="微软雅黑" panose="020B0503020204020204" charset="-122"/>
                  <a:ea typeface="微软雅黑" panose="020B0503020204020204" charset="-122"/>
                  <a:cs typeface="Arial" panose="020B0604020202020204" pitchFamily="34" charset="0"/>
                </a:rPr>
                <a:t>属性是对象的数据，它是对客观世界实体所具有性质的抽象。每个对象都有自己特有的属性值</a:t>
              </a:r>
              <a:r>
                <a:rPr lang="en-US" altLang="zh-CN" dirty="0">
                  <a:solidFill>
                    <a:srgbClr val="00B050"/>
                  </a:solidFill>
                  <a:latin typeface="微软雅黑" panose="020B0503020204020204" charset="-122"/>
                  <a:ea typeface="微软雅黑" panose="020B0503020204020204" charset="-122"/>
                  <a:cs typeface="Arial" panose="020B0604020202020204" pitchFamily="34" charset="0"/>
                </a:rPr>
                <a:t>。</a:t>
              </a:r>
            </a:p>
            <a:p>
              <a:pPr indent="457200" algn="l" fontAlgn="auto">
                <a:lnSpc>
                  <a:spcPct val="120000"/>
                </a:lnSpc>
                <a:defRPr/>
              </a:pPr>
              <a:r>
                <a:rPr lang="en-US" altLang="zh-CN" dirty="0">
                  <a:solidFill>
                    <a:schemeClr val="tx1"/>
                  </a:solidFill>
                  <a:latin typeface="微软雅黑" panose="020B0503020204020204" charset="-122"/>
                  <a:ea typeface="微软雅黑" panose="020B0503020204020204" charset="-122"/>
                  <a:cs typeface="Arial" panose="020B0604020202020204" pitchFamily="34" charset="0"/>
                </a:rPr>
                <a:t>例如，在学生成绩管理系统中，可以定义“学生”类，并定义姓名、性别、学号等相同的属性。每位学生有自己特定的姓名、学号、性别、年龄等，这些就是学生类的属性。</a:t>
              </a:r>
            </a:p>
          </p:txBody>
        </p:sp>
        <p:cxnSp>
          <p:nvCxnSpPr>
            <p:cNvPr id="3083" name="MH_Other_5"/>
            <p:cNvCxnSpPr>
              <a:cxnSpLocks noChangeShapeType="1"/>
            </p:cNvCxnSpPr>
            <p:nvPr/>
          </p:nvCxnSpPr>
          <p:spPr bwMode="auto">
            <a:xfrm flipV="1">
              <a:off x="2805271" y="3652679"/>
              <a:ext cx="9785350" cy="22225"/>
            </a:xfrm>
            <a:prstGeom prst="line">
              <a:avLst/>
            </a:prstGeom>
            <a:noFill/>
            <a:ln w="19050" algn="ctr">
              <a:solidFill>
                <a:srgbClr val="BFBFBF"/>
              </a:solidFill>
              <a:prstDash val="sysDash"/>
              <a:miter lim="800000"/>
            </a:ln>
          </p:spPr>
        </p:cxnSp>
        <p:sp>
          <p:nvSpPr>
            <p:cNvPr id="3084" name="MH_Other_6"/>
            <p:cNvSpPr txBox="1">
              <a:spLocks noChangeArrowheads="1"/>
            </p:cNvSpPr>
            <p:nvPr/>
          </p:nvSpPr>
          <p:spPr bwMode="auto">
            <a:xfrm>
              <a:off x="1906905" y="3108325"/>
              <a:ext cx="731520" cy="1301750"/>
            </a:xfrm>
            <a:prstGeom prst="rect">
              <a:avLst/>
            </a:prstGeom>
            <a:noFill/>
            <a:ln w="9525">
              <a:noFill/>
              <a:miter lim="800000"/>
            </a:ln>
          </p:spPr>
          <p:txBody>
            <a:bodyPr vert="eaVert" lIns="0" tIns="0" rIns="0" bIns="0">
              <a:sp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eaLnBrk="1" hangingPunct="1"/>
              <a:r>
                <a:rPr lang="en-US" altLang="zh-CN" sz="4800" b="1">
                  <a:solidFill>
                    <a:srgbClr val="946A7D"/>
                  </a:solidFill>
                  <a:ea typeface="幼圆" panose="02010509060101010101" pitchFamily="49" charset="-122"/>
                </a:rPr>
                <a:t>02</a:t>
              </a:r>
              <a:endParaRPr lang="zh-CN" altLang="en-US" sz="4800" b="1">
                <a:solidFill>
                  <a:srgbClr val="946A7D"/>
                </a:solidFill>
                <a:ea typeface="幼圆" panose="02010509060101010101" pitchFamily="49" charset="-122"/>
              </a:endParaRPr>
            </a:p>
          </p:txBody>
        </p:sp>
      </p:grpSp>
      <p:grpSp>
        <p:nvGrpSpPr>
          <p:cNvPr id="10" name="组合 9"/>
          <p:cNvGrpSpPr/>
          <p:nvPr/>
        </p:nvGrpSpPr>
        <p:grpSpPr>
          <a:xfrm>
            <a:off x="9959915" y="217227"/>
            <a:ext cx="1695273" cy="1693460"/>
            <a:chOff x="9959915" y="217227"/>
            <a:chExt cx="1849120" cy="1849120"/>
          </a:xfrm>
        </p:grpSpPr>
        <p:sp>
          <p:nvSpPr>
            <p:cNvPr id="11" name="泪滴形 10"/>
            <p:cNvSpPr/>
            <p:nvPr>
              <p:custDataLst>
                <p:tags r:id="rId1"/>
              </p:custDataLst>
            </p:nvPr>
          </p:nvSpPr>
          <p:spPr>
            <a:xfrm rot="8100000">
              <a:off x="9959915" y="217227"/>
              <a:ext cx="1849120" cy="1849120"/>
            </a:xfrm>
            <a:prstGeom prst="teardrop">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normAutofit/>
            </a:bodyPr>
            <a:lstStyle/>
            <a:p>
              <a:pPr algn="ctr" eaLnBrk="1" hangingPunct="1">
                <a:spcBef>
                  <a:spcPts val="0"/>
                </a:spcBef>
                <a:spcAft>
                  <a:spcPts val="0"/>
                </a:spcAft>
                <a:defRPr/>
              </a:pPr>
              <a:endParaRPr lang="zh-CN" altLang="en-US" sz="1800">
                <a:solidFill>
                  <a:schemeClr val="tx1"/>
                </a:solidFill>
              </a:endParaRPr>
            </a:p>
          </p:txBody>
        </p:sp>
        <p:sp>
          <p:nvSpPr>
            <p:cNvPr id="12" name="椭圆 11"/>
            <p:cNvSpPr/>
            <p:nvPr>
              <p:custDataLst>
                <p:tags r:id="rId2"/>
              </p:custDataLst>
            </p:nvPr>
          </p:nvSpPr>
          <p:spPr>
            <a:xfrm>
              <a:off x="10080565" y="337877"/>
              <a:ext cx="1600200" cy="1600200"/>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normAutofit/>
            </a:bodyPr>
            <a:lstStyle/>
            <a:p>
              <a:pPr algn="ctr" eaLnBrk="1" hangingPunct="1">
                <a:spcBef>
                  <a:spcPts val="0"/>
                </a:spcBef>
                <a:spcAft>
                  <a:spcPts val="0"/>
                </a:spcAft>
                <a:defRPr/>
              </a:pPr>
              <a:endParaRPr lang="zh-CN" altLang="en-US" sz="1800">
                <a:solidFill>
                  <a:schemeClr val="tx1"/>
                </a:solidFill>
              </a:endParaRPr>
            </a:p>
          </p:txBody>
        </p:sp>
        <p:sp>
          <p:nvSpPr>
            <p:cNvPr id="13" name="文本框 16"/>
            <p:cNvSpPr txBox="1">
              <a:spLocks noChangeArrowheads="1"/>
            </p:cNvSpPr>
            <p:nvPr>
              <p:custDataLst>
                <p:tags r:id="rId3"/>
              </p:custDataLst>
            </p:nvPr>
          </p:nvSpPr>
          <p:spPr bwMode="auto">
            <a:xfrm>
              <a:off x="10397430" y="966527"/>
              <a:ext cx="974725" cy="4269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0000" tIns="46800" rIns="90000" bIns="46800" anchor="ctr">
              <a:spAutoFit/>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charset="0"/>
                  <a:ea typeface="宋体" panose="02010600030101010101" pitchFamily="2" charset="-122"/>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charset="0"/>
                  <a:ea typeface="宋体" panose="02010600030101010101" pitchFamily="2" charset="-122"/>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charset="0"/>
                  <a:ea typeface="宋体" panose="02010600030101010101" pitchFamily="2" charset="-122"/>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9pPr>
            </a:lstStyle>
            <a:p>
              <a:pPr algn="ctr" eaLnBrk="1" hangingPunct="1">
                <a:spcBef>
                  <a:spcPct val="0"/>
                </a:spcBef>
                <a:buFontTx/>
                <a:buNone/>
              </a:pPr>
              <a:r>
                <a:rPr lang="zh-CN" altLang="en-US" sz="2400" b="1" dirty="0">
                  <a:latin typeface="+mj-lt"/>
                  <a:ea typeface="+mj-ea"/>
                  <a:cs typeface="+mj-cs"/>
                </a:rPr>
                <a:t>对象</a:t>
              </a:r>
            </a:p>
          </p:txBody>
        </p:sp>
      </p:grpSp>
    </p:spTree>
  </p:cSld>
  <p:clrMapOvr>
    <a:masterClrMapping/>
  </p:clrMapOvr>
  <p:transition>
    <p:wheel spokes="3"/>
  </p:transition>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694801" y="360000"/>
            <a:ext cx="5401200" cy="523220"/>
          </a:xfrm>
        </p:spPr>
        <p:txBody>
          <a:bodyPr>
            <a:normAutofit/>
          </a:bodyPr>
          <a:lstStyle/>
          <a:p>
            <a:r>
              <a:rPr lang="en-US" dirty="0"/>
              <a:t>6.1 </a:t>
            </a:r>
            <a:r>
              <a:rPr lang="zh-CN" altLang="en-US" dirty="0"/>
              <a:t>面向对象方法概述</a:t>
            </a:r>
          </a:p>
        </p:txBody>
      </p:sp>
      <p:sp>
        <p:nvSpPr>
          <p:cNvPr id="4" name="文本占位符 3">
            <a:extLst>
              <a:ext uri="{FF2B5EF4-FFF2-40B4-BE49-F238E27FC236}">
                <a16:creationId xmlns:a16="http://schemas.microsoft.com/office/drawing/2014/main" id="{04A1226E-C78F-6903-D22D-4D9F727DBDE0}"/>
              </a:ext>
            </a:extLst>
          </p:cNvPr>
          <p:cNvSpPr>
            <a:spLocks noGrp="1"/>
          </p:cNvSpPr>
          <p:nvPr>
            <p:ph type="body" sz="quarter" idx="10"/>
          </p:nvPr>
        </p:nvSpPr>
        <p:spPr>
          <a:xfrm>
            <a:off x="900001" y="1322832"/>
            <a:ext cx="5196000" cy="400110"/>
          </a:xfrm>
        </p:spPr>
        <p:txBody>
          <a:bodyPr/>
          <a:lstStyle/>
          <a:p>
            <a:r>
              <a:rPr lang="en-US" altLang="zh-CN" dirty="0"/>
              <a:t>6.1.2 </a:t>
            </a:r>
            <a:r>
              <a:rPr lang="zh-CN" altLang="en-US" dirty="0"/>
              <a:t>面向对象方法的概念</a:t>
            </a:r>
          </a:p>
        </p:txBody>
      </p:sp>
      <p:grpSp>
        <p:nvGrpSpPr>
          <p:cNvPr id="20" name="组合 19"/>
          <p:cNvGrpSpPr/>
          <p:nvPr/>
        </p:nvGrpSpPr>
        <p:grpSpPr>
          <a:xfrm>
            <a:off x="761261" y="2315506"/>
            <a:ext cx="10472738" cy="3780790"/>
            <a:chOff x="2351405" y="4560888"/>
            <a:chExt cx="10472738" cy="3780790"/>
          </a:xfrm>
        </p:grpSpPr>
        <p:sp>
          <p:nvSpPr>
            <p:cNvPr id="3085" name="MH_SubTitle_3"/>
            <p:cNvSpPr>
              <a:spLocks noChangeArrowheads="1"/>
            </p:cNvSpPr>
            <p:nvPr/>
          </p:nvSpPr>
          <p:spPr bwMode="auto">
            <a:xfrm>
              <a:off x="3149600" y="4560888"/>
              <a:ext cx="4572000" cy="600075"/>
            </a:xfrm>
            <a:prstGeom prst="rect">
              <a:avLst/>
            </a:prstGeom>
            <a:noFill/>
            <a:ln w="9525">
              <a:noFill/>
              <a:miter lim="800000"/>
            </a:ln>
          </p:spPr>
          <p:txBody>
            <a:bodyPr anchor="b"/>
            <a:lstStyle/>
            <a:p>
              <a:pPr eaLnBrk="1" hangingPunct="1"/>
              <a:r>
                <a:rPr lang="en-US" altLang="zh-CN" sz="2000" b="1" dirty="0" err="1">
                  <a:solidFill>
                    <a:srgbClr val="B39572"/>
                  </a:solidFill>
                  <a:latin typeface="微软雅黑 Light" panose="020B0502040204020203" pitchFamily="34" charset="-122"/>
                  <a:ea typeface="幼圆" panose="02010509060101010101" pitchFamily="49" charset="-122"/>
                  <a:cs typeface="Arial" panose="020B0604020202020204" pitchFamily="34" charset="0"/>
                </a:rPr>
                <a:t>方法</a:t>
              </a:r>
              <a:r>
                <a:rPr lang="en-US" altLang="zh-CN" sz="2000" b="1" dirty="0">
                  <a:solidFill>
                    <a:srgbClr val="B39572"/>
                  </a:solidFill>
                  <a:latin typeface="微软雅黑 Light" panose="020B0502040204020203" pitchFamily="34" charset="-122"/>
                  <a:ea typeface="幼圆" panose="02010509060101010101" pitchFamily="49" charset="-122"/>
                  <a:cs typeface="Arial" panose="020B0604020202020204" pitchFamily="34" charset="0"/>
                </a:rPr>
                <a:t> Method</a:t>
              </a:r>
            </a:p>
          </p:txBody>
        </p:sp>
        <p:sp>
          <p:nvSpPr>
            <p:cNvPr id="54" name="MH_Other_7"/>
            <p:cNvSpPr/>
            <p:nvPr/>
          </p:nvSpPr>
          <p:spPr>
            <a:xfrm>
              <a:off x="3081338" y="4576763"/>
              <a:ext cx="68262" cy="1320800"/>
            </a:xfrm>
            <a:prstGeom prst="rect">
              <a:avLst/>
            </a:prstGeom>
            <a:solidFill>
              <a:srgbClr val="B39572">
                <a:lumMod val="40000"/>
                <a:lumOff val="60000"/>
              </a:srgbClr>
            </a:solidFill>
            <a:ln w="12700" cap="flat" cmpd="sng" algn="ctr">
              <a:noFill/>
              <a:prstDash val="solid"/>
              <a:miter lim="800000"/>
            </a:ln>
            <a:effectLst/>
          </p:spPr>
          <p:txBody>
            <a:bodyPr anchor="ctr">
              <a:normAutofit/>
            </a:bodyPr>
            <a:lstStyle/>
            <a:p>
              <a:pPr algn="ctr" eaLnBrk="1" fontAlgn="auto" hangingPunct="1">
                <a:spcBef>
                  <a:spcPts val="0"/>
                </a:spcBef>
                <a:spcAft>
                  <a:spcPts val="0"/>
                </a:spcAft>
                <a:defRPr/>
              </a:pPr>
              <a:endParaRPr lang="zh-CN" altLang="en-US" kern="0">
                <a:solidFill>
                  <a:srgbClr val="FFFFFF"/>
                </a:solidFill>
                <a:latin typeface="Calibri" panose="020F0502020204030204"/>
                <a:ea typeface="幼圆" panose="02010509060101010101" pitchFamily="49" charset="-122"/>
              </a:endParaRPr>
            </a:p>
          </p:txBody>
        </p:sp>
        <p:sp>
          <p:nvSpPr>
            <p:cNvPr id="3087" name="MH_Text_3"/>
            <p:cNvSpPr>
              <a:spLocks noChangeArrowheads="1"/>
            </p:cNvSpPr>
            <p:nvPr/>
          </p:nvSpPr>
          <p:spPr bwMode="auto">
            <a:xfrm>
              <a:off x="3149283" y="5267008"/>
              <a:ext cx="9674860" cy="307467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indent="457200" algn="l" fontAlgn="auto">
                <a:lnSpc>
                  <a:spcPct val="140000"/>
                </a:lnSpc>
                <a:defRPr/>
              </a:pPr>
              <a:r>
                <a:rPr lang="en-US" altLang="zh-CN" dirty="0" err="1">
                  <a:solidFill>
                    <a:srgbClr val="00B050"/>
                  </a:solidFill>
                  <a:latin typeface="微软雅黑" panose="020B0503020204020204" charset="-122"/>
                  <a:ea typeface="微软雅黑" panose="020B0503020204020204" charset="-122"/>
                  <a:cs typeface="Arial" panose="020B0604020202020204" pitchFamily="34" charset="0"/>
                </a:rPr>
                <a:t>方法是对象所能执行的操作。方法描述了对象执行操作的算法和响应消息的方法，方法的实现要给出代码</a:t>
              </a:r>
              <a:r>
                <a:rPr lang="en-US" altLang="zh-CN" dirty="0">
                  <a:solidFill>
                    <a:srgbClr val="00B050"/>
                  </a:solidFill>
                  <a:latin typeface="微软雅黑" panose="020B0503020204020204" charset="-122"/>
                  <a:ea typeface="微软雅黑" panose="020B0503020204020204" charset="-122"/>
                  <a:cs typeface="Arial" panose="020B0604020202020204" pitchFamily="34" charset="0"/>
                </a:rPr>
                <a:t>。</a:t>
              </a:r>
            </a:p>
            <a:p>
              <a:pPr indent="457200" algn="l" fontAlgn="auto">
                <a:lnSpc>
                  <a:spcPct val="140000"/>
                </a:lnSpc>
                <a:defRPr/>
              </a:pPr>
              <a:r>
                <a:rPr lang="en-US" altLang="zh-CN" dirty="0">
                  <a:solidFill>
                    <a:schemeClr val="tx1"/>
                  </a:solidFill>
                  <a:latin typeface="微软雅黑" panose="020B0503020204020204" charset="-122"/>
                  <a:ea typeface="微软雅黑" panose="020B0503020204020204" charset="-122"/>
                  <a:cs typeface="Arial" panose="020B0604020202020204" pitchFamily="34" charset="0"/>
                </a:rPr>
                <a:t>对象中的数据表示对象的状态，一个对象的状态只能由该对象的操作来改变。每当需要改变对象的状态时，只能由其他对象向该对象发送消息，对象响应消息时，按照消息模式找出与之匹配的方法，并执行该方法来改变对象的状态。</a:t>
              </a:r>
            </a:p>
            <a:p>
              <a:pPr indent="457200" algn="l" fontAlgn="auto">
                <a:lnSpc>
                  <a:spcPct val="140000"/>
                </a:lnSpc>
                <a:defRPr/>
              </a:pPr>
              <a:r>
                <a:rPr lang="en-US" altLang="zh-CN" dirty="0" err="1">
                  <a:solidFill>
                    <a:schemeClr val="tx1"/>
                  </a:solidFill>
                  <a:latin typeface="微软雅黑" panose="020B0503020204020204" charset="-122"/>
                  <a:ea typeface="微软雅黑" panose="020B0503020204020204" charset="-122"/>
                  <a:cs typeface="Arial" panose="020B0604020202020204" pitchFamily="34" charset="0"/>
                </a:rPr>
                <a:t>例如</a:t>
              </a:r>
              <a:r>
                <a:rPr lang="en-US" altLang="zh-CN" dirty="0">
                  <a:solidFill>
                    <a:schemeClr val="tx1"/>
                  </a:solidFill>
                  <a:latin typeface="微软雅黑" panose="020B0503020204020204" charset="-122"/>
                  <a:ea typeface="微软雅黑" panose="020B0503020204020204" charset="-122"/>
                  <a:cs typeface="Arial" panose="020B0604020202020204" pitchFamily="34" charset="0"/>
                </a:rPr>
                <a:t>，“</a:t>
              </a:r>
              <a:r>
                <a:rPr lang="en-US" altLang="zh-CN" dirty="0" err="1">
                  <a:solidFill>
                    <a:schemeClr val="tx1"/>
                  </a:solidFill>
                  <a:latin typeface="微软雅黑" panose="020B0503020204020204" charset="-122"/>
                  <a:ea typeface="微软雅黑" panose="020B0503020204020204" charset="-122"/>
                  <a:cs typeface="Arial" panose="020B0604020202020204" pitchFamily="34" charset="0"/>
                </a:rPr>
                <a:t>学生”对象可以定义选课、补考、升级</a:t>
              </a:r>
              <a:r>
                <a:rPr lang="en-US" altLang="zh-CN" dirty="0">
                  <a:solidFill>
                    <a:schemeClr val="tx1"/>
                  </a:solidFill>
                  <a:latin typeface="微软雅黑" panose="020B0503020204020204" charset="-122"/>
                  <a:ea typeface="微软雅黑" panose="020B0503020204020204" charset="-122"/>
                  <a:cs typeface="Arial" panose="020B0604020202020204" pitchFamily="34" charset="0"/>
                </a:rPr>
                <a:t>/</a:t>
              </a:r>
              <a:r>
                <a:rPr lang="en-US" altLang="zh-CN" dirty="0" err="1">
                  <a:solidFill>
                    <a:schemeClr val="tx1"/>
                  </a:solidFill>
                  <a:latin typeface="微软雅黑" panose="020B0503020204020204" charset="-122"/>
                  <a:ea typeface="微软雅黑" panose="020B0503020204020204" charset="-122"/>
                  <a:cs typeface="Arial" panose="020B0604020202020204" pitchFamily="34" charset="0"/>
                </a:rPr>
                <a:t>留级等操作，每个对象实现具体的操作。有的学生成绩不好，需要通过补考来决定升级或留级，而成绩合格的学生可直接升级</a:t>
              </a:r>
              <a:r>
                <a:rPr lang="en-US" altLang="zh-CN" dirty="0">
                  <a:solidFill>
                    <a:schemeClr val="tx1"/>
                  </a:solidFill>
                  <a:latin typeface="微软雅黑" panose="020B0503020204020204" charset="-122"/>
                  <a:ea typeface="微软雅黑" panose="020B0503020204020204" charset="-122"/>
                  <a:cs typeface="Arial" panose="020B0604020202020204" pitchFamily="34" charset="0"/>
                </a:rPr>
                <a:t>。</a:t>
              </a:r>
            </a:p>
          </p:txBody>
        </p:sp>
        <p:cxnSp>
          <p:nvCxnSpPr>
            <p:cNvPr id="3088" name="MH_Other_8"/>
            <p:cNvCxnSpPr>
              <a:cxnSpLocks noChangeShapeType="1"/>
            </p:cNvCxnSpPr>
            <p:nvPr/>
          </p:nvCxnSpPr>
          <p:spPr bwMode="auto">
            <a:xfrm flipV="1">
              <a:off x="3249399" y="5132727"/>
              <a:ext cx="9541510" cy="27940"/>
            </a:xfrm>
            <a:prstGeom prst="line">
              <a:avLst/>
            </a:prstGeom>
            <a:noFill/>
            <a:ln w="19050" algn="ctr">
              <a:solidFill>
                <a:srgbClr val="BFBFBF"/>
              </a:solidFill>
              <a:prstDash val="sysDash"/>
              <a:miter lim="800000"/>
            </a:ln>
          </p:spPr>
        </p:cxnSp>
        <p:sp>
          <p:nvSpPr>
            <p:cNvPr id="3089" name="MH_Other_9"/>
            <p:cNvSpPr txBox="1">
              <a:spLocks noChangeArrowheads="1"/>
            </p:cNvSpPr>
            <p:nvPr/>
          </p:nvSpPr>
          <p:spPr bwMode="auto">
            <a:xfrm>
              <a:off x="2351405" y="4594225"/>
              <a:ext cx="731520" cy="1303338"/>
            </a:xfrm>
            <a:prstGeom prst="rect">
              <a:avLst/>
            </a:prstGeom>
            <a:noFill/>
            <a:ln w="9525">
              <a:noFill/>
              <a:miter lim="800000"/>
            </a:ln>
          </p:spPr>
          <p:txBody>
            <a:bodyPr vert="eaVert" lIns="0" tIns="0" rIns="0" bIns="0">
              <a:spAutoFit/>
            </a:bodyPr>
            <a:lstStyle/>
            <a:p>
              <a:pPr algn="ctr" eaLnBrk="1" hangingPunct="1"/>
              <a:r>
                <a:rPr lang="en-US" altLang="zh-CN" sz="4800" b="1">
                  <a:solidFill>
                    <a:srgbClr val="B39572"/>
                  </a:solidFill>
                  <a:ea typeface="幼圆" panose="02010509060101010101" pitchFamily="49" charset="-122"/>
                </a:rPr>
                <a:t>03</a:t>
              </a:r>
              <a:endParaRPr lang="zh-CN" altLang="en-US" sz="4800" b="1">
                <a:solidFill>
                  <a:srgbClr val="B39572"/>
                </a:solidFill>
                <a:ea typeface="幼圆" panose="02010509060101010101" pitchFamily="49" charset="-122"/>
              </a:endParaRPr>
            </a:p>
          </p:txBody>
        </p:sp>
      </p:grpSp>
      <p:grpSp>
        <p:nvGrpSpPr>
          <p:cNvPr id="10" name="组合 9"/>
          <p:cNvGrpSpPr/>
          <p:nvPr/>
        </p:nvGrpSpPr>
        <p:grpSpPr>
          <a:xfrm>
            <a:off x="9959915" y="217227"/>
            <a:ext cx="1695273" cy="1693460"/>
            <a:chOff x="9959915" y="217227"/>
            <a:chExt cx="1849120" cy="1849120"/>
          </a:xfrm>
        </p:grpSpPr>
        <p:sp>
          <p:nvSpPr>
            <p:cNvPr id="11" name="泪滴形 10"/>
            <p:cNvSpPr/>
            <p:nvPr>
              <p:custDataLst>
                <p:tags r:id="rId1"/>
              </p:custDataLst>
            </p:nvPr>
          </p:nvSpPr>
          <p:spPr>
            <a:xfrm rot="8100000">
              <a:off x="9959915" y="217227"/>
              <a:ext cx="1849120" cy="1849120"/>
            </a:xfrm>
            <a:prstGeom prst="teardrop">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normAutofit/>
            </a:bodyPr>
            <a:lstStyle/>
            <a:p>
              <a:pPr algn="ctr" eaLnBrk="1" hangingPunct="1">
                <a:spcBef>
                  <a:spcPts val="0"/>
                </a:spcBef>
                <a:spcAft>
                  <a:spcPts val="0"/>
                </a:spcAft>
                <a:defRPr/>
              </a:pPr>
              <a:endParaRPr lang="zh-CN" altLang="en-US" sz="1800">
                <a:solidFill>
                  <a:schemeClr val="tx1"/>
                </a:solidFill>
              </a:endParaRPr>
            </a:p>
          </p:txBody>
        </p:sp>
        <p:sp>
          <p:nvSpPr>
            <p:cNvPr id="12" name="椭圆 11"/>
            <p:cNvSpPr/>
            <p:nvPr>
              <p:custDataLst>
                <p:tags r:id="rId2"/>
              </p:custDataLst>
            </p:nvPr>
          </p:nvSpPr>
          <p:spPr>
            <a:xfrm>
              <a:off x="10080565" y="337877"/>
              <a:ext cx="1600200" cy="1600200"/>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normAutofit/>
            </a:bodyPr>
            <a:lstStyle/>
            <a:p>
              <a:pPr algn="ctr" eaLnBrk="1" hangingPunct="1">
                <a:spcBef>
                  <a:spcPts val="0"/>
                </a:spcBef>
                <a:spcAft>
                  <a:spcPts val="0"/>
                </a:spcAft>
                <a:defRPr/>
              </a:pPr>
              <a:endParaRPr lang="zh-CN" altLang="en-US" sz="1800">
                <a:solidFill>
                  <a:schemeClr val="tx1"/>
                </a:solidFill>
              </a:endParaRPr>
            </a:p>
          </p:txBody>
        </p:sp>
        <p:sp>
          <p:nvSpPr>
            <p:cNvPr id="13" name="文本框 16"/>
            <p:cNvSpPr txBox="1">
              <a:spLocks noChangeArrowheads="1"/>
            </p:cNvSpPr>
            <p:nvPr>
              <p:custDataLst>
                <p:tags r:id="rId3"/>
              </p:custDataLst>
            </p:nvPr>
          </p:nvSpPr>
          <p:spPr bwMode="auto">
            <a:xfrm>
              <a:off x="10397430" y="966527"/>
              <a:ext cx="974725" cy="4269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0000" tIns="46800" rIns="90000" bIns="46800" anchor="ctr">
              <a:spAutoFit/>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charset="0"/>
                  <a:ea typeface="宋体" panose="02010600030101010101" pitchFamily="2" charset="-122"/>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charset="0"/>
                  <a:ea typeface="宋体" panose="02010600030101010101" pitchFamily="2" charset="-122"/>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charset="0"/>
                  <a:ea typeface="宋体" panose="02010600030101010101" pitchFamily="2" charset="-122"/>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9pPr>
            </a:lstStyle>
            <a:p>
              <a:pPr algn="ctr" eaLnBrk="1" hangingPunct="1">
                <a:spcBef>
                  <a:spcPct val="0"/>
                </a:spcBef>
                <a:buFontTx/>
                <a:buNone/>
              </a:pPr>
              <a:r>
                <a:rPr lang="zh-CN" altLang="en-US" sz="2400" b="1" dirty="0">
                  <a:latin typeface="+mj-lt"/>
                  <a:ea typeface="+mj-ea"/>
                  <a:cs typeface="+mj-cs"/>
                </a:rPr>
                <a:t>对象</a:t>
              </a:r>
            </a:p>
          </p:txBody>
        </p:sp>
      </p:grpSp>
    </p:spTree>
  </p:cSld>
  <p:clrMapOvr>
    <a:masterClrMapping/>
  </p:clrMapOvr>
  <p:transition>
    <p:wheel spokes="3"/>
  </p:transition>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694801" y="360000"/>
            <a:ext cx="5401200" cy="523220"/>
          </a:xfrm>
        </p:spPr>
        <p:txBody>
          <a:bodyPr>
            <a:normAutofit/>
          </a:bodyPr>
          <a:lstStyle/>
          <a:p>
            <a:r>
              <a:rPr lang="en-US" dirty="0"/>
              <a:t>6.1 </a:t>
            </a:r>
            <a:r>
              <a:rPr lang="zh-CN" altLang="en-US" dirty="0"/>
              <a:t>面向对象方法概述</a:t>
            </a:r>
          </a:p>
        </p:txBody>
      </p:sp>
      <p:sp>
        <p:nvSpPr>
          <p:cNvPr id="4" name="文本占位符 3">
            <a:extLst>
              <a:ext uri="{FF2B5EF4-FFF2-40B4-BE49-F238E27FC236}">
                <a16:creationId xmlns:a16="http://schemas.microsoft.com/office/drawing/2014/main" id="{99A83578-3502-83AD-23AB-44DF7ED1C6BC}"/>
              </a:ext>
            </a:extLst>
          </p:cNvPr>
          <p:cNvSpPr>
            <a:spLocks noGrp="1"/>
          </p:cNvSpPr>
          <p:nvPr>
            <p:ph type="body" sz="quarter" idx="10"/>
          </p:nvPr>
        </p:nvSpPr>
        <p:spPr>
          <a:xfrm>
            <a:off x="900001" y="1322832"/>
            <a:ext cx="5196000" cy="400110"/>
          </a:xfrm>
        </p:spPr>
        <p:txBody>
          <a:bodyPr/>
          <a:lstStyle/>
          <a:p>
            <a:r>
              <a:rPr lang="en-US" altLang="zh-CN" dirty="0"/>
              <a:t>6.1.2 </a:t>
            </a:r>
            <a:r>
              <a:rPr lang="zh-CN" altLang="en-US" dirty="0"/>
              <a:t>面向对象方法的概念</a:t>
            </a:r>
          </a:p>
        </p:txBody>
      </p:sp>
      <p:grpSp>
        <p:nvGrpSpPr>
          <p:cNvPr id="10" name="组合 9"/>
          <p:cNvGrpSpPr/>
          <p:nvPr/>
        </p:nvGrpSpPr>
        <p:grpSpPr>
          <a:xfrm>
            <a:off x="760740" y="2084247"/>
            <a:ext cx="10992485" cy="3986530"/>
            <a:chOff x="1460501" y="1604963"/>
            <a:chExt cx="10992485" cy="3986530"/>
          </a:xfrm>
        </p:grpSpPr>
        <p:sp>
          <p:nvSpPr>
            <p:cNvPr id="11" name="MH_SubTitle_1"/>
            <p:cNvSpPr>
              <a:spLocks noChangeArrowheads="1"/>
            </p:cNvSpPr>
            <p:nvPr/>
          </p:nvSpPr>
          <p:spPr bwMode="auto">
            <a:xfrm>
              <a:off x="2260601" y="1604963"/>
              <a:ext cx="7413625" cy="600075"/>
            </a:xfrm>
            <a:prstGeom prst="rect">
              <a:avLst/>
            </a:prstGeom>
            <a:noFill/>
            <a:ln w="9525">
              <a:noFill/>
              <a:miter lim="800000"/>
            </a:ln>
            <a:extLst>
              <a:ext uri="{909E8E84-426E-40DD-AFC4-6F175D3DCCD1}">
                <a14:hiddenFill xmlns:a14="http://schemas.microsoft.com/office/drawing/2010/main">
                  <a:solidFill>
                    <a:srgbClr val="FFFF99"/>
                  </a:solidFill>
                </a14:hiddenFill>
              </a:ext>
            </a:extLst>
          </p:spPr>
          <p:txBody>
            <a:bodyPr anchor="b"/>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eaLnBrk="1" hangingPunct="1"/>
              <a:r>
                <a:rPr lang="en-US" altLang="zh-CN" sz="2000" b="1" dirty="0" err="1">
                  <a:solidFill>
                    <a:srgbClr val="FF0000"/>
                  </a:solidFill>
                  <a:latin typeface="微软雅黑 Light" panose="020B0502040204020203" pitchFamily="34" charset="-122"/>
                  <a:ea typeface="幼圆" panose="02010509060101010101" pitchFamily="49" charset="-122"/>
                  <a:cs typeface="Arial" panose="020B0604020202020204" pitchFamily="34" charset="0"/>
                </a:rPr>
                <a:t>对象的特点</a:t>
              </a:r>
              <a:r>
                <a:rPr lang="en-US" altLang="zh-CN" sz="2000" b="1" dirty="0">
                  <a:solidFill>
                    <a:srgbClr val="FF0000"/>
                  </a:solidFill>
                  <a:latin typeface="微软雅黑 Light" panose="020B0502040204020203" pitchFamily="34" charset="-122"/>
                  <a:ea typeface="幼圆" panose="02010509060101010101" pitchFamily="49" charset="-122"/>
                  <a:cs typeface="Arial" panose="020B0604020202020204" pitchFamily="34" charset="0"/>
                </a:rPr>
                <a:t> Feature</a:t>
              </a:r>
            </a:p>
          </p:txBody>
        </p:sp>
        <p:sp>
          <p:nvSpPr>
            <p:cNvPr id="12" name="MH_Other_1"/>
            <p:cNvSpPr/>
            <p:nvPr/>
          </p:nvSpPr>
          <p:spPr>
            <a:xfrm>
              <a:off x="2192338" y="1620838"/>
              <a:ext cx="68262" cy="1320800"/>
            </a:xfrm>
            <a:prstGeom prst="rect">
              <a:avLst/>
            </a:prstGeom>
            <a:solidFill>
              <a:srgbClr val="FF0000"/>
            </a:solidFill>
            <a:ln w="12700" cap="flat" cmpd="sng" algn="ctr">
              <a:noFill/>
              <a:prstDash val="solid"/>
              <a:miter lim="800000"/>
            </a:ln>
            <a:effectLst/>
          </p:spPr>
          <p:txBody>
            <a:bodyPr anchor="ctr">
              <a:norm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eaLnBrk="1" fontAlgn="auto" hangingPunct="1">
                <a:spcBef>
                  <a:spcPts val="0"/>
                </a:spcBef>
                <a:spcAft>
                  <a:spcPts val="0"/>
                </a:spcAft>
                <a:defRPr/>
              </a:pPr>
              <a:endParaRPr lang="zh-CN" altLang="en-US" kern="0">
                <a:solidFill>
                  <a:srgbClr val="00B050"/>
                </a:solidFill>
                <a:latin typeface="Calibri" panose="020F0502020204030204"/>
                <a:ea typeface="幼圆" panose="02010509060101010101" pitchFamily="49" charset="-122"/>
              </a:endParaRPr>
            </a:p>
          </p:txBody>
        </p:sp>
        <p:sp>
          <p:nvSpPr>
            <p:cNvPr id="13" name="MH_Text_1"/>
            <p:cNvSpPr>
              <a:spLocks noChangeArrowheads="1"/>
            </p:cNvSpPr>
            <p:nvPr/>
          </p:nvSpPr>
          <p:spPr bwMode="auto">
            <a:xfrm>
              <a:off x="2260601" y="2272983"/>
              <a:ext cx="10192385" cy="33185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285750" indent="-285750" algn="l" fontAlgn="auto">
                <a:lnSpc>
                  <a:spcPct val="150000"/>
                </a:lnSpc>
                <a:buFont typeface="Wingdings" panose="05000000000000000000" charset="0"/>
                <a:buChar char="Ø"/>
                <a:defRPr/>
              </a:pPr>
              <a:r>
                <a:rPr lang="en-US" altLang="zh-CN" dirty="0" err="1">
                  <a:solidFill>
                    <a:srgbClr val="00B050"/>
                  </a:solidFill>
                  <a:latin typeface="微软雅黑" panose="020B0503020204020204" charset="-122"/>
                  <a:ea typeface="微软雅黑" panose="020B0503020204020204" charset="-122"/>
                  <a:cs typeface="Arial" panose="020B0604020202020204" pitchFamily="34" charset="0"/>
                </a:rPr>
                <a:t>以数据为核心</a:t>
              </a:r>
              <a:r>
                <a:rPr lang="en-US" altLang="zh-CN" dirty="0" err="1">
                  <a:solidFill>
                    <a:schemeClr val="tx1"/>
                  </a:solidFill>
                  <a:latin typeface="微软雅黑" panose="020B0503020204020204" charset="-122"/>
                  <a:ea typeface="微软雅黑" panose="020B0503020204020204" charset="-122"/>
                  <a:cs typeface="Arial" panose="020B0604020202020204" pitchFamily="34" charset="0"/>
                </a:rPr>
                <a:t>：对象的操作围绕对其数据所需要做的处理来设置，操作的结果往往与当时所处的状态（数据的值）有关</a:t>
              </a:r>
              <a:r>
                <a:rPr lang="en-US" altLang="zh-CN" dirty="0">
                  <a:solidFill>
                    <a:schemeClr val="tx1"/>
                  </a:solidFill>
                  <a:latin typeface="微软雅黑" panose="020B0503020204020204" charset="-122"/>
                  <a:ea typeface="微软雅黑" panose="020B0503020204020204" charset="-122"/>
                  <a:cs typeface="Arial" panose="020B0604020202020204" pitchFamily="34" charset="0"/>
                </a:rPr>
                <a:t>。</a:t>
              </a:r>
            </a:p>
            <a:p>
              <a:pPr marL="285750" indent="-285750" algn="l" fontAlgn="auto">
                <a:lnSpc>
                  <a:spcPct val="150000"/>
                </a:lnSpc>
                <a:buFont typeface="Wingdings" panose="05000000000000000000" charset="0"/>
                <a:buChar char="Ø"/>
                <a:defRPr/>
              </a:pPr>
              <a:r>
                <a:rPr lang="en-US" altLang="zh-CN" dirty="0">
                  <a:solidFill>
                    <a:srgbClr val="00B050"/>
                  </a:solidFill>
                  <a:latin typeface="微软雅黑" panose="020B0503020204020204" charset="-122"/>
                  <a:ea typeface="微软雅黑" panose="020B0503020204020204" charset="-122"/>
                  <a:cs typeface="Arial" panose="020B0604020202020204" pitchFamily="34" charset="0"/>
                </a:rPr>
                <a:t>主动性</a:t>
              </a:r>
              <a:r>
                <a:rPr lang="en-US" altLang="zh-CN" dirty="0">
                  <a:solidFill>
                    <a:schemeClr val="tx1"/>
                  </a:solidFill>
                  <a:latin typeface="微软雅黑" panose="020B0503020204020204" charset="-122"/>
                  <a:ea typeface="微软雅黑" panose="020B0503020204020204" charset="-122"/>
                  <a:cs typeface="Arial" panose="020B0604020202020204" pitchFamily="34" charset="0"/>
                </a:rPr>
                <a:t>：对象是进行处理的主体，不是被动地等待对它进行处理，而是必须通过接口向对象发送消息，请求它执行某个操作，处理它的私有数据。</a:t>
              </a:r>
            </a:p>
            <a:p>
              <a:pPr marL="285750" indent="-285750" algn="l" fontAlgn="auto">
                <a:lnSpc>
                  <a:spcPct val="150000"/>
                </a:lnSpc>
                <a:buFont typeface="Wingdings" panose="05000000000000000000" charset="0"/>
                <a:buChar char="Ø"/>
                <a:defRPr/>
              </a:pPr>
              <a:r>
                <a:rPr lang="en-US" altLang="zh-CN" dirty="0" err="1">
                  <a:solidFill>
                    <a:srgbClr val="00B050"/>
                  </a:solidFill>
                  <a:latin typeface="微软雅黑" panose="020B0503020204020204" charset="-122"/>
                  <a:ea typeface="微软雅黑" panose="020B0503020204020204" charset="-122"/>
                  <a:cs typeface="Arial" panose="020B0604020202020204" pitchFamily="34" charset="0"/>
                </a:rPr>
                <a:t>实现了数据封装</a:t>
              </a:r>
              <a:r>
                <a:rPr lang="en-US" altLang="zh-CN" dirty="0" err="1">
                  <a:solidFill>
                    <a:schemeClr val="tx1"/>
                  </a:solidFill>
                  <a:latin typeface="微软雅黑" panose="020B0503020204020204" charset="-122"/>
                  <a:ea typeface="微软雅黑" panose="020B0503020204020204" charset="-122"/>
                  <a:cs typeface="Arial" panose="020B0604020202020204" pitchFamily="34" charset="0"/>
                </a:rPr>
                <a:t>：对象的数据是封装起来的，是不可见的，对数据的访问和处理只能通过公有的操作进行</a:t>
              </a:r>
              <a:r>
                <a:rPr lang="en-US" altLang="zh-CN" dirty="0">
                  <a:solidFill>
                    <a:schemeClr val="tx1"/>
                  </a:solidFill>
                  <a:latin typeface="微软雅黑" panose="020B0503020204020204" charset="-122"/>
                  <a:ea typeface="微软雅黑" panose="020B0503020204020204" charset="-122"/>
                  <a:cs typeface="Arial" panose="020B0604020202020204" pitchFamily="34" charset="0"/>
                </a:rPr>
                <a:t>。</a:t>
              </a:r>
            </a:p>
            <a:p>
              <a:pPr marL="285750" indent="-285750" algn="l" fontAlgn="auto">
                <a:lnSpc>
                  <a:spcPct val="150000"/>
                </a:lnSpc>
                <a:buFont typeface="Wingdings" panose="05000000000000000000" charset="0"/>
                <a:buChar char="Ø"/>
                <a:defRPr/>
              </a:pPr>
              <a:r>
                <a:rPr lang="en-US" altLang="zh-CN" dirty="0" err="1">
                  <a:solidFill>
                    <a:srgbClr val="00B050"/>
                  </a:solidFill>
                  <a:latin typeface="微软雅黑" panose="020B0503020204020204" charset="-122"/>
                  <a:ea typeface="微软雅黑" panose="020B0503020204020204" charset="-122"/>
                  <a:cs typeface="Arial" panose="020B0604020202020204" pitchFamily="34" charset="0"/>
                </a:rPr>
                <a:t>本质上具有并行性</a:t>
              </a:r>
              <a:r>
                <a:rPr lang="en-US" altLang="zh-CN" dirty="0" err="1">
                  <a:solidFill>
                    <a:schemeClr val="tx1"/>
                  </a:solidFill>
                  <a:latin typeface="微软雅黑" panose="020B0503020204020204" charset="-122"/>
                  <a:ea typeface="微软雅黑" panose="020B0503020204020204" charset="-122"/>
                  <a:cs typeface="Arial" panose="020B0604020202020204" pitchFamily="34" charset="0"/>
                </a:rPr>
                <a:t>：不同对象各自独立地处理自身的数据，彼此通过发送消息传递信息完成通信</a:t>
              </a:r>
              <a:r>
                <a:rPr lang="en-US" altLang="zh-CN" dirty="0">
                  <a:solidFill>
                    <a:schemeClr val="tx1"/>
                  </a:solidFill>
                  <a:latin typeface="微软雅黑" panose="020B0503020204020204" charset="-122"/>
                  <a:ea typeface="微软雅黑" panose="020B0503020204020204" charset="-122"/>
                  <a:cs typeface="Arial" panose="020B0604020202020204" pitchFamily="34" charset="0"/>
                </a:rPr>
                <a:t>。</a:t>
              </a:r>
            </a:p>
            <a:p>
              <a:pPr marL="285750" indent="-285750" algn="l" fontAlgn="auto">
                <a:lnSpc>
                  <a:spcPct val="150000"/>
                </a:lnSpc>
                <a:buFont typeface="Wingdings" panose="05000000000000000000" charset="0"/>
                <a:buChar char="Ø"/>
                <a:defRPr/>
              </a:pPr>
              <a:r>
                <a:rPr lang="en-US" altLang="zh-CN" dirty="0" err="1">
                  <a:solidFill>
                    <a:srgbClr val="00B050"/>
                  </a:solidFill>
                  <a:latin typeface="微软雅黑" panose="020B0503020204020204" charset="-122"/>
                  <a:ea typeface="微软雅黑" panose="020B0503020204020204" charset="-122"/>
                  <a:cs typeface="Arial" panose="020B0604020202020204" pitchFamily="34" charset="0"/>
                </a:rPr>
                <a:t>模块独立性好</a:t>
              </a:r>
              <a:r>
                <a:rPr lang="en-US" altLang="zh-CN" dirty="0" err="1">
                  <a:solidFill>
                    <a:schemeClr val="tx1"/>
                  </a:solidFill>
                  <a:latin typeface="微软雅黑" panose="020B0503020204020204" charset="-122"/>
                  <a:ea typeface="微软雅黑" panose="020B0503020204020204" charset="-122"/>
                  <a:cs typeface="Arial" panose="020B0604020202020204" pitchFamily="34" charset="0"/>
                </a:rPr>
                <a:t>：要求模块内聚性强，耦合性弱</a:t>
              </a:r>
              <a:r>
                <a:rPr lang="en-US" altLang="zh-CN" dirty="0">
                  <a:solidFill>
                    <a:schemeClr val="tx1"/>
                  </a:solidFill>
                  <a:latin typeface="微软雅黑" panose="020B0503020204020204" charset="-122"/>
                  <a:ea typeface="微软雅黑" panose="020B0503020204020204" charset="-122"/>
                  <a:cs typeface="Arial" panose="020B0604020202020204" pitchFamily="34" charset="0"/>
                </a:rPr>
                <a:t>。</a:t>
              </a:r>
            </a:p>
          </p:txBody>
        </p:sp>
        <p:cxnSp>
          <p:nvCxnSpPr>
            <p:cNvPr id="14" name="MH_Other_2"/>
            <p:cNvCxnSpPr>
              <a:cxnSpLocks noChangeShapeType="1"/>
            </p:cNvCxnSpPr>
            <p:nvPr/>
          </p:nvCxnSpPr>
          <p:spPr bwMode="auto">
            <a:xfrm>
              <a:off x="2360921" y="2204861"/>
              <a:ext cx="9981565" cy="5080"/>
            </a:xfrm>
            <a:prstGeom prst="line">
              <a:avLst/>
            </a:prstGeom>
            <a:noFill/>
            <a:ln w="19050" algn="ctr">
              <a:solidFill>
                <a:srgbClr val="BFBFBF"/>
              </a:solidFill>
              <a:prstDash val="sysDash"/>
              <a:miter lim="800000"/>
            </a:ln>
          </p:spPr>
        </p:cxnSp>
        <p:sp>
          <p:nvSpPr>
            <p:cNvPr id="15" name="MH_Other_3"/>
            <p:cNvSpPr txBox="1">
              <a:spLocks noChangeArrowheads="1"/>
            </p:cNvSpPr>
            <p:nvPr/>
          </p:nvSpPr>
          <p:spPr bwMode="auto">
            <a:xfrm>
              <a:off x="1460501" y="1637665"/>
              <a:ext cx="731520" cy="1303338"/>
            </a:xfrm>
            <a:prstGeom prst="rect">
              <a:avLst/>
            </a:prstGeom>
            <a:noFill/>
            <a:ln w="9525">
              <a:noFill/>
              <a:miter lim="800000"/>
            </a:ln>
            <a:extLst>
              <a:ext uri="{909E8E84-426E-40DD-AFC4-6F175D3DCCD1}">
                <a14:hiddenFill xmlns:a14="http://schemas.microsoft.com/office/drawing/2010/main">
                  <a:solidFill>
                    <a:srgbClr val="FFFF99"/>
                  </a:solidFill>
                </a14:hiddenFill>
              </a:ext>
            </a:extLst>
          </p:spPr>
          <p:txBody>
            <a:bodyPr vert="eaVert" lIns="0" tIns="0" rIns="0" bIns="0">
              <a:sp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eaLnBrk="1" hangingPunct="1"/>
              <a:r>
                <a:rPr lang="en-US" altLang="zh-CN" sz="4800" b="1" dirty="0">
                  <a:solidFill>
                    <a:srgbClr val="FF0000"/>
                  </a:solidFill>
                  <a:ea typeface="幼圆" panose="02010509060101010101" pitchFamily="49" charset="-122"/>
                </a:rPr>
                <a:t>04</a:t>
              </a:r>
            </a:p>
          </p:txBody>
        </p:sp>
      </p:grpSp>
      <p:grpSp>
        <p:nvGrpSpPr>
          <p:cNvPr id="16" name="组合 15"/>
          <p:cNvGrpSpPr/>
          <p:nvPr/>
        </p:nvGrpSpPr>
        <p:grpSpPr>
          <a:xfrm>
            <a:off x="9959915" y="217227"/>
            <a:ext cx="1695273" cy="1693460"/>
            <a:chOff x="9959915" y="217227"/>
            <a:chExt cx="1849120" cy="1849120"/>
          </a:xfrm>
        </p:grpSpPr>
        <p:sp>
          <p:nvSpPr>
            <p:cNvPr id="17" name="泪滴形 16"/>
            <p:cNvSpPr/>
            <p:nvPr>
              <p:custDataLst>
                <p:tags r:id="rId1"/>
              </p:custDataLst>
            </p:nvPr>
          </p:nvSpPr>
          <p:spPr>
            <a:xfrm rot="8100000">
              <a:off x="9959915" y="217227"/>
              <a:ext cx="1849120" cy="1849120"/>
            </a:xfrm>
            <a:prstGeom prst="teardrop">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normAutofit/>
            </a:bodyPr>
            <a:lstStyle/>
            <a:p>
              <a:pPr algn="ctr" eaLnBrk="1" hangingPunct="1">
                <a:spcBef>
                  <a:spcPts val="0"/>
                </a:spcBef>
                <a:spcAft>
                  <a:spcPts val="0"/>
                </a:spcAft>
                <a:defRPr/>
              </a:pPr>
              <a:endParaRPr lang="zh-CN" altLang="en-US" sz="1800">
                <a:solidFill>
                  <a:schemeClr val="tx1"/>
                </a:solidFill>
              </a:endParaRPr>
            </a:p>
          </p:txBody>
        </p:sp>
        <p:sp>
          <p:nvSpPr>
            <p:cNvPr id="18" name="椭圆 17"/>
            <p:cNvSpPr/>
            <p:nvPr>
              <p:custDataLst>
                <p:tags r:id="rId2"/>
              </p:custDataLst>
            </p:nvPr>
          </p:nvSpPr>
          <p:spPr>
            <a:xfrm>
              <a:off x="10080565" y="337877"/>
              <a:ext cx="1600200" cy="1600200"/>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normAutofit/>
            </a:bodyPr>
            <a:lstStyle/>
            <a:p>
              <a:pPr algn="ctr" eaLnBrk="1" hangingPunct="1">
                <a:spcBef>
                  <a:spcPts val="0"/>
                </a:spcBef>
                <a:spcAft>
                  <a:spcPts val="0"/>
                </a:spcAft>
                <a:defRPr/>
              </a:pPr>
              <a:endParaRPr lang="zh-CN" altLang="en-US" sz="1800">
                <a:solidFill>
                  <a:schemeClr val="tx1"/>
                </a:solidFill>
              </a:endParaRPr>
            </a:p>
          </p:txBody>
        </p:sp>
        <p:sp>
          <p:nvSpPr>
            <p:cNvPr id="19" name="文本框 16"/>
            <p:cNvSpPr txBox="1">
              <a:spLocks noChangeArrowheads="1"/>
            </p:cNvSpPr>
            <p:nvPr>
              <p:custDataLst>
                <p:tags r:id="rId3"/>
              </p:custDataLst>
            </p:nvPr>
          </p:nvSpPr>
          <p:spPr bwMode="auto">
            <a:xfrm>
              <a:off x="10397430" y="966527"/>
              <a:ext cx="974725" cy="4269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0000" tIns="46800" rIns="90000" bIns="46800" anchor="ctr">
              <a:spAutoFit/>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charset="0"/>
                  <a:ea typeface="宋体" panose="02010600030101010101" pitchFamily="2" charset="-122"/>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charset="0"/>
                  <a:ea typeface="宋体" panose="02010600030101010101" pitchFamily="2" charset="-122"/>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charset="0"/>
                  <a:ea typeface="宋体" panose="02010600030101010101" pitchFamily="2" charset="-122"/>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9pPr>
            </a:lstStyle>
            <a:p>
              <a:pPr algn="ctr" eaLnBrk="1" hangingPunct="1">
                <a:spcBef>
                  <a:spcPct val="0"/>
                </a:spcBef>
                <a:buFontTx/>
                <a:buNone/>
              </a:pPr>
              <a:r>
                <a:rPr lang="zh-CN" altLang="en-US" sz="2400" b="1" dirty="0">
                  <a:latin typeface="+mj-lt"/>
                  <a:ea typeface="+mj-ea"/>
                  <a:cs typeface="+mj-cs"/>
                </a:rPr>
                <a:t>对象</a:t>
              </a:r>
            </a:p>
          </p:txBody>
        </p:sp>
      </p:grpSp>
    </p:spTree>
  </p:cSld>
  <p:clrMapOvr>
    <a:masterClrMapping/>
  </p:clrMapOvr>
  <p:transition>
    <p:wheel spokes="3"/>
  </p:transition>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694801" y="360000"/>
            <a:ext cx="5401200" cy="523220"/>
          </a:xfrm>
        </p:spPr>
        <p:txBody>
          <a:bodyPr>
            <a:normAutofit/>
          </a:bodyPr>
          <a:lstStyle/>
          <a:p>
            <a:r>
              <a:rPr lang="en-US" dirty="0"/>
              <a:t>6.1 </a:t>
            </a:r>
            <a:r>
              <a:rPr lang="zh-CN" altLang="en-US" dirty="0"/>
              <a:t>面向对象方法概述</a:t>
            </a:r>
          </a:p>
        </p:txBody>
      </p:sp>
      <p:sp>
        <p:nvSpPr>
          <p:cNvPr id="10" name="文本占位符 9">
            <a:extLst>
              <a:ext uri="{FF2B5EF4-FFF2-40B4-BE49-F238E27FC236}">
                <a16:creationId xmlns:a16="http://schemas.microsoft.com/office/drawing/2014/main" id="{819C238F-CE8E-1EA9-3650-BB1BD7EA8475}"/>
              </a:ext>
            </a:extLst>
          </p:cNvPr>
          <p:cNvSpPr>
            <a:spLocks noGrp="1"/>
          </p:cNvSpPr>
          <p:nvPr>
            <p:ph type="body" sz="quarter" idx="10"/>
          </p:nvPr>
        </p:nvSpPr>
        <p:spPr>
          <a:xfrm>
            <a:off x="900001" y="1322832"/>
            <a:ext cx="5196000" cy="400110"/>
          </a:xfrm>
        </p:spPr>
        <p:txBody>
          <a:bodyPr/>
          <a:lstStyle/>
          <a:p>
            <a:r>
              <a:rPr lang="en-US" altLang="zh-CN" dirty="0"/>
              <a:t>6.1.2 </a:t>
            </a:r>
            <a:r>
              <a:rPr lang="zh-CN" altLang="en-US" dirty="0"/>
              <a:t>面向对象方法的概念</a:t>
            </a:r>
          </a:p>
        </p:txBody>
      </p:sp>
      <p:grpSp>
        <p:nvGrpSpPr>
          <p:cNvPr id="5" name="组合 4"/>
          <p:cNvGrpSpPr/>
          <p:nvPr/>
        </p:nvGrpSpPr>
        <p:grpSpPr>
          <a:xfrm>
            <a:off x="0" y="2611755"/>
            <a:ext cx="11873865" cy="3152775"/>
            <a:chOff x="0" y="2130426"/>
            <a:chExt cx="21371089" cy="3635761"/>
          </a:xfrm>
        </p:grpSpPr>
        <p:sp>
          <p:nvSpPr>
            <p:cNvPr id="6" name="MH_Other_1"/>
            <p:cNvSpPr/>
            <p:nvPr>
              <p:custDataLst>
                <p:tags r:id="rId7"/>
              </p:custDataLst>
            </p:nvPr>
          </p:nvSpPr>
          <p:spPr bwMode="auto">
            <a:xfrm>
              <a:off x="0" y="2141539"/>
              <a:ext cx="5039784" cy="96837"/>
            </a:xfrm>
            <a:prstGeom prst="rect">
              <a:avLst/>
            </a:prstGeom>
            <a:gradFill rotWithShape="1">
              <a:gsLst>
                <a:gs pos="833">
                  <a:srgbClr val="A9A9A9"/>
                </a:gs>
                <a:gs pos="31000">
                  <a:srgbClr val="F9F9F9"/>
                </a:gs>
                <a:gs pos="100000">
                  <a:srgbClr val="5F5F5F"/>
                </a:gs>
              </a:gsLst>
              <a:lin ang="5400000" scaled="1"/>
            </a:gradFill>
            <a:ln>
              <a:noFill/>
            </a:ln>
          </p:spPr>
          <p:txBody>
            <a:bodyPr wrap="none" anchor="ctr"/>
            <a:lstStyle/>
            <a:p>
              <a:pPr eaLnBrk="1" fontAlgn="auto" hangingPunct="1">
                <a:spcBef>
                  <a:spcPts val="0"/>
                </a:spcBef>
                <a:spcAft>
                  <a:spcPts val="0"/>
                </a:spcAft>
                <a:defRPr/>
              </a:pPr>
              <a:endParaRPr lang="zh-CN" altLang="en-US" sz="1350" dirty="0">
                <a:latin typeface="+mn-lt"/>
                <a:ea typeface="微软雅黑" panose="020B0503020204020204" charset="-122"/>
              </a:endParaRPr>
            </a:p>
          </p:txBody>
        </p:sp>
        <p:sp>
          <p:nvSpPr>
            <p:cNvPr id="7" name="MH_Other_2"/>
            <p:cNvSpPr/>
            <p:nvPr>
              <p:custDataLst>
                <p:tags r:id="rId8"/>
              </p:custDataLst>
            </p:nvPr>
          </p:nvSpPr>
          <p:spPr bwMode="auto">
            <a:xfrm>
              <a:off x="4083582" y="5594102"/>
              <a:ext cx="17287507" cy="172085"/>
            </a:xfrm>
            <a:prstGeom prst="rect">
              <a:avLst/>
            </a:prstGeom>
            <a:gradFill rotWithShape="1">
              <a:gsLst>
                <a:gs pos="833">
                  <a:srgbClr val="A9A9A9"/>
                </a:gs>
                <a:gs pos="31000">
                  <a:srgbClr val="F9F9F9"/>
                </a:gs>
                <a:gs pos="100000">
                  <a:srgbClr val="5F5F5F"/>
                </a:gs>
              </a:gsLst>
              <a:lin ang="5400000" scaled="1"/>
            </a:gradFill>
            <a:ln>
              <a:noFill/>
            </a:ln>
          </p:spPr>
          <p:txBody>
            <a:bodyPr wrap="none" anchor="ctr"/>
            <a:lstStyle/>
            <a:p>
              <a:pPr eaLnBrk="1" fontAlgn="auto" hangingPunct="1">
                <a:spcBef>
                  <a:spcPts val="0"/>
                </a:spcBef>
                <a:spcAft>
                  <a:spcPts val="0"/>
                </a:spcAft>
                <a:defRPr/>
              </a:pPr>
              <a:endParaRPr lang="zh-CN" altLang="en-US" sz="1350" dirty="0">
                <a:latin typeface="+mn-lt"/>
                <a:ea typeface="微软雅黑" panose="020B0503020204020204" charset="-122"/>
              </a:endParaRPr>
            </a:p>
          </p:txBody>
        </p:sp>
        <p:sp>
          <p:nvSpPr>
            <p:cNvPr id="2" name="MH_Other_3"/>
            <p:cNvSpPr/>
            <p:nvPr>
              <p:custDataLst>
                <p:tags r:id="rId9"/>
              </p:custDataLst>
            </p:nvPr>
          </p:nvSpPr>
          <p:spPr>
            <a:xfrm>
              <a:off x="4722938" y="2567755"/>
              <a:ext cx="1211685" cy="908764"/>
            </a:xfrm>
            <a:prstGeom prst="rect">
              <a:avLst/>
            </a:prstGeom>
            <a:solidFill>
              <a:srgbClr val="E97551"/>
            </a:solidFill>
            <a:ln w="3175">
              <a:solidFill>
                <a:srgbClr val="C34123"/>
              </a:solidFill>
            </a:ln>
            <a:scene3d>
              <a:camera prst="perspectiveRelaxed" fov="3000000">
                <a:rot lat="18926816" lon="4332277" rev="17844000"/>
              </a:camera>
              <a:lightRig rig="flat" dir="t">
                <a:rot lat="0" lon="0" rev="2700000"/>
              </a:lightRig>
            </a:scene3d>
            <a:sp3d extrusionH="971550" contourW="6350">
              <a:bevelT w="0" h="0"/>
              <a:contourClr>
                <a:srgbClr val="FFFFFF"/>
              </a:contourClr>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sz="1350"/>
            </a:p>
          </p:txBody>
        </p:sp>
        <p:sp>
          <p:nvSpPr>
            <p:cNvPr id="4" name="MH_Other_4"/>
            <p:cNvSpPr>
              <a:spLocks noChangeArrowheads="1"/>
            </p:cNvSpPr>
            <p:nvPr>
              <p:custDataLst>
                <p:tags r:id="rId10"/>
              </p:custDataLst>
            </p:nvPr>
          </p:nvSpPr>
          <p:spPr bwMode="gray">
            <a:xfrm rot="15266332" flipV="1">
              <a:off x="4754828" y="2519099"/>
              <a:ext cx="900113" cy="122767"/>
            </a:xfrm>
            <a:prstGeom prst="roundRect">
              <a:avLst>
                <a:gd name="adj" fmla="val 16750"/>
              </a:avLst>
            </a:prstGeom>
            <a:gradFill rotWithShape="1">
              <a:gsLst>
                <a:gs pos="833">
                  <a:srgbClr val="A9A9A9"/>
                </a:gs>
                <a:gs pos="31000">
                  <a:srgbClr val="F9F9F9"/>
                </a:gs>
                <a:gs pos="100000">
                  <a:srgbClr val="5F5F5F"/>
                </a:gs>
              </a:gsLst>
              <a:lin ang="5400000" scaled="1"/>
            </a:gradFill>
            <a:ln>
              <a:noFill/>
            </a:ln>
          </p:spPr>
          <p:txBody>
            <a:bodyPr wrap="none" anchor="ctr"/>
            <a:lstStyle/>
            <a:p>
              <a:pPr eaLnBrk="1" fontAlgn="auto" hangingPunct="1">
                <a:spcBef>
                  <a:spcPts val="0"/>
                </a:spcBef>
                <a:spcAft>
                  <a:spcPts val="0"/>
                </a:spcAft>
                <a:defRPr/>
              </a:pPr>
              <a:endParaRPr lang="zh-CN" altLang="en-US" sz="1350" dirty="0">
                <a:latin typeface="+mn-lt"/>
                <a:ea typeface="微软雅黑" panose="020B0503020204020204" charset="-122"/>
              </a:endParaRPr>
            </a:p>
          </p:txBody>
        </p:sp>
        <p:sp>
          <p:nvSpPr>
            <p:cNvPr id="8" name="MH_Other_5"/>
            <p:cNvSpPr>
              <a:spLocks noChangeArrowheads="1"/>
            </p:cNvSpPr>
            <p:nvPr>
              <p:custDataLst>
                <p:tags r:id="rId11"/>
              </p:custDataLst>
            </p:nvPr>
          </p:nvSpPr>
          <p:spPr bwMode="gray">
            <a:xfrm rot="15334360" flipV="1">
              <a:off x="3736446" y="5312305"/>
              <a:ext cx="612775" cy="135467"/>
            </a:xfrm>
            <a:prstGeom prst="rect">
              <a:avLst/>
            </a:prstGeom>
            <a:gradFill rotWithShape="1">
              <a:gsLst>
                <a:gs pos="833">
                  <a:srgbClr val="A9A9A9"/>
                </a:gs>
                <a:gs pos="31000">
                  <a:srgbClr val="F9F9F9"/>
                </a:gs>
                <a:gs pos="100000">
                  <a:srgbClr val="5F5F5F"/>
                </a:gs>
              </a:gsLst>
              <a:lin ang="5400000" scaled="1"/>
            </a:gradFill>
            <a:ln>
              <a:noFill/>
            </a:ln>
          </p:spPr>
          <p:txBody>
            <a:bodyPr wrap="none" anchor="ctr"/>
            <a:lstStyle/>
            <a:p>
              <a:pPr eaLnBrk="1" fontAlgn="auto" hangingPunct="1">
                <a:spcBef>
                  <a:spcPts val="0"/>
                </a:spcBef>
                <a:spcAft>
                  <a:spcPts val="0"/>
                </a:spcAft>
                <a:defRPr/>
              </a:pPr>
              <a:endParaRPr lang="zh-CN" altLang="en-US" sz="1350" dirty="0">
                <a:latin typeface="+mn-lt"/>
                <a:ea typeface="微软雅黑" panose="020B0503020204020204" charset="-122"/>
              </a:endParaRPr>
            </a:p>
          </p:txBody>
        </p:sp>
        <p:sp>
          <p:nvSpPr>
            <p:cNvPr id="25" name="MH_Other_6"/>
            <p:cNvSpPr>
              <a:spLocks noChangeArrowheads="1"/>
            </p:cNvSpPr>
            <p:nvPr>
              <p:custDataLst>
                <p:tags r:id="rId12"/>
              </p:custDataLst>
            </p:nvPr>
          </p:nvSpPr>
          <p:spPr bwMode="gray">
            <a:xfrm rot="19641219">
              <a:off x="4099984" y="3881439"/>
              <a:ext cx="1090083" cy="98425"/>
            </a:xfrm>
            <a:prstGeom prst="rect">
              <a:avLst/>
            </a:prstGeom>
            <a:gradFill rotWithShape="1">
              <a:gsLst>
                <a:gs pos="833">
                  <a:srgbClr val="A9A9A9"/>
                </a:gs>
                <a:gs pos="31000">
                  <a:srgbClr val="F9F9F9"/>
                </a:gs>
                <a:gs pos="100000">
                  <a:srgbClr val="5F5F5F"/>
                </a:gs>
              </a:gsLst>
              <a:lin ang="5400000" scaled="1"/>
            </a:gradFill>
            <a:ln>
              <a:noFill/>
            </a:ln>
          </p:spPr>
          <p:txBody>
            <a:bodyPr wrap="none" anchor="ctr"/>
            <a:lstStyle/>
            <a:p>
              <a:pPr eaLnBrk="1" fontAlgn="auto" hangingPunct="1">
                <a:spcBef>
                  <a:spcPts val="0"/>
                </a:spcBef>
                <a:spcAft>
                  <a:spcPts val="0"/>
                </a:spcAft>
                <a:defRPr/>
              </a:pPr>
              <a:endParaRPr lang="zh-CN" altLang="en-US" sz="1350" dirty="0">
                <a:latin typeface="+mn-lt"/>
                <a:ea typeface="微软雅黑" panose="020B0503020204020204" charset="-122"/>
              </a:endParaRPr>
            </a:p>
          </p:txBody>
        </p:sp>
        <p:sp>
          <p:nvSpPr>
            <p:cNvPr id="26" name="MH_Other_7"/>
            <p:cNvSpPr/>
            <p:nvPr>
              <p:custDataLst>
                <p:tags r:id="rId13"/>
              </p:custDataLst>
            </p:nvPr>
          </p:nvSpPr>
          <p:spPr>
            <a:xfrm>
              <a:off x="3010443" y="3593924"/>
              <a:ext cx="1211685" cy="908764"/>
            </a:xfrm>
            <a:prstGeom prst="rect">
              <a:avLst/>
            </a:prstGeom>
            <a:solidFill>
              <a:srgbClr val="D7D7D7"/>
            </a:solidFill>
            <a:ln w="3175">
              <a:solidFill>
                <a:srgbClr val="DDDDDD"/>
              </a:solidFill>
            </a:ln>
            <a:scene3d>
              <a:camera prst="perspectiveRelaxed" fov="3000000">
                <a:rot lat="18926816" lon="4332277" rev="17844000"/>
              </a:camera>
              <a:lightRig rig="flat" dir="t">
                <a:rot lat="0" lon="0" rev="2700000"/>
              </a:lightRig>
            </a:scene3d>
            <a:sp3d extrusionH="984250" contourW="6350">
              <a:bevelT w="0" h="0"/>
              <a:contourClr>
                <a:srgbClr val="B2B2B2"/>
              </a:contourClr>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sz="1350"/>
            </a:p>
          </p:txBody>
        </p:sp>
        <p:sp>
          <p:nvSpPr>
            <p:cNvPr id="27" name="MH_Text_1"/>
            <p:cNvSpPr/>
            <p:nvPr>
              <p:custDataLst>
                <p:tags r:id="rId14"/>
              </p:custDataLst>
            </p:nvPr>
          </p:nvSpPr>
          <p:spPr bwMode="auto">
            <a:xfrm>
              <a:off x="7344894" y="2854822"/>
              <a:ext cx="13383885" cy="2388080"/>
            </a:xfrm>
            <a:prstGeom prst="rect">
              <a:avLst/>
            </a:prstGeom>
            <a:no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tIns="0" bIns="0">
              <a:noAutofit/>
            </a:bodyPr>
            <a:lstStyle/>
            <a:p>
              <a:pPr indent="457200">
                <a:lnSpc>
                  <a:spcPct val="130000"/>
                </a:lnSpc>
                <a:defRPr/>
              </a:pPr>
              <a:r>
                <a:rPr lang="da-DK" altLang="zh-CN" dirty="0">
                  <a:solidFill>
                    <a:schemeClr val="tx1"/>
                  </a:solidFill>
                  <a:latin typeface="微软雅黑" panose="020B0503020204020204" charset="-122"/>
                  <a:ea typeface="微软雅黑" panose="020B0503020204020204" charset="-122"/>
                </a:rPr>
                <a:t>类是对具有相同数据和相同操作的一组相似对象的定义。在定义类的属性和操作时，一定要与所解决的问题域有关。</a:t>
              </a:r>
            </a:p>
            <a:p>
              <a:pPr indent="457200">
                <a:lnSpc>
                  <a:spcPct val="130000"/>
                </a:lnSpc>
                <a:defRPr/>
              </a:pPr>
              <a:r>
                <a:rPr lang="da-DK" altLang="zh-CN" dirty="0">
                  <a:solidFill>
                    <a:schemeClr val="tx1"/>
                  </a:solidFill>
                  <a:latin typeface="微软雅黑" panose="020B0503020204020204" charset="-122"/>
                  <a:ea typeface="微软雅黑" panose="020B0503020204020204" charset="-122"/>
                </a:rPr>
                <a:t>同类对象具有相同的属性和方法，但是，每个对象的属性值不同，执行方法的结果也不同。</a:t>
              </a:r>
            </a:p>
            <a:p>
              <a:pPr indent="457200">
                <a:lnSpc>
                  <a:spcPct val="130000"/>
                </a:lnSpc>
                <a:defRPr/>
              </a:pPr>
              <a:endParaRPr lang="da-DK" altLang="zh-CN" dirty="0">
                <a:solidFill>
                  <a:schemeClr val="tx1"/>
                </a:solidFill>
                <a:latin typeface="微软雅黑" panose="020B0503020204020204" charset="-122"/>
                <a:ea typeface="微软雅黑" panose="020B0503020204020204" charset="-122"/>
              </a:endParaRPr>
            </a:p>
          </p:txBody>
        </p:sp>
      </p:grpSp>
      <p:grpSp>
        <p:nvGrpSpPr>
          <p:cNvPr id="34" name="组合 33"/>
          <p:cNvGrpSpPr/>
          <p:nvPr/>
        </p:nvGrpSpPr>
        <p:grpSpPr>
          <a:xfrm flipH="1">
            <a:off x="7178567" y="1741079"/>
            <a:ext cx="5013433" cy="973302"/>
            <a:chOff x="1" y="3428100"/>
            <a:chExt cx="5013433" cy="973302"/>
          </a:xfrm>
        </p:grpSpPr>
        <p:sp>
          <p:nvSpPr>
            <p:cNvPr id="35" name="MH_SubTitle_2"/>
            <p:cNvSpPr/>
            <p:nvPr>
              <p:custDataLst>
                <p:tags r:id="rId4"/>
              </p:custDataLst>
            </p:nvPr>
          </p:nvSpPr>
          <p:spPr>
            <a:xfrm>
              <a:off x="1501900" y="3551342"/>
              <a:ext cx="3511534" cy="733137"/>
            </a:xfrm>
            <a:prstGeom prst="homePlate">
              <a:avLst/>
            </a:prstGeom>
            <a:solidFill>
              <a:srgbClr val="C698E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r>
                <a:rPr lang="zh-CN" altLang="en-US" sz="2400" b="1" dirty="0">
                  <a:solidFill>
                    <a:schemeClr val="bg1"/>
                  </a:solidFill>
                  <a:latin typeface="微软雅黑" panose="020B0503020204020204" charset="-122"/>
                  <a:ea typeface="微软雅黑" panose="020B0503020204020204" charset="-122"/>
                </a:rPr>
                <a:t>类 </a:t>
              </a:r>
              <a:r>
                <a:rPr lang="en-US" altLang="zh-CN" sz="2400" b="1" dirty="0">
                  <a:solidFill>
                    <a:schemeClr val="bg1"/>
                  </a:solidFill>
                  <a:latin typeface="微软雅黑" panose="020B0503020204020204" charset="-122"/>
                  <a:ea typeface="微软雅黑" panose="020B0503020204020204" charset="-122"/>
                </a:rPr>
                <a:t>Class</a:t>
              </a:r>
              <a:endParaRPr lang="zh-CN" altLang="en-US" sz="2400" b="1" dirty="0">
                <a:solidFill>
                  <a:schemeClr val="bg1"/>
                </a:solidFill>
                <a:latin typeface="微软雅黑" panose="020B0503020204020204" charset="-122"/>
                <a:ea typeface="微软雅黑" panose="020B0503020204020204" charset="-122"/>
              </a:endParaRPr>
            </a:p>
          </p:txBody>
        </p:sp>
        <p:sp>
          <p:nvSpPr>
            <p:cNvPr id="36" name="MH_Other_5"/>
            <p:cNvSpPr/>
            <p:nvPr>
              <p:custDataLst>
                <p:tags r:id="rId5"/>
              </p:custDataLst>
            </p:nvPr>
          </p:nvSpPr>
          <p:spPr>
            <a:xfrm>
              <a:off x="1" y="3429680"/>
              <a:ext cx="1006593" cy="971722"/>
            </a:xfrm>
            <a:prstGeom prst="rect">
              <a:avLst/>
            </a:prstGeom>
            <a:solidFill>
              <a:srgbClr val="C698E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r>
                <a:rPr lang="en-US" altLang="zh-CN" sz="3200" dirty="0">
                  <a:solidFill>
                    <a:srgbClr val="FFFFFF"/>
                  </a:solidFill>
                  <a:latin typeface="Times New Roman" panose="02020603050405020304" pitchFamily="18" charset="0"/>
                  <a:ea typeface="微软雅黑" panose="020B0503020204020204" charset="-122"/>
                </a:rPr>
                <a:t>01</a:t>
              </a:r>
              <a:endParaRPr lang="zh-CN" altLang="en-US" sz="3200" dirty="0">
                <a:solidFill>
                  <a:srgbClr val="FFFFFF"/>
                </a:solidFill>
                <a:latin typeface="Times New Roman" panose="02020603050405020304" pitchFamily="18" charset="0"/>
                <a:ea typeface="微软雅黑" panose="020B0503020204020204" charset="-122"/>
              </a:endParaRPr>
            </a:p>
          </p:txBody>
        </p:sp>
        <p:sp>
          <p:nvSpPr>
            <p:cNvPr id="37" name="MH_Other_6"/>
            <p:cNvSpPr/>
            <p:nvPr>
              <p:custDataLst>
                <p:tags r:id="rId6"/>
              </p:custDataLst>
            </p:nvPr>
          </p:nvSpPr>
          <p:spPr>
            <a:xfrm>
              <a:off x="987065" y="3428100"/>
              <a:ext cx="516612" cy="973302"/>
            </a:xfrm>
            <a:custGeom>
              <a:avLst/>
              <a:gdLst>
                <a:gd name="connsiteX0" fmla="*/ 2382 w 461963"/>
                <a:gd name="connsiteY0" fmla="*/ 0 h 1081088"/>
                <a:gd name="connsiteX1" fmla="*/ 461963 w 461963"/>
                <a:gd name="connsiteY1" fmla="*/ 138113 h 1081088"/>
                <a:gd name="connsiteX2" fmla="*/ 461963 w 461963"/>
                <a:gd name="connsiteY2" fmla="*/ 950119 h 1081088"/>
                <a:gd name="connsiteX3" fmla="*/ 0 w 461963"/>
                <a:gd name="connsiteY3" fmla="*/ 1081088 h 1081088"/>
                <a:gd name="connsiteX4" fmla="*/ 2382 w 461963"/>
                <a:gd name="connsiteY4" fmla="*/ 0 h 108108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61963" h="1081088">
                  <a:moveTo>
                    <a:pt x="2382" y="0"/>
                  </a:moveTo>
                  <a:lnTo>
                    <a:pt x="461963" y="138113"/>
                  </a:lnTo>
                  <a:lnTo>
                    <a:pt x="461963" y="950119"/>
                  </a:lnTo>
                  <a:lnTo>
                    <a:pt x="0" y="1081088"/>
                  </a:lnTo>
                  <a:lnTo>
                    <a:pt x="2382" y="0"/>
                  </a:lnTo>
                  <a:close/>
                </a:path>
              </a:pathLst>
            </a:custGeom>
            <a:solidFill>
              <a:srgbClr val="A154CC"/>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a:solidFill>
                  <a:srgbClr val="FFFFFF"/>
                </a:solidFill>
                <a:latin typeface="微软雅黑" panose="020B0503020204020204" charset="-122"/>
                <a:ea typeface="微软雅黑" panose="020B0503020204020204" charset="-122"/>
              </a:endParaRPr>
            </a:p>
          </p:txBody>
        </p:sp>
      </p:grpSp>
      <p:grpSp>
        <p:nvGrpSpPr>
          <p:cNvPr id="17" name="组合 16"/>
          <p:cNvGrpSpPr/>
          <p:nvPr/>
        </p:nvGrpSpPr>
        <p:grpSpPr>
          <a:xfrm>
            <a:off x="9959915" y="217227"/>
            <a:ext cx="1695273" cy="1693460"/>
            <a:chOff x="9959915" y="217227"/>
            <a:chExt cx="1849120" cy="1849120"/>
          </a:xfrm>
        </p:grpSpPr>
        <p:sp>
          <p:nvSpPr>
            <p:cNvPr id="18" name="泪滴形 17"/>
            <p:cNvSpPr/>
            <p:nvPr>
              <p:custDataLst>
                <p:tags r:id="rId1"/>
              </p:custDataLst>
            </p:nvPr>
          </p:nvSpPr>
          <p:spPr>
            <a:xfrm rot="8100000">
              <a:off x="9959915" y="217227"/>
              <a:ext cx="1849120" cy="1849120"/>
            </a:xfrm>
            <a:prstGeom prst="teardrop">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normAutofit/>
            </a:bodyPr>
            <a:lstStyle/>
            <a:p>
              <a:pPr algn="ctr" eaLnBrk="1" hangingPunct="1">
                <a:spcBef>
                  <a:spcPts val="0"/>
                </a:spcBef>
                <a:spcAft>
                  <a:spcPts val="0"/>
                </a:spcAft>
                <a:defRPr/>
              </a:pPr>
              <a:endParaRPr lang="zh-CN" altLang="en-US" sz="1800">
                <a:solidFill>
                  <a:schemeClr val="tx1"/>
                </a:solidFill>
              </a:endParaRPr>
            </a:p>
          </p:txBody>
        </p:sp>
        <p:sp>
          <p:nvSpPr>
            <p:cNvPr id="19" name="椭圆 18"/>
            <p:cNvSpPr/>
            <p:nvPr>
              <p:custDataLst>
                <p:tags r:id="rId2"/>
              </p:custDataLst>
            </p:nvPr>
          </p:nvSpPr>
          <p:spPr>
            <a:xfrm>
              <a:off x="10080565" y="337877"/>
              <a:ext cx="1600200" cy="1600200"/>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normAutofit/>
            </a:bodyPr>
            <a:lstStyle/>
            <a:p>
              <a:pPr algn="ctr" eaLnBrk="1" hangingPunct="1">
                <a:spcBef>
                  <a:spcPts val="0"/>
                </a:spcBef>
                <a:spcAft>
                  <a:spcPts val="0"/>
                </a:spcAft>
                <a:defRPr/>
              </a:pPr>
              <a:endParaRPr lang="zh-CN" altLang="en-US" sz="1800">
                <a:solidFill>
                  <a:schemeClr val="tx1"/>
                </a:solidFill>
              </a:endParaRPr>
            </a:p>
          </p:txBody>
        </p:sp>
        <p:sp>
          <p:nvSpPr>
            <p:cNvPr id="20" name="文本框 16"/>
            <p:cNvSpPr txBox="1">
              <a:spLocks noChangeArrowheads="1"/>
            </p:cNvSpPr>
            <p:nvPr>
              <p:custDataLst>
                <p:tags r:id="rId3"/>
              </p:custDataLst>
            </p:nvPr>
          </p:nvSpPr>
          <p:spPr bwMode="auto">
            <a:xfrm>
              <a:off x="10397430" y="757891"/>
              <a:ext cx="974725" cy="8291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0000" tIns="46800" rIns="90000" bIns="46800" anchor="ctr">
              <a:spAutoFit/>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charset="0"/>
                  <a:ea typeface="宋体" panose="02010600030101010101" pitchFamily="2" charset="-122"/>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charset="0"/>
                  <a:ea typeface="宋体" panose="02010600030101010101" pitchFamily="2" charset="-122"/>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charset="0"/>
                  <a:ea typeface="宋体" panose="02010600030101010101" pitchFamily="2" charset="-122"/>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9pPr>
            </a:lstStyle>
            <a:p>
              <a:pPr algn="ctr" eaLnBrk="1" hangingPunct="1">
                <a:spcBef>
                  <a:spcPct val="0"/>
                </a:spcBef>
                <a:buFontTx/>
                <a:buNone/>
              </a:pPr>
              <a:r>
                <a:rPr lang="zh-CN" altLang="en-US" sz="2400" b="1" dirty="0">
                  <a:latin typeface="+mj-lt"/>
                  <a:ea typeface="+mj-ea"/>
                  <a:cs typeface="+mj-cs"/>
                </a:rPr>
                <a:t>类和实例</a:t>
              </a:r>
            </a:p>
          </p:txBody>
        </p:sp>
      </p:grpSp>
    </p:spTree>
  </p:cSld>
  <p:clrMapOvr>
    <a:masterClrMapping/>
  </p:clrMapOvr>
  <p:transition>
    <p:wheel spokes="3"/>
  </p:transition>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694801" y="360000"/>
            <a:ext cx="5401200" cy="523220"/>
          </a:xfrm>
        </p:spPr>
        <p:txBody>
          <a:bodyPr>
            <a:normAutofit/>
          </a:bodyPr>
          <a:lstStyle/>
          <a:p>
            <a:r>
              <a:rPr lang="en-US" dirty="0"/>
              <a:t>6.1 </a:t>
            </a:r>
            <a:r>
              <a:rPr lang="zh-CN" altLang="en-US" dirty="0"/>
              <a:t>面向对象方法概述</a:t>
            </a:r>
          </a:p>
        </p:txBody>
      </p:sp>
      <p:sp>
        <p:nvSpPr>
          <p:cNvPr id="10" name="文本占位符 9">
            <a:extLst>
              <a:ext uri="{FF2B5EF4-FFF2-40B4-BE49-F238E27FC236}">
                <a16:creationId xmlns:a16="http://schemas.microsoft.com/office/drawing/2014/main" id="{A3ADFC6F-5D9D-4471-21FF-7E7AC3CAE299}"/>
              </a:ext>
            </a:extLst>
          </p:cNvPr>
          <p:cNvSpPr>
            <a:spLocks noGrp="1"/>
          </p:cNvSpPr>
          <p:nvPr>
            <p:ph type="body" sz="quarter" idx="10"/>
          </p:nvPr>
        </p:nvSpPr>
        <p:spPr>
          <a:xfrm>
            <a:off x="900001" y="1322832"/>
            <a:ext cx="5196000" cy="400110"/>
          </a:xfrm>
        </p:spPr>
        <p:txBody>
          <a:bodyPr/>
          <a:lstStyle/>
          <a:p>
            <a:r>
              <a:rPr lang="en-US" altLang="zh-CN" dirty="0"/>
              <a:t>6.1.2 </a:t>
            </a:r>
            <a:r>
              <a:rPr lang="zh-CN" altLang="en-US" dirty="0"/>
              <a:t>面向对象方法的概念</a:t>
            </a:r>
          </a:p>
        </p:txBody>
      </p:sp>
      <p:grpSp>
        <p:nvGrpSpPr>
          <p:cNvPr id="5" name="组合 4"/>
          <p:cNvGrpSpPr/>
          <p:nvPr/>
        </p:nvGrpSpPr>
        <p:grpSpPr>
          <a:xfrm>
            <a:off x="0" y="2611755"/>
            <a:ext cx="11873865" cy="3152775"/>
            <a:chOff x="0" y="2130426"/>
            <a:chExt cx="21371089" cy="3635761"/>
          </a:xfrm>
        </p:grpSpPr>
        <p:sp>
          <p:nvSpPr>
            <p:cNvPr id="6" name="MH_Other_1"/>
            <p:cNvSpPr/>
            <p:nvPr>
              <p:custDataLst>
                <p:tags r:id="rId7"/>
              </p:custDataLst>
            </p:nvPr>
          </p:nvSpPr>
          <p:spPr bwMode="auto">
            <a:xfrm>
              <a:off x="0" y="2141539"/>
              <a:ext cx="5039784" cy="96837"/>
            </a:xfrm>
            <a:prstGeom prst="rect">
              <a:avLst/>
            </a:prstGeom>
            <a:gradFill rotWithShape="1">
              <a:gsLst>
                <a:gs pos="833">
                  <a:srgbClr val="A9A9A9"/>
                </a:gs>
                <a:gs pos="31000">
                  <a:srgbClr val="F9F9F9"/>
                </a:gs>
                <a:gs pos="100000">
                  <a:srgbClr val="5F5F5F"/>
                </a:gs>
              </a:gsLst>
              <a:lin ang="5400000" scaled="1"/>
            </a:gradFill>
            <a:ln>
              <a:noFill/>
            </a:ln>
          </p:spPr>
          <p:txBody>
            <a:bodyPr wrap="none" anchor="ctr"/>
            <a:lstStyle/>
            <a:p>
              <a:pPr eaLnBrk="1" fontAlgn="auto" hangingPunct="1">
                <a:spcBef>
                  <a:spcPts val="0"/>
                </a:spcBef>
                <a:spcAft>
                  <a:spcPts val="0"/>
                </a:spcAft>
                <a:defRPr/>
              </a:pPr>
              <a:endParaRPr lang="zh-CN" altLang="en-US" sz="1350" dirty="0">
                <a:latin typeface="+mn-lt"/>
                <a:ea typeface="微软雅黑" panose="020B0503020204020204" charset="-122"/>
              </a:endParaRPr>
            </a:p>
          </p:txBody>
        </p:sp>
        <p:sp>
          <p:nvSpPr>
            <p:cNvPr id="7" name="MH_Other_2"/>
            <p:cNvSpPr/>
            <p:nvPr>
              <p:custDataLst>
                <p:tags r:id="rId8"/>
              </p:custDataLst>
            </p:nvPr>
          </p:nvSpPr>
          <p:spPr bwMode="auto">
            <a:xfrm>
              <a:off x="4083582" y="5594102"/>
              <a:ext cx="17287507" cy="172085"/>
            </a:xfrm>
            <a:prstGeom prst="rect">
              <a:avLst/>
            </a:prstGeom>
            <a:gradFill rotWithShape="1">
              <a:gsLst>
                <a:gs pos="833">
                  <a:srgbClr val="A9A9A9"/>
                </a:gs>
                <a:gs pos="31000">
                  <a:srgbClr val="F9F9F9"/>
                </a:gs>
                <a:gs pos="100000">
                  <a:srgbClr val="5F5F5F"/>
                </a:gs>
              </a:gsLst>
              <a:lin ang="5400000" scaled="1"/>
            </a:gradFill>
            <a:ln>
              <a:noFill/>
            </a:ln>
          </p:spPr>
          <p:txBody>
            <a:bodyPr wrap="none" anchor="ctr"/>
            <a:lstStyle/>
            <a:p>
              <a:pPr eaLnBrk="1" fontAlgn="auto" hangingPunct="1">
                <a:spcBef>
                  <a:spcPts val="0"/>
                </a:spcBef>
                <a:spcAft>
                  <a:spcPts val="0"/>
                </a:spcAft>
                <a:defRPr/>
              </a:pPr>
              <a:endParaRPr lang="zh-CN" altLang="en-US" sz="1350" dirty="0">
                <a:latin typeface="+mn-lt"/>
                <a:ea typeface="微软雅黑" panose="020B0503020204020204" charset="-122"/>
              </a:endParaRPr>
            </a:p>
          </p:txBody>
        </p:sp>
        <p:sp>
          <p:nvSpPr>
            <p:cNvPr id="2" name="MH_Other_3"/>
            <p:cNvSpPr/>
            <p:nvPr>
              <p:custDataLst>
                <p:tags r:id="rId9"/>
              </p:custDataLst>
            </p:nvPr>
          </p:nvSpPr>
          <p:spPr>
            <a:xfrm>
              <a:off x="4722938" y="2567755"/>
              <a:ext cx="1211685" cy="908764"/>
            </a:xfrm>
            <a:prstGeom prst="rect">
              <a:avLst/>
            </a:prstGeom>
            <a:solidFill>
              <a:srgbClr val="E97551"/>
            </a:solidFill>
            <a:ln w="3175">
              <a:solidFill>
                <a:srgbClr val="C34123"/>
              </a:solidFill>
            </a:ln>
            <a:scene3d>
              <a:camera prst="perspectiveRelaxed" fov="3000000">
                <a:rot lat="18926816" lon="4332277" rev="17844000"/>
              </a:camera>
              <a:lightRig rig="flat" dir="t">
                <a:rot lat="0" lon="0" rev="2700000"/>
              </a:lightRig>
            </a:scene3d>
            <a:sp3d extrusionH="971550" contourW="6350">
              <a:bevelT w="0" h="0"/>
              <a:contourClr>
                <a:srgbClr val="FFFFFF"/>
              </a:contourClr>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sz="1350"/>
            </a:p>
          </p:txBody>
        </p:sp>
        <p:sp>
          <p:nvSpPr>
            <p:cNvPr id="4" name="MH_Other_4"/>
            <p:cNvSpPr>
              <a:spLocks noChangeArrowheads="1"/>
            </p:cNvSpPr>
            <p:nvPr>
              <p:custDataLst>
                <p:tags r:id="rId10"/>
              </p:custDataLst>
            </p:nvPr>
          </p:nvSpPr>
          <p:spPr bwMode="gray">
            <a:xfrm rot="15266332" flipV="1">
              <a:off x="4754828" y="2519099"/>
              <a:ext cx="900113" cy="122767"/>
            </a:xfrm>
            <a:prstGeom prst="roundRect">
              <a:avLst>
                <a:gd name="adj" fmla="val 16750"/>
              </a:avLst>
            </a:prstGeom>
            <a:gradFill rotWithShape="1">
              <a:gsLst>
                <a:gs pos="833">
                  <a:srgbClr val="A9A9A9"/>
                </a:gs>
                <a:gs pos="31000">
                  <a:srgbClr val="F9F9F9"/>
                </a:gs>
                <a:gs pos="100000">
                  <a:srgbClr val="5F5F5F"/>
                </a:gs>
              </a:gsLst>
              <a:lin ang="5400000" scaled="1"/>
            </a:gradFill>
            <a:ln>
              <a:noFill/>
            </a:ln>
          </p:spPr>
          <p:txBody>
            <a:bodyPr wrap="none" anchor="ctr"/>
            <a:lstStyle/>
            <a:p>
              <a:pPr eaLnBrk="1" fontAlgn="auto" hangingPunct="1">
                <a:spcBef>
                  <a:spcPts val="0"/>
                </a:spcBef>
                <a:spcAft>
                  <a:spcPts val="0"/>
                </a:spcAft>
                <a:defRPr/>
              </a:pPr>
              <a:endParaRPr lang="zh-CN" altLang="en-US" sz="1350" dirty="0">
                <a:latin typeface="+mn-lt"/>
                <a:ea typeface="微软雅黑" panose="020B0503020204020204" charset="-122"/>
              </a:endParaRPr>
            </a:p>
          </p:txBody>
        </p:sp>
        <p:sp>
          <p:nvSpPr>
            <p:cNvPr id="8" name="MH_Other_5"/>
            <p:cNvSpPr>
              <a:spLocks noChangeArrowheads="1"/>
            </p:cNvSpPr>
            <p:nvPr>
              <p:custDataLst>
                <p:tags r:id="rId11"/>
              </p:custDataLst>
            </p:nvPr>
          </p:nvSpPr>
          <p:spPr bwMode="gray">
            <a:xfrm rot="15334360" flipV="1">
              <a:off x="3736446" y="5312305"/>
              <a:ext cx="612775" cy="135467"/>
            </a:xfrm>
            <a:prstGeom prst="rect">
              <a:avLst/>
            </a:prstGeom>
            <a:gradFill rotWithShape="1">
              <a:gsLst>
                <a:gs pos="833">
                  <a:srgbClr val="A9A9A9"/>
                </a:gs>
                <a:gs pos="31000">
                  <a:srgbClr val="F9F9F9"/>
                </a:gs>
                <a:gs pos="100000">
                  <a:srgbClr val="5F5F5F"/>
                </a:gs>
              </a:gsLst>
              <a:lin ang="5400000" scaled="1"/>
            </a:gradFill>
            <a:ln>
              <a:noFill/>
            </a:ln>
          </p:spPr>
          <p:txBody>
            <a:bodyPr wrap="none" anchor="ctr"/>
            <a:lstStyle/>
            <a:p>
              <a:pPr eaLnBrk="1" fontAlgn="auto" hangingPunct="1">
                <a:spcBef>
                  <a:spcPts val="0"/>
                </a:spcBef>
                <a:spcAft>
                  <a:spcPts val="0"/>
                </a:spcAft>
                <a:defRPr/>
              </a:pPr>
              <a:endParaRPr lang="zh-CN" altLang="en-US" sz="1350" dirty="0">
                <a:latin typeface="+mn-lt"/>
                <a:ea typeface="微软雅黑" panose="020B0503020204020204" charset="-122"/>
              </a:endParaRPr>
            </a:p>
          </p:txBody>
        </p:sp>
        <p:sp>
          <p:nvSpPr>
            <p:cNvPr id="25" name="MH_Other_6"/>
            <p:cNvSpPr>
              <a:spLocks noChangeArrowheads="1"/>
            </p:cNvSpPr>
            <p:nvPr>
              <p:custDataLst>
                <p:tags r:id="rId12"/>
              </p:custDataLst>
            </p:nvPr>
          </p:nvSpPr>
          <p:spPr bwMode="gray">
            <a:xfrm rot="19641219">
              <a:off x="4099984" y="3881439"/>
              <a:ext cx="1090083" cy="98425"/>
            </a:xfrm>
            <a:prstGeom prst="rect">
              <a:avLst/>
            </a:prstGeom>
            <a:gradFill rotWithShape="1">
              <a:gsLst>
                <a:gs pos="833">
                  <a:srgbClr val="A9A9A9"/>
                </a:gs>
                <a:gs pos="31000">
                  <a:srgbClr val="F9F9F9"/>
                </a:gs>
                <a:gs pos="100000">
                  <a:srgbClr val="5F5F5F"/>
                </a:gs>
              </a:gsLst>
              <a:lin ang="5400000" scaled="1"/>
            </a:gradFill>
            <a:ln>
              <a:noFill/>
            </a:ln>
          </p:spPr>
          <p:txBody>
            <a:bodyPr wrap="none" anchor="ctr"/>
            <a:lstStyle/>
            <a:p>
              <a:pPr eaLnBrk="1" fontAlgn="auto" hangingPunct="1">
                <a:spcBef>
                  <a:spcPts val="0"/>
                </a:spcBef>
                <a:spcAft>
                  <a:spcPts val="0"/>
                </a:spcAft>
                <a:defRPr/>
              </a:pPr>
              <a:endParaRPr lang="zh-CN" altLang="en-US" sz="1350" dirty="0">
                <a:latin typeface="+mn-lt"/>
                <a:ea typeface="微软雅黑" panose="020B0503020204020204" charset="-122"/>
              </a:endParaRPr>
            </a:p>
          </p:txBody>
        </p:sp>
        <p:sp>
          <p:nvSpPr>
            <p:cNvPr id="26" name="MH_Other_7"/>
            <p:cNvSpPr/>
            <p:nvPr>
              <p:custDataLst>
                <p:tags r:id="rId13"/>
              </p:custDataLst>
            </p:nvPr>
          </p:nvSpPr>
          <p:spPr>
            <a:xfrm>
              <a:off x="3010443" y="3593924"/>
              <a:ext cx="1211685" cy="908764"/>
            </a:xfrm>
            <a:prstGeom prst="rect">
              <a:avLst/>
            </a:prstGeom>
            <a:solidFill>
              <a:srgbClr val="D7D7D7"/>
            </a:solidFill>
            <a:ln w="3175">
              <a:solidFill>
                <a:srgbClr val="DDDDDD"/>
              </a:solidFill>
            </a:ln>
            <a:scene3d>
              <a:camera prst="perspectiveRelaxed" fov="3000000">
                <a:rot lat="18926816" lon="4332277" rev="17844000"/>
              </a:camera>
              <a:lightRig rig="flat" dir="t">
                <a:rot lat="0" lon="0" rev="2700000"/>
              </a:lightRig>
            </a:scene3d>
            <a:sp3d extrusionH="984250" contourW="6350">
              <a:bevelT w="0" h="0"/>
              <a:contourClr>
                <a:srgbClr val="B2B2B2"/>
              </a:contourClr>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sz="1350"/>
            </a:p>
          </p:txBody>
        </p:sp>
        <p:sp>
          <p:nvSpPr>
            <p:cNvPr id="27" name="MH_Text_1"/>
            <p:cNvSpPr/>
            <p:nvPr>
              <p:custDataLst>
                <p:tags r:id="rId14"/>
              </p:custDataLst>
            </p:nvPr>
          </p:nvSpPr>
          <p:spPr bwMode="auto">
            <a:xfrm>
              <a:off x="7070597" y="2277055"/>
              <a:ext cx="13383886" cy="2388080"/>
            </a:xfrm>
            <a:prstGeom prst="rect">
              <a:avLst/>
            </a:prstGeom>
            <a:no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tIns="0" bIns="0">
              <a:noAutofit/>
            </a:bodyPr>
            <a:lstStyle/>
            <a:p>
              <a:pPr indent="457200">
                <a:lnSpc>
                  <a:spcPct val="130000"/>
                </a:lnSpc>
                <a:defRPr/>
              </a:pPr>
              <a:r>
                <a:rPr lang="da-DK" altLang="zh-CN" dirty="0">
                  <a:solidFill>
                    <a:schemeClr val="tx1"/>
                  </a:solidFill>
                  <a:latin typeface="微软雅黑" panose="020B0503020204020204" charset="-122"/>
                  <a:ea typeface="微软雅黑" panose="020B0503020204020204" charset="-122"/>
                </a:rPr>
                <a:t>例如，在学生成绩管理系统中，可以定义“学生”类，该类可定义姓名、学号、性别、年龄等相同的属性。类中的每位学生都有自己特定的姓名、学号、性别、年龄等，这些就是学生类的属性。可以定义学生类的操作：“留级”/“升级”，如果某个学生对象的不及格课程门数达到规定的数量，就要“留级”，而成绩合格的学生则“升级”。</a:t>
              </a:r>
            </a:p>
            <a:p>
              <a:pPr indent="457200">
                <a:lnSpc>
                  <a:spcPct val="130000"/>
                </a:lnSpc>
                <a:defRPr/>
              </a:pPr>
              <a:r>
                <a:rPr lang="da-DK" altLang="zh-CN" dirty="0">
                  <a:solidFill>
                    <a:schemeClr val="tx1"/>
                  </a:solidFill>
                  <a:latin typeface="微软雅黑" panose="020B0503020204020204" charset="-122"/>
                  <a:ea typeface="微软雅黑" panose="020B0503020204020204" charset="-122"/>
                </a:rPr>
                <a:t>而在学校图书馆管理系统中，可以定义借书证号、姓名、性别等属性，可以定义“借书”/“还书”等操作。但是“留级”/“升级”与图书馆管理没有关系，就不必定义了。</a:t>
              </a:r>
            </a:p>
          </p:txBody>
        </p:sp>
      </p:grpSp>
      <p:grpSp>
        <p:nvGrpSpPr>
          <p:cNvPr id="34" name="组合 33"/>
          <p:cNvGrpSpPr/>
          <p:nvPr/>
        </p:nvGrpSpPr>
        <p:grpSpPr>
          <a:xfrm flipH="1">
            <a:off x="7178567" y="1741079"/>
            <a:ext cx="5013433" cy="973302"/>
            <a:chOff x="1" y="3428100"/>
            <a:chExt cx="5013433" cy="973302"/>
          </a:xfrm>
        </p:grpSpPr>
        <p:sp>
          <p:nvSpPr>
            <p:cNvPr id="35" name="MH_SubTitle_2"/>
            <p:cNvSpPr/>
            <p:nvPr>
              <p:custDataLst>
                <p:tags r:id="rId4"/>
              </p:custDataLst>
            </p:nvPr>
          </p:nvSpPr>
          <p:spPr>
            <a:xfrm>
              <a:off x="1501900" y="3551342"/>
              <a:ext cx="3511534" cy="733137"/>
            </a:xfrm>
            <a:prstGeom prst="homePlate">
              <a:avLst/>
            </a:prstGeom>
            <a:solidFill>
              <a:srgbClr val="C698E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r>
                <a:rPr lang="zh-CN" altLang="en-US" sz="2400" b="1" dirty="0">
                  <a:solidFill>
                    <a:schemeClr val="bg1"/>
                  </a:solidFill>
                  <a:latin typeface="微软雅黑" panose="020B0503020204020204" charset="-122"/>
                  <a:ea typeface="微软雅黑" panose="020B0503020204020204" charset="-122"/>
                </a:rPr>
                <a:t>类 </a:t>
              </a:r>
              <a:r>
                <a:rPr lang="en-US" altLang="zh-CN" sz="2400" b="1" dirty="0">
                  <a:solidFill>
                    <a:schemeClr val="bg1"/>
                  </a:solidFill>
                  <a:latin typeface="微软雅黑" panose="020B0503020204020204" charset="-122"/>
                  <a:ea typeface="微软雅黑" panose="020B0503020204020204" charset="-122"/>
                </a:rPr>
                <a:t>Class</a:t>
              </a:r>
              <a:endParaRPr lang="zh-CN" altLang="en-US" sz="2400" b="1" dirty="0">
                <a:solidFill>
                  <a:schemeClr val="bg1"/>
                </a:solidFill>
                <a:latin typeface="微软雅黑" panose="020B0503020204020204" charset="-122"/>
                <a:ea typeface="微软雅黑" panose="020B0503020204020204" charset="-122"/>
              </a:endParaRPr>
            </a:p>
          </p:txBody>
        </p:sp>
        <p:sp>
          <p:nvSpPr>
            <p:cNvPr id="36" name="MH_Other_5"/>
            <p:cNvSpPr/>
            <p:nvPr>
              <p:custDataLst>
                <p:tags r:id="rId5"/>
              </p:custDataLst>
            </p:nvPr>
          </p:nvSpPr>
          <p:spPr>
            <a:xfrm>
              <a:off x="1" y="3429680"/>
              <a:ext cx="1006593" cy="971722"/>
            </a:xfrm>
            <a:prstGeom prst="rect">
              <a:avLst/>
            </a:prstGeom>
            <a:solidFill>
              <a:srgbClr val="C698E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r>
                <a:rPr lang="en-US" altLang="zh-CN" sz="3200" dirty="0">
                  <a:solidFill>
                    <a:srgbClr val="FFFFFF"/>
                  </a:solidFill>
                  <a:latin typeface="Times New Roman" panose="02020603050405020304" pitchFamily="18" charset="0"/>
                  <a:ea typeface="微软雅黑" panose="020B0503020204020204" charset="-122"/>
                </a:rPr>
                <a:t>01</a:t>
              </a:r>
              <a:endParaRPr lang="zh-CN" altLang="en-US" sz="3200" dirty="0">
                <a:solidFill>
                  <a:srgbClr val="FFFFFF"/>
                </a:solidFill>
                <a:latin typeface="Times New Roman" panose="02020603050405020304" pitchFamily="18" charset="0"/>
                <a:ea typeface="微软雅黑" panose="020B0503020204020204" charset="-122"/>
              </a:endParaRPr>
            </a:p>
          </p:txBody>
        </p:sp>
        <p:sp>
          <p:nvSpPr>
            <p:cNvPr id="37" name="MH_Other_6"/>
            <p:cNvSpPr/>
            <p:nvPr>
              <p:custDataLst>
                <p:tags r:id="rId6"/>
              </p:custDataLst>
            </p:nvPr>
          </p:nvSpPr>
          <p:spPr>
            <a:xfrm>
              <a:off x="987065" y="3428100"/>
              <a:ext cx="516612" cy="973302"/>
            </a:xfrm>
            <a:custGeom>
              <a:avLst/>
              <a:gdLst>
                <a:gd name="connsiteX0" fmla="*/ 2382 w 461963"/>
                <a:gd name="connsiteY0" fmla="*/ 0 h 1081088"/>
                <a:gd name="connsiteX1" fmla="*/ 461963 w 461963"/>
                <a:gd name="connsiteY1" fmla="*/ 138113 h 1081088"/>
                <a:gd name="connsiteX2" fmla="*/ 461963 w 461963"/>
                <a:gd name="connsiteY2" fmla="*/ 950119 h 1081088"/>
                <a:gd name="connsiteX3" fmla="*/ 0 w 461963"/>
                <a:gd name="connsiteY3" fmla="*/ 1081088 h 1081088"/>
                <a:gd name="connsiteX4" fmla="*/ 2382 w 461963"/>
                <a:gd name="connsiteY4" fmla="*/ 0 h 108108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61963" h="1081088">
                  <a:moveTo>
                    <a:pt x="2382" y="0"/>
                  </a:moveTo>
                  <a:lnTo>
                    <a:pt x="461963" y="138113"/>
                  </a:lnTo>
                  <a:lnTo>
                    <a:pt x="461963" y="950119"/>
                  </a:lnTo>
                  <a:lnTo>
                    <a:pt x="0" y="1081088"/>
                  </a:lnTo>
                  <a:lnTo>
                    <a:pt x="2382" y="0"/>
                  </a:lnTo>
                  <a:close/>
                </a:path>
              </a:pathLst>
            </a:custGeom>
            <a:solidFill>
              <a:srgbClr val="A154CC"/>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a:solidFill>
                  <a:srgbClr val="FFFFFF"/>
                </a:solidFill>
                <a:latin typeface="微软雅黑" panose="020B0503020204020204" charset="-122"/>
                <a:ea typeface="微软雅黑" panose="020B0503020204020204" charset="-122"/>
              </a:endParaRPr>
            </a:p>
          </p:txBody>
        </p:sp>
      </p:grpSp>
      <p:grpSp>
        <p:nvGrpSpPr>
          <p:cNvPr id="17" name="组合 16"/>
          <p:cNvGrpSpPr/>
          <p:nvPr/>
        </p:nvGrpSpPr>
        <p:grpSpPr>
          <a:xfrm>
            <a:off x="9959915" y="217227"/>
            <a:ext cx="1695273" cy="1693460"/>
            <a:chOff x="9959915" y="217227"/>
            <a:chExt cx="1849120" cy="1849120"/>
          </a:xfrm>
        </p:grpSpPr>
        <p:sp>
          <p:nvSpPr>
            <p:cNvPr id="18" name="泪滴形 17"/>
            <p:cNvSpPr/>
            <p:nvPr>
              <p:custDataLst>
                <p:tags r:id="rId1"/>
              </p:custDataLst>
            </p:nvPr>
          </p:nvSpPr>
          <p:spPr>
            <a:xfrm rot="8100000">
              <a:off x="9959915" y="217227"/>
              <a:ext cx="1849120" cy="1849120"/>
            </a:xfrm>
            <a:prstGeom prst="teardrop">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normAutofit/>
            </a:bodyPr>
            <a:lstStyle/>
            <a:p>
              <a:pPr algn="ctr" eaLnBrk="1" hangingPunct="1">
                <a:spcBef>
                  <a:spcPts val="0"/>
                </a:spcBef>
                <a:spcAft>
                  <a:spcPts val="0"/>
                </a:spcAft>
                <a:defRPr/>
              </a:pPr>
              <a:endParaRPr lang="zh-CN" altLang="en-US" sz="1800">
                <a:solidFill>
                  <a:schemeClr val="tx1"/>
                </a:solidFill>
              </a:endParaRPr>
            </a:p>
          </p:txBody>
        </p:sp>
        <p:sp>
          <p:nvSpPr>
            <p:cNvPr id="19" name="椭圆 18"/>
            <p:cNvSpPr/>
            <p:nvPr>
              <p:custDataLst>
                <p:tags r:id="rId2"/>
              </p:custDataLst>
            </p:nvPr>
          </p:nvSpPr>
          <p:spPr>
            <a:xfrm>
              <a:off x="10080565" y="337877"/>
              <a:ext cx="1600200" cy="1600200"/>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normAutofit/>
            </a:bodyPr>
            <a:lstStyle/>
            <a:p>
              <a:pPr algn="ctr" eaLnBrk="1" hangingPunct="1">
                <a:spcBef>
                  <a:spcPts val="0"/>
                </a:spcBef>
                <a:spcAft>
                  <a:spcPts val="0"/>
                </a:spcAft>
                <a:defRPr/>
              </a:pPr>
              <a:endParaRPr lang="zh-CN" altLang="en-US" sz="1800">
                <a:solidFill>
                  <a:schemeClr val="tx1"/>
                </a:solidFill>
              </a:endParaRPr>
            </a:p>
          </p:txBody>
        </p:sp>
        <p:sp>
          <p:nvSpPr>
            <p:cNvPr id="20" name="文本框 16"/>
            <p:cNvSpPr txBox="1">
              <a:spLocks noChangeArrowheads="1"/>
            </p:cNvSpPr>
            <p:nvPr>
              <p:custDataLst>
                <p:tags r:id="rId3"/>
              </p:custDataLst>
            </p:nvPr>
          </p:nvSpPr>
          <p:spPr bwMode="auto">
            <a:xfrm>
              <a:off x="10397430" y="757891"/>
              <a:ext cx="974725" cy="8291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0000" tIns="46800" rIns="90000" bIns="46800" anchor="ctr">
              <a:spAutoFit/>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charset="0"/>
                  <a:ea typeface="宋体" panose="02010600030101010101" pitchFamily="2" charset="-122"/>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charset="0"/>
                  <a:ea typeface="宋体" panose="02010600030101010101" pitchFamily="2" charset="-122"/>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charset="0"/>
                  <a:ea typeface="宋体" panose="02010600030101010101" pitchFamily="2" charset="-122"/>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9pPr>
            </a:lstStyle>
            <a:p>
              <a:pPr algn="ctr" eaLnBrk="1" hangingPunct="1">
                <a:spcBef>
                  <a:spcPct val="0"/>
                </a:spcBef>
                <a:buFontTx/>
                <a:buNone/>
              </a:pPr>
              <a:r>
                <a:rPr lang="zh-CN" altLang="en-US" sz="2400" b="1" dirty="0">
                  <a:latin typeface="+mj-lt"/>
                  <a:ea typeface="+mj-ea"/>
                  <a:cs typeface="+mj-cs"/>
                </a:rPr>
                <a:t>类和实例</a:t>
              </a:r>
            </a:p>
          </p:txBody>
        </p:sp>
      </p:grpSp>
    </p:spTree>
  </p:cSld>
  <p:clrMapOvr>
    <a:masterClrMapping/>
  </p:clrMapOvr>
  <p:transition>
    <p:wheel spokes="3"/>
  </p:transition>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694801" y="360000"/>
            <a:ext cx="5401200" cy="523220"/>
          </a:xfrm>
        </p:spPr>
        <p:txBody>
          <a:bodyPr>
            <a:normAutofit/>
          </a:bodyPr>
          <a:lstStyle/>
          <a:p>
            <a:r>
              <a:rPr lang="en-US" dirty="0"/>
              <a:t>6.1 </a:t>
            </a:r>
            <a:r>
              <a:rPr lang="zh-CN" altLang="en-US" dirty="0"/>
              <a:t>面向对象方法概述</a:t>
            </a:r>
          </a:p>
        </p:txBody>
      </p:sp>
      <p:sp>
        <p:nvSpPr>
          <p:cNvPr id="10" name="文本占位符 9">
            <a:extLst>
              <a:ext uri="{FF2B5EF4-FFF2-40B4-BE49-F238E27FC236}">
                <a16:creationId xmlns:a16="http://schemas.microsoft.com/office/drawing/2014/main" id="{8ACBC730-137F-11A4-61A9-2923AA5162E7}"/>
              </a:ext>
            </a:extLst>
          </p:cNvPr>
          <p:cNvSpPr>
            <a:spLocks noGrp="1"/>
          </p:cNvSpPr>
          <p:nvPr>
            <p:ph type="body" sz="quarter" idx="10"/>
          </p:nvPr>
        </p:nvSpPr>
        <p:spPr>
          <a:xfrm>
            <a:off x="900001" y="1322832"/>
            <a:ext cx="5196000" cy="400110"/>
          </a:xfrm>
        </p:spPr>
        <p:txBody>
          <a:bodyPr/>
          <a:lstStyle/>
          <a:p>
            <a:r>
              <a:rPr lang="en-US" altLang="zh-CN" dirty="0"/>
              <a:t>6.1.2 </a:t>
            </a:r>
            <a:r>
              <a:rPr lang="zh-CN" altLang="en-US" dirty="0"/>
              <a:t>面向对象方法的概念</a:t>
            </a:r>
          </a:p>
        </p:txBody>
      </p:sp>
      <p:grpSp>
        <p:nvGrpSpPr>
          <p:cNvPr id="5" name="组合 4"/>
          <p:cNvGrpSpPr/>
          <p:nvPr/>
        </p:nvGrpSpPr>
        <p:grpSpPr>
          <a:xfrm>
            <a:off x="0" y="2611755"/>
            <a:ext cx="11873865" cy="3152775"/>
            <a:chOff x="0" y="2130426"/>
            <a:chExt cx="21371089" cy="3635761"/>
          </a:xfrm>
        </p:grpSpPr>
        <p:sp>
          <p:nvSpPr>
            <p:cNvPr id="6" name="MH_Other_1"/>
            <p:cNvSpPr/>
            <p:nvPr>
              <p:custDataLst>
                <p:tags r:id="rId7"/>
              </p:custDataLst>
            </p:nvPr>
          </p:nvSpPr>
          <p:spPr bwMode="auto">
            <a:xfrm>
              <a:off x="0" y="2141539"/>
              <a:ext cx="5039784" cy="96837"/>
            </a:xfrm>
            <a:prstGeom prst="rect">
              <a:avLst/>
            </a:prstGeom>
            <a:gradFill rotWithShape="1">
              <a:gsLst>
                <a:gs pos="833">
                  <a:srgbClr val="A9A9A9"/>
                </a:gs>
                <a:gs pos="31000">
                  <a:srgbClr val="F9F9F9"/>
                </a:gs>
                <a:gs pos="100000">
                  <a:srgbClr val="5F5F5F"/>
                </a:gs>
              </a:gsLst>
              <a:lin ang="5400000" scaled="1"/>
            </a:gradFill>
            <a:ln>
              <a:noFill/>
            </a:ln>
          </p:spPr>
          <p:txBody>
            <a:bodyPr wrap="none" anchor="ctr"/>
            <a:lstStyle/>
            <a:p>
              <a:pPr eaLnBrk="1" fontAlgn="auto" hangingPunct="1">
                <a:spcBef>
                  <a:spcPts val="0"/>
                </a:spcBef>
                <a:spcAft>
                  <a:spcPts val="0"/>
                </a:spcAft>
                <a:defRPr/>
              </a:pPr>
              <a:endParaRPr lang="zh-CN" altLang="en-US" sz="1350" dirty="0">
                <a:latin typeface="+mn-lt"/>
                <a:ea typeface="微软雅黑" panose="020B0503020204020204" charset="-122"/>
              </a:endParaRPr>
            </a:p>
          </p:txBody>
        </p:sp>
        <p:sp>
          <p:nvSpPr>
            <p:cNvPr id="7" name="MH_Other_2"/>
            <p:cNvSpPr/>
            <p:nvPr>
              <p:custDataLst>
                <p:tags r:id="rId8"/>
              </p:custDataLst>
            </p:nvPr>
          </p:nvSpPr>
          <p:spPr bwMode="auto">
            <a:xfrm>
              <a:off x="4083582" y="5594102"/>
              <a:ext cx="17287507" cy="172085"/>
            </a:xfrm>
            <a:prstGeom prst="rect">
              <a:avLst/>
            </a:prstGeom>
            <a:gradFill rotWithShape="1">
              <a:gsLst>
                <a:gs pos="833">
                  <a:srgbClr val="A9A9A9"/>
                </a:gs>
                <a:gs pos="31000">
                  <a:srgbClr val="F9F9F9"/>
                </a:gs>
                <a:gs pos="100000">
                  <a:srgbClr val="5F5F5F"/>
                </a:gs>
              </a:gsLst>
              <a:lin ang="5400000" scaled="1"/>
            </a:gradFill>
            <a:ln>
              <a:noFill/>
            </a:ln>
          </p:spPr>
          <p:txBody>
            <a:bodyPr wrap="none" anchor="ctr"/>
            <a:lstStyle/>
            <a:p>
              <a:pPr eaLnBrk="1" fontAlgn="auto" hangingPunct="1">
                <a:spcBef>
                  <a:spcPts val="0"/>
                </a:spcBef>
                <a:spcAft>
                  <a:spcPts val="0"/>
                </a:spcAft>
                <a:defRPr/>
              </a:pPr>
              <a:endParaRPr lang="zh-CN" altLang="en-US" sz="1350" dirty="0">
                <a:latin typeface="+mn-lt"/>
                <a:ea typeface="微软雅黑" panose="020B0503020204020204" charset="-122"/>
              </a:endParaRPr>
            </a:p>
          </p:txBody>
        </p:sp>
        <p:sp>
          <p:nvSpPr>
            <p:cNvPr id="2" name="MH_Other_3"/>
            <p:cNvSpPr/>
            <p:nvPr>
              <p:custDataLst>
                <p:tags r:id="rId9"/>
              </p:custDataLst>
            </p:nvPr>
          </p:nvSpPr>
          <p:spPr>
            <a:xfrm>
              <a:off x="4722938" y="2567755"/>
              <a:ext cx="1211685" cy="908764"/>
            </a:xfrm>
            <a:prstGeom prst="rect">
              <a:avLst/>
            </a:prstGeom>
            <a:solidFill>
              <a:srgbClr val="E97551"/>
            </a:solidFill>
            <a:ln w="3175">
              <a:solidFill>
                <a:srgbClr val="C34123"/>
              </a:solidFill>
            </a:ln>
            <a:scene3d>
              <a:camera prst="perspectiveRelaxed" fov="3000000">
                <a:rot lat="18926816" lon="4332277" rev="17844000"/>
              </a:camera>
              <a:lightRig rig="flat" dir="t">
                <a:rot lat="0" lon="0" rev="2700000"/>
              </a:lightRig>
            </a:scene3d>
            <a:sp3d extrusionH="971550" contourW="6350">
              <a:bevelT w="0" h="0"/>
              <a:contourClr>
                <a:srgbClr val="FFFFFF"/>
              </a:contourClr>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sz="1350"/>
            </a:p>
          </p:txBody>
        </p:sp>
        <p:sp>
          <p:nvSpPr>
            <p:cNvPr id="4" name="MH_Other_4"/>
            <p:cNvSpPr>
              <a:spLocks noChangeArrowheads="1"/>
            </p:cNvSpPr>
            <p:nvPr>
              <p:custDataLst>
                <p:tags r:id="rId10"/>
              </p:custDataLst>
            </p:nvPr>
          </p:nvSpPr>
          <p:spPr bwMode="gray">
            <a:xfrm rot="15266332" flipV="1">
              <a:off x="4754828" y="2519099"/>
              <a:ext cx="900113" cy="122767"/>
            </a:xfrm>
            <a:prstGeom prst="roundRect">
              <a:avLst>
                <a:gd name="adj" fmla="val 16750"/>
              </a:avLst>
            </a:prstGeom>
            <a:gradFill rotWithShape="1">
              <a:gsLst>
                <a:gs pos="833">
                  <a:srgbClr val="A9A9A9"/>
                </a:gs>
                <a:gs pos="31000">
                  <a:srgbClr val="F9F9F9"/>
                </a:gs>
                <a:gs pos="100000">
                  <a:srgbClr val="5F5F5F"/>
                </a:gs>
              </a:gsLst>
              <a:lin ang="5400000" scaled="1"/>
            </a:gradFill>
            <a:ln>
              <a:noFill/>
            </a:ln>
          </p:spPr>
          <p:txBody>
            <a:bodyPr wrap="none" anchor="ctr"/>
            <a:lstStyle/>
            <a:p>
              <a:pPr eaLnBrk="1" fontAlgn="auto" hangingPunct="1">
                <a:spcBef>
                  <a:spcPts val="0"/>
                </a:spcBef>
                <a:spcAft>
                  <a:spcPts val="0"/>
                </a:spcAft>
                <a:defRPr/>
              </a:pPr>
              <a:endParaRPr lang="zh-CN" altLang="en-US" sz="1350" dirty="0">
                <a:latin typeface="+mn-lt"/>
                <a:ea typeface="微软雅黑" panose="020B0503020204020204" charset="-122"/>
              </a:endParaRPr>
            </a:p>
          </p:txBody>
        </p:sp>
        <p:sp>
          <p:nvSpPr>
            <p:cNvPr id="8" name="MH_Other_5"/>
            <p:cNvSpPr>
              <a:spLocks noChangeArrowheads="1"/>
            </p:cNvSpPr>
            <p:nvPr>
              <p:custDataLst>
                <p:tags r:id="rId11"/>
              </p:custDataLst>
            </p:nvPr>
          </p:nvSpPr>
          <p:spPr bwMode="gray">
            <a:xfrm rot="15334360" flipV="1">
              <a:off x="3736446" y="5312305"/>
              <a:ext cx="612775" cy="135467"/>
            </a:xfrm>
            <a:prstGeom prst="rect">
              <a:avLst/>
            </a:prstGeom>
            <a:gradFill rotWithShape="1">
              <a:gsLst>
                <a:gs pos="833">
                  <a:srgbClr val="A9A9A9"/>
                </a:gs>
                <a:gs pos="31000">
                  <a:srgbClr val="F9F9F9"/>
                </a:gs>
                <a:gs pos="100000">
                  <a:srgbClr val="5F5F5F"/>
                </a:gs>
              </a:gsLst>
              <a:lin ang="5400000" scaled="1"/>
            </a:gradFill>
            <a:ln>
              <a:noFill/>
            </a:ln>
          </p:spPr>
          <p:txBody>
            <a:bodyPr wrap="none" anchor="ctr"/>
            <a:lstStyle/>
            <a:p>
              <a:pPr eaLnBrk="1" fontAlgn="auto" hangingPunct="1">
                <a:spcBef>
                  <a:spcPts val="0"/>
                </a:spcBef>
                <a:spcAft>
                  <a:spcPts val="0"/>
                </a:spcAft>
                <a:defRPr/>
              </a:pPr>
              <a:endParaRPr lang="zh-CN" altLang="en-US" sz="1350" dirty="0">
                <a:latin typeface="+mn-lt"/>
                <a:ea typeface="微软雅黑" panose="020B0503020204020204" charset="-122"/>
              </a:endParaRPr>
            </a:p>
          </p:txBody>
        </p:sp>
        <p:sp>
          <p:nvSpPr>
            <p:cNvPr id="25" name="MH_Other_6"/>
            <p:cNvSpPr>
              <a:spLocks noChangeArrowheads="1"/>
            </p:cNvSpPr>
            <p:nvPr>
              <p:custDataLst>
                <p:tags r:id="rId12"/>
              </p:custDataLst>
            </p:nvPr>
          </p:nvSpPr>
          <p:spPr bwMode="gray">
            <a:xfrm rot="19641219">
              <a:off x="4099984" y="3881439"/>
              <a:ext cx="1090083" cy="98425"/>
            </a:xfrm>
            <a:prstGeom prst="rect">
              <a:avLst/>
            </a:prstGeom>
            <a:gradFill rotWithShape="1">
              <a:gsLst>
                <a:gs pos="833">
                  <a:srgbClr val="A9A9A9"/>
                </a:gs>
                <a:gs pos="31000">
                  <a:srgbClr val="F9F9F9"/>
                </a:gs>
                <a:gs pos="100000">
                  <a:srgbClr val="5F5F5F"/>
                </a:gs>
              </a:gsLst>
              <a:lin ang="5400000" scaled="1"/>
            </a:gradFill>
            <a:ln>
              <a:noFill/>
            </a:ln>
          </p:spPr>
          <p:txBody>
            <a:bodyPr wrap="none" anchor="ctr"/>
            <a:lstStyle/>
            <a:p>
              <a:pPr eaLnBrk="1" fontAlgn="auto" hangingPunct="1">
                <a:spcBef>
                  <a:spcPts val="0"/>
                </a:spcBef>
                <a:spcAft>
                  <a:spcPts val="0"/>
                </a:spcAft>
                <a:defRPr/>
              </a:pPr>
              <a:endParaRPr lang="zh-CN" altLang="en-US" sz="1350" dirty="0">
                <a:latin typeface="+mn-lt"/>
                <a:ea typeface="微软雅黑" panose="020B0503020204020204" charset="-122"/>
              </a:endParaRPr>
            </a:p>
          </p:txBody>
        </p:sp>
        <p:sp>
          <p:nvSpPr>
            <p:cNvPr id="26" name="MH_Other_7"/>
            <p:cNvSpPr/>
            <p:nvPr>
              <p:custDataLst>
                <p:tags r:id="rId13"/>
              </p:custDataLst>
            </p:nvPr>
          </p:nvSpPr>
          <p:spPr>
            <a:xfrm>
              <a:off x="3010443" y="3593924"/>
              <a:ext cx="1211685" cy="908764"/>
            </a:xfrm>
            <a:prstGeom prst="rect">
              <a:avLst/>
            </a:prstGeom>
            <a:solidFill>
              <a:srgbClr val="D7D7D7"/>
            </a:solidFill>
            <a:ln w="3175">
              <a:solidFill>
                <a:srgbClr val="DDDDDD"/>
              </a:solidFill>
            </a:ln>
            <a:scene3d>
              <a:camera prst="perspectiveRelaxed" fov="3000000">
                <a:rot lat="18926816" lon="4332277" rev="17844000"/>
              </a:camera>
              <a:lightRig rig="flat" dir="t">
                <a:rot lat="0" lon="0" rev="2700000"/>
              </a:lightRig>
            </a:scene3d>
            <a:sp3d extrusionH="984250" contourW="6350">
              <a:bevelT w="0" h="0"/>
              <a:contourClr>
                <a:srgbClr val="B2B2B2"/>
              </a:contourClr>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sz="1350"/>
            </a:p>
          </p:txBody>
        </p:sp>
        <p:sp>
          <p:nvSpPr>
            <p:cNvPr id="27" name="MH_Text_1"/>
            <p:cNvSpPr/>
            <p:nvPr>
              <p:custDataLst>
                <p:tags r:id="rId14"/>
              </p:custDataLst>
            </p:nvPr>
          </p:nvSpPr>
          <p:spPr bwMode="auto">
            <a:xfrm>
              <a:off x="7317990" y="3024538"/>
              <a:ext cx="13383360" cy="1668130"/>
            </a:xfrm>
            <a:prstGeom prst="rect">
              <a:avLst/>
            </a:prstGeom>
            <a:no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tIns="0" bIns="0">
              <a:noAutofit/>
            </a:bodyPr>
            <a:lstStyle/>
            <a:p>
              <a:pPr indent="457200">
                <a:lnSpc>
                  <a:spcPct val="130000"/>
                </a:lnSpc>
                <a:defRPr/>
              </a:pPr>
              <a:r>
                <a:rPr lang="da-DK" altLang="zh-CN" dirty="0">
                  <a:solidFill>
                    <a:schemeClr val="tx1"/>
                  </a:solidFill>
                  <a:latin typeface="微软雅黑" panose="020B0503020204020204" charset="-122"/>
                  <a:ea typeface="微软雅黑" panose="020B0503020204020204" charset="-122"/>
                </a:rPr>
                <a:t>实例是由某个特定的类所描述的一个具体对象。例如，学生是一个类，某位学生“王伟”就是学生类的一个实例。</a:t>
              </a:r>
            </a:p>
            <a:p>
              <a:pPr indent="457200">
                <a:lnSpc>
                  <a:spcPct val="130000"/>
                </a:lnSpc>
                <a:defRPr/>
              </a:pPr>
              <a:r>
                <a:rPr lang="da-DK" altLang="zh-CN" dirty="0">
                  <a:solidFill>
                    <a:schemeClr val="tx1"/>
                  </a:solidFill>
                  <a:latin typeface="微软雅黑" panose="020B0503020204020204" charset="-122"/>
                  <a:ea typeface="微软雅黑" panose="020B0503020204020204" charset="-122"/>
                </a:rPr>
                <a:t>一般地，实例的概念还有更广泛的用法，其他建模元素也有实例。</a:t>
              </a:r>
            </a:p>
          </p:txBody>
        </p:sp>
      </p:grpSp>
      <p:grpSp>
        <p:nvGrpSpPr>
          <p:cNvPr id="34" name="组合 33"/>
          <p:cNvGrpSpPr/>
          <p:nvPr/>
        </p:nvGrpSpPr>
        <p:grpSpPr>
          <a:xfrm flipH="1">
            <a:off x="7178567" y="1741079"/>
            <a:ext cx="5013433" cy="973302"/>
            <a:chOff x="1" y="3428100"/>
            <a:chExt cx="5013433" cy="973302"/>
          </a:xfrm>
        </p:grpSpPr>
        <p:sp>
          <p:nvSpPr>
            <p:cNvPr id="35" name="MH_SubTitle_2"/>
            <p:cNvSpPr/>
            <p:nvPr>
              <p:custDataLst>
                <p:tags r:id="rId4"/>
              </p:custDataLst>
            </p:nvPr>
          </p:nvSpPr>
          <p:spPr>
            <a:xfrm>
              <a:off x="1501900" y="3551342"/>
              <a:ext cx="3511534" cy="733137"/>
            </a:xfrm>
            <a:prstGeom prst="homePlate">
              <a:avLst/>
            </a:prstGeom>
            <a:solidFill>
              <a:srgbClr val="C698E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r>
                <a:rPr lang="zh-CN" altLang="en-US" sz="2400" b="1" dirty="0">
                  <a:solidFill>
                    <a:schemeClr val="bg1"/>
                  </a:solidFill>
                  <a:latin typeface="微软雅黑" panose="020B0503020204020204" charset="-122"/>
                  <a:ea typeface="微软雅黑" panose="020B0503020204020204" charset="-122"/>
                </a:rPr>
                <a:t>实例 </a:t>
              </a:r>
              <a:r>
                <a:rPr lang="en-US" altLang="zh-CN" sz="2400" b="1" dirty="0">
                  <a:solidFill>
                    <a:schemeClr val="bg1"/>
                  </a:solidFill>
                  <a:latin typeface="微软雅黑" panose="020B0503020204020204" charset="-122"/>
                  <a:ea typeface="微软雅黑" panose="020B0503020204020204" charset="-122"/>
                </a:rPr>
                <a:t>Instance</a:t>
              </a:r>
              <a:endParaRPr lang="zh-CN" altLang="en-US" sz="2400" b="1" dirty="0">
                <a:solidFill>
                  <a:schemeClr val="bg1"/>
                </a:solidFill>
                <a:latin typeface="微软雅黑" panose="020B0503020204020204" charset="-122"/>
                <a:ea typeface="微软雅黑" panose="020B0503020204020204" charset="-122"/>
              </a:endParaRPr>
            </a:p>
          </p:txBody>
        </p:sp>
        <p:sp>
          <p:nvSpPr>
            <p:cNvPr id="36" name="MH_Other_5"/>
            <p:cNvSpPr/>
            <p:nvPr>
              <p:custDataLst>
                <p:tags r:id="rId5"/>
              </p:custDataLst>
            </p:nvPr>
          </p:nvSpPr>
          <p:spPr>
            <a:xfrm>
              <a:off x="1" y="3429680"/>
              <a:ext cx="1006593" cy="971722"/>
            </a:xfrm>
            <a:prstGeom prst="rect">
              <a:avLst/>
            </a:prstGeom>
            <a:solidFill>
              <a:srgbClr val="C698E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r>
                <a:rPr lang="en-US" altLang="zh-CN" sz="3200" dirty="0">
                  <a:solidFill>
                    <a:srgbClr val="FFFFFF"/>
                  </a:solidFill>
                  <a:latin typeface="Times New Roman" panose="02020603050405020304" pitchFamily="18" charset="0"/>
                  <a:ea typeface="微软雅黑" panose="020B0503020204020204" charset="-122"/>
                </a:rPr>
                <a:t>02</a:t>
              </a:r>
              <a:endParaRPr lang="zh-CN" altLang="en-US" sz="3200" dirty="0">
                <a:solidFill>
                  <a:srgbClr val="FFFFFF"/>
                </a:solidFill>
                <a:latin typeface="Times New Roman" panose="02020603050405020304" pitchFamily="18" charset="0"/>
                <a:ea typeface="微软雅黑" panose="020B0503020204020204" charset="-122"/>
              </a:endParaRPr>
            </a:p>
          </p:txBody>
        </p:sp>
        <p:sp>
          <p:nvSpPr>
            <p:cNvPr id="37" name="MH_Other_6"/>
            <p:cNvSpPr/>
            <p:nvPr>
              <p:custDataLst>
                <p:tags r:id="rId6"/>
              </p:custDataLst>
            </p:nvPr>
          </p:nvSpPr>
          <p:spPr>
            <a:xfrm>
              <a:off x="987065" y="3428100"/>
              <a:ext cx="516612" cy="973302"/>
            </a:xfrm>
            <a:custGeom>
              <a:avLst/>
              <a:gdLst>
                <a:gd name="connsiteX0" fmla="*/ 2382 w 461963"/>
                <a:gd name="connsiteY0" fmla="*/ 0 h 1081088"/>
                <a:gd name="connsiteX1" fmla="*/ 461963 w 461963"/>
                <a:gd name="connsiteY1" fmla="*/ 138113 h 1081088"/>
                <a:gd name="connsiteX2" fmla="*/ 461963 w 461963"/>
                <a:gd name="connsiteY2" fmla="*/ 950119 h 1081088"/>
                <a:gd name="connsiteX3" fmla="*/ 0 w 461963"/>
                <a:gd name="connsiteY3" fmla="*/ 1081088 h 1081088"/>
                <a:gd name="connsiteX4" fmla="*/ 2382 w 461963"/>
                <a:gd name="connsiteY4" fmla="*/ 0 h 108108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61963" h="1081088">
                  <a:moveTo>
                    <a:pt x="2382" y="0"/>
                  </a:moveTo>
                  <a:lnTo>
                    <a:pt x="461963" y="138113"/>
                  </a:lnTo>
                  <a:lnTo>
                    <a:pt x="461963" y="950119"/>
                  </a:lnTo>
                  <a:lnTo>
                    <a:pt x="0" y="1081088"/>
                  </a:lnTo>
                  <a:lnTo>
                    <a:pt x="2382" y="0"/>
                  </a:lnTo>
                  <a:close/>
                </a:path>
              </a:pathLst>
            </a:custGeom>
            <a:solidFill>
              <a:srgbClr val="A154CC"/>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a:solidFill>
                  <a:srgbClr val="FFFFFF"/>
                </a:solidFill>
                <a:latin typeface="微软雅黑" panose="020B0503020204020204" charset="-122"/>
                <a:ea typeface="微软雅黑" panose="020B0503020204020204" charset="-122"/>
              </a:endParaRPr>
            </a:p>
          </p:txBody>
        </p:sp>
      </p:grpSp>
      <p:grpSp>
        <p:nvGrpSpPr>
          <p:cNvPr id="17" name="组合 16"/>
          <p:cNvGrpSpPr/>
          <p:nvPr/>
        </p:nvGrpSpPr>
        <p:grpSpPr>
          <a:xfrm>
            <a:off x="9959915" y="217227"/>
            <a:ext cx="1695273" cy="1693460"/>
            <a:chOff x="9959915" y="217227"/>
            <a:chExt cx="1849120" cy="1849120"/>
          </a:xfrm>
        </p:grpSpPr>
        <p:sp>
          <p:nvSpPr>
            <p:cNvPr id="18" name="泪滴形 17"/>
            <p:cNvSpPr/>
            <p:nvPr>
              <p:custDataLst>
                <p:tags r:id="rId1"/>
              </p:custDataLst>
            </p:nvPr>
          </p:nvSpPr>
          <p:spPr>
            <a:xfrm rot="8100000">
              <a:off x="9959915" y="217227"/>
              <a:ext cx="1849120" cy="1849120"/>
            </a:xfrm>
            <a:prstGeom prst="teardrop">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normAutofit/>
            </a:bodyPr>
            <a:lstStyle/>
            <a:p>
              <a:pPr algn="ctr" eaLnBrk="1" hangingPunct="1">
                <a:spcBef>
                  <a:spcPts val="0"/>
                </a:spcBef>
                <a:spcAft>
                  <a:spcPts val="0"/>
                </a:spcAft>
                <a:defRPr/>
              </a:pPr>
              <a:endParaRPr lang="zh-CN" altLang="en-US" sz="1800">
                <a:solidFill>
                  <a:schemeClr val="tx1"/>
                </a:solidFill>
              </a:endParaRPr>
            </a:p>
          </p:txBody>
        </p:sp>
        <p:sp>
          <p:nvSpPr>
            <p:cNvPr id="19" name="椭圆 18"/>
            <p:cNvSpPr/>
            <p:nvPr>
              <p:custDataLst>
                <p:tags r:id="rId2"/>
              </p:custDataLst>
            </p:nvPr>
          </p:nvSpPr>
          <p:spPr>
            <a:xfrm>
              <a:off x="10080565" y="337877"/>
              <a:ext cx="1600200" cy="1600200"/>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normAutofit/>
            </a:bodyPr>
            <a:lstStyle/>
            <a:p>
              <a:pPr algn="ctr" eaLnBrk="1" hangingPunct="1">
                <a:spcBef>
                  <a:spcPts val="0"/>
                </a:spcBef>
                <a:spcAft>
                  <a:spcPts val="0"/>
                </a:spcAft>
                <a:defRPr/>
              </a:pPr>
              <a:endParaRPr lang="zh-CN" altLang="en-US" sz="1800">
                <a:solidFill>
                  <a:schemeClr val="tx1"/>
                </a:solidFill>
              </a:endParaRPr>
            </a:p>
          </p:txBody>
        </p:sp>
        <p:sp>
          <p:nvSpPr>
            <p:cNvPr id="20" name="文本框 16"/>
            <p:cNvSpPr txBox="1">
              <a:spLocks noChangeArrowheads="1"/>
            </p:cNvSpPr>
            <p:nvPr>
              <p:custDataLst>
                <p:tags r:id="rId3"/>
              </p:custDataLst>
            </p:nvPr>
          </p:nvSpPr>
          <p:spPr bwMode="auto">
            <a:xfrm>
              <a:off x="10397430" y="757891"/>
              <a:ext cx="974725" cy="8291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0000" tIns="46800" rIns="90000" bIns="46800" anchor="ctr">
              <a:spAutoFit/>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charset="0"/>
                  <a:ea typeface="宋体" panose="02010600030101010101" pitchFamily="2" charset="-122"/>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charset="0"/>
                  <a:ea typeface="宋体" panose="02010600030101010101" pitchFamily="2" charset="-122"/>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charset="0"/>
                  <a:ea typeface="宋体" panose="02010600030101010101" pitchFamily="2" charset="-122"/>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9pPr>
            </a:lstStyle>
            <a:p>
              <a:pPr algn="ctr" eaLnBrk="1" hangingPunct="1">
                <a:spcBef>
                  <a:spcPct val="0"/>
                </a:spcBef>
                <a:buFontTx/>
                <a:buNone/>
              </a:pPr>
              <a:r>
                <a:rPr lang="zh-CN" altLang="en-US" sz="2400" b="1" dirty="0">
                  <a:latin typeface="+mj-lt"/>
                  <a:ea typeface="+mj-ea"/>
                  <a:cs typeface="+mj-cs"/>
                </a:rPr>
                <a:t>类和实例</a:t>
              </a:r>
            </a:p>
          </p:txBody>
        </p:sp>
      </p:grpSp>
    </p:spTree>
  </p:cSld>
  <p:clrMapOvr>
    <a:masterClrMapping/>
  </p:clrMapOvr>
  <p:transition>
    <p:wheel spokes="3"/>
  </p:transition>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694801" y="360000"/>
            <a:ext cx="5401200" cy="523220"/>
          </a:xfrm>
        </p:spPr>
        <p:txBody>
          <a:bodyPr>
            <a:normAutofit/>
          </a:bodyPr>
          <a:lstStyle/>
          <a:p>
            <a:r>
              <a:rPr lang="en-US" dirty="0"/>
              <a:t>6.1 </a:t>
            </a:r>
            <a:r>
              <a:rPr lang="zh-CN" altLang="en-US" dirty="0"/>
              <a:t>面向对象方法概述</a:t>
            </a:r>
          </a:p>
        </p:txBody>
      </p:sp>
      <p:sp>
        <p:nvSpPr>
          <p:cNvPr id="4" name="文本占位符 3">
            <a:extLst>
              <a:ext uri="{FF2B5EF4-FFF2-40B4-BE49-F238E27FC236}">
                <a16:creationId xmlns:a16="http://schemas.microsoft.com/office/drawing/2014/main" id="{7BB32233-636D-220A-ABE7-CEFD97B228B5}"/>
              </a:ext>
            </a:extLst>
          </p:cNvPr>
          <p:cNvSpPr>
            <a:spLocks noGrp="1"/>
          </p:cNvSpPr>
          <p:nvPr>
            <p:ph type="body" sz="quarter" idx="10"/>
          </p:nvPr>
        </p:nvSpPr>
        <p:spPr>
          <a:xfrm>
            <a:off x="900001" y="1322832"/>
            <a:ext cx="5196000" cy="400110"/>
          </a:xfrm>
        </p:spPr>
        <p:txBody>
          <a:bodyPr/>
          <a:lstStyle/>
          <a:p>
            <a:r>
              <a:rPr lang="en-US" altLang="zh-CN" dirty="0"/>
              <a:t>6.1.2 </a:t>
            </a:r>
            <a:r>
              <a:rPr lang="zh-CN" altLang="en-US" dirty="0"/>
              <a:t>面向对象方法的概念</a:t>
            </a:r>
          </a:p>
        </p:txBody>
      </p:sp>
      <p:sp>
        <p:nvSpPr>
          <p:cNvPr id="100" name="文本框 99"/>
          <p:cNvSpPr txBox="1"/>
          <p:nvPr/>
        </p:nvSpPr>
        <p:spPr>
          <a:xfrm>
            <a:off x="768509" y="2025460"/>
            <a:ext cx="10722904" cy="777457"/>
          </a:xfrm>
          <a:prstGeom prst="rect">
            <a:avLst/>
          </a:prstGeom>
          <a:solidFill>
            <a:schemeClr val="accent3">
              <a:lumMod val="20000"/>
              <a:lumOff val="80000"/>
            </a:schemeClr>
          </a:solidFill>
          <a:ln w="9525">
            <a:noFill/>
          </a:ln>
        </p:spPr>
        <p:txBody>
          <a:bodyPr wrap="square">
            <a:spAutoFit/>
          </a:bodyPr>
          <a:lstStyle/>
          <a:p>
            <a:pPr marL="0" indent="127000" algn="l" fontAlgn="auto">
              <a:lnSpc>
                <a:spcPct val="130000"/>
              </a:lnSpc>
            </a:pPr>
            <a:r>
              <a:rPr lang="en-US" altLang="zh-CN" dirty="0">
                <a:latin typeface="+mj-lt"/>
                <a:ea typeface="+mj-ea"/>
              </a:rPr>
              <a:t>   </a:t>
            </a:r>
            <a:r>
              <a:rPr lang="zh-CN" altLang="en-US" dirty="0">
                <a:latin typeface="+mj-lt"/>
                <a:ea typeface="+mj-ea"/>
              </a:rPr>
              <a:t>消息就是向对象发出的服务请求，是要求某个对象执行它所属的类中所定义的某个操作的规格说明。</a:t>
            </a:r>
          </a:p>
          <a:p>
            <a:pPr marL="0" indent="127000" algn="l" fontAlgn="auto">
              <a:lnSpc>
                <a:spcPct val="130000"/>
              </a:lnSpc>
            </a:pPr>
            <a:r>
              <a:rPr lang="zh-CN" altLang="en-US" dirty="0">
                <a:latin typeface="+mj-lt"/>
                <a:ea typeface="+mj-ea"/>
              </a:rPr>
              <a:t>    一个消息通常由以下3部分组成：</a:t>
            </a:r>
          </a:p>
        </p:txBody>
      </p:sp>
      <p:sp>
        <p:nvSpPr>
          <p:cNvPr id="6" name="MH_Other_1"/>
          <p:cNvSpPr>
            <a:spLocks noChangeArrowheads="1"/>
          </p:cNvSpPr>
          <p:nvPr>
            <p:custDataLst>
              <p:tags r:id="rId1"/>
            </p:custDataLst>
          </p:nvPr>
        </p:nvSpPr>
        <p:spPr bwMode="auto">
          <a:xfrm>
            <a:off x="1912891" y="3099631"/>
            <a:ext cx="710643" cy="494725"/>
          </a:xfrm>
          <a:prstGeom prst="rect">
            <a:avLst/>
          </a:prstGeom>
          <a:solidFill>
            <a:srgbClr val="25B4E9"/>
          </a:solidFill>
          <a:ln w="9525">
            <a:noFill/>
            <a:miter lim="800000"/>
          </a:ln>
        </p:spPr>
        <p:txBody>
          <a:bodyPr anchor="ctr"/>
          <a:lstStyle/>
          <a:p>
            <a:pPr algn="ctr" eaLnBrk="1" hangingPunct="1"/>
            <a:r>
              <a:rPr lang="en-US" altLang="zh-CN" sz="2400" b="1">
                <a:solidFill>
                  <a:srgbClr val="FFFFFF"/>
                </a:solidFill>
                <a:ea typeface="微软雅黑" panose="020B0503020204020204" charset="-122"/>
              </a:rPr>
              <a:t>01</a:t>
            </a:r>
            <a:endParaRPr lang="zh-CN" altLang="en-US" sz="2400" b="1">
              <a:solidFill>
                <a:srgbClr val="FFFFFF"/>
              </a:solidFill>
              <a:ea typeface="微软雅黑" panose="020B0503020204020204" charset="-122"/>
            </a:endParaRPr>
          </a:p>
        </p:txBody>
      </p:sp>
      <p:sp>
        <p:nvSpPr>
          <p:cNvPr id="7" name="MH_Other_2"/>
          <p:cNvSpPr>
            <a:spLocks noChangeArrowheads="1"/>
          </p:cNvSpPr>
          <p:nvPr>
            <p:custDataLst>
              <p:tags r:id="rId2"/>
            </p:custDataLst>
          </p:nvPr>
        </p:nvSpPr>
        <p:spPr bwMode="auto">
          <a:xfrm>
            <a:off x="2663759" y="3202310"/>
            <a:ext cx="563151" cy="392046"/>
          </a:xfrm>
          <a:prstGeom prst="rect">
            <a:avLst/>
          </a:prstGeom>
          <a:solidFill>
            <a:srgbClr val="ACE3F6"/>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8" name="MH_Other_3"/>
          <p:cNvSpPr>
            <a:spLocks noChangeArrowheads="1"/>
          </p:cNvSpPr>
          <p:nvPr>
            <p:custDataLst>
              <p:tags r:id="rId3"/>
            </p:custDataLst>
          </p:nvPr>
        </p:nvSpPr>
        <p:spPr bwMode="auto">
          <a:xfrm>
            <a:off x="2073791" y="3622359"/>
            <a:ext cx="549743" cy="382712"/>
          </a:xfrm>
          <a:prstGeom prst="rect">
            <a:avLst/>
          </a:prstGeom>
          <a:solidFill>
            <a:srgbClr val="67CBEF"/>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9" name="MH_Other_4"/>
          <p:cNvSpPr>
            <a:spLocks noChangeArrowheads="1"/>
          </p:cNvSpPr>
          <p:nvPr>
            <p:custDataLst>
              <p:tags r:id="rId4"/>
            </p:custDataLst>
          </p:nvPr>
        </p:nvSpPr>
        <p:spPr bwMode="auto">
          <a:xfrm>
            <a:off x="2663759" y="3622359"/>
            <a:ext cx="710643" cy="326705"/>
          </a:xfrm>
          <a:prstGeom prst="rect">
            <a:avLst/>
          </a:prstGeom>
          <a:solidFill>
            <a:srgbClr val="D9F2FB"/>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10" name="MH_SubTitle_1"/>
          <p:cNvSpPr/>
          <p:nvPr>
            <p:custDataLst>
              <p:tags r:id="rId5"/>
            </p:custDataLst>
          </p:nvPr>
        </p:nvSpPr>
        <p:spPr>
          <a:xfrm>
            <a:off x="3604024" y="3358370"/>
            <a:ext cx="7176154" cy="387341"/>
          </a:xfrm>
          <a:prstGeom prst="rect">
            <a:avLst/>
          </a:prstGeom>
        </p:spPr>
        <p:txBody>
          <a:bodyPr lIns="72000" tIns="36000" rIns="72000" bIns="36000" anchor="ctr">
            <a:spAutoFit/>
          </a:bodyPr>
          <a:lstStyle/>
          <a:p>
            <a:pPr>
              <a:lnSpc>
                <a:spcPct val="125000"/>
              </a:lnSpc>
              <a:defRPr/>
            </a:pPr>
            <a:r>
              <a:rPr lang="zh-CN" altLang="en-US" dirty="0">
                <a:latin typeface="+mj-lt"/>
                <a:ea typeface="+mj-ea"/>
                <a:sym typeface="+mn-ea"/>
              </a:rPr>
              <a:t>接收消息的对象（提供服务的对象的标识符）</a:t>
            </a:r>
          </a:p>
        </p:txBody>
      </p:sp>
      <p:sp>
        <p:nvSpPr>
          <p:cNvPr id="11" name="MH_Other_5"/>
          <p:cNvSpPr>
            <a:spLocks noChangeArrowheads="1"/>
          </p:cNvSpPr>
          <p:nvPr>
            <p:custDataLst>
              <p:tags r:id="rId6"/>
            </p:custDataLst>
          </p:nvPr>
        </p:nvSpPr>
        <p:spPr bwMode="auto">
          <a:xfrm>
            <a:off x="1895565" y="5547955"/>
            <a:ext cx="710643" cy="494725"/>
          </a:xfrm>
          <a:prstGeom prst="rect">
            <a:avLst/>
          </a:prstGeom>
          <a:solidFill>
            <a:srgbClr val="4FB469"/>
          </a:solidFill>
          <a:ln w="9525">
            <a:noFill/>
            <a:miter lim="800000"/>
          </a:ln>
        </p:spPr>
        <p:txBody>
          <a:bodyPr anchor="ctr"/>
          <a:lstStyle/>
          <a:p>
            <a:pPr algn="ctr" eaLnBrk="1" hangingPunct="1"/>
            <a:r>
              <a:rPr lang="en-US" altLang="zh-CN" sz="2400" b="1">
                <a:solidFill>
                  <a:srgbClr val="FFFFFF"/>
                </a:solidFill>
                <a:ea typeface="微软雅黑" panose="020B0503020204020204" charset="-122"/>
              </a:rPr>
              <a:t>03</a:t>
            </a:r>
            <a:endParaRPr lang="zh-CN" altLang="en-US" sz="2400" b="1">
              <a:solidFill>
                <a:srgbClr val="FFFFFF"/>
              </a:solidFill>
              <a:ea typeface="微软雅黑" panose="020B0503020204020204" charset="-122"/>
            </a:endParaRPr>
          </a:p>
        </p:txBody>
      </p:sp>
      <p:sp>
        <p:nvSpPr>
          <p:cNvPr id="12" name="MH_Other_6"/>
          <p:cNvSpPr>
            <a:spLocks noChangeArrowheads="1"/>
          </p:cNvSpPr>
          <p:nvPr>
            <p:custDataLst>
              <p:tags r:id="rId7"/>
            </p:custDataLst>
          </p:nvPr>
        </p:nvSpPr>
        <p:spPr bwMode="auto">
          <a:xfrm>
            <a:off x="2646433" y="5650633"/>
            <a:ext cx="563151" cy="392046"/>
          </a:xfrm>
          <a:prstGeom prst="rect">
            <a:avLst/>
          </a:prstGeom>
          <a:solidFill>
            <a:srgbClr val="B6E0C1"/>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13" name="MH_Other_7"/>
          <p:cNvSpPr>
            <a:spLocks noChangeArrowheads="1"/>
          </p:cNvSpPr>
          <p:nvPr>
            <p:custDataLst>
              <p:tags r:id="rId8"/>
            </p:custDataLst>
          </p:nvPr>
        </p:nvSpPr>
        <p:spPr bwMode="auto">
          <a:xfrm>
            <a:off x="2056465" y="6070683"/>
            <a:ext cx="549743" cy="382712"/>
          </a:xfrm>
          <a:prstGeom prst="rect">
            <a:avLst/>
          </a:prstGeom>
          <a:solidFill>
            <a:srgbClr val="8DCF9E"/>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14" name="MH_Other_8"/>
          <p:cNvSpPr>
            <a:spLocks noChangeArrowheads="1"/>
          </p:cNvSpPr>
          <p:nvPr>
            <p:custDataLst>
              <p:tags r:id="rId9"/>
            </p:custDataLst>
          </p:nvPr>
        </p:nvSpPr>
        <p:spPr bwMode="auto">
          <a:xfrm>
            <a:off x="2646433" y="6070683"/>
            <a:ext cx="710643" cy="326705"/>
          </a:xfrm>
          <a:prstGeom prst="rect">
            <a:avLst/>
          </a:prstGeom>
          <a:solidFill>
            <a:srgbClr val="E1F3E5"/>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15" name="MH_SubTitle_3"/>
          <p:cNvSpPr/>
          <p:nvPr>
            <p:custDataLst>
              <p:tags r:id="rId10"/>
            </p:custDataLst>
          </p:nvPr>
        </p:nvSpPr>
        <p:spPr>
          <a:xfrm>
            <a:off x="3604024" y="5752554"/>
            <a:ext cx="4849133" cy="387341"/>
          </a:xfrm>
          <a:prstGeom prst="rect">
            <a:avLst/>
          </a:prstGeom>
        </p:spPr>
        <p:txBody>
          <a:bodyPr lIns="72000" tIns="36000" rIns="72000" bIns="36000" anchor="ctr">
            <a:spAutoFit/>
          </a:bodyPr>
          <a:lstStyle/>
          <a:p>
            <a:pPr>
              <a:lnSpc>
                <a:spcPct val="125000"/>
              </a:lnSpc>
              <a:defRPr/>
            </a:pPr>
            <a:r>
              <a:rPr lang="zh-CN" altLang="en-US" dirty="0">
                <a:latin typeface="+mj-lt"/>
                <a:ea typeface="+mj-ea"/>
                <a:sym typeface="+mn-ea"/>
              </a:rPr>
              <a:t>输入信息和回答信息</a:t>
            </a:r>
          </a:p>
        </p:txBody>
      </p:sp>
      <p:sp>
        <p:nvSpPr>
          <p:cNvPr id="16" name="MH_Other_9"/>
          <p:cNvSpPr>
            <a:spLocks noChangeArrowheads="1"/>
          </p:cNvSpPr>
          <p:nvPr>
            <p:custDataLst>
              <p:tags r:id="rId11"/>
            </p:custDataLst>
          </p:nvPr>
        </p:nvSpPr>
        <p:spPr bwMode="auto">
          <a:xfrm>
            <a:off x="1881050" y="4274824"/>
            <a:ext cx="710643" cy="494725"/>
          </a:xfrm>
          <a:prstGeom prst="rect">
            <a:avLst/>
          </a:prstGeom>
          <a:solidFill>
            <a:schemeClr val="accent5">
              <a:lumMod val="75000"/>
            </a:schemeClr>
          </a:solidFill>
          <a:ln w="9525">
            <a:noFill/>
            <a:miter lim="800000"/>
          </a:ln>
        </p:spPr>
        <p:txBody>
          <a:bodyPr anchor="ctr"/>
          <a:lstStyle/>
          <a:p>
            <a:pPr algn="ctr" eaLnBrk="1" hangingPunct="1"/>
            <a:r>
              <a:rPr lang="en-US" altLang="zh-CN" sz="2400" b="1">
                <a:solidFill>
                  <a:srgbClr val="FFFFFF"/>
                </a:solidFill>
                <a:ea typeface="微软雅黑" panose="020B0503020204020204" charset="-122"/>
              </a:rPr>
              <a:t>02</a:t>
            </a:r>
            <a:endParaRPr lang="zh-CN" altLang="en-US" sz="2400" b="1">
              <a:solidFill>
                <a:srgbClr val="FFFFFF"/>
              </a:solidFill>
              <a:ea typeface="微软雅黑" panose="020B0503020204020204" charset="-122"/>
            </a:endParaRPr>
          </a:p>
        </p:txBody>
      </p:sp>
      <p:sp>
        <p:nvSpPr>
          <p:cNvPr id="17" name="MH_Other_10"/>
          <p:cNvSpPr>
            <a:spLocks noChangeArrowheads="1"/>
          </p:cNvSpPr>
          <p:nvPr>
            <p:custDataLst>
              <p:tags r:id="rId12"/>
            </p:custDataLst>
          </p:nvPr>
        </p:nvSpPr>
        <p:spPr bwMode="auto">
          <a:xfrm>
            <a:off x="2631918" y="4377503"/>
            <a:ext cx="563151" cy="392046"/>
          </a:xfrm>
          <a:prstGeom prst="rect">
            <a:avLst/>
          </a:prstGeom>
          <a:solidFill>
            <a:schemeClr val="accent5">
              <a:lumMod val="60000"/>
              <a:lumOff val="40000"/>
            </a:schemeClr>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18" name="MH_Other_11"/>
          <p:cNvSpPr>
            <a:spLocks noChangeArrowheads="1"/>
          </p:cNvSpPr>
          <p:nvPr>
            <p:custDataLst>
              <p:tags r:id="rId13"/>
            </p:custDataLst>
          </p:nvPr>
        </p:nvSpPr>
        <p:spPr bwMode="auto">
          <a:xfrm>
            <a:off x="2041950" y="4797552"/>
            <a:ext cx="549743" cy="382712"/>
          </a:xfrm>
          <a:prstGeom prst="rect">
            <a:avLst/>
          </a:prstGeom>
          <a:solidFill>
            <a:schemeClr val="accent5">
              <a:lumMod val="60000"/>
              <a:lumOff val="40000"/>
            </a:schemeClr>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19" name="MH_Other_12"/>
          <p:cNvSpPr>
            <a:spLocks noChangeArrowheads="1"/>
          </p:cNvSpPr>
          <p:nvPr>
            <p:custDataLst>
              <p:tags r:id="rId14"/>
            </p:custDataLst>
          </p:nvPr>
        </p:nvSpPr>
        <p:spPr bwMode="auto">
          <a:xfrm>
            <a:off x="2631918" y="4797552"/>
            <a:ext cx="710643" cy="326705"/>
          </a:xfrm>
          <a:prstGeom prst="rect">
            <a:avLst/>
          </a:prstGeom>
          <a:solidFill>
            <a:schemeClr val="accent5">
              <a:lumMod val="20000"/>
              <a:lumOff val="80000"/>
            </a:schemeClr>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20" name="MH_SubTitle_2"/>
          <p:cNvSpPr/>
          <p:nvPr>
            <p:custDataLst>
              <p:tags r:id="rId15"/>
            </p:custDataLst>
          </p:nvPr>
        </p:nvSpPr>
        <p:spPr>
          <a:xfrm>
            <a:off x="3604024" y="4506182"/>
            <a:ext cx="5970743" cy="387341"/>
          </a:xfrm>
          <a:prstGeom prst="rect">
            <a:avLst/>
          </a:prstGeom>
        </p:spPr>
        <p:txBody>
          <a:bodyPr lIns="72000" tIns="36000" rIns="72000" bIns="36000" anchor="ctr">
            <a:spAutoFit/>
          </a:bodyPr>
          <a:lstStyle/>
          <a:p>
            <a:pPr lvl="0" algn="just">
              <a:lnSpc>
                <a:spcPct val="125000"/>
              </a:lnSpc>
              <a:spcBef>
                <a:spcPct val="0"/>
              </a:spcBef>
            </a:pPr>
            <a:r>
              <a:rPr lang="zh-CN" altLang="en-US" dirty="0">
                <a:latin typeface="+mj-lt"/>
                <a:ea typeface="+mj-ea"/>
                <a:sym typeface="+mn-ea"/>
              </a:rPr>
              <a:t>消息标识符（也称为消息名、服务标识）</a:t>
            </a:r>
          </a:p>
        </p:txBody>
      </p:sp>
      <p:sp>
        <p:nvSpPr>
          <p:cNvPr id="25" name="矩形 24"/>
          <p:cNvSpPr>
            <a:spLocks noChangeAspect="1"/>
          </p:cNvSpPr>
          <p:nvPr/>
        </p:nvSpPr>
        <p:spPr>
          <a:xfrm>
            <a:off x="628487" y="1921966"/>
            <a:ext cx="10999405" cy="1121486"/>
          </a:xfrm>
          <a:prstGeom prst="rect">
            <a:avLst/>
          </a:prstGeom>
          <a:ln w="12700">
            <a:solidFill>
              <a:srgbClr val="0883C8"/>
            </a:solidFill>
            <a:prstDash val="dash"/>
          </a:ln>
        </p:spPr>
        <p:style>
          <a:lnRef idx="1">
            <a:schemeClr val="accent6"/>
          </a:lnRef>
          <a:fillRef idx="0">
            <a:schemeClr val="accent6"/>
          </a:fillRef>
          <a:effectRef idx="0">
            <a:schemeClr val="accent6"/>
          </a:effectRef>
          <a:fontRef idx="minor">
            <a:schemeClr val="tx1"/>
          </a:fontRef>
        </p:style>
        <p:txBody>
          <a:bodyPr rtlCol="0" anchor="ctr"/>
          <a:lstStyle/>
          <a:p>
            <a:pPr algn="ctr"/>
            <a:endParaRPr lang="zh-CN" altLang="en-US" b="1" dirty="0">
              <a:latin typeface="Times New Roman" panose="02020603050405020304" charset="0"/>
            </a:endParaRPr>
          </a:p>
        </p:txBody>
      </p:sp>
      <p:sp>
        <p:nvSpPr>
          <p:cNvPr id="30" name="泪滴形 29"/>
          <p:cNvSpPr/>
          <p:nvPr>
            <p:custDataLst>
              <p:tags r:id="rId16"/>
            </p:custDataLst>
          </p:nvPr>
        </p:nvSpPr>
        <p:spPr>
          <a:xfrm rot="8100000">
            <a:off x="9959915" y="217227"/>
            <a:ext cx="1695273" cy="1693460"/>
          </a:xfrm>
          <a:prstGeom prst="teardrop">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normAutofit/>
          </a:bodyPr>
          <a:lstStyle/>
          <a:p>
            <a:pPr algn="ctr" eaLnBrk="1" hangingPunct="1">
              <a:spcBef>
                <a:spcPts val="0"/>
              </a:spcBef>
              <a:spcAft>
                <a:spcPts val="0"/>
              </a:spcAft>
              <a:defRPr/>
            </a:pPr>
            <a:endParaRPr lang="zh-CN" altLang="en-US" sz="1800">
              <a:solidFill>
                <a:schemeClr val="tx1"/>
              </a:solidFill>
            </a:endParaRPr>
          </a:p>
        </p:txBody>
      </p:sp>
      <p:sp>
        <p:nvSpPr>
          <p:cNvPr id="31" name="椭圆 30"/>
          <p:cNvSpPr/>
          <p:nvPr>
            <p:custDataLst>
              <p:tags r:id="rId17"/>
            </p:custDataLst>
          </p:nvPr>
        </p:nvSpPr>
        <p:spPr>
          <a:xfrm>
            <a:off x="10070527" y="327721"/>
            <a:ext cx="1467063" cy="1465494"/>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normAutofit/>
          </a:bodyPr>
          <a:lstStyle/>
          <a:p>
            <a:pPr algn="ctr" eaLnBrk="1" hangingPunct="1">
              <a:spcBef>
                <a:spcPts val="0"/>
              </a:spcBef>
              <a:spcAft>
                <a:spcPts val="0"/>
              </a:spcAft>
              <a:defRPr/>
            </a:pPr>
            <a:endParaRPr lang="zh-CN" altLang="en-US" sz="1800">
              <a:solidFill>
                <a:schemeClr val="tx1"/>
              </a:solidFill>
            </a:endParaRPr>
          </a:p>
        </p:txBody>
      </p:sp>
      <p:sp>
        <p:nvSpPr>
          <p:cNvPr id="32" name="文本框 16"/>
          <p:cNvSpPr txBox="1">
            <a:spLocks noChangeArrowheads="1"/>
          </p:cNvSpPr>
          <p:nvPr>
            <p:custDataLst>
              <p:tags r:id="rId18"/>
            </p:custDataLst>
          </p:nvPr>
        </p:nvSpPr>
        <p:spPr bwMode="auto">
          <a:xfrm>
            <a:off x="10361029" y="889802"/>
            <a:ext cx="893628" cy="4269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0000" tIns="46800" rIns="90000" bIns="46800" anchor="ctr">
            <a:spAutoFit/>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charset="0"/>
                <a:ea typeface="宋体" panose="02010600030101010101" pitchFamily="2" charset="-122"/>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charset="0"/>
                <a:ea typeface="宋体" panose="02010600030101010101" pitchFamily="2" charset="-122"/>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charset="0"/>
                <a:ea typeface="宋体" panose="02010600030101010101" pitchFamily="2" charset="-122"/>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9pPr>
          </a:lstStyle>
          <a:p>
            <a:pPr algn="ctr" eaLnBrk="1" hangingPunct="1">
              <a:spcBef>
                <a:spcPct val="0"/>
              </a:spcBef>
              <a:buFontTx/>
              <a:buNone/>
            </a:pPr>
            <a:r>
              <a:rPr lang="zh-CN" altLang="en-US" sz="2400" b="1" dirty="0">
                <a:latin typeface="+mj-lt"/>
                <a:ea typeface="+mj-ea"/>
                <a:cs typeface="+mj-cs"/>
              </a:rPr>
              <a:t>消息</a:t>
            </a:r>
          </a:p>
        </p:txBody>
      </p:sp>
    </p:spTree>
  </p:cSld>
  <p:clrMapOvr>
    <a:masterClrMapping/>
  </p:clrMapOvr>
  <p:transition>
    <p:wheel spokes="3"/>
  </p:transition>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694801" y="360000"/>
            <a:ext cx="5401200" cy="523220"/>
          </a:xfrm>
        </p:spPr>
        <p:txBody>
          <a:bodyPr>
            <a:normAutofit/>
          </a:bodyPr>
          <a:lstStyle/>
          <a:p>
            <a:r>
              <a:rPr lang="en-US"/>
              <a:t>6.1 </a:t>
            </a:r>
            <a:r>
              <a:rPr lang="zh-CN" altLang="en-US"/>
              <a:t>面向对象方法概述</a:t>
            </a:r>
            <a:endParaRPr lang="zh-CN" altLang="en-US" dirty="0"/>
          </a:p>
        </p:txBody>
      </p:sp>
      <p:sp>
        <p:nvSpPr>
          <p:cNvPr id="4" name="文本占位符 3">
            <a:extLst>
              <a:ext uri="{FF2B5EF4-FFF2-40B4-BE49-F238E27FC236}">
                <a16:creationId xmlns:a16="http://schemas.microsoft.com/office/drawing/2014/main" id="{CE58DA5E-DB71-86B7-350C-032DD394C8AA}"/>
              </a:ext>
            </a:extLst>
          </p:cNvPr>
          <p:cNvSpPr>
            <a:spLocks noGrp="1"/>
          </p:cNvSpPr>
          <p:nvPr>
            <p:ph type="body" sz="quarter" idx="10"/>
          </p:nvPr>
        </p:nvSpPr>
        <p:spPr>
          <a:xfrm>
            <a:off x="900001" y="1322832"/>
            <a:ext cx="5196000" cy="400110"/>
          </a:xfrm>
        </p:spPr>
        <p:txBody>
          <a:bodyPr/>
          <a:lstStyle/>
          <a:p>
            <a:r>
              <a:rPr lang="en-US" altLang="zh-CN" dirty="0"/>
              <a:t>6.1.2 </a:t>
            </a:r>
            <a:r>
              <a:rPr lang="zh-CN" altLang="en-US" dirty="0"/>
              <a:t>面向对象方法的概念</a:t>
            </a:r>
          </a:p>
        </p:txBody>
      </p:sp>
      <p:grpSp>
        <p:nvGrpSpPr>
          <p:cNvPr id="5" name="组合 4"/>
          <p:cNvGrpSpPr/>
          <p:nvPr/>
        </p:nvGrpSpPr>
        <p:grpSpPr>
          <a:xfrm>
            <a:off x="0" y="2506345"/>
            <a:ext cx="12192000" cy="3171825"/>
            <a:chOff x="0" y="4082"/>
            <a:chExt cx="19200" cy="4995"/>
          </a:xfrm>
        </p:grpSpPr>
        <p:sp>
          <p:nvSpPr>
            <p:cNvPr id="6" name="矩形 5"/>
            <p:cNvSpPr/>
            <p:nvPr/>
          </p:nvSpPr>
          <p:spPr>
            <a:xfrm>
              <a:off x="0" y="4082"/>
              <a:ext cx="19200" cy="4995"/>
            </a:xfrm>
            <a:prstGeom prst="rect">
              <a:avLst/>
            </a:prstGeom>
            <a:solidFill>
              <a:schemeClr val="accent3">
                <a:lumMod val="75000"/>
              </a:schemeClr>
            </a:solidFill>
            <a:ln>
              <a:solidFill>
                <a:srgbClr val="00B0F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 name="矩形 6"/>
            <p:cNvSpPr/>
            <p:nvPr/>
          </p:nvSpPr>
          <p:spPr>
            <a:xfrm>
              <a:off x="1073" y="4743"/>
              <a:ext cx="11505" cy="3770"/>
            </a:xfrm>
            <a:prstGeom prst="rect">
              <a:avLst/>
            </a:prstGeom>
          </p:spPr>
          <p:txBody>
            <a:bodyPr wrap="square">
              <a:spAutoFit/>
            </a:bodyPr>
            <a:lstStyle/>
            <a:p>
              <a:pPr indent="457200">
                <a:lnSpc>
                  <a:spcPct val="120000"/>
                </a:lnSpc>
                <a:defRPr/>
              </a:pPr>
              <a:r>
                <a:rPr lang="zh-CN" altLang="en-US" dirty="0">
                  <a:solidFill>
                    <a:schemeClr val="bg1"/>
                  </a:solidFill>
                  <a:ea typeface="微软雅黑" panose="020B0503020204020204" charset="-122"/>
                </a:rPr>
                <a:t>封装就是把对象的属性和方法（服务）结合成一个独立的单位，尽可能隐蔽对象的内部细节。封装实际上也就是信息隐藏，通过封装把对象的实现细节对外界隐藏起来。对用户来说，实现部分是不可见的，用户可见的是接口（即协议）。</a:t>
              </a:r>
            </a:p>
            <a:p>
              <a:pPr indent="457200">
                <a:lnSpc>
                  <a:spcPct val="120000"/>
                </a:lnSpc>
                <a:defRPr/>
              </a:pPr>
              <a:r>
                <a:rPr lang="zh-CN" altLang="en-US" dirty="0">
                  <a:solidFill>
                    <a:schemeClr val="bg1"/>
                  </a:solidFill>
                  <a:ea typeface="微软雅黑" panose="020B0503020204020204" charset="-122"/>
                </a:rPr>
                <a:t>封装可以保护对象，防止用户直接存取对象的内部细节，封装也保护了客户端，对象实现部分的改变不会影响客户端。</a:t>
              </a:r>
            </a:p>
            <a:p>
              <a:pPr indent="457200">
                <a:lnSpc>
                  <a:spcPct val="120000"/>
                </a:lnSpc>
                <a:defRPr/>
              </a:pPr>
              <a:endParaRPr lang="zh-CN" altLang="en-US" dirty="0">
                <a:solidFill>
                  <a:schemeClr val="bg1"/>
                </a:solidFill>
                <a:ea typeface="微软雅黑" panose="020B0503020204020204" charset="-122"/>
              </a:endParaRPr>
            </a:p>
          </p:txBody>
        </p:sp>
      </p:grpSp>
      <p:sp>
        <p:nvSpPr>
          <p:cNvPr id="20" name="矩形 19"/>
          <p:cNvSpPr/>
          <p:nvPr/>
        </p:nvSpPr>
        <p:spPr>
          <a:xfrm>
            <a:off x="6586855" y="1553210"/>
            <a:ext cx="5280660" cy="1266190"/>
          </a:xfrm>
          <a:prstGeom prst="rect">
            <a:avLst/>
          </a:prstGeom>
          <a:noFill/>
          <a:ln>
            <a:noFill/>
          </a:ln>
        </p:spPr>
        <p:txBody>
          <a:bodyPr wrap="square" rtlCol="0" anchor="t">
            <a:prstTxWarp prst="textStop">
              <a:avLst/>
            </a:prstTxWarp>
            <a:spAutoFit/>
          </a:bodyPr>
          <a:lstStyle/>
          <a:p>
            <a:pPr algn="ctr"/>
            <a:r>
              <a:rPr lang="en-US" altLang="zh-CN" sz="4000" kern="0" dirty="0">
                <a:solidFill>
                  <a:schemeClr val="tx1"/>
                </a:solidFill>
                <a:latin typeface="微软雅黑" panose="020B0503020204020204" charset="-122"/>
                <a:ea typeface="微软雅黑" panose="020B0503020204020204" charset="-122"/>
                <a:cs typeface="宋体" panose="02010600030101010101" pitchFamily="2" charset="-122"/>
                <a:sym typeface="+mn-ea"/>
              </a:rPr>
              <a:t>Encapsulation</a:t>
            </a:r>
          </a:p>
        </p:txBody>
      </p:sp>
      <p:grpSp>
        <p:nvGrpSpPr>
          <p:cNvPr id="9" name="组合 8"/>
          <p:cNvGrpSpPr/>
          <p:nvPr/>
        </p:nvGrpSpPr>
        <p:grpSpPr>
          <a:xfrm>
            <a:off x="9959915" y="217227"/>
            <a:ext cx="1695273" cy="1693460"/>
            <a:chOff x="9959915" y="217227"/>
            <a:chExt cx="1849120" cy="1849120"/>
          </a:xfrm>
        </p:grpSpPr>
        <p:sp>
          <p:nvSpPr>
            <p:cNvPr id="10" name="泪滴形 9"/>
            <p:cNvSpPr/>
            <p:nvPr>
              <p:custDataLst>
                <p:tags r:id="rId1"/>
              </p:custDataLst>
            </p:nvPr>
          </p:nvSpPr>
          <p:spPr>
            <a:xfrm rot="8100000">
              <a:off x="9959915" y="217227"/>
              <a:ext cx="1849120" cy="1849120"/>
            </a:xfrm>
            <a:prstGeom prst="teardrop">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normAutofit/>
            </a:bodyPr>
            <a:lstStyle/>
            <a:p>
              <a:pPr algn="ctr" eaLnBrk="1" hangingPunct="1">
                <a:spcBef>
                  <a:spcPts val="0"/>
                </a:spcBef>
                <a:spcAft>
                  <a:spcPts val="0"/>
                </a:spcAft>
                <a:defRPr/>
              </a:pPr>
              <a:endParaRPr lang="zh-CN" altLang="en-US" sz="1800">
                <a:solidFill>
                  <a:schemeClr val="tx1"/>
                </a:solidFill>
              </a:endParaRPr>
            </a:p>
          </p:txBody>
        </p:sp>
        <p:sp>
          <p:nvSpPr>
            <p:cNvPr id="11" name="椭圆 10"/>
            <p:cNvSpPr/>
            <p:nvPr>
              <p:custDataLst>
                <p:tags r:id="rId2"/>
              </p:custDataLst>
            </p:nvPr>
          </p:nvSpPr>
          <p:spPr>
            <a:xfrm>
              <a:off x="10080565" y="337877"/>
              <a:ext cx="1600200" cy="1600200"/>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normAutofit/>
            </a:bodyPr>
            <a:lstStyle/>
            <a:p>
              <a:pPr algn="ctr" eaLnBrk="1" hangingPunct="1">
                <a:spcBef>
                  <a:spcPts val="0"/>
                </a:spcBef>
                <a:spcAft>
                  <a:spcPts val="0"/>
                </a:spcAft>
                <a:defRPr/>
              </a:pPr>
              <a:endParaRPr lang="zh-CN" altLang="en-US" sz="1800">
                <a:solidFill>
                  <a:schemeClr val="tx1"/>
                </a:solidFill>
              </a:endParaRPr>
            </a:p>
          </p:txBody>
        </p:sp>
        <p:sp>
          <p:nvSpPr>
            <p:cNvPr id="12" name="文本框 16"/>
            <p:cNvSpPr txBox="1">
              <a:spLocks noChangeArrowheads="1"/>
            </p:cNvSpPr>
            <p:nvPr>
              <p:custDataLst>
                <p:tags r:id="rId3"/>
              </p:custDataLst>
            </p:nvPr>
          </p:nvSpPr>
          <p:spPr bwMode="auto">
            <a:xfrm>
              <a:off x="10397430" y="951624"/>
              <a:ext cx="974725" cy="4661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0000" tIns="46800" rIns="90000" bIns="46800" anchor="ctr">
              <a:spAutoFit/>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charset="0"/>
                  <a:ea typeface="宋体" panose="02010600030101010101" pitchFamily="2" charset="-122"/>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charset="0"/>
                  <a:ea typeface="宋体" panose="02010600030101010101" pitchFamily="2" charset="-122"/>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charset="0"/>
                  <a:ea typeface="宋体" panose="02010600030101010101" pitchFamily="2" charset="-122"/>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9pPr>
            </a:lstStyle>
            <a:p>
              <a:pPr algn="ctr" eaLnBrk="1" hangingPunct="1">
                <a:spcBef>
                  <a:spcPct val="0"/>
                </a:spcBef>
                <a:buFontTx/>
                <a:buNone/>
              </a:pPr>
              <a:r>
                <a:rPr lang="zh-CN" altLang="en-US" sz="2400" b="1" dirty="0">
                  <a:latin typeface="+mj-lt"/>
                  <a:ea typeface="+mj-ea"/>
                  <a:cs typeface="+mj-cs"/>
                </a:rPr>
                <a:t>封装</a:t>
              </a:r>
            </a:p>
          </p:txBody>
        </p:sp>
      </p:grpSp>
    </p:spTree>
  </p:cSld>
  <p:clrMapOvr>
    <a:masterClrMapping/>
  </p:clrMapOvr>
  <p:transition>
    <p:wheel spokes="3"/>
  </p:transition>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694801" y="360000"/>
            <a:ext cx="5401200" cy="523220"/>
          </a:xfrm>
        </p:spPr>
        <p:txBody>
          <a:bodyPr>
            <a:normAutofit/>
          </a:bodyPr>
          <a:lstStyle/>
          <a:p>
            <a:r>
              <a:rPr lang="en-US" dirty="0"/>
              <a:t>6.1 </a:t>
            </a:r>
            <a:r>
              <a:rPr lang="zh-CN" altLang="en-US" dirty="0"/>
              <a:t>面向对象方法概述</a:t>
            </a:r>
          </a:p>
        </p:txBody>
      </p:sp>
      <p:sp>
        <p:nvSpPr>
          <p:cNvPr id="5" name="文本占位符 4">
            <a:extLst>
              <a:ext uri="{FF2B5EF4-FFF2-40B4-BE49-F238E27FC236}">
                <a16:creationId xmlns:a16="http://schemas.microsoft.com/office/drawing/2014/main" id="{7B2A1A80-8C97-DFBA-7B2B-AB8650F38B05}"/>
              </a:ext>
            </a:extLst>
          </p:cNvPr>
          <p:cNvSpPr>
            <a:spLocks noGrp="1"/>
          </p:cNvSpPr>
          <p:nvPr>
            <p:ph type="body" sz="quarter" idx="10"/>
          </p:nvPr>
        </p:nvSpPr>
        <p:spPr>
          <a:xfrm>
            <a:off x="900001" y="1322832"/>
            <a:ext cx="5196000" cy="400110"/>
          </a:xfrm>
        </p:spPr>
        <p:txBody>
          <a:bodyPr/>
          <a:lstStyle/>
          <a:p>
            <a:r>
              <a:rPr lang="en-US" altLang="zh-CN" dirty="0"/>
              <a:t>6.1.2 </a:t>
            </a:r>
            <a:r>
              <a:rPr lang="zh-CN" altLang="en-US" dirty="0"/>
              <a:t>面向对象方法的概念</a:t>
            </a:r>
          </a:p>
        </p:txBody>
      </p:sp>
      <p:sp>
        <p:nvSpPr>
          <p:cNvPr id="12" name="MH_Desc_1"/>
          <p:cNvSpPr/>
          <p:nvPr>
            <p:custDataLst>
              <p:tags r:id="rId1"/>
            </p:custDataLst>
          </p:nvPr>
        </p:nvSpPr>
        <p:spPr>
          <a:xfrm>
            <a:off x="5981700" y="2315845"/>
            <a:ext cx="5628005" cy="3216275"/>
          </a:xfrm>
          <a:custGeom>
            <a:avLst/>
            <a:gdLst>
              <a:gd name="connsiteX0" fmla="*/ 0 w 3456384"/>
              <a:gd name="connsiteY0" fmla="*/ 3836610 h 3882329"/>
              <a:gd name="connsiteX1" fmla="*/ 3456384 w 3456384"/>
              <a:gd name="connsiteY1" fmla="*/ 3836610 h 3882329"/>
              <a:gd name="connsiteX2" fmla="*/ 3456384 w 3456384"/>
              <a:gd name="connsiteY2" fmla="*/ 3882329 h 3882329"/>
              <a:gd name="connsiteX3" fmla="*/ 0 w 3456384"/>
              <a:gd name="connsiteY3" fmla="*/ 3882329 h 3882329"/>
              <a:gd name="connsiteX4" fmla="*/ 0 w 3456384"/>
              <a:gd name="connsiteY4" fmla="*/ 0 h 3882329"/>
              <a:gd name="connsiteX5" fmla="*/ 3456384 w 3456384"/>
              <a:gd name="connsiteY5" fmla="*/ 0 h 3882329"/>
              <a:gd name="connsiteX6" fmla="*/ 3456384 w 3456384"/>
              <a:gd name="connsiteY6" fmla="*/ 45719 h 3882329"/>
              <a:gd name="connsiteX7" fmla="*/ 0 w 3456384"/>
              <a:gd name="connsiteY7" fmla="*/ 45719 h 3882329"/>
              <a:gd name="connsiteX0-1" fmla="*/ 0 w 3456384"/>
              <a:gd name="connsiteY0-2" fmla="*/ 3836610 h 3882329"/>
              <a:gd name="connsiteX1-3" fmla="*/ 3456384 w 3456384"/>
              <a:gd name="connsiteY1-4" fmla="*/ 3836610 h 3882329"/>
              <a:gd name="connsiteX2-5" fmla="*/ 3456384 w 3456384"/>
              <a:gd name="connsiteY2-6" fmla="*/ 3882329 h 3882329"/>
              <a:gd name="connsiteX3-7" fmla="*/ 0 w 3456384"/>
              <a:gd name="connsiteY3-8" fmla="*/ 3882329 h 3882329"/>
              <a:gd name="connsiteX4-9" fmla="*/ 0 w 3456384"/>
              <a:gd name="connsiteY4-10" fmla="*/ 3836610 h 3882329"/>
              <a:gd name="connsiteX5-11" fmla="*/ 0 w 3456384"/>
              <a:gd name="connsiteY5-12" fmla="*/ 0 h 3882329"/>
              <a:gd name="connsiteX6-13" fmla="*/ 3456384 w 3456384"/>
              <a:gd name="connsiteY6-14" fmla="*/ 0 h 3882329"/>
              <a:gd name="connsiteX7-15" fmla="*/ 3456384 w 3456384"/>
              <a:gd name="connsiteY7-16" fmla="*/ 45719 h 3882329"/>
              <a:gd name="connsiteX8" fmla="*/ 0 w 3456384"/>
              <a:gd name="connsiteY8" fmla="*/ 0 h 3882329"/>
              <a:gd name="connsiteX0-17" fmla="*/ 0 w 3456384"/>
              <a:gd name="connsiteY0-18" fmla="*/ 3836610 h 3882329"/>
              <a:gd name="connsiteX1-19" fmla="*/ 3456384 w 3456384"/>
              <a:gd name="connsiteY1-20" fmla="*/ 3836610 h 3882329"/>
              <a:gd name="connsiteX2-21" fmla="*/ 3456384 w 3456384"/>
              <a:gd name="connsiteY2-22" fmla="*/ 3882329 h 3882329"/>
              <a:gd name="connsiteX3-23" fmla="*/ 0 w 3456384"/>
              <a:gd name="connsiteY3-24" fmla="*/ 3882329 h 3882329"/>
              <a:gd name="connsiteX4-25" fmla="*/ 0 w 3456384"/>
              <a:gd name="connsiteY4-26" fmla="*/ 3836610 h 3882329"/>
              <a:gd name="connsiteX5-27" fmla="*/ 0 w 3456384"/>
              <a:gd name="connsiteY5-28" fmla="*/ 0 h 3882329"/>
              <a:gd name="connsiteX6-29" fmla="*/ 3456384 w 3456384"/>
              <a:gd name="connsiteY6-30" fmla="*/ 0 h 3882329"/>
              <a:gd name="connsiteX7-31" fmla="*/ 0 w 3456384"/>
              <a:gd name="connsiteY7-32" fmla="*/ 0 h 3882329"/>
              <a:gd name="connsiteX0-33" fmla="*/ 0 w 3456384"/>
              <a:gd name="connsiteY0-34" fmla="*/ 3836610 h 3882329"/>
              <a:gd name="connsiteX1-35" fmla="*/ 3456384 w 3456384"/>
              <a:gd name="connsiteY1-36" fmla="*/ 3836610 h 3882329"/>
              <a:gd name="connsiteX2-37" fmla="*/ 3456384 w 3456384"/>
              <a:gd name="connsiteY2-38" fmla="*/ 3882329 h 3882329"/>
              <a:gd name="connsiteX3-39" fmla="*/ 0 w 3456384"/>
              <a:gd name="connsiteY3-40" fmla="*/ 3882329 h 3882329"/>
              <a:gd name="connsiteX4-41" fmla="*/ 0 w 3456384"/>
              <a:gd name="connsiteY4-42" fmla="*/ 3836610 h 3882329"/>
              <a:gd name="connsiteX5-43" fmla="*/ 0 w 3456384"/>
              <a:gd name="connsiteY5-44" fmla="*/ 0 h 3882329"/>
              <a:gd name="connsiteX6-45" fmla="*/ 3456384 w 3456384"/>
              <a:gd name="connsiteY6-46" fmla="*/ 0 h 3882329"/>
              <a:gd name="connsiteX7-47" fmla="*/ 0 w 3456384"/>
              <a:gd name="connsiteY7-48" fmla="*/ 0 h 3882329"/>
              <a:gd name="connsiteX0-49" fmla="*/ 0 w 3456384"/>
              <a:gd name="connsiteY0-50" fmla="*/ 3836610 h 3882329"/>
              <a:gd name="connsiteX1-51" fmla="*/ 3456384 w 3456384"/>
              <a:gd name="connsiteY1-52" fmla="*/ 3836610 h 3882329"/>
              <a:gd name="connsiteX2-53" fmla="*/ 3456384 w 3456384"/>
              <a:gd name="connsiteY2-54" fmla="*/ 3882329 h 3882329"/>
              <a:gd name="connsiteX3-55" fmla="*/ 0 w 3456384"/>
              <a:gd name="connsiteY3-56" fmla="*/ 3882329 h 3882329"/>
              <a:gd name="connsiteX4-57" fmla="*/ 0 w 3456384"/>
              <a:gd name="connsiteY4-58" fmla="*/ 3836610 h 3882329"/>
              <a:gd name="connsiteX5-59" fmla="*/ 0 w 3456384"/>
              <a:gd name="connsiteY5-60" fmla="*/ 0 h 3882329"/>
              <a:gd name="connsiteX6-61" fmla="*/ 3456384 w 3456384"/>
              <a:gd name="connsiteY6-62" fmla="*/ 0 h 3882329"/>
              <a:gd name="connsiteX7-63" fmla="*/ 0 w 3456384"/>
              <a:gd name="connsiteY7-64" fmla="*/ 0 h 3882329"/>
              <a:gd name="connsiteX0-65" fmla="*/ 0 w 3456384"/>
              <a:gd name="connsiteY0-66" fmla="*/ 3882329 h 3882329"/>
              <a:gd name="connsiteX1-67" fmla="*/ 3456384 w 3456384"/>
              <a:gd name="connsiteY1-68" fmla="*/ 3836610 h 3882329"/>
              <a:gd name="connsiteX2-69" fmla="*/ 3456384 w 3456384"/>
              <a:gd name="connsiteY2-70" fmla="*/ 3882329 h 3882329"/>
              <a:gd name="connsiteX3-71" fmla="*/ 0 w 3456384"/>
              <a:gd name="connsiteY3-72" fmla="*/ 3882329 h 3882329"/>
              <a:gd name="connsiteX4-73" fmla="*/ 0 w 3456384"/>
              <a:gd name="connsiteY4-74" fmla="*/ 0 h 3882329"/>
              <a:gd name="connsiteX5-75" fmla="*/ 3456384 w 3456384"/>
              <a:gd name="connsiteY5-76" fmla="*/ 0 h 3882329"/>
              <a:gd name="connsiteX6-77" fmla="*/ 0 w 3456384"/>
              <a:gd name="connsiteY6-78" fmla="*/ 0 h 3882329"/>
              <a:gd name="connsiteX0-79" fmla="*/ 0 w 3456384"/>
              <a:gd name="connsiteY0-80" fmla="*/ 3882329 h 3882329"/>
              <a:gd name="connsiteX1-81" fmla="*/ 3456384 w 3456384"/>
              <a:gd name="connsiteY1-82" fmla="*/ 3882329 h 3882329"/>
              <a:gd name="connsiteX2-83" fmla="*/ 0 w 3456384"/>
              <a:gd name="connsiteY2-84" fmla="*/ 3882329 h 3882329"/>
              <a:gd name="connsiteX3-85" fmla="*/ 0 w 3456384"/>
              <a:gd name="connsiteY3-86" fmla="*/ 0 h 3882329"/>
              <a:gd name="connsiteX4-87" fmla="*/ 3456384 w 3456384"/>
              <a:gd name="connsiteY4-88" fmla="*/ 0 h 3882329"/>
              <a:gd name="connsiteX5-89" fmla="*/ 0 w 3456384"/>
              <a:gd name="connsiteY5-90" fmla="*/ 0 h 3882329"/>
              <a:gd name="connsiteX0-91" fmla="*/ 0 w 3456384"/>
              <a:gd name="connsiteY0-92" fmla="*/ 3882329 h 3882329"/>
              <a:gd name="connsiteX1-93" fmla="*/ 3456384 w 3456384"/>
              <a:gd name="connsiteY1-94" fmla="*/ 3882329 h 3882329"/>
              <a:gd name="connsiteX2-95" fmla="*/ 0 w 3456384"/>
              <a:gd name="connsiteY2-96" fmla="*/ 3882329 h 3882329"/>
              <a:gd name="connsiteX3-97" fmla="*/ 0 w 3456384"/>
              <a:gd name="connsiteY3-98" fmla="*/ 0 h 3882329"/>
              <a:gd name="connsiteX4-99" fmla="*/ 3456384 w 3456384"/>
              <a:gd name="connsiteY4-100" fmla="*/ 0 h 3882329"/>
              <a:gd name="connsiteX5-101" fmla="*/ 0 w 3456384"/>
              <a:gd name="connsiteY5-102" fmla="*/ 0 h 3882329"/>
              <a:gd name="connsiteX0-103" fmla="*/ 0 w 3456384"/>
              <a:gd name="connsiteY0-104" fmla="*/ 3882329 h 3882329"/>
              <a:gd name="connsiteX1-105" fmla="*/ 3456384 w 3456384"/>
              <a:gd name="connsiteY1-106" fmla="*/ 3882329 h 3882329"/>
              <a:gd name="connsiteX2-107" fmla="*/ 0 w 3456384"/>
              <a:gd name="connsiteY2-108" fmla="*/ 3882329 h 3882329"/>
              <a:gd name="connsiteX3-109" fmla="*/ 0 w 3456384"/>
              <a:gd name="connsiteY3-110" fmla="*/ 0 h 3882329"/>
              <a:gd name="connsiteX4-111" fmla="*/ 3456384 w 3456384"/>
              <a:gd name="connsiteY4-112" fmla="*/ 0 h 3882329"/>
              <a:gd name="connsiteX5-113" fmla="*/ 0 w 3456384"/>
              <a:gd name="connsiteY5-114" fmla="*/ 0 h 3882329"/>
            </a:gdLst>
            <a:ahLst/>
            <a:cxnLst>
              <a:cxn ang="0">
                <a:pos x="connsiteX0-1" y="connsiteY0-2"/>
              </a:cxn>
              <a:cxn ang="0">
                <a:pos x="connsiteX1-3" y="connsiteY1-4"/>
              </a:cxn>
              <a:cxn ang="0">
                <a:pos x="connsiteX2-5" y="connsiteY2-6"/>
              </a:cxn>
              <a:cxn ang="0">
                <a:pos x="connsiteX3-7" y="connsiteY3-8"/>
              </a:cxn>
              <a:cxn ang="0">
                <a:pos x="connsiteX4-9" y="connsiteY4-10"/>
              </a:cxn>
              <a:cxn ang="0">
                <a:pos x="connsiteX5-11" y="connsiteY5-12"/>
              </a:cxn>
            </a:cxnLst>
            <a:rect l="l" t="t" r="r" b="b"/>
            <a:pathLst>
              <a:path w="3456384" h="3882329">
                <a:moveTo>
                  <a:pt x="0" y="3882329"/>
                </a:moveTo>
                <a:lnTo>
                  <a:pt x="3456384" y="3882329"/>
                </a:lnTo>
                <a:lnTo>
                  <a:pt x="0" y="3882329"/>
                </a:lnTo>
                <a:close/>
                <a:moveTo>
                  <a:pt x="0" y="0"/>
                </a:moveTo>
                <a:lnTo>
                  <a:pt x="3456384" y="0"/>
                </a:lnTo>
                <a:lnTo>
                  <a:pt x="0" y="0"/>
                </a:lnTo>
                <a:close/>
              </a:path>
            </a:pathLst>
          </a:custGeom>
          <a:ln w="3175">
            <a:solidFill>
              <a:srgbClr val="B2B2B2"/>
            </a:solidFill>
            <a:round/>
          </a:ln>
        </p:spPr>
        <p:style>
          <a:lnRef idx="2">
            <a:schemeClr val="accent1">
              <a:shade val="50000"/>
            </a:schemeClr>
          </a:lnRef>
          <a:fillRef idx="1">
            <a:schemeClr val="accent1"/>
          </a:fillRef>
          <a:effectRef idx="0">
            <a:schemeClr val="accent1"/>
          </a:effectRef>
          <a:fontRef idx="minor">
            <a:schemeClr val="lt1"/>
          </a:fontRef>
        </p:style>
        <p:txBody>
          <a:bodyPr lIns="0" tIns="72000" rIns="0" bIns="72000" anchor="ctr">
            <a:noAutofit/>
          </a:bodyPr>
          <a:lstStyle/>
          <a:p>
            <a:pPr indent="457200">
              <a:lnSpc>
                <a:spcPct val="120000"/>
              </a:lnSpc>
            </a:pPr>
            <a:r>
              <a:rPr dirty="0">
                <a:solidFill>
                  <a:schemeClr val="tx1"/>
                </a:solidFill>
                <a:latin typeface="微软雅黑" panose="020B0503020204020204" charset="-122"/>
                <a:ea typeface="微软雅黑" panose="020B0503020204020204" charset="-122"/>
              </a:rPr>
              <a:t>特殊类的对象拥有其一般类的全部属性与服务，称为特殊类对一般类的继承。继承是子类自动地拥有父类中定义的属性和方法的机制。</a:t>
            </a:r>
          </a:p>
          <a:p>
            <a:pPr indent="457200">
              <a:lnSpc>
                <a:spcPct val="120000"/>
              </a:lnSpc>
            </a:pPr>
            <a:r>
              <a:rPr dirty="0">
                <a:solidFill>
                  <a:schemeClr val="tx1"/>
                </a:solidFill>
                <a:latin typeface="微软雅黑" panose="020B0503020204020204" charset="-122"/>
                <a:ea typeface="微软雅黑" panose="020B0503020204020204" charset="-122"/>
              </a:rPr>
              <a:t>面向对象方法把类组成一个层次结构的系统，称为类等级：子类/父类或派生类/基类或特殊类/一般类。继承具有传递性，一个对象继承了它所在的类等级中、它的上层类的全部属性和方法，它的子类又继承了它的属性和方法。</a:t>
            </a:r>
          </a:p>
        </p:txBody>
      </p:sp>
      <p:sp>
        <p:nvSpPr>
          <p:cNvPr id="2" name="矩形 1"/>
          <p:cNvSpPr/>
          <p:nvPr/>
        </p:nvSpPr>
        <p:spPr>
          <a:xfrm>
            <a:off x="595630" y="2926080"/>
            <a:ext cx="4682490" cy="1737360"/>
          </a:xfrm>
          <a:prstGeom prst="rect">
            <a:avLst/>
          </a:prstGeom>
          <a:noFill/>
          <a:ln>
            <a:noFill/>
          </a:ln>
        </p:spPr>
        <p:txBody>
          <a:bodyPr wrap="square" rtlCol="0" anchor="t">
            <a:prstTxWarp prst="textDoubleWave1">
              <a:avLst/>
            </a:prstTxWarp>
            <a:spAutoFit/>
          </a:bodyPr>
          <a:lstStyle/>
          <a:p>
            <a:pPr algn="ctr"/>
            <a:r>
              <a:rPr lang="zh-CN" altLang="en-US" sz="4000" b="1" dirty="0">
                <a:solidFill>
                  <a:schemeClr val="tx1"/>
                </a:solidFill>
                <a:effectLst>
                  <a:outerShdw blurRad="38100" dist="19050" dir="2700000" algn="tl" rotWithShape="0">
                    <a:schemeClr val="dk1">
                      <a:alpha val="40000"/>
                    </a:schemeClr>
                  </a:outerShdw>
                </a:effectLst>
              </a:rPr>
              <a:t>Inheritance</a:t>
            </a:r>
          </a:p>
        </p:txBody>
      </p:sp>
      <p:grpSp>
        <p:nvGrpSpPr>
          <p:cNvPr id="6" name="组合 5"/>
          <p:cNvGrpSpPr/>
          <p:nvPr/>
        </p:nvGrpSpPr>
        <p:grpSpPr>
          <a:xfrm>
            <a:off x="9959915" y="217227"/>
            <a:ext cx="1695273" cy="1693460"/>
            <a:chOff x="9959915" y="217227"/>
            <a:chExt cx="1849120" cy="1849120"/>
          </a:xfrm>
        </p:grpSpPr>
        <p:sp>
          <p:nvSpPr>
            <p:cNvPr id="7" name="泪滴形 6"/>
            <p:cNvSpPr/>
            <p:nvPr>
              <p:custDataLst>
                <p:tags r:id="rId2"/>
              </p:custDataLst>
            </p:nvPr>
          </p:nvSpPr>
          <p:spPr>
            <a:xfrm rot="8100000">
              <a:off x="9959915" y="217227"/>
              <a:ext cx="1849120" cy="1849120"/>
            </a:xfrm>
            <a:prstGeom prst="teardrop">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normAutofit/>
            </a:bodyPr>
            <a:lstStyle/>
            <a:p>
              <a:pPr algn="ctr" eaLnBrk="1" hangingPunct="1">
                <a:spcBef>
                  <a:spcPts val="0"/>
                </a:spcBef>
                <a:spcAft>
                  <a:spcPts val="0"/>
                </a:spcAft>
                <a:defRPr/>
              </a:pPr>
              <a:endParaRPr lang="zh-CN" altLang="en-US" sz="1800">
                <a:solidFill>
                  <a:schemeClr val="tx1"/>
                </a:solidFill>
              </a:endParaRPr>
            </a:p>
          </p:txBody>
        </p:sp>
        <p:sp>
          <p:nvSpPr>
            <p:cNvPr id="8" name="椭圆 7"/>
            <p:cNvSpPr/>
            <p:nvPr>
              <p:custDataLst>
                <p:tags r:id="rId3"/>
              </p:custDataLst>
            </p:nvPr>
          </p:nvSpPr>
          <p:spPr>
            <a:xfrm>
              <a:off x="10080565" y="337877"/>
              <a:ext cx="1600200" cy="1600200"/>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normAutofit/>
            </a:bodyPr>
            <a:lstStyle/>
            <a:p>
              <a:pPr algn="ctr" eaLnBrk="1" hangingPunct="1">
                <a:spcBef>
                  <a:spcPts val="0"/>
                </a:spcBef>
                <a:spcAft>
                  <a:spcPts val="0"/>
                </a:spcAft>
                <a:defRPr/>
              </a:pPr>
              <a:endParaRPr lang="zh-CN" altLang="en-US" sz="1800">
                <a:solidFill>
                  <a:schemeClr val="tx1"/>
                </a:solidFill>
              </a:endParaRPr>
            </a:p>
          </p:txBody>
        </p:sp>
        <p:sp>
          <p:nvSpPr>
            <p:cNvPr id="9" name="文本框 16"/>
            <p:cNvSpPr txBox="1">
              <a:spLocks noChangeArrowheads="1"/>
            </p:cNvSpPr>
            <p:nvPr>
              <p:custDataLst>
                <p:tags r:id="rId4"/>
              </p:custDataLst>
            </p:nvPr>
          </p:nvSpPr>
          <p:spPr bwMode="auto">
            <a:xfrm>
              <a:off x="10397430" y="951624"/>
              <a:ext cx="974725" cy="4661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0000" tIns="46800" rIns="90000" bIns="46800" anchor="ctr">
              <a:spAutoFit/>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charset="0"/>
                  <a:ea typeface="宋体" panose="02010600030101010101" pitchFamily="2" charset="-122"/>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charset="0"/>
                  <a:ea typeface="宋体" panose="02010600030101010101" pitchFamily="2" charset="-122"/>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charset="0"/>
                  <a:ea typeface="宋体" panose="02010600030101010101" pitchFamily="2" charset="-122"/>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9pPr>
            </a:lstStyle>
            <a:p>
              <a:pPr algn="ctr" eaLnBrk="1" hangingPunct="1">
                <a:spcBef>
                  <a:spcPct val="0"/>
                </a:spcBef>
                <a:buFontTx/>
                <a:buNone/>
              </a:pPr>
              <a:r>
                <a:rPr lang="zh-CN" altLang="en-US" sz="2400" b="1" dirty="0">
                  <a:latin typeface="+mj-lt"/>
                  <a:ea typeface="+mj-ea"/>
                  <a:cs typeface="+mj-cs"/>
                </a:rPr>
                <a:t>继承</a:t>
              </a:r>
            </a:p>
          </p:txBody>
        </p:sp>
      </p:grpSp>
    </p:spTree>
  </p:cSld>
  <p:clrMapOvr>
    <a:masterClrMapping/>
  </p:clrMapOvr>
  <p:transition>
    <p:wheel spokes="3"/>
  </p:transition>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694801" y="360000"/>
            <a:ext cx="5401200" cy="523220"/>
          </a:xfrm>
        </p:spPr>
        <p:txBody>
          <a:bodyPr/>
          <a:lstStyle/>
          <a:p>
            <a:r>
              <a:rPr lang="en-US" dirty="0"/>
              <a:t>6.1 </a:t>
            </a:r>
            <a:r>
              <a:rPr lang="zh-CN" altLang="en-US" dirty="0"/>
              <a:t>面向对象方法概述</a:t>
            </a:r>
          </a:p>
        </p:txBody>
      </p:sp>
      <p:sp>
        <p:nvSpPr>
          <p:cNvPr id="5" name="文本占位符 4">
            <a:extLst>
              <a:ext uri="{FF2B5EF4-FFF2-40B4-BE49-F238E27FC236}">
                <a16:creationId xmlns:a16="http://schemas.microsoft.com/office/drawing/2014/main" id="{188A49C6-5CBD-673D-A062-CD74C52DCAC7}"/>
              </a:ext>
            </a:extLst>
          </p:cNvPr>
          <p:cNvSpPr>
            <a:spLocks noGrp="1"/>
          </p:cNvSpPr>
          <p:nvPr>
            <p:ph type="body" sz="quarter" idx="10"/>
          </p:nvPr>
        </p:nvSpPr>
        <p:spPr>
          <a:xfrm>
            <a:off x="900001" y="1322832"/>
            <a:ext cx="5196000" cy="400110"/>
          </a:xfrm>
        </p:spPr>
        <p:txBody>
          <a:bodyPr/>
          <a:lstStyle/>
          <a:p>
            <a:r>
              <a:rPr lang="en-US" altLang="zh-CN" dirty="0"/>
              <a:t>6.1.2 </a:t>
            </a:r>
            <a:r>
              <a:rPr lang="zh-CN" altLang="en-US" dirty="0"/>
              <a:t>面向对象方法的概念</a:t>
            </a:r>
          </a:p>
        </p:txBody>
      </p:sp>
      <p:sp>
        <p:nvSpPr>
          <p:cNvPr id="12" name="MH_Desc_1"/>
          <p:cNvSpPr/>
          <p:nvPr>
            <p:custDataLst>
              <p:tags r:id="rId1"/>
            </p:custDataLst>
          </p:nvPr>
        </p:nvSpPr>
        <p:spPr>
          <a:xfrm>
            <a:off x="5981700" y="2315845"/>
            <a:ext cx="5628005" cy="3216275"/>
          </a:xfrm>
          <a:custGeom>
            <a:avLst/>
            <a:gdLst>
              <a:gd name="connsiteX0" fmla="*/ 0 w 3456384"/>
              <a:gd name="connsiteY0" fmla="*/ 3836610 h 3882329"/>
              <a:gd name="connsiteX1" fmla="*/ 3456384 w 3456384"/>
              <a:gd name="connsiteY1" fmla="*/ 3836610 h 3882329"/>
              <a:gd name="connsiteX2" fmla="*/ 3456384 w 3456384"/>
              <a:gd name="connsiteY2" fmla="*/ 3882329 h 3882329"/>
              <a:gd name="connsiteX3" fmla="*/ 0 w 3456384"/>
              <a:gd name="connsiteY3" fmla="*/ 3882329 h 3882329"/>
              <a:gd name="connsiteX4" fmla="*/ 0 w 3456384"/>
              <a:gd name="connsiteY4" fmla="*/ 0 h 3882329"/>
              <a:gd name="connsiteX5" fmla="*/ 3456384 w 3456384"/>
              <a:gd name="connsiteY5" fmla="*/ 0 h 3882329"/>
              <a:gd name="connsiteX6" fmla="*/ 3456384 w 3456384"/>
              <a:gd name="connsiteY6" fmla="*/ 45719 h 3882329"/>
              <a:gd name="connsiteX7" fmla="*/ 0 w 3456384"/>
              <a:gd name="connsiteY7" fmla="*/ 45719 h 3882329"/>
              <a:gd name="connsiteX0-1" fmla="*/ 0 w 3456384"/>
              <a:gd name="connsiteY0-2" fmla="*/ 3836610 h 3882329"/>
              <a:gd name="connsiteX1-3" fmla="*/ 3456384 w 3456384"/>
              <a:gd name="connsiteY1-4" fmla="*/ 3836610 h 3882329"/>
              <a:gd name="connsiteX2-5" fmla="*/ 3456384 w 3456384"/>
              <a:gd name="connsiteY2-6" fmla="*/ 3882329 h 3882329"/>
              <a:gd name="connsiteX3-7" fmla="*/ 0 w 3456384"/>
              <a:gd name="connsiteY3-8" fmla="*/ 3882329 h 3882329"/>
              <a:gd name="connsiteX4-9" fmla="*/ 0 w 3456384"/>
              <a:gd name="connsiteY4-10" fmla="*/ 3836610 h 3882329"/>
              <a:gd name="connsiteX5-11" fmla="*/ 0 w 3456384"/>
              <a:gd name="connsiteY5-12" fmla="*/ 0 h 3882329"/>
              <a:gd name="connsiteX6-13" fmla="*/ 3456384 w 3456384"/>
              <a:gd name="connsiteY6-14" fmla="*/ 0 h 3882329"/>
              <a:gd name="connsiteX7-15" fmla="*/ 3456384 w 3456384"/>
              <a:gd name="connsiteY7-16" fmla="*/ 45719 h 3882329"/>
              <a:gd name="connsiteX8" fmla="*/ 0 w 3456384"/>
              <a:gd name="connsiteY8" fmla="*/ 0 h 3882329"/>
              <a:gd name="connsiteX0-17" fmla="*/ 0 w 3456384"/>
              <a:gd name="connsiteY0-18" fmla="*/ 3836610 h 3882329"/>
              <a:gd name="connsiteX1-19" fmla="*/ 3456384 w 3456384"/>
              <a:gd name="connsiteY1-20" fmla="*/ 3836610 h 3882329"/>
              <a:gd name="connsiteX2-21" fmla="*/ 3456384 w 3456384"/>
              <a:gd name="connsiteY2-22" fmla="*/ 3882329 h 3882329"/>
              <a:gd name="connsiteX3-23" fmla="*/ 0 w 3456384"/>
              <a:gd name="connsiteY3-24" fmla="*/ 3882329 h 3882329"/>
              <a:gd name="connsiteX4-25" fmla="*/ 0 w 3456384"/>
              <a:gd name="connsiteY4-26" fmla="*/ 3836610 h 3882329"/>
              <a:gd name="connsiteX5-27" fmla="*/ 0 w 3456384"/>
              <a:gd name="connsiteY5-28" fmla="*/ 0 h 3882329"/>
              <a:gd name="connsiteX6-29" fmla="*/ 3456384 w 3456384"/>
              <a:gd name="connsiteY6-30" fmla="*/ 0 h 3882329"/>
              <a:gd name="connsiteX7-31" fmla="*/ 0 w 3456384"/>
              <a:gd name="connsiteY7-32" fmla="*/ 0 h 3882329"/>
              <a:gd name="connsiteX0-33" fmla="*/ 0 w 3456384"/>
              <a:gd name="connsiteY0-34" fmla="*/ 3836610 h 3882329"/>
              <a:gd name="connsiteX1-35" fmla="*/ 3456384 w 3456384"/>
              <a:gd name="connsiteY1-36" fmla="*/ 3836610 h 3882329"/>
              <a:gd name="connsiteX2-37" fmla="*/ 3456384 w 3456384"/>
              <a:gd name="connsiteY2-38" fmla="*/ 3882329 h 3882329"/>
              <a:gd name="connsiteX3-39" fmla="*/ 0 w 3456384"/>
              <a:gd name="connsiteY3-40" fmla="*/ 3882329 h 3882329"/>
              <a:gd name="connsiteX4-41" fmla="*/ 0 w 3456384"/>
              <a:gd name="connsiteY4-42" fmla="*/ 3836610 h 3882329"/>
              <a:gd name="connsiteX5-43" fmla="*/ 0 w 3456384"/>
              <a:gd name="connsiteY5-44" fmla="*/ 0 h 3882329"/>
              <a:gd name="connsiteX6-45" fmla="*/ 3456384 w 3456384"/>
              <a:gd name="connsiteY6-46" fmla="*/ 0 h 3882329"/>
              <a:gd name="connsiteX7-47" fmla="*/ 0 w 3456384"/>
              <a:gd name="connsiteY7-48" fmla="*/ 0 h 3882329"/>
              <a:gd name="connsiteX0-49" fmla="*/ 0 w 3456384"/>
              <a:gd name="connsiteY0-50" fmla="*/ 3836610 h 3882329"/>
              <a:gd name="connsiteX1-51" fmla="*/ 3456384 w 3456384"/>
              <a:gd name="connsiteY1-52" fmla="*/ 3836610 h 3882329"/>
              <a:gd name="connsiteX2-53" fmla="*/ 3456384 w 3456384"/>
              <a:gd name="connsiteY2-54" fmla="*/ 3882329 h 3882329"/>
              <a:gd name="connsiteX3-55" fmla="*/ 0 w 3456384"/>
              <a:gd name="connsiteY3-56" fmla="*/ 3882329 h 3882329"/>
              <a:gd name="connsiteX4-57" fmla="*/ 0 w 3456384"/>
              <a:gd name="connsiteY4-58" fmla="*/ 3836610 h 3882329"/>
              <a:gd name="connsiteX5-59" fmla="*/ 0 w 3456384"/>
              <a:gd name="connsiteY5-60" fmla="*/ 0 h 3882329"/>
              <a:gd name="connsiteX6-61" fmla="*/ 3456384 w 3456384"/>
              <a:gd name="connsiteY6-62" fmla="*/ 0 h 3882329"/>
              <a:gd name="connsiteX7-63" fmla="*/ 0 w 3456384"/>
              <a:gd name="connsiteY7-64" fmla="*/ 0 h 3882329"/>
              <a:gd name="connsiteX0-65" fmla="*/ 0 w 3456384"/>
              <a:gd name="connsiteY0-66" fmla="*/ 3882329 h 3882329"/>
              <a:gd name="connsiteX1-67" fmla="*/ 3456384 w 3456384"/>
              <a:gd name="connsiteY1-68" fmla="*/ 3836610 h 3882329"/>
              <a:gd name="connsiteX2-69" fmla="*/ 3456384 w 3456384"/>
              <a:gd name="connsiteY2-70" fmla="*/ 3882329 h 3882329"/>
              <a:gd name="connsiteX3-71" fmla="*/ 0 w 3456384"/>
              <a:gd name="connsiteY3-72" fmla="*/ 3882329 h 3882329"/>
              <a:gd name="connsiteX4-73" fmla="*/ 0 w 3456384"/>
              <a:gd name="connsiteY4-74" fmla="*/ 0 h 3882329"/>
              <a:gd name="connsiteX5-75" fmla="*/ 3456384 w 3456384"/>
              <a:gd name="connsiteY5-76" fmla="*/ 0 h 3882329"/>
              <a:gd name="connsiteX6-77" fmla="*/ 0 w 3456384"/>
              <a:gd name="connsiteY6-78" fmla="*/ 0 h 3882329"/>
              <a:gd name="connsiteX0-79" fmla="*/ 0 w 3456384"/>
              <a:gd name="connsiteY0-80" fmla="*/ 3882329 h 3882329"/>
              <a:gd name="connsiteX1-81" fmla="*/ 3456384 w 3456384"/>
              <a:gd name="connsiteY1-82" fmla="*/ 3882329 h 3882329"/>
              <a:gd name="connsiteX2-83" fmla="*/ 0 w 3456384"/>
              <a:gd name="connsiteY2-84" fmla="*/ 3882329 h 3882329"/>
              <a:gd name="connsiteX3-85" fmla="*/ 0 w 3456384"/>
              <a:gd name="connsiteY3-86" fmla="*/ 0 h 3882329"/>
              <a:gd name="connsiteX4-87" fmla="*/ 3456384 w 3456384"/>
              <a:gd name="connsiteY4-88" fmla="*/ 0 h 3882329"/>
              <a:gd name="connsiteX5-89" fmla="*/ 0 w 3456384"/>
              <a:gd name="connsiteY5-90" fmla="*/ 0 h 3882329"/>
              <a:gd name="connsiteX0-91" fmla="*/ 0 w 3456384"/>
              <a:gd name="connsiteY0-92" fmla="*/ 3882329 h 3882329"/>
              <a:gd name="connsiteX1-93" fmla="*/ 3456384 w 3456384"/>
              <a:gd name="connsiteY1-94" fmla="*/ 3882329 h 3882329"/>
              <a:gd name="connsiteX2-95" fmla="*/ 0 w 3456384"/>
              <a:gd name="connsiteY2-96" fmla="*/ 3882329 h 3882329"/>
              <a:gd name="connsiteX3-97" fmla="*/ 0 w 3456384"/>
              <a:gd name="connsiteY3-98" fmla="*/ 0 h 3882329"/>
              <a:gd name="connsiteX4-99" fmla="*/ 3456384 w 3456384"/>
              <a:gd name="connsiteY4-100" fmla="*/ 0 h 3882329"/>
              <a:gd name="connsiteX5-101" fmla="*/ 0 w 3456384"/>
              <a:gd name="connsiteY5-102" fmla="*/ 0 h 3882329"/>
              <a:gd name="connsiteX0-103" fmla="*/ 0 w 3456384"/>
              <a:gd name="connsiteY0-104" fmla="*/ 3882329 h 3882329"/>
              <a:gd name="connsiteX1-105" fmla="*/ 3456384 w 3456384"/>
              <a:gd name="connsiteY1-106" fmla="*/ 3882329 h 3882329"/>
              <a:gd name="connsiteX2-107" fmla="*/ 0 w 3456384"/>
              <a:gd name="connsiteY2-108" fmla="*/ 3882329 h 3882329"/>
              <a:gd name="connsiteX3-109" fmla="*/ 0 w 3456384"/>
              <a:gd name="connsiteY3-110" fmla="*/ 0 h 3882329"/>
              <a:gd name="connsiteX4-111" fmla="*/ 3456384 w 3456384"/>
              <a:gd name="connsiteY4-112" fmla="*/ 0 h 3882329"/>
              <a:gd name="connsiteX5-113" fmla="*/ 0 w 3456384"/>
              <a:gd name="connsiteY5-114" fmla="*/ 0 h 3882329"/>
            </a:gdLst>
            <a:ahLst/>
            <a:cxnLst>
              <a:cxn ang="0">
                <a:pos x="connsiteX0-1" y="connsiteY0-2"/>
              </a:cxn>
              <a:cxn ang="0">
                <a:pos x="connsiteX1-3" y="connsiteY1-4"/>
              </a:cxn>
              <a:cxn ang="0">
                <a:pos x="connsiteX2-5" y="connsiteY2-6"/>
              </a:cxn>
              <a:cxn ang="0">
                <a:pos x="connsiteX3-7" y="connsiteY3-8"/>
              </a:cxn>
              <a:cxn ang="0">
                <a:pos x="connsiteX4-9" y="connsiteY4-10"/>
              </a:cxn>
              <a:cxn ang="0">
                <a:pos x="connsiteX5-11" y="connsiteY5-12"/>
              </a:cxn>
            </a:cxnLst>
            <a:rect l="l" t="t" r="r" b="b"/>
            <a:pathLst>
              <a:path w="3456384" h="3882329">
                <a:moveTo>
                  <a:pt x="0" y="3882329"/>
                </a:moveTo>
                <a:lnTo>
                  <a:pt x="3456384" y="3882329"/>
                </a:lnTo>
                <a:lnTo>
                  <a:pt x="0" y="3882329"/>
                </a:lnTo>
                <a:close/>
                <a:moveTo>
                  <a:pt x="0" y="0"/>
                </a:moveTo>
                <a:lnTo>
                  <a:pt x="3456384" y="0"/>
                </a:lnTo>
                <a:lnTo>
                  <a:pt x="0" y="0"/>
                </a:lnTo>
                <a:close/>
              </a:path>
            </a:pathLst>
          </a:custGeom>
          <a:ln w="3175">
            <a:solidFill>
              <a:srgbClr val="B2B2B2"/>
            </a:solidFill>
            <a:round/>
          </a:ln>
        </p:spPr>
        <p:style>
          <a:lnRef idx="2">
            <a:schemeClr val="accent1">
              <a:shade val="50000"/>
            </a:schemeClr>
          </a:lnRef>
          <a:fillRef idx="1">
            <a:schemeClr val="accent1"/>
          </a:fillRef>
          <a:effectRef idx="0">
            <a:schemeClr val="accent1"/>
          </a:effectRef>
          <a:fontRef idx="minor">
            <a:schemeClr val="lt1"/>
          </a:fontRef>
        </p:style>
        <p:txBody>
          <a:bodyPr lIns="0" tIns="72000" rIns="0" bIns="72000" anchor="ctr">
            <a:noAutofit/>
          </a:bodyPr>
          <a:lstStyle/>
          <a:p>
            <a:pPr indent="457200">
              <a:lnSpc>
                <a:spcPct val="120000"/>
              </a:lnSpc>
            </a:pPr>
            <a:r>
              <a:rPr dirty="0">
                <a:solidFill>
                  <a:schemeClr val="tx1"/>
                </a:solidFill>
                <a:latin typeface="微软雅黑" panose="020B0503020204020204" charset="-122"/>
                <a:ea typeface="微软雅黑" panose="020B0503020204020204" charset="-122"/>
              </a:rPr>
              <a:t>继承有两类：单继承和多重继承。</a:t>
            </a:r>
          </a:p>
          <a:p>
            <a:pPr marL="285750" indent="-285750">
              <a:lnSpc>
                <a:spcPct val="120000"/>
              </a:lnSpc>
              <a:buFont typeface="Wingdings" panose="05000000000000000000" charset="0"/>
              <a:buChar char="Ø"/>
            </a:pPr>
            <a:r>
              <a:rPr dirty="0">
                <a:solidFill>
                  <a:schemeClr val="tx1"/>
                </a:solidFill>
                <a:latin typeface="微软雅黑" panose="020B0503020204020204" charset="-122"/>
                <a:ea typeface="微软雅黑" panose="020B0503020204020204" charset="-122"/>
              </a:rPr>
              <a:t>单继承：一个类只允许有一个父类，即类等级为树形结构时，类的继承是单继承。例如，学生类分为专科生、本科生、研究生3个子类，就是单继承。</a:t>
            </a:r>
          </a:p>
          <a:p>
            <a:pPr marL="285750" indent="-285750">
              <a:lnSpc>
                <a:spcPct val="120000"/>
              </a:lnSpc>
              <a:buFont typeface="Wingdings" panose="05000000000000000000" charset="0"/>
              <a:buChar char="Ø"/>
            </a:pPr>
            <a:r>
              <a:rPr dirty="0">
                <a:solidFill>
                  <a:schemeClr val="tx1"/>
                </a:solidFill>
                <a:latin typeface="微软雅黑" panose="020B0503020204020204" charset="-122"/>
                <a:ea typeface="微软雅黑" panose="020B0503020204020204" charset="-122"/>
              </a:rPr>
              <a:t>多重继承：当一个类有多个父类，即类等级为网状结构时，类的继承是多重继承。例如，冷藏车继承了汽车类和冷藏设备类两个类的属性和服务。</a:t>
            </a:r>
          </a:p>
        </p:txBody>
      </p:sp>
      <p:sp>
        <p:nvSpPr>
          <p:cNvPr id="2" name="矩形 1"/>
          <p:cNvSpPr/>
          <p:nvPr/>
        </p:nvSpPr>
        <p:spPr>
          <a:xfrm>
            <a:off x="595630" y="2926080"/>
            <a:ext cx="4682490" cy="1737360"/>
          </a:xfrm>
          <a:prstGeom prst="rect">
            <a:avLst/>
          </a:prstGeom>
          <a:noFill/>
          <a:ln>
            <a:noFill/>
          </a:ln>
        </p:spPr>
        <p:txBody>
          <a:bodyPr wrap="square" rtlCol="0" anchor="t">
            <a:prstTxWarp prst="textDoubleWave1">
              <a:avLst/>
            </a:prstTxWarp>
            <a:spAutoFit/>
          </a:bodyPr>
          <a:lstStyle/>
          <a:p>
            <a:pPr algn="ctr"/>
            <a:r>
              <a:rPr lang="zh-CN" altLang="en-US" sz="4000" b="1">
                <a:solidFill>
                  <a:schemeClr val="tx1"/>
                </a:solidFill>
                <a:effectLst>
                  <a:outerShdw blurRad="38100" dist="19050" dir="2700000" algn="tl" rotWithShape="0">
                    <a:schemeClr val="dk1">
                      <a:alpha val="40000"/>
                    </a:schemeClr>
                  </a:outerShdw>
                </a:effectLst>
              </a:rPr>
              <a:t>Inheritance</a:t>
            </a:r>
          </a:p>
        </p:txBody>
      </p:sp>
      <p:grpSp>
        <p:nvGrpSpPr>
          <p:cNvPr id="6" name="组合 5"/>
          <p:cNvGrpSpPr/>
          <p:nvPr/>
        </p:nvGrpSpPr>
        <p:grpSpPr>
          <a:xfrm>
            <a:off x="9959915" y="217227"/>
            <a:ext cx="1695273" cy="1693460"/>
            <a:chOff x="9959915" y="217227"/>
            <a:chExt cx="1849120" cy="1849120"/>
          </a:xfrm>
        </p:grpSpPr>
        <p:sp>
          <p:nvSpPr>
            <p:cNvPr id="7" name="泪滴形 6"/>
            <p:cNvSpPr/>
            <p:nvPr>
              <p:custDataLst>
                <p:tags r:id="rId2"/>
              </p:custDataLst>
            </p:nvPr>
          </p:nvSpPr>
          <p:spPr>
            <a:xfrm rot="8100000">
              <a:off x="9959915" y="217227"/>
              <a:ext cx="1849120" cy="1849120"/>
            </a:xfrm>
            <a:prstGeom prst="teardrop">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normAutofit/>
            </a:bodyPr>
            <a:lstStyle/>
            <a:p>
              <a:pPr algn="ctr" eaLnBrk="1" hangingPunct="1">
                <a:spcBef>
                  <a:spcPts val="0"/>
                </a:spcBef>
                <a:spcAft>
                  <a:spcPts val="0"/>
                </a:spcAft>
                <a:defRPr/>
              </a:pPr>
              <a:endParaRPr lang="zh-CN" altLang="en-US" sz="1800">
                <a:solidFill>
                  <a:schemeClr val="tx1"/>
                </a:solidFill>
              </a:endParaRPr>
            </a:p>
          </p:txBody>
        </p:sp>
        <p:sp>
          <p:nvSpPr>
            <p:cNvPr id="8" name="椭圆 7"/>
            <p:cNvSpPr/>
            <p:nvPr>
              <p:custDataLst>
                <p:tags r:id="rId3"/>
              </p:custDataLst>
            </p:nvPr>
          </p:nvSpPr>
          <p:spPr>
            <a:xfrm>
              <a:off x="10080565" y="337877"/>
              <a:ext cx="1600200" cy="1600200"/>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normAutofit/>
            </a:bodyPr>
            <a:lstStyle/>
            <a:p>
              <a:pPr algn="ctr" eaLnBrk="1" hangingPunct="1">
                <a:spcBef>
                  <a:spcPts val="0"/>
                </a:spcBef>
                <a:spcAft>
                  <a:spcPts val="0"/>
                </a:spcAft>
                <a:defRPr/>
              </a:pPr>
              <a:endParaRPr lang="zh-CN" altLang="en-US" sz="1800">
                <a:solidFill>
                  <a:schemeClr val="tx1"/>
                </a:solidFill>
              </a:endParaRPr>
            </a:p>
          </p:txBody>
        </p:sp>
        <p:sp>
          <p:nvSpPr>
            <p:cNvPr id="9" name="文本框 16"/>
            <p:cNvSpPr txBox="1">
              <a:spLocks noChangeArrowheads="1"/>
            </p:cNvSpPr>
            <p:nvPr>
              <p:custDataLst>
                <p:tags r:id="rId4"/>
              </p:custDataLst>
            </p:nvPr>
          </p:nvSpPr>
          <p:spPr bwMode="auto">
            <a:xfrm>
              <a:off x="10397430" y="951624"/>
              <a:ext cx="974725" cy="4661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0000" tIns="46800" rIns="90000" bIns="46800" anchor="ctr">
              <a:spAutoFit/>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charset="0"/>
                  <a:ea typeface="宋体" panose="02010600030101010101" pitchFamily="2" charset="-122"/>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charset="0"/>
                  <a:ea typeface="宋体" panose="02010600030101010101" pitchFamily="2" charset="-122"/>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charset="0"/>
                  <a:ea typeface="宋体" panose="02010600030101010101" pitchFamily="2" charset="-122"/>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9pPr>
            </a:lstStyle>
            <a:p>
              <a:pPr algn="ctr" eaLnBrk="1" hangingPunct="1">
                <a:spcBef>
                  <a:spcPct val="0"/>
                </a:spcBef>
                <a:buFontTx/>
                <a:buNone/>
              </a:pPr>
              <a:r>
                <a:rPr lang="zh-CN" altLang="en-US" sz="2400" b="1" dirty="0">
                  <a:latin typeface="+mj-lt"/>
                  <a:ea typeface="+mj-ea"/>
                  <a:cs typeface="+mj-cs"/>
                </a:rPr>
                <a:t>消息</a:t>
              </a:r>
            </a:p>
          </p:txBody>
        </p:sp>
      </p:grpSp>
    </p:spTree>
  </p:cSld>
  <p:clrMapOvr>
    <a:masterClrMapping/>
  </p:clrMapOvr>
  <p:transition>
    <p:wheel spokes="3"/>
  </p:transition>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694801" y="360000"/>
            <a:ext cx="5401200" cy="523220"/>
          </a:xfrm>
        </p:spPr>
        <p:txBody>
          <a:bodyPr>
            <a:normAutofit/>
          </a:bodyPr>
          <a:lstStyle/>
          <a:p>
            <a:r>
              <a:rPr lang="en-US" dirty="0"/>
              <a:t>6.1 </a:t>
            </a:r>
            <a:r>
              <a:rPr lang="zh-CN" altLang="en-US" dirty="0"/>
              <a:t>面向对象方法概述</a:t>
            </a:r>
          </a:p>
        </p:txBody>
      </p:sp>
      <p:sp>
        <p:nvSpPr>
          <p:cNvPr id="4" name="文本占位符 3">
            <a:extLst>
              <a:ext uri="{FF2B5EF4-FFF2-40B4-BE49-F238E27FC236}">
                <a16:creationId xmlns:a16="http://schemas.microsoft.com/office/drawing/2014/main" id="{EA4F28FA-B738-4669-55AA-7B07910AB4A3}"/>
              </a:ext>
            </a:extLst>
          </p:cNvPr>
          <p:cNvSpPr>
            <a:spLocks noGrp="1"/>
          </p:cNvSpPr>
          <p:nvPr>
            <p:ph type="body" sz="quarter" idx="10"/>
          </p:nvPr>
        </p:nvSpPr>
        <p:spPr>
          <a:xfrm>
            <a:off x="900001" y="1322832"/>
            <a:ext cx="5196000" cy="400110"/>
          </a:xfrm>
        </p:spPr>
        <p:txBody>
          <a:bodyPr/>
          <a:lstStyle/>
          <a:p>
            <a:r>
              <a:rPr lang="en-US" altLang="zh-CN" dirty="0"/>
              <a:t>6.1.2 </a:t>
            </a:r>
            <a:r>
              <a:rPr lang="zh-CN" altLang="en-US" dirty="0"/>
              <a:t>面向对象方法的概念</a:t>
            </a:r>
          </a:p>
        </p:txBody>
      </p:sp>
      <p:grpSp>
        <p:nvGrpSpPr>
          <p:cNvPr id="5" name="组合 4"/>
          <p:cNvGrpSpPr/>
          <p:nvPr/>
        </p:nvGrpSpPr>
        <p:grpSpPr>
          <a:xfrm>
            <a:off x="0" y="2506345"/>
            <a:ext cx="12192000" cy="3171825"/>
            <a:chOff x="0" y="4082"/>
            <a:chExt cx="19200" cy="4995"/>
          </a:xfrm>
        </p:grpSpPr>
        <p:sp>
          <p:nvSpPr>
            <p:cNvPr id="6" name="矩形 5"/>
            <p:cNvSpPr/>
            <p:nvPr/>
          </p:nvSpPr>
          <p:spPr>
            <a:xfrm>
              <a:off x="0" y="4082"/>
              <a:ext cx="19200" cy="4995"/>
            </a:xfrm>
            <a:prstGeom prst="rect">
              <a:avLst/>
            </a:prstGeom>
            <a:solidFill>
              <a:schemeClr val="accent3">
                <a:lumMod val="75000"/>
              </a:schemeClr>
            </a:solidFill>
            <a:ln>
              <a:solidFill>
                <a:srgbClr val="00B0F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 name="矩形 6"/>
            <p:cNvSpPr/>
            <p:nvPr/>
          </p:nvSpPr>
          <p:spPr>
            <a:xfrm>
              <a:off x="1254" y="4782"/>
              <a:ext cx="16448" cy="3492"/>
            </a:xfrm>
            <a:prstGeom prst="rect">
              <a:avLst/>
            </a:prstGeom>
          </p:spPr>
          <p:txBody>
            <a:bodyPr wrap="square">
              <a:spAutoFit/>
            </a:bodyPr>
            <a:lstStyle/>
            <a:p>
              <a:pPr indent="457200">
                <a:lnSpc>
                  <a:spcPct val="130000"/>
                </a:lnSpc>
                <a:defRPr/>
              </a:pPr>
              <a:r>
                <a:rPr dirty="0">
                  <a:solidFill>
                    <a:schemeClr val="bg1"/>
                  </a:solidFill>
                  <a:ea typeface="微软雅黑" panose="020B0503020204020204" charset="-122"/>
                </a:rPr>
                <a:t>多态性是指允许属于不同类的对象对同一消息做出响应。例如，不同层次的类可以共享一个行为的名称，在接收到发给它的消息时，根据对象所属的类动态选用在该类中定义的实现算法，即该行为具有多态性。</a:t>
              </a:r>
            </a:p>
            <a:p>
              <a:pPr indent="457200">
                <a:lnSpc>
                  <a:spcPct val="130000"/>
                </a:lnSpc>
                <a:defRPr/>
              </a:pPr>
              <a:r>
                <a:rPr dirty="0">
                  <a:solidFill>
                    <a:schemeClr val="bg1"/>
                  </a:solidFill>
                  <a:ea typeface="微软雅黑" panose="020B0503020204020204" charset="-122"/>
                </a:rPr>
                <a:t>例如，多边形的特殊类有正多边形、轴向矩形。在多边形绘图时，需要确定n个顶点的坐标；在正多边形绘图时，需要确定其边数、中心坐标、外接圆半径和一个顶点的坐标；而在轴向矩形绘图时，只需要确定与坐标原点相对的一个顶点的坐标。因此，多边形绘图时的算法具有多态性。</a:t>
              </a:r>
            </a:p>
          </p:txBody>
        </p:sp>
      </p:grpSp>
      <p:sp>
        <p:nvSpPr>
          <p:cNvPr id="20" name="矩形 19"/>
          <p:cNvSpPr/>
          <p:nvPr/>
        </p:nvSpPr>
        <p:spPr>
          <a:xfrm>
            <a:off x="6586855" y="1553210"/>
            <a:ext cx="5280660" cy="1266190"/>
          </a:xfrm>
          <a:prstGeom prst="rect">
            <a:avLst/>
          </a:prstGeom>
          <a:noFill/>
          <a:ln>
            <a:noFill/>
          </a:ln>
        </p:spPr>
        <p:txBody>
          <a:bodyPr wrap="square" rtlCol="0" anchor="t">
            <a:prstTxWarp prst="textStop">
              <a:avLst/>
            </a:prstTxWarp>
            <a:spAutoFit/>
          </a:bodyPr>
          <a:lstStyle/>
          <a:p>
            <a:pPr algn="ctr"/>
            <a:r>
              <a:rPr lang="en-US" altLang="zh-CN" sz="4000" kern="0" dirty="0">
                <a:solidFill>
                  <a:schemeClr val="tx1"/>
                </a:solidFill>
                <a:latin typeface="微软雅黑" panose="020B0503020204020204" charset="-122"/>
                <a:ea typeface="微软雅黑" panose="020B0503020204020204" charset="-122"/>
                <a:cs typeface="宋体" panose="02010600030101010101" pitchFamily="2" charset="-122"/>
                <a:sym typeface="+mn-ea"/>
              </a:rPr>
              <a:t>Polymorphism</a:t>
            </a:r>
          </a:p>
        </p:txBody>
      </p:sp>
      <p:grpSp>
        <p:nvGrpSpPr>
          <p:cNvPr id="8" name="组合 7"/>
          <p:cNvGrpSpPr/>
          <p:nvPr/>
        </p:nvGrpSpPr>
        <p:grpSpPr>
          <a:xfrm>
            <a:off x="9959915" y="217227"/>
            <a:ext cx="1695273" cy="1693460"/>
            <a:chOff x="9959915" y="217227"/>
            <a:chExt cx="1849120" cy="1849120"/>
          </a:xfrm>
        </p:grpSpPr>
        <p:sp>
          <p:nvSpPr>
            <p:cNvPr id="9" name="泪滴形 8"/>
            <p:cNvSpPr/>
            <p:nvPr>
              <p:custDataLst>
                <p:tags r:id="rId1"/>
              </p:custDataLst>
            </p:nvPr>
          </p:nvSpPr>
          <p:spPr>
            <a:xfrm rot="8100000">
              <a:off x="9959915" y="217227"/>
              <a:ext cx="1849120" cy="1849120"/>
            </a:xfrm>
            <a:prstGeom prst="teardrop">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normAutofit/>
            </a:bodyPr>
            <a:lstStyle/>
            <a:p>
              <a:pPr algn="ctr" eaLnBrk="1" hangingPunct="1">
                <a:spcBef>
                  <a:spcPts val="0"/>
                </a:spcBef>
                <a:spcAft>
                  <a:spcPts val="0"/>
                </a:spcAft>
                <a:defRPr/>
              </a:pPr>
              <a:endParaRPr lang="zh-CN" altLang="en-US" sz="1800">
                <a:solidFill>
                  <a:schemeClr val="tx1"/>
                </a:solidFill>
              </a:endParaRPr>
            </a:p>
          </p:txBody>
        </p:sp>
        <p:sp>
          <p:nvSpPr>
            <p:cNvPr id="10" name="椭圆 9"/>
            <p:cNvSpPr/>
            <p:nvPr>
              <p:custDataLst>
                <p:tags r:id="rId2"/>
              </p:custDataLst>
            </p:nvPr>
          </p:nvSpPr>
          <p:spPr>
            <a:xfrm>
              <a:off x="10080565" y="337877"/>
              <a:ext cx="1600200" cy="1600200"/>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normAutofit/>
            </a:bodyPr>
            <a:lstStyle/>
            <a:p>
              <a:pPr algn="ctr" eaLnBrk="1" hangingPunct="1">
                <a:spcBef>
                  <a:spcPts val="0"/>
                </a:spcBef>
                <a:spcAft>
                  <a:spcPts val="0"/>
                </a:spcAft>
                <a:defRPr/>
              </a:pPr>
              <a:endParaRPr lang="zh-CN" altLang="en-US" sz="1800">
                <a:solidFill>
                  <a:schemeClr val="tx1"/>
                </a:solidFill>
              </a:endParaRPr>
            </a:p>
          </p:txBody>
        </p:sp>
        <p:sp>
          <p:nvSpPr>
            <p:cNvPr id="11" name="文本框 16"/>
            <p:cNvSpPr txBox="1">
              <a:spLocks noChangeArrowheads="1"/>
            </p:cNvSpPr>
            <p:nvPr>
              <p:custDataLst>
                <p:tags r:id="rId3"/>
              </p:custDataLst>
            </p:nvPr>
          </p:nvSpPr>
          <p:spPr bwMode="auto">
            <a:xfrm>
              <a:off x="10397430" y="772794"/>
              <a:ext cx="974725" cy="8291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0000" tIns="46800" rIns="90000" bIns="46800" anchor="ctr">
              <a:spAutoFit/>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charset="0"/>
                  <a:ea typeface="宋体" panose="02010600030101010101" pitchFamily="2" charset="-122"/>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charset="0"/>
                  <a:ea typeface="宋体" panose="02010600030101010101" pitchFamily="2" charset="-122"/>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charset="0"/>
                  <a:ea typeface="宋体" panose="02010600030101010101" pitchFamily="2" charset="-122"/>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9pPr>
            </a:lstStyle>
            <a:p>
              <a:pPr algn="ctr" eaLnBrk="1" hangingPunct="1">
                <a:spcBef>
                  <a:spcPct val="0"/>
                </a:spcBef>
                <a:buFontTx/>
                <a:buNone/>
              </a:pPr>
              <a:r>
                <a:rPr lang="zh-CN" altLang="en-US" sz="2400" b="1" dirty="0">
                  <a:latin typeface="+mj-lt"/>
                  <a:ea typeface="+mj-ea"/>
                  <a:cs typeface="+mj-cs"/>
                </a:rPr>
                <a:t>多态性</a:t>
              </a:r>
            </a:p>
          </p:txBody>
        </p:sp>
      </p:grpSp>
    </p:spTree>
  </p:cSld>
  <p:clrMapOvr>
    <a:masterClrMapping/>
  </p:clrMapOvr>
  <p:transition>
    <p:wheel spokes="3"/>
  </p:transition>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694801" y="360000"/>
            <a:ext cx="5401200" cy="523220"/>
          </a:xfrm>
        </p:spPr>
        <p:txBody>
          <a:bodyPr>
            <a:normAutofit/>
          </a:bodyPr>
          <a:lstStyle/>
          <a:p>
            <a:r>
              <a:rPr lang="en-US" dirty="0"/>
              <a:t>6.1 </a:t>
            </a:r>
            <a:r>
              <a:rPr lang="zh-CN" altLang="en-US" dirty="0"/>
              <a:t>面向对象方法概述</a:t>
            </a:r>
          </a:p>
        </p:txBody>
      </p:sp>
      <p:sp>
        <p:nvSpPr>
          <p:cNvPr id="6" name="文本占位符 5">
            <a:extLst>
              <a:ext uri="{FF2B5EF4-FFF2-40B4-BE49-F238E27FC236}">
                <a16:creationId xmlns:a16="http://schemas.microsoft.com/office/drawing/2014/main" id="{CDF5956D-E650-B07D-088C-3A21B10755AF}"/>
              </a:ext>
            </a:extLst>
          </p:cNvPr>
          <p:cNvSpPr>
            <a:spLocks noGrp="1"/>
          </p:cNvSpPr>
          <p:nvPr>
            <p:ph type="body" sz="quarter" idx="10"/>
          </p:nvPr>
        </p:nvSpPr>
        <p:spPr>
          <a:xfrm>
            <a:off x="900001" y="1322832"/>
            <a:ext cx="5196000" cy="400110"/>
          </a:xfrm>
        </p:spPr>
        <p:txBody>
          <a:bodyPr/>
          <a:lstStyle/>
          <a:p>
            <a:r>
              <a:rPr lang="en-US" altLang="zh-CN" dirty="0"/>
              <a:t>6.1.2 </a:t>
            </a:r>
            <a:r>
              <a:rPr lang="zh-CN" altLang="en-US" dirty="0"/>
              <a:t>面向对象方法的概念</a:t>
            </a:r>
          </a:p>
        </p:txBody>
      </p:sp>
      <p:sp>
        <p:nvSpPr>
          <p:cNvPr id="5" name="MH_Other_1"/>
          <p:cNvSpPr/>
          <p:nvPr>
            <p:custDataLst>
              <p:tags r:id="rId1"/>
            </p:custDataLst>
          </p:nvPr>
        </p:nvSpPr>
        <p:spPr>
          <a:xfrm>
            <a:off x="2646680" y="3066415"/>
            <a:ext cx="6797040" cy="892175"/>
          </a:xfrm>
          <a:custGeom>
            <a:avLst/>
            <a:gdLst>
              <a:gd name="connsiteX0" fmla="*/ 0 w 6192688"/>
              <a:gd name="connsiteY0" fmla="*/ 0 h 1261899"/>
              <a:gd name="connsiteX1" fmla="*/ 1656183 w 6192688"/>
              <a:gd name="connsiteY1" fmla="*/ 0 h 1261899"/>
              <a:gd name="connsiteX2" fmla="*/ 4179979 w 6192688"/>
              <a:gd name="connsiteY2" fmla="*/ 0 h 1261899"/>
              <a:gd name="connsiteX3" fmla="*/ 6192688 w 6192688"/>
              <a:gd name="connsiteY3" fmla="*/ 0 h 1261899"/>
              <a:gd name="connsiteX4" fmla="*/ 6192688 w 6192688"/>
              <a:gd name="connsiteY4" fmla="*/ 72008 h 1261899"/>
              <a:gd name="connsiteX5" fmla="*/ 4176343 w 6192688"/>
              <a:gd name="connsiteY5" fmla="*/ 72008 h 1261899"/>
              <a:gd name="connsiteX6" fmla="*/ 2918081 w 6192688"/>
              <a:gd name="connsiteY6" fmla="*/ 1261899 h 1261899"/>
              <a:gd name="connsiteX7" fmla="*/ 1659819 w 6192688"/>
              <a:gd name="connsiteY7" fmla="*/ 72008 h 1261899"/>
              <a:gd name="connsiteX8" fmla="*/ 0 w 6192688"/>
              <a:gd name="connsiteY8" fmla="*/ 72008 h 1261899"/>
              <a:gd name="connsiteX9" fmla="*/ 91440 w 6192688"/>
              <a:gd name="connsiteY9" fmla="*/ 91440 h 1261899"/>
              <a:gd name="connsiteX0-1" fmla="*/ 1656183 w 6192688"/>
              <a:gd name="connsiteY0-2" fmla="*/ 0 h 1261899"/>
              <a:gd name="connsiteX1-3" fmla="*/ 4179979 w 6192688"/>
              <a:gd name="connsiteY1-4" fmla="*/ 0 h 1261899"/>
              <a:gd name="connsiteX2-5" fmla="*/ 6192688 w 6192688"/>
              <a:gd name="connsiteY2-6" fmla="*/ 0 h 1261899"/>
              <a:gd name="connsiteX3-7" fmla="*/ 6192688 w 6192688"/>
              <a:gd name="connsiteY3-8" fmla="*/ 72008 h 1261899"/>
              <a:gd name="connsiteX4-9" fmla="*/ 4176343 w 6192688"/>
              <a:gd name="connsiteY4-10" fmla="*/ 72008 h 1261899"/>
              <a:gd name="connsiteX5-11" fmla="*/ 2918081 w 6192688"/>
              <a:gd name="connsiteY5-12" fmla="*/ 1261899 h 1261899"/>
              <a:gd name="connsiteX6-13" fmla="*/ 1659819 w 6192688"/>
              <a:gd name="connsiteY6-14" fmla="*/ 72008 h 1261899"/>
              <a:gd name="connsiteX7-15" fmla="*/ 0 w 6192688"/>
              <a:gd name="connsiteY7-16" fmla="*/ 72008 h 1261899"/>
              <a:gd name="connsiteX8-17" fmla="*/ 91440 w 6192688"/>
              <a:gd name="connsiteY8-18" fmla="*/ 91440 h 1261899"/>
              <a:gd name="connsiteX0-19" fmla="*/ 4179979 w 6192688"/>
              <a:gd name="connsiteY0-20" fmla="*/ 0 h 1261899"/>
              <a:gd name="connsiteX1-21" fmla="*/ 6192688 w 6192688"/>
              <a:gd name="connsiteY1-22" fmla="*/ 0 h 1261899"/>
              <a:gd name="connsiteX2-23" fmla="*/ 6192688 w 6192688"/>
              <a:gd name="connsiteY2-24" fmla="*/ 72008 h 1261899"/>
              <a:gd name="connsiteX3-25" fmla="*/ 4176343 w 6192688"/>
              <a:gd name="connsiteY3-26" fmla="*/ 72008 h 1261899"/>
              <a:gd name="connsiteX4-27" fmla="*/ 2918081 w 6192688"/>
              <a:gd name="connsiteY4-28" fmla="*/ 1261899 h 1261899"/>
              <a:gd name="connsiteX5-29" fmla="*/ 1659819 w 6192688"/>
              <a:gd name="connsiteY5-30" fmla="*/ 72008 h 1261899"/>
              <a:gd name="connsiteX6-31" fmla="*/ 0 w 6192688"/>
              <a:gd name="connsiteY6-32" fmla="*/ 72008 h 1261899"/>
              <a:gd name="connsiteX7-33" fmla="*/ 91440 w 6192688"/>
              <a:gd name="connsiteY7-34" fmla="*/ 91440 h 1261899"/>
              <a:gd name="connsiteX0-35" fmla="*/ 6192688 w 6192688"/>
              <a:gd name="connsiteY0-36" fmla="*/ 0 h 1261899"/>
              <a:gd name="connsiteX1-37" fmla="*/ 6192688 w 6192688"/>
              <a:gd name="connsiteY1-38" fmla="*/ 72008 h 1261899"/>
              <a:gd name="connsiteX2-39" fmla="*/ 4176343 w 6192688"/>
              <a:gd name="connsiteY2-40" fmla="*/ 72008 h 1261899"/>
              <a:gd name="connsiteX3-41" fmla="*/ 2918081 w 6192688"/>
              <a:gd name="connsiteY3-42" fmla="*/ 1261899 h 1261899"/>
              <a:gd name="connsiteX4-43" fmla="*/ 1659819 w 6192688"/>
              <a:gd name="connsiteY4-44" fmla="*/ 72008 h 1261899"/>
              <a:gd name="connsiteX5-45" fmla="*/ 0 w 6192688"/>
              <a:gd name="connsiteY5-46" fmla="*/ 72008 h 1261899"/>
              <a:gd name="connsiteX6-47" fmla="*/ 91440 w 6192688"/>
              <a:gd name="connsiteY6-48" fmla="*/ 91440 h 1261899"/>
              <a:gd name="connsiteX0-49" fmla="*/ 6192688 w 6192688"/>
              <a:gd name="connsiteY0-50" fmla="*/ 7233 h 1197124"/>
              <a:gd name="connsiteX1-51" fmla="*/ 4176343 w 6192688"/>
              <a:gd name="connsiteY1-52" fmla="*/ 7233 h 1197124"/>
              <a:gd name="connsiteX2-53" fmla="*/ 2918081 w 6192688"/>
              <a:gd name="connsiteY2-54" fmla="*/ 1197124 h 1197124"/>
              <a:gd name="connsiteX3-55" fmla="*/ 1659819 w 6192688"/>
              <a:gd name="connsiteY3-56" fmla="*/ 7233 h 1197124"/>
              <a:gd name="connsiteX4-57" fmla="*/ 0 w 6192688"/>
              <a:gd name="connsiteY4-58" fmla="*/ 7233 h 1197124"/>
              <a:gd name="connsiteX5-59" fmla="*/ 91440 w 6192688"/>
              <a:gd name="connsiteY5-60" fmla="*/ 26665 h 1197124"/>
              <a:gd name="connsiteX0-61" fmla="*/ 6101248 w 6101248"/>
              <a:gd name="connsiteY0-62" fmla="*/ 0 h 1189891"/>
              <a:gd name="connsiteX1-63" fmla="*/ 4084903 w 6101248"/>
              <a:gd name="connsiteY1-64" fmla="*/ 0 h 1189891"/>
              <a:gd name="connsiteX2-65" fmla="*/ 2826641 w 6101248"/>
              <a:gd name="connsiteY2-66" fmla="*/ 1189891 h 1189891"/>
              <a:gd name="connsiteX3-67" fmla="*/ 1568379 w 6101248"/>
              <a:gd name="connsiteY3-68" fmla="*/ 0 h 1189891"/>
              <a:gd name="connsiteX4-69" fmla="*/ 0 w 6101248"/>
              <a:gd name="connsiteY4-70" fmla="*/ 19432 h 1189891"/>
              <a:gd name="connsiteX0-71" fmla="*/ 6144791 w 6144791"/>
              <a:gd name="connsiteY0-72" fmla="*/ 0 h 1189891"/>
              <a:gd name="connsiteX1-73" fmla="*/ 4128446 w 6144791"/>
              <a:gd name="connsiteY1-74" fmla="*/ 0 h 1189891"/>
              <a:gd name="connsiteX2-75" fmla="*/ 2870184 w 6144791"/>
              <a:gd name="connsiteY2-76" fmla="*/ 1189891 h 1189891"/>
              <a:gd name="connsiteX3-77" fmla="*/ 1611922 w 6144791"/>
              <a:gd name="connsiteY3-78" fmla="*/ 0 h 1189891"/>
              <a:gd name="connsiteX4-79" fmla="*/ 0 w 6144791"/>
              <a:gd name="connsiteY4-80" fmla="*/ 4918 h 1189891"/>
              <a:gd name="connsiteX0-81" fmla="*/ 9163763 w 9163763"/>
              <a:gd name="connsiteY0-82" fmla="*/ 14515 h 1189891"/>
              <a:gd name="connsiteX1-83" fmla="*/ 4128446 w 9163763"/>
              <a:gd name="connsiteY1-84" fmla="*/ 0 h 1189891"/>
              <a:gd name="connsiteX2-85" fmla="*/ 2870184 w 9163763"/>
              <a:gd name="connsiteY2-86" fmla="*/ 1189891 h 1189891"/>
              <a:gd name="connsiteX3-87" fmla="*/ 1611922 w 9163763"/>
              <a:gd name="connsiteY3-88" fmla="*/ 0 h 1189891"/>
              <a:gd name="connsiteX4-89" fmla="*/ 0 w 9163763"/>
              <a:gd name="connsiteY4-90" fmla="*/ 4918 h 1189891"/>
              <a:gd name="connsiteX0-91" fmla="*/ 5938570 w 5938570"/>
              <a:gd name="connsiteY0-92" fmla="*/ 14516 h 1189891"/>
              <a:gd name="connsiteX1-93" fmla="*/ 4128446 w 5938570"/>
              <a:gd name="connsiteY1-94" fmla="*/ 0 h 1189891"/>
              <a:gd name="connsiteX2-95" fmla="*/ 2870184 w 5938570"/>
              <a:gd name="connsiteY2-96" fmla="*/ 1189891 h 1189891"/>
              <a:gd name="connsiteX3-97" fmla="*/ 1611922 w 5938570"/>
              <a:gd name="connsiteY3-98" fmla="*/ 0 h 1189891"/>
              <a:gd name="connsiteX4-99" fmla="*/ 0 w 5938570"/>
              <a:gd name="connsiteY4-100" fmla="*/ 4918 h 1189891"/>
            </a:gdLst>
            <a:ahLst/>
            <a:cxnLst>
              <a:cxn ang="0">
                <a:pos x="connsiteX0-1" y="connsiteY0-2"/>
              </a:cxn>
              <a:cxn ang="0">
                <a:pos x="connsiteX1-3" y="connsiteY1-4"/>
              </a:cxn>
              <a:cxn ang="0">
                <a:pos x="connsiteX2-5" y="connsiteY2-6"/>
              </a:cxn>
              <a:cxn ang="0">
                <a:pos x="connsiteX3-7" y="connsiteY3-8"/>
              </a:cxn>
              <a:cxn ang="0">
                <a:pos x="connsiteX4-9" y="connsiteY4-10"/>
              </a:cxn>
            </a:cxnLst>
            <a:rect l="l" t="t" r="r" b="b"/>
            <a:pathLst>
              <a:path w="5938570" h="1189891">
                <a:moveTo>
                  <a:pt x="5938570" y="14516"/>
                </a:moveTo>
                <a:lnTo>
                  <a:pt x="4128446" y="0"/>
                </a:lnTo>
                <a:cubicBezTo>
                  <a:pt x="4092690" y="663472"/>
                  <a:pt x="3542913" y="1189891"/>
                  <a:pt x="2870184" y="1189891"/>
                </a:cubicBezTo>
                <a:cubicBezTo>
                  <a:pt x="2197455" y="1189891"/>
                  <a:pt x="1647677" y="663471"/>
                  <a:pt x="1611922" y="0"/>
                </a:cubicBezTo>
                <a:lnTo>
                  <a:pt x="0" y="4918"/>
                </a:lnTo>
              </a:path>
            </a:pathLst>
          </a:custGeom>
          <a:noFill/>
          <a:ln w="76200" cmpd="thinThick">
            <a:solidFill>
              <a:schemeClr val="accent3">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sz="1350">
              <a:solidFill>
                <a:srgbClr val="FFFFFF"/>
              </a:solidFill>
            </a:endParaRPr>
          </a:p>
        </p:txBody>
      </p:sp>
      <p:sp>
        <p:nvSpPr>
          <p:cNvPr id="9" name="MH_Title_1"/>
          <p:cNvSpPr/>
          <p:nvPr>
            <p:custDataLst>
              <p:tags r:id="rId2"/>
            </p:custDataLst>
          </p:nvPr>
        </p:nvSpPr>
        <p:spPr>
          <a:xfrm>
            <a:off x="4762500" y="2164715"/>
            <a:ext cx="2395220" cy="1565275"/>
          </a:xfrm>
          <a:prstGeom prst="ellipse">
            <a:avLst/>
          </a:prstGeom>
          <a:solidFill>
            <a:schemeClr val="accent5">
              <a:lumMod val="60000"/>
              <a:lumOff val="40000"/>
            </a:schemeClr>
          </a:solidFill>
          <a:ln w="127000" cmpd="thinThick">
            <a:solidFill>
              <a:schemeClr val="accent6">
                <a:lumMod val="20000"/>
                <a:lumOff val="80000"/>
              </a:schemeClr>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normAutofit/>
          </a:bodyPr>
          <a:lstStyle/>
          <a:p>
            <a:pPr algn="ctr">
              <a:defRPr/>
            </a:pPr>
            <a:r>
              <a:rPr lang="zh-CN" altLang="en-US" sz="3200" b="1" dirty="0">
                <a:solidFill>
                  <a:schemeClr val="tx1"/>
                </a:solidFill>
                <a:latin typeface="微软雅黑" panose="020B0503020204020204" charset="-122"/>
                <a:ea typeface="微软雅黑" panose="020B0503020204020204" charset="-122"/>
              </a:rPr>
              <a:t>重载</a:t>
            </a:r>
          </a:p>
        </p:txBody>
      </p:sp>
      <p:sp>
        <p:nvSpPr>
          <p:cNvPr id="10" name="MH_SubTitle_1"/>
          <p:cNvSpPr/>
          <p:nvPr>
            <p:custDataLst>
              <p:tags r:id="rId3"/>
            </p:custDataLst>
          </p:nvPr>
        </p:nvSpPr>
        <p:spPr>
          <a:xfrm>
            <a:off x="1728470" y="2677160"/>
            <a:ext cx="2578100" cy="709930"/>
          </a:xfrm>
          <a:prstGeom prst="roundRect">
            <a:avLst>
              <a:gd name="adj" fmla="val 30130"/>
            </a:avLst>
          </a:prstGeom>
          <a:solidFill>
            <a:schemeClr val="accent3">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normAutofit/>
          </a:bodyPr>
          <a:lstStyle/>
          <a:p>
            <a:pPr algn="ctr">
              <a:defRPr/>
            </a:pPr>
            <a:r>
              <a:rPr lang="zh-CN" altLang="en-US" sz="2800" b="1" dirty="0">
                <a:solidFill>
                  <a:schemeClr val="tx2">
                    <a:lumMod val="75000"/>
                  </a:schemeClr>
                </a:solidFill>
                <a:latin typeface="微软雅黑" panose="020B0503020204020204" charset="-122"/>
                <a:ea typeface="微软雅黑" panose="020B0503020204020204" charset="-122"/>
              </a:rPr>
              <a:t>函数重载</a:t>
            </a:r>
          </a:p>
        </p:txBody>
      </p:sp>
      <p:sp>
        <p:nvSpPr>
          <p:cNvPr id="12" name="MH_SubTitle_1"/>
          <p:cNvSpPr/>
          <p:nvPr>
            <p:custDataLst>
              <p:tags r:id="rId4"/>
            </p:custDataLst>
          </p:nvPr>
        </p:nvSpPr>
        <p:spPr>
          <a:xfrm>
            <a:off x="7586345" y="2677160"/>
            <a:ext cx="2643505" cy="709930"/>
          </a:xfrm>
          <a:prstGeom prst="roundRect">
            <a:avLst>
              <a:gd name="adj" fmla="val 36824"/>
            </a:avLst>
          </a:prstGeom>
          <a:solidFill>
            <a:schemeClr val="accent3">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normAutofit/>
          </a:bodyPr>
          <a:lstStyle/>
          <a:p>
            <a:pPr algn="ctr">
              <a:defRPr/>
            </a:pPr>
            <a:r>
              <a:rPr lang="zh-CN" altLang="en-US" sz="2800" b="1" dirty="0">
                <a:solidFill>
                  <a:schemeClr val="tx2">
                    <a:lumMod val="75000"/>
                  </a:schemeClr>
                </a:solidFill>
                <a:latin typeface="微软雅黑" panose="020B0503020204020204" charset="-122"/>
                <a:ea typeface="微软雅黑" panose="020B0503020204020204" charset="-122"/>
                <a:sym typeface="+mn-ea"/>
              </a:rPr>
              <a:t>运算符重载</a:t>
            </a:r>
          </a:p>
        </p:txBody>
      </p:sp>
      <p:sp>
        <p:nvSpPr>
          <p:cNvPr id="16" name="泪滴形 15"/>
          <p:cNvSpPr/>
          <p:nvPr>
            <p:custDataLst>
              <p:tags r:id="rId5"/>
            </p:custDataLst>
          </p:nvPr>
        </p:nvSpPr>
        <p:spPr>
          <a:xfrm rot="8100000">
            <a:off x="9959915" y="217227"/>
            <a:ext cx="1695273" cy="1693460"/>
          </a:xfrm>
          <a:prstGeom prst="teardrop">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normAutofit/>
          </a:bodyPr>
          <a:lstStyle/>
          <a:p>
            <a:pPr algn="ctr" eaLnBrk="1" hangingPunct="1">
              <a:spcBef>
                <a:spcPts val="0"/>
              </a:spcBef>
              <a:spcAft>
                <a:spcPts val="0"/>
              </a:spcAft>
              <a:defRPr/>
            </a:pPr>
            <a:endParaRPr lang="zh-CN" altLang="en-US" sz="1800">
              <a:solidFill>
                <a:schemeClr val="tx1"/>
              </a:solidFill>
            </a:endParaRPr>
          </a:p>
        </p:txBody>
      </p:sp>
      <p:sp>
        <p:nvSpPr>
          <p:cNvPr id="17" name="椭圆 16"/>
          <p:cNvSpPr/>
          <p:nvPr>
            <p:custDataLst>
              <p:tags r:id="rId6"/>
            </p:custDataLst>
          </p:nvPr>
        </p:nvSpPr>
        <p:spPr>
          <a:xfrm>
            <a:off x="10070527" y="327721"/>
            <a:ext cx="1467063" cy="1465494"/>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normAutofit/>
          </a:bodyPr>
          <a:lstStyle/>
          <a:p>
            <a:pPr algn="ctr" eaLnBrk="1" hangingPunct="1">
              <a:spcBef>
                <a:spcPts val="0"/>
              </a:spcBef>
              <a:spcAft>
                <a:spcPts val="0"/>
              </a:spcAft>
              <a:defRPr/>
            </a:pPr>
            <a:endParaRPr lang="zh-CN" altLang="en-US" sz="1800">
              <a:solidFill>
                <a:schemeClr val="tx1"/>
              </a:solidFill>
            </a:endParaRPr>
          </a:p>
        </p:txBody>
      </p:sp>
      <p:sp>
        <p:nvSpPr>
          <p:cNvPr id="18" name="文本框 16"/>
          <p:cNvSpPr txBox="1">
            <a:spLocks noChangeArrowheads="1"/>
          </p:cNvSpPr>
          <p:nvPr>
            <p:custDataLst>
              <p:tags r:id="rId7"/>
            </p:custDataLst>
          </p:nvPr>
        </p:nvSpPr>
        <p:spPr bwMode="auto">
          <a:xfrm>
            <a:off x="10361029" y="889802"/>
            <a:ext cx="893628" cy="4269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0000" tIns="46800" rIns="90000" bIns="46800" anchor="ctr">
            <a:spAutoFit/>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charset="0"/>
                <a:ea typeface="宋体" panose="02010600030101010101" pitchFamily="2" charset="-122"/>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charset="0"/>
                <a:ea typeface="宋体" panose="02010600030101010101" pitchFamily="2" charset="-122"/>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charset="0"/>
                <a:ea typeface="宋体" panose="02010600030101010101" pitchFamily="2" charset="-122"/>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9pPr>
          </a:lstStyle>
          <a:p>
            <a:pPr algn="ctr" eaLnBrk="1" hangingPunct="1">
              <a:spcBef>
                <a:spcPct val="0"/>
              </a:spcBef>
              <a:buFontTx/>
              <a:buNone/>
            </a:pPr>
            <a:r>
              <a:rPr lang="zh-CN" altLang="en-US" sz="2400" b="1" dirty="0">
                <a:latin typeface="+mj-lt"/>
                <a:ea typeface="+mj-ea"/>
                <a:cs typeface="+mj-cs"/>
              </a:rPr>
              <a:t>重载</a:t>
            </a:r>
          </a:p>
        </p:txBody>
      </p:sp>
      <p:sp>
        <p:nvSpPr>
          <p:cNvPr id="14" name="文本框 13">
            <a:extLst>
              <a:ext uri="{FF2B5EF4-FFF2-40B4-BE49-F238E27FC236}">
                <a16:creationId xmlns:a16="http://schemas.microsoft.com/office/drawing/2014/main" id="{E948909B-77AF-B846-669F-05AF4B28DD58}"/>
              </a:ext>
            </a:extLst>
          </p:cNvPr>
          <p:cNvSpPr txBox="1"/>
          <p:nvPr/>
        </p:nvSpPr>
        <p:spPr>
          <a:xfrm>
            <a:off x="1056322" y="4341812"/>
            <a:ext cx="3706178" cy="1477328"/>
          </a:xfrm>
          <a:prstGeom prst="rect">
            <a:avLst/>
          </a:prstGeom>
          <a:noFill/>
        </p:spPr>
        <p:txBody>
          <a:bodyPr wrap="square" rtlCol="0">
            <a:spAutoFit/>
          </a:bodyPr>
          <a:lstStyle/>
          <a:p>
            <a:r>
              <a:rPr lang="zh-CN" altLang="en-US" dirty="0">
                <a:latin typeface="微软雅黑" panose="020B0503020204020204" charset="-122"/>
                <a:ea typeface="微软雅黑" panose="020B0503020204020204" charset="-122"/>
              </a:rPr>
              <a:t>在同一作用域内的若干参数特征不同的函数，可以使用相同的函数名。在</a:t>
            </a:r>
            <a:r>
              <a:rPr lang="en-US" altLang="zh-CN" dirty="0">
                <a:latin typeface="微软雅黑" panose="020B0503020204020204" charset="-122"/>
                <a:ea typeface="微软雅黑" panose="020B0503020204020204" charset="-122"/>
              </a:rPr>
              <a:t>C++</a:t>
            </a:r>
            <a:r>
              <a:rPr lang="zh-CN" altLang="en-US" dirty="0">
                <a:latin typeface="微软雅黑" panose="020B0503020204020204" charset="-122"/>
                <a:ea typeface="微软雅黑" panose="020B0503020204020204" charset="-122"/>
              </a:rPr>
              <a:t>语言中，函数重载是根据函数变元的个数和类型决定使用哪个实现代码的。</a:t>
            </a:r>
            <a:endParaRPr lang="zh-CN" altLang="zh-CN" dirty="0">
              <a:latin typeface="微软雅黑" panose="020B0503020204020204" charset="-122"/>
              <a:ea typeface="微软雅黑" panose="020B0503020204020204" charset="-122"/>
            </a:endParaRPr>
          </a:p>
        </p:txBody>
      </p:sp>
      <p:sp>
        <p:nvSpPr>
          <p:cNvPr id="19" name="文本框 18">
            <a:extLst>
              <a:ext uri="{FF2B5EF4-FFF2-40B4-BE49-F238E27FC236}">
                <a16:creationId xmlns:a16="http://schemas.microsoft.com/office/drawing/2014/main" id="{EF17137F-F8EB-6A05-CE62-9EB1EA88243F}"/>
              </a:ext>
            </a:extLst>
          </p:cNvPr>
          <p:cNvSpPr txBox="1"/>
          <p:nvPr/>
        </p:nvSpPr>
        <p:spPr>
          <a:xfrm>
            <a:off x="7313929" y="4405675"/>
            <a:ext cx="3706178" cy="1393779"/>
          </a:xfrm>
          <a:prstGeom prst="rect">
            <a:avLst/>
          </a:prstGeom>
          <a:noFill/>
        </p:spPr>
        <p:txBody>
          <a:bodyPr wrap="square" rtlCol="0">
            <a:spAutoFit/>
          </a:bodyPr>
          <a:lstStyle/>
          <a:p>
            <a:pPr>
              <a:lnSpc>
                <a:spcPct val="120000"/>
              </a:lnSpc>
            </a:pPr>
            <a:r>
              <a:rPr lang="zh-CN" altLang="en-US" dirty="0">
                <a:latin typeface="微软雅黑" panose="020B0503020204020204" charset="-122"/>
                <a:ea typeface="微软雅黑" panose="020B0503020204020204" charset="-122"/>
                <a:sym typeface="+mn-ea"/>
              </a:rPr>
              <a:t>同一运算符可以施加于不同类型的操作数上面。在</a:t>
            </a:r>
            <a:r>
              <a:rPr lang="en-US" altLang="zh-CN" dirty="0">
                <a:latin typeface="微软雅黑" panose="020B0503020204020204" charset="-122"/>
                <a:ea typeface="微软雅黑" panose="020B0503020204020204" charset="-122"/>
                <a:sym typeface="+mn-ea"/>
              </a:rPr>
              <a:t>C++</a:t>
            </a:r>
            <a:r>
              <a:rPr lang="zh-CN" altLang="en-US" dirty="0">
                <a:latin typeface="微软雅黑" panose="020B0503020204020204" charset="-122"/>
                <a:ea typeface="微软雅黑" panose="020B0503020204020204" charset="-122"/>
                <a:sym typeface="+mn-ea"/>
              </a:rPr>
              <a:t>语言中，运算符重载是根据被操作数的类型决定使用运算符的哪种语义的。</a:t>
            </a:r>
          </a:p>
        </p:txBody>
      </p:sp>
    </p:spTree>
  </p:cSld>
  <p:clrMapOvr>
    <a:masterClrMapping/>
  </p:clrMapOvr>
  <p:transition>
    <p:wheel spokes="3"/>
  </p:transition>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任意多边形 17"/>
          <p:cNvSpPr/>
          <p:nvPr>
            <p:custDataLst>
              <p:tags r:id="rId1"/>
            </p:custDataLst>
          </p:nvPr>
        </p:nvSpPr>
        <p:spPr bwMode="auto">
          <a:xfrm>
            <a:off x="-2117" y="0"/>
            <a:ext cx="7249584" cy="6858000"/>
          </a:xfrm>
          <a:custGeom>
            <a:avLst/>
            <a:gdLst>
              <a:gd name="T0" fmla="*/ 0 w 5437991"/>
              <a:gd name="T1" fmla="*/ 0 h 6858000"/>
              <a:gd name="T2" fmla="*/ 5433976 w 5437991"/>
              <a:gd name="T3" fmla="*/ 0 h 6858000"/>
              <a:gd name="T4" fmla="*/ 1631922 w 5437991"/>
              <a:gd name="T5" fmla="*/ 6858000 h 6858000"/>
              <a:gd name="T6" fmla="*/ 0 w 5437991"/>
              <a:gd name="T7" fmla="*/ 6858000 h 6858000"/>
              <a:gd name="T8" fmla="*/ 0 w 5437991"/>
              <a:gd name="T9" fmla="*/ 0 h 685800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5437991" h="6858000">
                <a:moveTo>
                  <a:pt x="0" y="0"/>
                </a:moveTo>
                <a:lnTo>
                  <a:pt x="5437991" y="0"/>
                </a:lnTo>
                <a:lnTo>
                  <a:pt x="1633127" y="6858000"/>
                </a:lnTo>
                <a:lnTo>
                  <a:pt x="0" y="6858000"/>
                </a:lnTo>
                <a:lnTo>
                  <a:pt x="0" y="0"/>
                </a:lnTo>
                <a:close/>
              </a:path>
            </a:pathLst>
          </a:custGeom>
          <a:solidFill>
            <a:srgbClr val="008080"/>
          </a:solidFill>
          <a:ln w="9525">
            <a:noFill/>
            <a:round/>
          </a:ln>
        </p:spPr>
        <p:txBody>
          <a:bodyPr anchor="ctr"/>
          <a:lstStyle/>
          <a:p>
            <a:endParaRPr lang="zh-CN" altLang="en-US" dirty="0">
              <a:ea typeface="微软雅黑" panose="020B0503020204020204" pitchFamily="34" charset="-122"/>
            </a:endParaRPr>
          </a:p>
        </p:txBody>
      </p:sp>
      <p:grpSp>
        <p:nvGrpSpPr>
          <p:cNvPr id="4" name="组合 2"/>
          <p:cNvGrpSpPr/>
          <p:nvPr/>
        </p:nvGrpSpPr>
        <p:grpSpPr>
          <a:xfrm>
            <a:off x="3428455" y="2169500"/>
            <a:ext cx="2362200" cy="2362200"/>
            <a:chOff x="977900" y="2247899"/>
            <a:chExt cx="2362200" cy="2362200"/>
          </a:xfrm>
        </p:grpSpPr>
        <p:sp>
          <p:nvSpPr>
            <p:cNvPr id="2" name="椭圆 1"/>
            <p:cNvSpPr/>
            <p:nvPr/>
          </p:nvSpPr>
          <p:spPr>
            <a:xfrm>
              <a:off x="977900" y="2247899"/>
              <a:ext cx="2362200" cy="2362200"/>
            </a:xfrm>
            <a:prstGeom prst="ellipse">
              <a:avLst/>
            </a:prstGeom>
            <a:solidFill>
              <a:schemeClr val="bg1"/>
            </a:solidFill>
            <a:ln>
              <a:solidFill>
                <a:schemeClr val="accent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dirty="0">
                <a:ln>
                  <a:noFill/>
                </a:ln>
                <a:solidFill>
                  <a:schemeClr val="lt1"/>
                </a:solidFill>
                <a:effectLst/>
                <a:uLnTx/>
                <a:uFillTx/>
                <a:latin typeface="+mn-lt"/>
                <a:ea typeface="微软雅黑" panose="020B0503020204020204" pitchFamily="34" charset="-122"/>
                <a:cs typeface="+mn-cs"/>
              </a:endParaRPr>
            </a:p>
          </p:txBody>
        </p:sp>
        <p:sp>
          <p:nvSpPr>
            <p:cNvPr id="18442" name="文本框 5"/>
            <p:cNvSpPr txBox="1"/>
            <p:nvPr/>
          </p:nvSpPr>
          <p:spPr>
            <a:xfrm>
              <a:off x="1316396" y="2644169"/>
              <a:ext cx="1736009" cy="1657985"/>
            </a:xfrm>
            <a:prstGeom prst="rect">
              <a:avLst/>
            </a:prstGeom>
            <a:noFill/>
            <a:ln w="9525">
              <a:noFill/>
            </a:ln>
          </p:spPr>
          <p:txBody>
            <a:bodyPr>
              <a:spAutoFit/>
            </a:bodyPr>
            <a:lstStyle>
              <a:lvl1pPr marL="228600" indent="-228600" algn="l" rtl="0" fontAlgn="base">
                <a:lnSpc>
                  <a:spcPct val="90000"/>
                </a:lnSpc>
                <a:spcBef>
                  <a:spcPts val="1000"/>
                </a:spcBef>
                <a:spcAft>
                  <a:spcPct val="0"/>
                </a:spcAft>
                <a:buFont typeface="Arial" panose="020B0604020202020204" pitchFamily="34" charset="0"/>
                <a:buChar char="•"/>
                <a:defRPr sz="2800" kern="1200">
                  <a:solidFill>
                    <a:schemeClr val="tx1"/>
                  </a:solidFill>
                  <a:latin typeface="+mn-lt"/>
                  <a:ea typeface="+mn-ea"/>
                  <a:cs typeface="+mn-cs"/>
                </a:defRPr>
              </a:lvl1pPr>
              <a:lvl2pPr marL="685800" indent="-228600" algn="l" rtl="0" fontAlgn="base">
                <a:lnSpc>
                  <a:spcPct val="90000"/>
                </a:lnSpc>
                <a:spcBef>
                  <a:spcPts val="500"/>
                </a:spcBef>
                <a:spcAft>
                  <a:spcPct val="0"/>
                </a:spcAft>
                <a:buFont typeface="Arial" panose="020B0604020202020204" pitchFamily="34" charset="0"/>
                <a:buChar char="•"/>
                <a:defRPr sz="2400" kern="1200">
                  <a:solidFill>
                    <a:schemeClr val="tx1"/>
                  </a:solidFill>
                  <a:latin typeface="+mn-lt"/>
                  <a:ea typeface="+mn-ea"/>
                  <a:cs typeface="+mn-cs"/>
                </a:defRPr>
              </a:lvl2pPr>
              <a:lvl3pPr marL="1143000" indent="-228600" algn="l" rtl="0" fontAlgn="base">
                <a:lnSpc>
                  <a:spcPct val="90000"/>
                </a:lnSpc>
                <a:spcBef>
                  <a:spcPts val="500"/>
                </a:spcBef>
                <a:spcAft>
                  <a:spcPct val="0"/>
                </a:spcAft>
                <a:buFont typeface="Arial" panose="020B0604020202020204" pitchFamily="34" charset="0"/>
                <a:buChar char="•"/>
                <a:defRPr sz="2000" kern="1200">
                  <a:solidFill>
                    <a:schemeClr val="tx1"/>
                  </a:solidFill>
                  <a:latin typeface="+mn-lt"/>
                  <a:ea typeface="+mn-ea"/>
                  <a:cs typeface="+mn-cs"/>
                </a:defRPr>
              </a:lvl3pPr>
              <a:lvl4pPr marL="16002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4pPr>
              <a:lvl5pPr marL="20574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5pPr>
            </a:lstStyle>
            <a:p>
              <a:pPr marL="0" lvl="0" indent="0" eaLnBrk="1" hangingPunct="1">
                <a:lnSpc>
                  <a:spcPct val="100000"/>
                </a:lnSpc>
                <a:spcBef>
                  <a:spcPct val="0"/>
                </a:spcBef>
                <a:buNone/>
              </a:pPr>
              <a:r>
                <a:rPr lang="en-US" altLang="zh-CN" sz="9600" b="1" dirty="0">
                  <a:solidFill>
                    <a:srgbClr val="FF0000"/>
                  </a:solidFill>
                  <a:latin typeface="微软雅黑" panose="020B0503020204020204" charset="-122"/>
                  <a:ea typeface="微软雅黑" panose="020B0503020204020204" charset="-122"/>
                </a:rPr>
                <a:t>0</a:t>
              </a:r>
              <a:r>
                <a:rPr lang="en-US" sz="9600" b="1" dirty="0">
                  <a:solidFill>
                    <a:srgbClr val="FF0000"/>
                  </a:solidFill>
                  <a:latin typeface="微软雅黑" panose="020B0503020204020204" charset="-122"/>
                  <a:ea typeface="微软雅黑" panose="020B0503020204020204" charset="-122"/>
                </a:rPr>
                <a:t>2</a:t>
              </a:r>
            </a:p>
          </p:txBody>
        </p:sp>
      </p:grpSp>
      <p:sp>
        <p:nvSpPr>
          <p:cNvPr id="40" name="文本框 39"/>
          <p:cNvSpPr txBox="1"/>
          <p:nvPr/>
        </p:nvSpPr>
        <p:spPr>
          <a:xfrm>
            <a:off x="6006555" y="2913198"/>
            <a:ext cx="5137150" cy="874395"/>
          </a:xfrm>
          <a:prstGeom prst="rect">
            <a:avLst/>
          </a:prstGeom>
          <a:noFill/>
        </p:spPr>
        <p:txBody>
          <a:bodyPr>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en-US" altLang="zh-CN" sz="4800" b="1" i="0" u="none" strike="noStrike" kern="1200" cap="none" spc="0" normalizeH="0" baseline="0" noProof="0" dirty="0">
                <a:ln>
                  <a:noFill/>
                </a:ln>
                <a:solidFill>
                  <a:schemeClr val="bg2">
                    <a:lumMod val="50000"/>
                  </a:schemeClr>
                </a:solidFill>
                <a:effectLst/>
                <a:uLnTx/>
                <a:uFillTx/>
                <a:latin typeface="微软雅黑" panose="020B0503020204020204" charset="-122"/>
                <a:ea typeface="微软雅黑" panose="020B0503020204020204" charset="-122"/>
                <a:cs typeface="+mn-cs"/>
              </a:rPr>
              <a:t>UML</a:t>
            </a:r>
            <a:r>
              <a:rPr kumimoji="0" lang="zh-CN" altLang="en-US" sz="4800" b="1" i="0" u="none" strike="noStrike" kern="1200" cap="none" spc="0" normalizeH="0" baseline="0" noProof="0" dirty="0">
                <a:ln>
                  <a:noFill/>
                </a:ln>
                <a:solidFill>
                  <a:schemeClr val="bg2">
                    <a:lumMod val="50000"/>
                  </a:schemeClr>
                </a:solidFill>
                <a:effectLst/>
                <a:uLnTx/>
                <a:uFillTx/>
                <a:latin typeface="微软雅黑" panose="020B0503020204020204" charset="-122"/>
                <a:ea typeface="微软雅黑" panose="020B0503020204020204" charset="-122"/>
                <a:cs typeface="+mn-cs"/>
              </a:rPr>
              <a:t>概述</a:t>
            </a:r>
          </a:p>
        </p:txBody>
      </p:sp>
      <p:grpSp>
        <p:nvGrpSpPr>
          <p:cNvPr id="11" name="组合 10"/>
          <p:cNvGrpSpPr/>
          <p:nvPr/>
        </p:nvGrpSpPr>
        <p:grpSpPr>
          <a:xfrm>
            <a:off x="6006465" y="4135755"/>
            <a:ext cx="3712845" cy="913130"/>
            <a:chOff x="9459" y="7137"/>
            <a:chExt cx="5847" cy="1438"/>
          </a:xfrm>
        </p:grpSpPr>
        <p:sp>
          <p:nvSpPr>
            <p:cNvPr id="48" name="文本框 47"/>
            <p:cNvSpPr txBox="1"/>
            <p:nvPr/>
          </p:nvSpPr>
          <p:spPr>
            <a:xfrm>
              <a:off x="9459" y="7137"/>
              <a:ext cx="5847" cy="658"/>
            </a:xfrm>
            <a:prstGeom prst="rect">
              <a:avLst/>
            </a:prstGeom>
            <a:noFill/>
          </p:spPr>
          <p:txBody>
            <a:bodyPr wrap="square">
              <a:spAutoFit/>
            </a:bodyPr>
            <a:lstStyle/>
            <a:p>
              <a:pPr marL="342900" marR="0" lvl="0" indent="-342900" algn="l" defTabSz="914400" rtl="0" eaLnBrk="1" fontAlgn="auto" latinLnBrk="0" hangingPunct="1">
                <a:lnSpc>
                  <a:spcPct val="100000"/>
                </a:lnSpc>
                <a:spcBef>
                  <a:spcPts val="0"/>
                </a:spcBef>
                <a:spcAft>
                  <a:spcPts val="0"/>
                </a:spcAft>
                <a:buClrTx/>
                <a:buSzTx/>
                <a:buFont typeface="Arial" panose="020B0604020202020204" pitchFamily="34" charset="0"/>
                <a:buChar char="•"/>
                <a:defRPr/>
              </a:pPr>
              <a:r>
                <a:rPr kumimoji="0" lang="en-US" altLang="zh-CN" sz="2000" b="0" i="0" u="none" strike="noStrike" kern="1200" cap="none" spc="0" normalizeH="0" baseline="0" noProof="0" dirty="0">
                  <a:ln>
                    <a:noFill/>
                  </a:ln>
                  <a:solidFill>
                    <a:schemeClr val="bg2">
                      <a:lumMod val="50000"/>
                    </a:schemeClr>
                  </a:solidFill>
                  <a:effectLst/>
                  <a:uLnTx/>
                  <a:uFillTx/>
                  <a:latin typeface="微软雅黑" panose="020B0503020204020204" charset="-122"/>
                  <a:ea typeface="微软雅黑" panose="020B0503020204020204" charset="-122"/>
                  <a:cs typeface="+mn-cs"/>
                </a:rPr>
                <a:t>UML</a:t>
              </a:r>
              <a:r>
                <a:rPr kumimoji="0" lang="zh-CN" altLang="en-US" sz="2000" b="0" i="0" u="none" strike="noStrike" kern="1200" cap="none" spc="0" normalizeH="0" baseline="0" noProof="0" dirty="0">
                  <a:ln>
                    <a:noFill/>
                  </a:ln>
                  <a:solidFill>
                    <a:schemeClr val="bg2">
                      <a:lumMod val="50000"/>
                    </a:schemeClr>
                  </a:solidFill>
                  <a:effectLst/>
                  <a:uLnTx/>
                  <a:uFillTx/>
                  <a:latin typeface="微软雅黑" panose="020B0503020204020204" charset="-122"/>
                  <a:ea typeface="微软雅黑" panose="020B0503020204020204" charset="-122"/>
                  <a:cs typeface="+mn-cs"/>
                </a:rPr>
                <a:t>的发展</a:t>
              </a:r>
            </a:p>
          </p:txBody>
        </p:sp>
        <p:sp>
          <p:nvSpPr>
            <p:cNvPr id="50" name="文本框 49"/>
            <p:cNvSpPr txBox="1"/>
            <p:nvPr/>
          </p:nvSpPr>
          <p:spPr>
            <a:xfrm>
              <a:off x="9459" y="7917"/>
              <a:ext cx="5847" cy="658"/>
            </a:xfrm>
            <a:prstGeom prst="rect">
              <a:avLst/>
            </a:prstGeom>
            <a:noFill/>
          </p:spPr>
          <p:txBody>
            <a:bodyPr wrap="square">
              <a:spAutoFit/>
            </a:bodyPr>
            <a:lstStyle/>
            <a:p>
              <a:pPr marL="342900" marR="0" lvl="0" indent="-342900" algn="l" defTabSz="914400" rtl="0" eaLnBrk="1" fontAlgn="auto" latinLnBrk="0" hangingPunct="1">
                <a:lnSpc>
                  <a:spcPct val="100000"/>
                </a:lnSpc>
                <a:spcBef>
                  <a:spcPts val="0"/>
                </a:spcBef>
                <a:spcAft>
                  <a:spcPts val="0"/>
                </a:spcAft>
                <a:buClrTx/>
                <a:buSzTx/>
                <a:buFont typeface="Arial" panose="020B0604020202020204" pitchFamily="34" charset="0"/>
                <a:buChar char="•"/>
                <a:defRPr/>
              </a:pPr>
              <a:r>
                <a:rPr kumimoji="0" lang="en-US" altLang="zh-CN" sz="2000" b="0" i="0" u="none" strike="noStrike" kern="1200" cap="none" spc="0" normalizeH="0" baseline="0" noProof="0" dirty="0">
                  <a:ln>
                    <a:noFill/>
                  </a:ln>
                  <a:solidFill>
                    <a:schemeClr val="bg2">
                      <a:lumMod val="50000"/>
                    </a:schemeClr>
                  </a:solidFill>
                  <a:effectLst/>
                  <a:uLnTx/>
                  <a:uFillTx/>
                  <a:latin typeface="微软雅黑" panose="020B0503020204020204" charset="-122"/>
                  <a:ea typeface="微软雅黑" panose="020B0503020204020204" charset="-122"/>
                  <a:cs typeface="+mn-cs"/>
                </a:rPr>
                <a:t>UML</a:t>
              </a:r>
              <a:r>
                <a:rPr kumimoji="0" lang="zh-CN" altLang="en-US" sz="2000" b="0" i="0" u="none" strike="noStrike" kern="1200" cap="none" spc="0" normalizeH="0" baseline="0" noProof="0" dirty="0">
                  <a:ln>
                    <a:noFill/>
                  </a:ln>
                  <a:solidFill>
                    <a:schemeClr val="bg2">
                      <a:lumMod val="50000"/>
                    </a:schemeClr>
                  </a:solidFill>
                  <a:effectLst/>
                  <a:uLnTx/>
                  <a:uFillTx/>
                  <a:latin typeface="微软雅黑" panose="020B0503020204020204" charset="-122"/>
                  <a:ea typeface="微软雅黑" panose="020B0503020204020204" charset="-122"/>
                  <a:cs typeface="+mn-cs"/>
                </a:rPr>
                <a:t>的内容</a:t>
              </a:r>
            </a:p>
          </p:txBody>
        </p:sp>
      </p:grpSp>
    </p:spTree>
  </p:cSld>
  <p:clrMapOvr>
    <a:masterClrMapping/>
  </p:clrMapOvr>
  <p:transition spd="slow">
    <p:wipe/>
  </p:transition>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694801" y="360000"/>
            <a:ext cx="5401200" cy="523220"/>
          </a:xfrm>
        </p:spPr>
        <p:txBody>
          <a:bodyPr>
            <a:normAutofit/>
          </a:bodyPr>
          <a:lstStyle/>
          <a:p>
            <a:r>
              <a:rPr lang="en-US" dirty="0"/>
              <a:t>6.2 </a:t>
            </a:r>
            <a:r>
              <a:rPr lang="zh-CN" altLang="en-US" dirty="0">
                <a:sym typeface="+mn-ea"/>
              </a:rPr>
              <a:t>UML概述</a:t>
            </a:r>
            <a:endParaRPr lang="zh-CN" altLang="en-US" dirty="0"/>
          </a:p>
        </p:txBody>
      </p:sp>
      <p:sp>
        <p:nvSpPr>
          <p:cNvPr id="6" name="文本占位符 5">
            <a:extLst>
              <a:ext uri="{FF2B5EF4-FFF2-40B4-BE49-F238E27FC236}">
                <a16:creationId xmlns:a16="http://schemas.microsoft.com/office/drawing/2014/main" id="{7B79E3F3-2A79-77C0-5FB6-E297AA985C33}"/>
              </a:ext>
            </a:extLst>
          </p:cNvPr>
          <p:cNvSpPr>
            <a:spLocks noGrp="1"/>
          </p:cNvSpPr>
          <p:nvPr>
            <p:ph type="body" sz="quarter" idx="10"/>
          </p:nvPr>
        </p:nvSpPr>
        <p:spPr>
          <a:xfrm>
            <a:off x="900001" y="1322832"/>
            <a:ext cx="5196000" cy="400110"/>
          </a:xfrm>
        </p:spPr>
        <p:txBody>
          <a:bodyPr/>
          <a:lstStyle/>
          <a:p>
            <a:r>
              <a:rPr lang="en-US" altLang="zh-CN" dirty="0"/>
              <a:t>6.2.1 </a:t>
            </a:r>
            <a:r>
              <a:rPr lang="en-US" altLang="zh-CN" dirty="0" err="1">
                <a:sym typeface="+mn-ea"/>
              </a:rPr>
              <a:t>UML的发展</a:t>
            </a:r>
            <a:endParaRPr lang="zh-CN" altLang="en-US" dirty="0"/>
          </a:p>
        </p:txBody>
      </p:sp>
      <p:sp>
        <p:nvSpPr>
          <p:cNvPr id="5" name="文本框 4"/>
          <p:cNvSpPr txBox="1"/>
          <p:nvPr/>
        </p:nvSpPr>
        <p:spPr>
          <a:xfrm>
            <a:off x="695325" y="4441190"/>
            <a:ext cx="10571480" cy="1793248"/>
          </a:xfrm>
          <a:prstGeom prst="rect">
            <a:avLst/>
          </a:prstGeom>
          <a:noFill/>
          <a:ln w="9525">
            <a:noFill/>
          </a:ln>
        </p:spPr>
        <p:txBody>
          <a:bodyPr wrap="square">
            <a:spAutoFit/>
          </a:bodyPr>
          <a:lstStyle/>
          <a:p>
            <a:pPr marL="0" indent="457200" algn="l" fontAlgn="auto">
              <a:lnSpc>
                <a:spcPct val="125000"/>
              </a:lnSpc>
            </a:pPr>
            <a:r>
              <a:rPr lang="zh-CN" altLang="en-US" dirty="0"/>
              <a:t>1996年年底，UML已经稳定地占领了面向对象技术市场的85%，成为事实上的工业标准。1997年11月，国际对象管理组织（OMG）批准把UML 1.1作为基于面向对象技术的标准建模语言。在计算机学术界、软件产业界、商业界，UML已经逐渐成为人们为各种系统建立模型，描述系统体系结构、商业体系结构和商业过程时使用的统一工具，在实践过程中人们还在不断扩展它的应用领域。对象技术组织（Object Technology Organization）已将UML作为对象建模技术（OMT）的行业标准。</a:t>
            </a:r>
          </a:p>
        </p:txBody>
      </p:sp>
      <p:pic>
        <p:nvPicPr>
          <p:cNvPr id="7" name="图片 6"/>
          <p:cNvPicPr>
            <a:picLocks noChangeAspect="1"/>
          </p:cNvPicPr>
          <p:nvPr/>
        </p:nvPicPr>
        <p:blipFill>
          <a:blip r:embed="rId2" cstate="print"/>
          <a:srcRect t="8451" b="6866"/>
          <a:stretch>
            <a:fillRect/>
          </a:stretch>
        </p:blipFill>
        <p:spPr>
          <a:xfrm>
            <a:off x="7977673" y="2128026"/>
            <a:ext cx="3289132" cy="2061704"/>
          </a:xfrm>
          <a:prstGeom prst="rect">
            <a:avLst/>
          </a:prstGeom>
        </p:spPr>
      </p:pic>
      <p:sp>
        <p:nvSpPr>
          <p:cNvPr id="10" name="文本框 9">
            <a:extLst>
              <a:ext uri="{FF2B5EF4-FFF2-40B4-BE49-F238E27FC236}">
                <a16:creationId xmlns:a16="http://schemas.microsoft.com/office/drawing/2014/main" id="{51665623-B313-F17A-3D36-92ACC55051EA}"/>
              </a:ext>
            </a:extLst>
          </p:cNvPr>
          <p:cNvSpPr txBox="1"/>
          <p:nvPr/>
        </p:nvSpPr>
        <p:spPr>
          <a:xfrm>
            <a:off x="695325" y="2162176"/>
            <a:ext cx="6591883" cy="1793248"/>
          </a:xfrm>
          <a:prstGeom prst="rect">
            <a:avLst/>
          </a:prstGeom>
          <a:noFill/>
        </p:spPr>
        <p:txBody>
          <a:bodyPr wrap="square" rtlCol="0">
            <a:spAutoFit/>
          </a:bodyPr>
          <a:lstStyle/>
          <a:p>
            <a:pPr indent="457200">
              <a:lnSpc>
                <a:spcPct val="125000"/>
              </a:lnSpc>
            </a:pPr>
            <a:r>
              <a:rPr lang="zh-CN" altLang="en-US" dirty="0"/>
              <a:t>统一建模语言（</a:t>
            </a:r>
            <a:r>
              <a:rPr lang="en-US" altLang="zh-CN" dirty="0"/>
              <a:t>UML</a:t>
            </a:r>
            <a:r>
              <a:rPr lang="zh-CN" altLang="en-US" dirty="0"/>
              <a:t>）是由世界著名的面向对象技术专家</a:t>
            </a:r>
            <a:r>
              <a:rPr lang="en-US" altLang="zh-CN" dirty="0"/>
              <a:t>Grady Booch</a:t>
            </a:r>
            <a:r>
              <a:rPr lang="zh-CN" altLang="en-US" dirty="0"/>
              <a:t>，</a:t>
            </a:r>
            <a:r>
              <a:rPr lang="en-US" altLang="zh-CN" dirty="0"/>
              <a:t>Jim Rumbaugh</a:t>
            </a:r>
            <a:r>
              <a:rPr lang="zh-CN" altLang="en-US" dirty="0"/>
              <a:t>和</a:t>
            </a:r>
            <a:r>
              <a:rPr lang="en-US" altLang="zh-CN" dirty="0"/>
              <a:t>Ivar Jacobson</a:t>
            </a:r>
            <a:r>
              <a:rPr lang="zh-CN" altLang="en-US" dirty="0"/>
              <a:t>发起，在面向对象的</a:t>
            </a:r>
            <a:r>
              <a:rPr lang="en-US" altLang="zh-CN" dirty="0"/>
              <a:t>Booch</a:t>
            </a:r>
            <a:r>
              <a:rPr lang="zh-CN" altLang="en-US" dirty="0"/>
              <a:t>方法、对象建模技术（</a:t>
            </a:r>
            <a:r>
              <a:rPr lang="en-US" altLang="zh-CN" dirty="0"/>
              <a:t>Object Modeling Technique</a:t>
            </a:r>
            <a:r>
              <a:rPr lang="zh-CN" altLang="en-US" dirty="0"/>
              <a:t>，</a:t>
            </a:r>
            <a:r>
              <a:rPr lang="en-US" altLang="zh-CN" dirty="0"/>
              <a:t>OMT</a:t>
            </a:r>
            <a:r>
              <a:rPr lang="zh-CN" altLang="en-US" dirty="0"/>
              <a:t>）和面向对象软件工程（</a:t>
            </a:r>
            <a:r>
              <a:rPr lang="en-US" altLang="zh-CN" dirty="0"/>
              <a:t>Object Oriented Software Engineering</a:t>
            </a:r>
            <a:r>
              <a:rPr lang="zh-CN" altLang="en-US" dirty="0"/>
              <a:t>，</a:t>
            </a:r>
            <a:r>
              <a:rPr lang="en-US" altLang="zh-CN" dirty="0"/>
              <a:t>OOSE</a:t>
            </a:r>
            <a:r>
              <a:rPr lang="zh-CN" altLang="en-US" dirty="0"/>
              <a:t>）的基础上，不断进行完善和发展的一种建模语言。</a:t>
            </a:r>
          </a:p>
        </p:txBody>
      </p:sp>
    </p:spTree>
  </p:cSld>
  <p:clrMapOvr>
    <a:masterClrMapping/>
  </p:clrMapOvr>
  <p:transition>
    <p:zoom/>
  </p:transition>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694801" y="360000"/>
            <a:ext cx="5401200" cy="523220"/>
          </a:xfrm>
        </p:spPr>
        <p:txBody>
          <a:bodyPr>
            <a:normAutofit/>
          </a:bodyPr>
          <a:lstStyle/>
          <a:p>
            <a:r>
              <a:rPr lang="en-US" dirty="0"/>
              <a:t>6.2 </a:t>
            </a:r>
            <a:r>
              <a:rPr lang="zh-CN" altLang="en-US" dirty="0">
                <a:sym typeface="+mn-ea"/>
              </a:rPr>
              <a:t>UML概述</a:t>
            </a:r>
            <a:endParaRPr lang="zh-CN" altLang="en-US" dirty="0"/>
          </a:p>
        </p:txBody>
      </p:sp>
      <p:sp>
        <p:nvSpPr>
          <p:cNvPr id="4" name="文本占位符 3">
            <a:extLst>
              <a:ext uri="{FF2B5EF4-FFF2-40B4-BE49-F238E27FC236}">
                <a16:creationId xmlns:a16="http://schemas.microsoft.com/office/drawing/2014/main" id="{1CA5C299-627F-3084-15D0-4A746B7FE152}"/>
              </a:ext>
            </a:extLst>
          </p:cNvPr>
          <p:cNvSpPr>
            <a:spLocks noGrp="1"/>
          </p:cNvSpPr>
          <p:nvPr>
            <p:ph type="body" sz="quarter" idx="10"/>
          </p:nvPr>
        </p:nvSpPr>
        <p:spPr>
          <a:xfrm>
            <a:off x="900001" y="1322832"/>
            <a:ext cx="5196000" cy="400110"/>
          </a:xfrm>
        </p:spPr>
        <p:txBody>
          <a:bodyPr/>
          <a:lstStyle/>
          <a:p>
            <a:r>
              <a:rPr lang="en-US" altLang="zh-CN"/>
              <a:t>6.2.1 </a:t>
            </a:r>
            <a:r>
              <a:rPr lang="en-US" altLang="zh-CN" dirty="0" err="1">
                <a:sym typeface="+mn-ea"/>
              </a:rPr>
              <a:t>UML的发展</a:t>
            </a:r>
            <a:endParaRPr lang="zh-CN" altLang="en-US" dirty="0"/>
          </a:p>
        </p:txBody>
      </p:sp>
      <p:grpSp>
        <p:nvGrpSpPr>
          <p:cNvPr id="8" name="组合 7"/>
          <p:cNvGrpSpPr/>
          <p:nvPr/>
        </p:nvGrpSpPr>
        <p:grpSpPr>
          <a:xfrm>
            <a:off x="1147445" y="1526540"/>
            <a:ext cx="9897110" cy="4491990"/>
            <a:chOff x="2043" y="1972"/>
            <a:chExt cx="15586" cy="7074"/>
          </a:xfrm>
        </p:grpSpPr>
        <p:sp>
          <p:nvSpPr>
            <p:cNvPr id="9" name="MH_Other_1"/>
            <p:cNvSpPr txBox="1">
              <a:spLocks noChangeArrowheads="1"/>
            </p:cNvSpPr>
            <p:nvPr>
              <p:custDataLst>
                <p:tags r:id="rId1"/>
              </p:custDataLst>
            </p:nvPr>
          </p:nvSpPr>
          <p:spPr bwMode="auto">
            <a:xfrm>
              <a:off x="2043" y="1972"/>
              <a:ext cx="1563" cy="3780"/>
            </a:xfrm>
            <a:prstGeom prst="rect">
              <a:avLst/>
            </a:prstGeom>
            <a:noFill/>
            <a:ln w="9525">
              <a:noFill/>
              <a:miter lim="800000"/>
            </a:ln>
          </p:spPr>
          <p:txBody>
            <a:bodyPr anchor="ctr"/>
            <a:lstStyle/>
            <a:p>
              <a:pPr algn="ctr" eaLnBrk="1" hangingPunct="1"/>
              <a:r>
                <a:rPr lang="en-US" altLang="zh-CN" sz="15000" b="1">
                  <a:solidFill>
                    <a:srgbClr val="01AFEE"/>
                  </a:solidFill>
                  <a:latin typeface="MS PMincho" panose="02020600040205080304" pitchFamily="18" charset="-128"/>
                  <a:ea typeface="MS PMincho" panose="02020600040205080304" pitchFamily="18" charset="-128"/>
                </a:rPr>
                <a:t>1</a:t>
              </a:r>
              <a:endParaRPr lang="zh-CN" altLang="en-US" sz="15000" b="1">
                <a:solidFill>
                  <a:srgbClr val="01AFEE"/>
                </a:solidFill>
                <a:latin typeface="MS PMincho" panose="02020600040205080304" pitchFamily="18" charset="-128"/>
                <a:ea typeface="MS PMincho" panose="02020600040205080304" pitchFamily="18" charset="-128"/>
              </a:endParaRPr>
            </a:p>
          </p:txBody>
        </p:sp>
        <p:grpSp>
          <p:nvGrpSpPr>
            <p:cNvPr id="10" name="组合 9"/>
            <p:cNvGrpSpPr/>
            <p:nvPr/>
          </p:nvGrpSpPr>
          <p:grpSpPr>
            <a:xfrm>
              <a:off x="3096" y="3075"/>
              <a:ext cx="14533" cy="5971"/>
              <a:chOff x="3096" y="3075"/>
              <a:chExt cx="14533" cy="5971"/>
            </a:xfrm>
          </p:grpSpPr>
          <p:sp>
            <p:nvSpPr>
              <p:cNvPr id="11" name="MH_Text_1"/>
              <p:cNvSpPr/>
              <p:nvPr>
                <p:custDataLst>
                  <p:tags r:id="rId2"/>
                </p:custDataLst>
              </p:nvPr>
            </p:nvSpPr>
            <p:spPr bwMode="auto">
              <a:xfrm>
                <a:off x="3606" y="3075"/>
                <a:ext cx="13430" cy="2825"/>
              </a:xfrm>
              <a:custGeom>
                <a:avLst/>
                <a:gdLst>
                  <a:gd name="T0" fmla="*/ 0 w 3882059"/>
                  <a:gd name="T1" fmla="*/ 0 h 805263"/>
                  <a:gd name="T2" fmla="*/ 18915162 w 3882059"/>
                  <a:gd name="T3" fmla="*/ 0 h 805263"/>
                  <a:gd name="T4" fmla="*/ 18915162 w 3882059"/>
                  <a:gd name="T5" fmla="*/ 12673249 h 805263"/>
                  <a:gd name="T6" fmla="*/ 0 w 3882059"/>
                  <a:gd name="T7" fmla="*/ 12673249 h 805263"/>
                  <a:gd name="T8" fmla="*/ 0 60000 65536"/>
                  <a:gd name="T9" fmla="*/ 0 60000 65536"/>
                  <a:gd name="T10" fmla="*/ 0 60000 65536"/>
                  <a:gd name="T11" fmla="*/ 0 60000 65536"/>
                  <a:gd name="T12" fmla="*/ 0 w 3882059"/>
                  <a:gd name="T13" fmla="*/ 0 h 805263"/>
                  <a:gd name="T14" fmla="*/ 3882059 w 3882059"/>
                  <a:gd name="T15" fmla="*/ 805263 h 805263"/>
                </a:gdLst>
                <a:ahLst/>
                <a:cxnLst>
                  <a:cxn ang="T8">
                    <a:pos x="T0" y="T1"/>
                  </a:cxn>
                  <a:cxn ang="T9">
                    <a:pos x="T2" y="T3"/>
                  </a:cxn>
                  <a:cxn ang="T10">
                    <a:pos x="T4" y="T5"/>
                  </a:cxn>
                  <a:cxn ang="T11">
                    <a:pos x="T6" y="T7"/>
                  </a:cxn>
                </a:cxnLst>
                <a:rect l="T12" t="T13" r="T14" b="T15"/>
                <a:pathLst>
                  <a:path w="3882059" h="805263">
                    <a:moveTo>
                      <a:pt x="0" y="0"/>
                    </a:moveTo>
                    <a:lnTo>
                      <a:pt x="3882059" y="0"/>
                    </a:lnTo>
                    <a:lnTo>
                      <a:pt x="3882059" y="805263"/>
                    </a:lnTo>
                    <a:lnTo>
                      <a:pt x="0" y="805263"/>
                    </a:lnTo>
                  </a:path>
                </a:pathLst>
              </a:custGeom>
              <a:noFill/>
              <a:ln w="12700" algn="ctr">
                <a:solidFill>
                  <a:srgbClr val="00B0F0"/>
                </a:solidFill>
                <a:prstDash val="dash"/>
                <a:miter lim="800000"/>
              </a:ln>
            </p:spPr>
            <p:txBody>
              <a:bodyPr lIns="108000" tIns="46800" rIns="108000" bIns="46800" anchor="ctr"/>
              <a:lstStyle/>
              <a:p>
                <a:pPr indent="457200">
                  <a:lnSpc>
                    <a:spcPct val="120000"/>
                  </a:lnSpc>
                </a:pPr>
                <a:r>
                  <a:rPr dirty="0">
                    <a:latin typeface="+mn-ea"/>
                  </a:rPr>
                  <a:t>模型是为了理解事物而对事物做出的一种抽象，是对事物的一种书面描述。通常，模型由一组图形符号和组织这些符号的规则组成，模型的描述应当无歧义。在开发软件系统时，建立模型的目的是为了更好地理解问题、减少问题的复杂性、验证模型是否满足用户对系统的需求，并在设计过程中逐步把实现的有关细节加进模型中，最终用程序实现模型。</a:t>
                </a:r>
              </a:p>
            </p:txBody>
          </p:sp>
          <p:sp>
            <p:nvSpPr>
              <p:cNvPr id="12" name="MH_Text_2"/>
              <p:cNvSpPr/>
              <p:nvPr>
                <p:custDataLst>
                  <p:tags r:id="rId3"/>
                </p:custDataLst>
              </p:nvPr>
            </p:nvSpPr>
            <p:spPr bwMode="auto">
              <a:xfrm>
                <a:off x="4659" y="6450"/>
                <a:ext cx="12970" cy="2596"/>
              </a:xfrm>
              <a:custGeom>
                <a:avLst/>
                <a:gdLst>
                  <a:gd name="T0" fmla="*/ 0 w 3882059"/>
                  <a:gd name="T1" fmla="*/ 0 h 805263"/>
                  <a:gd name="T2" fmla="*/ 18915162 w 3882059"/>
                  <a:gd name="T3" fmla="*/ 0 h 805263"/>
                  <a:gd name="T4" fmla="*/ 18915162 w 3882059"/>
                  <a:gd name="T5" fmla="*/ 12673192 h 805263"/>
                  <a:gd name="T6" fmla="*/ 0 w 3882059"/>
                  <a:gd name="T7" fmla="*/ 12673192 h 805263"/>
                  <a:gd name="T8" fmla="*/ 0 60000 65536"/>
                  <a:gd name="T9" fmla="*/ 0 60000 65536"/>
                  <a:gd name="T10" fmla="*/ 0 60000 65536"/>
                  <a:gd name="T11" fmla="*/ 0 60000 65536"/>
                  <a:gd name="T12" fmla="*/ 0 w 3882059"/>
                  <a:gd name="T13" fmla="*/ 0 h 805263"/>
                  <a:gd name="T14" fmla="*/ 3882059 w 3882059"/>
                  <a:gd name="T15" fmla="*/ 805263 h 805263"/>
                </a:gdLst>
                <a:ahLst/>
                <a:cxnLst>
                  <a:cxn ang="T8">
                    <a:pos x="T0" y="T1"/>
                  </a:cxn>
                  <a:cxn ang="T9">
                    <a:pos x="T2" y="T3"/>
                  </a:cxn>
                  <a:cxn ang="T10">
                    <a:pos x="T4" y="T5"/>
                  </a:cxn>
                  <a:cxn ang="T11">
                    <a:pos x="T6" y="T7"/>
                  </a:cxn>
                </a:cxnLst>
                <a:rect l="T12" t="T13" r="T14" b="T15"/>
                <a:pathLst>
                  <a:path w="3882059" h="805263">
                    <a:moveTo>
                      <a:pt x="0" y="0"/>
                    </a:moveTo>
                    <a:lnTo>
                      <a:pt x="3882059" y="0"/>
                    </a:lnTo>
                    <a:lnTo>
                      <a:pt x="3882059" y="805263"/>
                    </a:lnTo>
                    <a:lnTo>
                      <a:pt x="0" y="805263"/>
                    </a:lnTo>
                  </a:path>
                </a:pathLst>
              </a:custGeom>
              <a:noFill/>
              <a:ln w="12700" algn="ctr">
                <a:solidFill>
                  <a:srgbClr val="00B0F0"/>
                </a:solidFill>
                <a:prstDash val="dash"/>
                <a:miter lim="800000"/>
              </a:ln>
            </p:spPr>
            <p:txBody>
              <a:bodyPr lIns="360000" tIns="180000" rIns="180000" bIns="180000" anchor="ctr"/>
              <a:lstStyle/>
              <a:p>
                <a:pPr indent="457200">
                  <a:lnSpc>
                    <a:spcPct val="120000"/>
                  </a:lnSpc>
                </a:pPr>
                <a:r>
                  <a:rPr>
                    <a:latin typeface="+mn-ea"/>
                  </a:rPr>
                  <a:t>UML采用了面向对象的概念，引入了各种独立于语言的表示符号。UML通过建立用例模型、静态模型和动态模型完成对整个系统的建模，所定义的概念和符号可用于软件开发过程的分析、设计和实现的全过程。软件开发人员不必在开发过程的不同阶段进行概念和符号的转换。</a:t>
                </a:r>
              </a:p>
            </p:txBody>
          </p:sp>
          <p:sp>
            <p:nvSpPr>
              <p:cNvPr id="13" name="MH_Other_2"/>
              <p:cNvSpPr txBox="1">
                <a:spLocks noChangeArrowheads="1"/>
              </p:cNvSpPr>
              <p:nvPr>
                <p:custDataLst>
                  <p:tags r:id="rId4"/>
                </p:custDataLst>
              </p:nvPr>
            </p:nvSpPr>
            <p:spPr bwMode="auto">
              <a:xfrm>
                <a:off x="3096" y="5266"/>
                <a:ext cx="1563" cy="3780"/>
              </a:xfrm>
              <a:prstGeom prst="rect">
                <a:avLst/>
              </a:prstGeom>
              <a:noFill/>
              <a:ln w="9525">
                <a:noFill/>
                <a:miter lim="800000"/>
              </a:ln>
            </p:spPr>
            <p:txBody>
              <a:bodyPr anchor="ctr"/>
              <a:lstStyle/>
              <a:p>
                <a:pPr algn="ctr" eaLnBrk="1" hangingPunct="1"/>
                <a:r>
                  <a:rPr lang="en-US" altLang="zh-CN" sz="15000" b="1">
                    <a:solidFill>
                      <a:srgbClr val="01AFEE"/>
                    </a:solidFill>
                    <a:latin typeface="MS PMincho" panose="02020600040205080304" pitchFamily="18" charset="-128"/>
                    <a:ea typeface="MS PMincho" panose="02020600040205080304" pitchFamily="18" charset="-128"/>
                  </a:rPr>
                  <a:t>2</a:t>
                </a:r>
                <a:endParaRPr lang="zh-CN" altLang="en-US" sz="15000" b="1">
                  <a:solidFill>
                    <a:srgbClr val="01AFEE"/>
                  </a:solidFill>
                  <a:latin typeface="MS PMincho" panose="02020600040205080304" pitchFamily="18" charset="-128"/>
                  <a:ea typeface="MS PMincho" panose="02020600040205080304" pitchFamily="18" charset="-128"/>
                </a:endParaRPr>
              </a:p>
            </p:txBody>
          </p:sp>
        </p:grpSp>
      </p:grpSp>
    </p:spTree>
  </p:cSld>
  <p:clrMapOvr>
    <a:masterClrMapping/>
  </p:clrMapOvr>
  <p:transition>
    <p:zoom/>
  </p:transition>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694801" y="360000"/>
            <a:ext cx="5401200" cy="523220"/>
          </a:xfrm>
        </p:spPr>
        <p:txBody>
          <a:bodyPr>
            <a:normAutofit/>
          </a:bodyPr>
          <a:lstStyle/>
          <a:p>
            <a:r>
              <a:rPr lang="en-US" dirty="0"/>
              <a:t>6.2 </a:t>
            </a:r>
            <a:r>
              <a:rPr lang="zh-CN" altLang="en-US" dirty="0">
                <a:sym typeface="+mn-ea"/>
              </a:rPr>
              <a:t>UML概述</a:t>
            </a:r>
            <a:endParaRPr lang="zh-CN" altLang="en-US" dirty="0"/>
          </a:p>
        </p:txBody>
      </p:sp>
      <p:sp>
        <p:nvSpPr>
          <p:cNvPr id="10" name="文本占位符 9">
            <a:extLst>
              <a:ext uri="{FF2B5EF4-FFF2-40B4-BE49-F238E27FC236}">
                <a16:creationId xmlns:a16="http://schemas.microsoft.com/office/drawing/2014/main" id="{BDE2F7C0-A67E-06BC-2EBE-731123BFF70D}"/>
              </a:ext>
            </a:extLst>
          </p:cNvPr>
          <p:cNvSpPr>
            <a:spLocks noGrp="1"/>
          </p:cNvSpPr>
          <p:nvPr>
            <p:ph type="body" sz="quarter" idx="10"/>
          </p:nvPr>
        </p:nvSpPr>
        <p:spPr>
          <a:xfrm>
            <a:off x="900001" y="1322832"/>
            <a:ext cx="5196000" cy="400110"/>
          </a:xfrm>
        </p:spPr>
        <p:txBody>
          <a:bodyPr/>
          <a:lstStyle/>
          <a:p>
            <a:r>
              <a:rPr lang="en-US" altLang="zh-CN" dirty="0"/>
              <a:t>6.2.1 </a:t>
            </a:r>
            <a:r>
              <a:rPr lang="en-US" altLang="zh-CN" dirty="0" err="1">
                <a:sym typeface="+mn-ea"/>
              </a:rPr>
              <a:t>UML的发展</a:t>
            </a:r>
            <a:endParaRPr lang="zh-CN" altLang="en-US" dirty="0"/>
          </a:p>
        </p:txBody>
      </p:sp>
      <p:grpSp>
        <p:nvGrpSpPr>
          <p:cNvPr id="8" name="组合 7"/>
          <p:cNvGrpSpPr/>
          <p:nvPr/>
        </p:nvGrpSpPr>
        <p:grpSpPr>
          <a:xfrm>
            <a:off x="1386205" y="2197100"/>
            <a:ext cx="9419590" cy="2677160"/>
            <a:chOff x="2043" y="1972"/>
            <a:chExt cx="14834" cy="4216"/>
          </a:xfrm>
        </p:grpSpPr>
        <p:sp>
          <p:nvSpPr>
            <p:cNvPr id="9" name="MH_Other_1"/>
            <p:cNvSpPr txBox="1">
              <a:spLocks noChangeArrowheads="1"/>
            </p:cNvSpPr>
            <p:nvPr>
              <p:custDataLst>
                <p:tags r:id="rId1"/>
              </p:custDataLst>
            </p:nvPr>
          </p:nvSpPr>
          <p:spPr bwMode="auto">
            <a:xfrm>
              <a:off x="2043" y="1972"/>
              <a:ext cx="1563" cy="3780"/>
            </a:xfrm>
            <a:prstGeom prst="rect">
              <a:avLst/>
            </a:prstGeom>
            <a:noFill/>
            <a:ln w="9525">
              <a:noFill/>
              <a:miter lim="800000"/>
            </a:ln>
          </p:spPr>
          <p:txBody>
            <a:bodyPr anchor="ctr"/>
            <a:lstStyle/>
            <a:p>
              <a:pPr algn="ctr" eaLnBrk="1" hangingPunct="1"/>
              <a:r>
                <a:rPr lang="en-US" altLang="zh-CN" sz="15000" b="1">
                  <a:solidFill>
                    <a:srgbClr val="01AFEE"/>
                  </a:solidFill>
                  <a:latin typeface="MS PMincho" panose="02020600040205080304" pitchFamily="18" charset="-128"/>
                  <a:ea typeface="MS PMincho" panose="02020600040205080304" pitchFamily="18" charset="-128"/>
                </a:rPr>
                <a:t>3</a:t>
              </a:r>
              <a:endParaRPr lang="zh-CN" altLang="en-US" sz="15000" b="1">
                <a:solidFill>
                  <a:srgbClr val="01AFEE"/>
                </a:solidFill>
                <a:latin typeface="MS PMincho" panose="02020600040205080304" pitchFamily="18" charset="-128"/>
                <a:ea typeface="MS PMincho" panose="02020600040205080304" pitchFamily="18" charset="-128"/>
              </a:endParaRPr>
            </a:p>
          </p:txBody>
        </p:sp>
        <p:sp>
          <p:nvSpPr>
            <p:cNvPr id="11" name="MH_Text_1"/>
            <p:cNvSpPr/>
            <p:nvPr>
              <p:custDataLst>
                <p:tags r:id="rId2"/>
              </p:custDataLst>
            </p:nvPr>
          </p:nvSpPr>
          <p:spPr bwMode="auto">
            <a:xfrm>
              <a:off x="3750" y="3363"/>
              <a:ext cx="13127" cy="2825"/>
            </a:xfrm>
            <a:custGeom>
              <a:avLst/>
              <a:gdLst>
                <a:gd name="T0" fmla="*/ 0 w 3882059"/>
                <a:gd name="T1" fmla="*/ 0 h 805263"/>
                <a:gd name="T2" fmla="*/ 18915162 w 3882059"/>
                <a:gd name="T3" fmla="*/ 0 h 805263"/>
                <a:gd name="T4" fmla="*/ 18915162 w 3882059"/>
                <a:gd name="T5" fmla="*/ 12673249 h 805263"/>
                <a:gd name="T6" fmla="*/ 0 w 3882059"/>
                <a:gd name="T7" fmla="*/ 12673249 h 805263"/>
                <a:gd name="T8" fmla="*/ 0 60000 65536"/>
                <a:gd name="T9" fmla="*/ 0 60000 65536"/>
                <a:gd name="T10" fmla="*/ 0 60000 65536"/>
                <a:gd name="T11" fmla="*/ 0 60000 65536"/>
                <a:gd name="T12" fmla="*/ 0 w 3882059"/>
                <a:gd name="T13" fmla="*/ 0 h 805263"/>
                <a:gd name="T14" fmla="*/ 3882059 w 3882059"/>
                <a:gd name="T15" fmla="*/ 805263 h 805263"/>
              </a:gdLst>
              <a:ahLst/>
              <a:cxnLst>
                <a:cxn ang="T8">
                  <a:pos x="T0" y="T1"/>
                </a:cxn>
                <a:cxn ang="T9">
                  <a:pos x="T2" y="T3"/>
                </a:cxn>
                <a:cxn ang="T10">
                  <a:pos x="T4" y="T5"/>
                </a:cxn>
                <a:cxn ang="T11">
                  <a:pos x="T6" y="T7"/>
                </a:cxn>
              </a:cxnLst>
              <a:rect l="T12" t="T13" r="T14" b="T15"/>
              <a:pathLst>
                <a:path w="3882059" h="805263">
                  <a:moveTo>
                    <a:pt x="0" y="0"/>
                  </a:moveTo>
                  <a:lnTo>
                    <a:pt x="3882059" y="0"/>
                  </a:lnTo>
                  <a:lnTo>
                    <a:pt x="3882059" y="805263"/>
                  </a:lnTo>
                  <a:lnTo>
                    <a:pt x="0" y="805263"/>
                  </a:lnTo>
                </a:path>
              </a:pathLst>
            </a:custGeom>
            <a:noFill/>
            <a:ln w="12700" algn="ctr">
              <a:solidFill>
                <a:srgbClr val="00B0F0"/>
              </a:solidFill>
              <a:prstDash val="dash"/>
              <a:miter lim="800000"/>
            </a:ln>
          </p:spPr>
          <p:txBody>
            <a:bodyPr lIns="108000" tIns="46800" rIns="108000" bIns="46800" anchor="ctr"/>
            <a:lstStyle/>
            <a:p>
              <a:pPr indent="457200">
                <a:lnSpc>
                  <a:spcPct val="120000"/>
                </a:lnSpc>
              </a:pPr>
              <a:r>
                <a:rPr>
                  <a:latin typeface="+mn-ea"/>
                </a:rPr>
                <a:t>面向对象软件工程（OOSE）方法的最大特点是面向用例（Use Case）。用例代表某些用户可见的功能，实现一个具体的用户目标。用例代表一类功能而不是使用该功能的某一具体实例。用例是精确描述需求的重要工具，贯穿于整个软件开发过程，包括对系统的测试和验证过程。</a:t>
              </a:r>
            </a:p>
          </p:txBody>
        </p:sp>
      </p:grpSp>
    </p:spTree>
  </p:cSld>
  <p:clrMapOvr>
    <a:masterClrMapping/>
  </p:clrMapOvr>
  <p:transition>
    <p:zoom/>
  </p:transition>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694801" y="360000"/>
            <a:ext cx="5401200" cy="523220"/>
          </a:xfrm>
        </p:spPr>
        <p:txBody>
          <a:bodyPr>
            <a:normAutofit/>
          </a:bodyPr>
          <a:lstStyle/>
          <a:p>
            <a:r>
              <a:rPr lang="en-US" dirty="0"/>
              <a:t>6.2 </a:t>
            </a:r>
            <a:r>
              <a:rPr lang="zh-CN" altLang="en-US" dirty="0">
                <a:sym typeface="+mn-ea"/>
              </a:rPr>
              <a:t>UML概述</a:t>
            </a:r>
            <a:endParaRPr lang="zh-CN" altLang="en-US" dirty="0"/>
          </a:p>
        </p:txBody>
      </p:sp>
      <p:sp>
        <p:nvSpPr>
          <p:cNvPr id="14" name="文本占位符 13">
            <a:extLst>
              <a:ext uri="{FF2B5EF4-FFF2-40B4-BE49-F238E27FC236}">
                <a16:creationId xmlns:a16="http://schemas.microsoft.com/office/drawing/2014/main" id="{44C0BC1D-A0DA-A1A3-D654-B9BCA4FB42D7}"/>
              </a:ext>
            </a:extLst>
          </p:cNvPr>
          <p:cNvSpPr>
            <a:spLocks noGrp="1"/>
          </p:cNvSpPr>
          <p:nvPr>
            <p:ph type="body" sz="quarter" idx="10"/>
          </p:nvPr>
        </p:nvSpPr>
        <p:spPr>
          <a:xfrm>
            <a:off x="900001" y="1322832"/>
            <a:ext cx="5196000" cy="400110"/>
          </a:xfrm>
        </p:spPr>
        <p:txBody>
          <a:bodyPr/>
          <a:lstStyle/>
          <a:p>
            <a:r>
              <a:rPr lang="en-US" altLang="zh-CN" dirty="0"/>
              <a:t>6.2.2 </a:t>
            </a:r>
            <a:r>
              <a:rPr lang="en-US" altLang="zh-CN" dirty="0" err="1">
                <a:sym typeface="+mn-ea"/>
              </a:rPr>
              <a:t>UML的</a:t>
            </a:r>
            <a:r>
              <a:rPr lang="zh-CN" altLang="en-US" dirty="0">
                <a:sym typeface="+mn-ea"/>
              </a:rPr>
              <a:t>内容</a:t>
            </a:r>
          </a:p>
        </p:txBody>
      </p:sp>
      <p:grpSp>
        <p:nvGrpSpPr>
          <p:cNvPr id="2" name="组合 1"/>
          <p:cNvGrpSpPr/>
          <p:nvPr/>
        </p:nvGrpSpPr>
        <p:grpSpPr>
          <a:xfrm>
            <a:off x="754380" y="2239010"/>
            <a:ext cx="10675620" cy="4110355"/>
            <a:chOff x="1188" y="3406"/>
            <a:chExt cx="16812" cy="6473"/>
          </a:xfrm>
        </p:grpSpPr>
        <p:grpSp>
          <p:nvGrpSpPr>
            <p:cNvPr id="21" name="组合 20"/>
            <p:cNvGrpSpPr/>
            <p:nvPr/>
          </p:nvGrpSpPr>
          <p:grpSpPr>
            <a:xfrm>
              <a:off x="1188" y="3607"/>
              <a:ext cx="7538" cy="1455"/>
              <a:chOff x="2060" y="3526"/>
              <a:chExt cx="7538" cy="1455"/>
            </a:xfrm>
          </p:grpSpPr>
          <p:sp>
            <p:nvSpPr>
              <p:cNvPr id="4" name="MH_Other_1"/>
              <p:cNvSpPr>
                <a:spLocks noChangeArrowheads="1"/>
              </p:cNvSpPr>
              <p:nvPr>
                <p:custDataLst>
                  <p:tags r:id="rId16"/>
                </p:custDataLst>
              </p:nvPr>
            </p:nvSpPr>
            <p:spPr bwMode="auto">
              <a:xfrm>
                <a:off x="2060" y="3526"/>
                <a:ext cx="1060" cy="795"/>
              </a:xfrm>
              <a:prstGeom prst="rect">
                <a:avLst/>
              </a:prstGeom>
              <a:solidFill>
                <a:srgbClr val="25B4E9"/>
              </a:solidFill>
              <a:ln w="9525">
                <a:noFill/>
                <a:miter lim="800000"/>
              </a:ln>
            </p:spPr>
            <p:txBody>
              <a:bodyPr anchor="ctr"/>
              <a:lstStyle/>
              <a:p>
                <a:pPr algn="ctr" eaLnBrk="1" hangingPunct="1"/>
                <a:r>
                  <a:rPr lang="en-US" altLang="zh-CN" sz="2400" b="1" dirty="0">
                    <a:solidFill>
                      <a:srgbClr val="FFFFFF"/>
                    </a:solidFill>
                    <a:ea typeface="微软雅黑" panose="020B0503020204020204" charset="-122"/>
                  </a:rPr>
                  <a:t>01</a:t>
                </a:r>
                <a:endParaRPr lang="zh-CN" altLang="en-US" sz="2400" b="1">
                  <a:solidFill>
                    <a:srgbClr val="FFFFFF"/>
                  </a:solidFill>
                  <a:ea typeface="微软雅黑" panose="020B0503020204020204" charset="-122"/>
                </a:endParaRPr>
              </a:p>
            </p:txBody>
          </p:sp>
          <p:sp>
            <p:nvSpPr>
              <p:cNvPr id="5" name="MH_Other_2"/>
              <p:cNvSpPr>
                <a:spLocks noChangeArrowheads="1"/>
              </p:cNvSpPr>
              <p:nvPr>
                <p:custDataLst>
                  <p:tags r:id="rId17"/>
                </p:custDataLst>
              </p:nvPr>
            </p:nvSpPr>
            <p:spPr bwMode="auto">
              <a:xfrm>
                <a:off x="3180" y="3691"/>
                <a:ext cx="840" cy="630"/>
              </a:xfrm>
              <a:prstGeom prst="rect">
                <a:avLst/>
              </a:prstGeom>
              <a:solidFill>
                <a:srgbClr val="ACE3F6"/>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6" name="MH_Other_3"/>
              <p:cNvSpPr>
                <a:spLocks noChangeArrowheads="1"/>
              </p:cNvSpPr>
              <p:nvPr>
                <p:custDataLst>
                  <p:tags r:id="rId18"/>
                </p:custDataLst>
              </p:nvPr>
            </p:nvSpPr>
            <p:spPr bwMode="auto">
              <a:xfrm>
                <a:off x="2300" y="4366"/>
                <a:ext cx="820" cy="615"/>
              </a:xfrm>
              <a:prstGeom prst="rect">
                <a:avLst/>
              </a:prstGeom>
              <a:solidFill>
                <a:srgbClr val="67CBEF"/>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7" name="MH_Other_4"/>
              <p:cNvSpPr>
                <a:spLocks noChangeArrowheads="1"/>
              </p:cNvSpPr>
              <p:nvPr>
                <p:custDataLst>
                  <p:tags r:id="rId19"/>
                </p:custDataLst>
              </p:nvPr>
            </p:nvSpPr>
            <p:spPr bwMode="auto">
              <a:xfrm>
                <a:off x="3180" y="4366"/>
                <a:ext cx="1060" cy="525"/>
              </a:xfrm>
              <a:prstGeom prst="rect">
                <a:avLst/>
              </a:prstGeom>
              <a:solidFill>
                <a:srgbClr val="D9F2FB"/>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8" name="MH_SubTitle_1"/>
              <p:cNvSpPr/>
              <p:nvPr>
                <p:custDataLst>
                  <p:tags r:id="rId20"/>
                </p:custDataLst>
              </p:nvPr>
            </p:nvSpPr>
            <p:spPr>
              <a:xfrm>
                <a:off x="4410" y="3811"/>
                <a:ext cx="5188" cy="1040"/>
              </a:xfrm>
              <a:prstGeom prst="rect">
                <a:avLst/>
              </a:prstGeom>
            </p:spPr>
            <p:txBody>
              <a:bodyPr lIns="72000" tIns="36000" rIns="72000" bIns="36000" anchor="ctr">
                <a:spAutoFit/>
              </a:bodyPr>
              <a:lstStyle/>
              <a:p>
                <a:pPr indent="457200">
                  <a:lnSpc>
                    <a:spcPct val="125000"/>
                  </a:lnSpc>
                  <a:defRPr/>
                </a:pPr>
                <a:r>
                  <a:rPr lang="zh-CN" altLang="en-US" sz="1600" dirty="0">
                    <a:solidFill>
                      <a:srgbClr val="000000"/>
                    </a:solidFill>
                    <a:latin typeface="微软雅黑" panose="020B0503020204020204" charset="-122"/>
                    <a:ea typeface="微软雅黑" panose="020B0503020204020204" charset="-122"/>
                    <a:sym typeface="+mn-ea"/>
                  </a:rPr>
                  <a:t>UML是一种描述、构造、可视化和文档化的软件建模语言。</a:t>
                </a:r>
              </a:p>
            </p:txBody>
          </p:sp>
        </p:grpSp>
        <p:grpSp>
          <p:nvGrpSpPr>
            <p:cNvPr id="22" name="组合 21"/>
            <p:cNvGrpSpPr/>
            <p:nvPr/>
          </p:nvGrpSpPr>
          <p:grpSpPr>
            <a:xfrm>
              <a:off x="9776" y="3406"/>
              <a:ext cx="8224" cy="2009"/>
              <a:chOff x="7327" y="7369"/>
              <a:chExt cx="8224" cy="2009"/>
            </a:xfrm>
          </p:grpSpPr>
          <p:sp>
            <p:nvSpPr>
              <p:cNvPr id="9" name="MH_Other_5"/>
              <p:cNvSpPr>
                <a:spLocks noChangeArrowheads="1"/>
              </p:cNvSpPr>
              <p:nvPr>
                <p:custDataLst>
                  <p:tags r:id="rId11"/>
                </p:custDataLst>
              </p:nvPr>
            </p:nvSpPr>
            <p:spPr bwMode="auto">
              <a:xfrm>
                <a:off x="7327" y="7570"/>
                <a:ext cx="1060" cy="795"/>
              </a:xfrm>
              <a:prstGeom prst="rect">
                <a:avLst/>
              </a:prstGeom>
              <a:solidFill>
                <a:srgbClr val="4FB469"/>
              </a:solidFill>
              <a:ln w="9525">
                <a:noFill/>
                <a:miter lim="800000"/>
              </a:ln>
            </p:spPr>
            <p:txBody>
              <a:bodyPr anchor="ctr"/>
              <a:lstStyle/>
              <a:p>
                <a:pPr algn="ctr" eaLnBrk="1" hangingPunct="1"/>
                <a:r>
                  <a:rPr lang="en-US" altLang="zh-CN" sz="2400" b="1" dirty="0">
                    <a:solidFill>
                      <a:srgbClr val="FFFFFF"/>
                    </a:solidFill>
                    <a:ea typeface="微软雅黑" panose="020B0503020204020204" charset="-122"/>
                  </a:rPr>
                  <a:t>03</a:t>
                </a:r>
                <a:endParaRPr lang="zh-CN" altLang="en-US" sz="2400" b="1">
                  <a:solidFill>
                    <a:srgbClr val="FFFFFF"/>
                  </a:solidFill>
                  <a:ea typeface="微软雅黑" panose="020B0503020204020204" charset="-122"/>
                </a:endParaRPr>
              </a:p>
            </p:txBody>
          </p:sp>
          <p:sp>
            <p:nvSpPr>
              <p:cNvPr id="10" name="MH_Other_6"/>
              <p:cNvSpPr>
                <a:spLocks noChangeArrowheads="1"/>
              </p:cNvSpPr>
              <p:nvPr>
                <p:custDataLst>
                  <p:tags r:id="rId12"/>
                </p:custDataLst>
              </p:nvPr>
            </p:nvSpPr>
            <p:spPr bwMode="auto">
              <a:xfrm>
                <a:off x="8447" y="7735"/>
                <a:ext cx="840" cy="630"/>
              </a:xfrm>
              <a:prstGeom prst="rect">
                <a:avLst/>
              </a:prstGeom>
              <a:solidFill>
                <a:srgbClr val="B6E0C1"/>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11" name="MH_Other_7"/>
              <p:cNvSpPr>
                <a:spLocks noChangeArrowheads="1"/>
              </p:cNvSpPr>
              <p:nvPr>
                <p:custDataLst>
                  <p:tags r:id="rId13"/>
                </p:custDataLst>
              </p:nvPr>
            </p:nvSpPr>
            <p:spPr bwMode="auto">
              <a:xfrm>
                <a:off x="7567" y="8410"/>
                <a:ext cx="820" cy="615"/>
              </a:xfrm>
              <a:prstGeom prst="rect">
                <a:avLst/>
              </a:prstGeom>
              <a:solidFill>
                <a:srgbClr val="8DCF9E"/>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12" name="MH_Other_8"/>
              <p:cNvSpPr>
                <a:spLocks noChangeArrowheads="1"/>
              </p:cNvSpPr>
              <p:nvPr>
                <p:custDataLst>
                  <p:tags r:id="rId14"/>
                </p:custDataLst>
              </p:nvPr>
            </p:nvSpPr>
            <p:spPr bwMode="auto">
              <a:xfrm>
                <a:off x="8447" y="8410"/>
                <a:ext cx="1060" cy="525"/>
              </a:xfrm>
              <a:prstGeom prst="rect">
                <a:avLst/>
              </a:prstGeom>
              <a:solidFill>
                <a:srgbClr val="E1F3E5"/>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19" name="MH_SubTitle_3"/>
              <p:cNvSpPr/>
              <p:nvPr>
                <p:custDataLst>
                  <p:tags r:id="rId15"/>
                </p:custDataLst>
              </p:nvPr>
            </p:nvSpPr>
            <p:spPr>
              <a:xfrm>
                <a:off x="9768" y="7369"/>
                <a:ext cx="5783" cy="2009"/>
              </a:xfrm>
              <a:prstGeom prst="rect">
                <a:avLst/>
              </a:prstGeom>
            </p:spPr>
            <p:txBody>
              <a:bodyPr wrap="square" lIns="72000" tIns="36000" rIns="72000" bIns="36000" anchor="ctr">
                <a:spAutoFit/>
              </a:bodyPr>
              <a:lstStyle/>
              <a:p>
                <a:pPr indent="457200">
                  <a:lnSpc>
                    <a:spcPct val="125000"/>
                  </a:lnSpc>
                  <a:defRPr/>
                </a:pPr>
                <a:r>
                  <a:rPr lang="zh-CN" altLang="en-US" sz="1600" dirty="0">
                    <a:solidFill>
                      <a:srgbClr val="000000"/>
                    </a:solidFill>
                    <a:latin typeface="微软雅黑" panose="020B0503020204020204" charset="-122"/>
                    <a:ea typeface="微软雅黑" panose="020B0503020204020204" charset="-122"/>
                    <a:sym typeface="+mn-ea"/>
                  </a:rPr>
                  <a:t>UML采用图形表示法，是一种可视化的图形建模语言。UML的主要内容包括UML语义、UML表示法和几种模型。</a:t>
                </a:r>
              </a:p>
            </p:txBody>
          </p:sp>
        </p:grpSp>
        <p:grpSp>
          <p:nvGrpSpPr>
            <p:cNvPr id="20" name="组合 19"/>
            <p:cNvGrpSpPr/>
            <p:nvPr/>
          </p:nvGrpSpPr>
          <p:grpSpPr>
            <a:xfrm>
              <a:off x="1188" y="6468"/>
              <a:ext cx="7537" cy="2494"/>
              <a:chOff x="4720" y="5125"/>
              <a:chExt cx="7537" cy="2494"/>
            </a:xfrm>
          </p:grpSpPr>
          <p:sp>
            <p:nvSpPr>
              <p:cNvPr id="23" name="MH_Other_9"/>
              <p:cNvSpPr>
                <a:spLocks noChangeArrowheads="1"/>
              </p:cNvSpPr>
              <p:nvPr>
                <p:custDataLst>
                  <p:tags r:id="rId6"/>
                </p:custDataLst>
              </p:nvPr>
            </p:nvSpPr>
            <p:spPr bwMode="auto">
              <a:xfrm>
                <a:off x="4720" y="5568"/>
                <a:ext cx="1060" cy="795"/>
              </a:xfrm>
              <a:prstGeom prst="rect">
                <a:avLst/>
              </a:prstGeom>
              <a:solidFill>
                <a:schemeClr val="accent5">
                  <a:lumMod val="75000"/>
                </a:schemeClr>
              </a:solidFill>
              <a:ln w="9525">
                <a:noFill/>
                <a:miter lim="800000"/>
              </a:ln>
            </p:spPr>
            <p:txBody>
              <a:bodyPr anchor="ctr"/>
              <a:lstStyle/>
              <a:p>
                <a:pPr algn="ctr" eaLnBrk="1" hangingPunct="1"/>
                <a:r>
                  <a:rPr lang="en-US" altLang="zh-CN" sz="2400" b="1" dirty="0">
                    <a:solidFill>
                      <a:srgbClr val="FFFFFF"/>
                    </a:solidFill>
                    <a:ea typeface="微软雅黑" panose="020B0503020204020204" charset="-122"/>
                  </a:rPr>
                  <a:t>02</a:t>
                </a:r>
                <a:endParaRPr lang="zh-CN" altLang="en-US" sz="2400" b="1">
                  <a:solidFill>
                    <a:srgbClr val="FFFFFF"/>
                  </a:solidFill>
                  <a:ea typeface="微软雅黑" panose="020B0503020204020204" charset="-122"/>
                </a:endParaRPr>
              </a:p>
            </p:txBody>
          </p:sp>
          <p:sp>
            <p:nvSpPr>
              <p:cNvPr id="24" name="MH_Other_10"/>
              <p:cNvSpPr>
                <a:spLocks noChangeArrowheads="1"/>
              </p:cNvSpPr>
              <p:nvPr>
                <p:custDataLst>
                  <p:tags r:id="rId7"/>
                </p:custDataLst>
              </p:nvPr>
            </p:nvSpPr>
            <p:spPr bwMode="auto">
              <a:xfrm>
                <a:off x="5840" y="5733"/>
                <a:ext cx="840" cy="630"/>
              </a:xfrm>
              <a:prstGeom prst="rect">
                <a:avLst/>
              </a:prstGeom>
              <a:solidFill>
                <a:schemeClr val="accent5">
                  <a:lumMod val="60000"/>
                  <a:lumOff val="40000"/>
                </a:schemeClr>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25" name="MH_Other_11"/>
              <p:cNvSpPr>
                <a:spLocks noChangeArrowheads="1"/>
              </p:cNvSpPr>
              <p:nvPr>
                <p:custDataLst>
                  <p:tags r:id="rId8"/>
                </p:custDataLst>
              </p:nvPr>
            </p:nvSpPr>
            <p:spPr bwMode="auto">
              <a:xfrm>
                <a:off x="4960" y="6408"/>
                <a:ext cx="820" cy="615"/>
              </a:xfrm>
              <a:prstGeom prst="rect">
                <a:avLst/>
              </a:prstGeom>
              <a:solidFill>
                <a:schemeClr val="accent5">
                  <a:lumMod val="60000"/>
                  <a:lumOff val="40000"/>
                </a:schemeClr>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26" name="MH_Other_12"/>
              <p:cNvSpPr>
                <a:spLocks noChangeArrowheads="1"/>
              </p:cNvSpPr>
              <p:nvPr>
                <p:custDataLst>
                  <p:tags r:id="rId9"/>
                </p:custDataLst>
              </p:nvPr>
            </p:nvSpPr>
            <p:spPr bwMode="auto">
              <a:xfrm>
                <a:off x="5840" y="6408"/>
                <a:ext cx="1060" cy="525"/>
              </a:xfrm>
              <a:prstGeom prst="rect">
                <a:avLst/>
              </a:prstGeom>
              <a:solidFill>
                <a:schemeClr val="accent5">
                  <a:lumMod val="20000"/>
                  <a:lumOff val="80000"/>
                </a:schemeClr>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27" name="MH_SubTitle_2"/>
              <p:cNvSpPr/>
              <p:nvPr>
                <p:custDataLst>
                  <p:tags r:id="rId10"/>
                </p:custDataLst>
              </p:nvPr>
            </p:nvSpPr>
            <p:spPr>
              <a:xfrm>
                <a:off x="7070" y="5125"/>
                <a:ext cx="5187" cy="2494"/>
              </a:xfrm>
              <a:prstGeom prst="rect">
                <a:avLst/>
              </a:prstGeom>
            </p:spPr>
            <p:txBody>
              <a:bodyPr lIns="72000" tIns="36000" rIns="72000" bIns="36000" anchor="ctr">
                <a:spAutoFit/>
              </a:bodyPr>
              <a:lstStyle/>
              <a:p>
                <a:pPr lvl="0" indent="457200" algn="just">
                  <a:lnSpc>
                    <a:spcPct val="125000"/>
                  </a:lnSpc>
                  <a:spcBef>
                    <a:spcPct val="0"/>
                  </a:spcBef>
                </a:pPr>
                <a:r>
                  <a:rPr lang="zh-CN" altLang="en-US" sz="1600" dirty="0">
                    <a:solidFill>
                      <a:srgbClr val="000000"/>
                    </a:solidFill>
                    <a:latin typeface="微软雅黑" panose="020B0503020204020204" charset="-122"/>
                    <a:ea typeface="微软雅黑" panose="020B0503020204020204" charset="-122"/>
                    <a:sym typeface="+mn-ea"/>
                  </a:rPr>
                  <a:t>UML是面向对象技术中软件分析与设计的标准建模语言，它统一了面向对象建模的基本概念、术语及其图形符号，建立了便于交流的通用语言。</a:t>
                </a:r>
              </a:p>
            </p:txBody>
          </p:sp>
        </p:grpSp>
        <p:grpSp>
          <p:nvGrpSpPr>
            <p:cNvPr id="28" name="组合 27"/>
            <p:cNvGrpSpPr/>
            <p:nvPr/>
          </p:nvGrpSpPr>
          <p:grpSpPr>
            <a:xfrm>
              <a:off x="9776" y="5931"/>
              <a:ext cx="8224" cy="3948"/>
              <a:chOff x="7327" y="6590"/>
              <a:chExt cx="8224" cy="3948"/>
            </a:xfrm>
          </p:grpSpPr>
          <p:sp>
            <p:nvSpPr>
              <p:cNvPr id="30" name="MH_Other_5"/>
              <p:cNvSpPr>
                <a:spLocks noChangeArrowheads="1"/>
              </p:cNvSpPr>
              <p:nvPr>
                <p:custDataLst>
                  <p:tags r:id="rId1"/>
                </p:custDataLst>
              </p:nvPr>
            </p:nvSpPr>
            <p:spPr bwMode="auto">
              <a:xfrm>
                <a:off x="7327" y="7570"/>
                <a:ext cx="1060" cy="795"/>
              </a:xfrm>
              <a:prstGeom prst="rect">
                <a:avLst/>
              </a:prstGeom>
              <a:solidFill>
                <a:schemeClr val="accent4">
                  <a:lumMod val="75000"/>
                </a:schemeClr>
              </a:solidFill>
              <a:ln w="9525">
                <a:noFill/>
                <a:miter lim="800000"/>
              </a:ln>
            </p:spPr>
            <p:txBody>
              <a:bodyPr anchor="ctr"/>
              <a:lstStyle/>
              <a:p>
                <a:pPr algn="ctr" eaLnBrk="1" hangingPunct="1"/>
                <a:r>
                  <a:rPr lang="en-US" altLang="zh-CN" sz="2400" b="1" dirty="0">
                    <a:solidFill>
                      <a:srgbClr val="FFFFFF"/>
                    </a:solidFill>
                    <a:ea typeface="微软雅黑" panose="020B0503020204020204" charset="-122"/>
                  </a:rPr>
                  <a:t>04</a:t>
                </a:r>
                <a:endParaRPr lang="zh-CN" altLang="en-US" sz="2400" b="1" dirty="0">
                  <a:solidFill>
                    <a:srgbClr val="FFFFFF"/>
                  </a:solidFill>
                  <a:ea typeface="微软雅黑" panose="020B0503020204020204" charset="-122"/>
                </a:endParaRPr>
              </a:p>
            </p:txBody>
          </p:sp>
          <p:sp>
            <p:nvSpPr>
              <p:cNvPr id="31" name="MH_Other_6"/>
              <p:cNvSpPr>
                <a:spLocks noChangeArrowheads="1"/>
              </p:cNvSpPr>
              <p:nvPr>
                <p:custDataLst>
                  <p:tags r:id="rId2"/>
                </p:custDataLst>
              </p:nvPr>
            </p:nvSpPr>
            <p:spPr bwMode="auto">
              <a:xfrm>
                <a:off x="8447" y="7735"/>
                <a:ext cx="840" cy="630"/>
              </a:xfrm>
              <a:prstGeom prst="rect">
                <a:avLst/>
              </a:prstGeom>
              <a:solidFill>
                <a:schemeClr val="accent4">
                  <a:lumMod val="40000"/>
                  <a:lumOff val="60000"/>
                </a:schemeClr>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32" name="MH_Other_7"/>
              <p:cNvSpPr>
                <a:spLocks noChangeArrowheads="1"/>
              </p:cNvSpPr>
              <p:nvPr>
                <p:custDataLst>
                  <p:tags r:id="rId3"/>
                </p:custDataLst>
              </p:nvPr>
            </p:nvSpPr>
            <p:spPr bwMode="auto">
              <a:xfrm>
                <a:off x="7567" y="8410"/>
                <a:ext cx="820" cy="615"/>
              </a:xfrm>
              <a:prstGeom prst="rect">
                <a:avLst/>
              </a:prstGeom>
              <a:solidFill>
                <a:schemeClr val="accent4">
                  <a:lumMod val="60000"/>
                  <a:lumOff val="40000"/>
                </a:schemeClr>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33" name="MH_Other_8"/>
              <p:cNvSpPr>
                <a:spLocks noChangeArrowheads="1"/>
              </p:cNvSpPr>
              <p:nvPr>
                <p:custDataLst>
                  <p:tags r:id="rId4"/>
                </p:custDataLst>
              </p:nvPr>
            </p:nvSpPr>
            <p:spPr bwMode="auto">
              <a:xfrm>
                <a:off x="8447" y="8410"/>
                <a:ext cx="1060" cy="525"/>
              </a:xfrm>
              <a:prstGeom prst="rect">
                <a:avLst/>
              </a:prstGeom>
              <a:solidFill>
                <a:schemeClr val="accent4">
                  <a:lumMod val="20000"/>
                  <a:lumOff val="80000"/>
                </a:schemeClr>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34" name="MH_SubTitle_3"/>
              <p:cNvSpPr/>
              <p:nvPr>
                <p:custDataLst>
                  <p:tags r:id="rId5"/>
                </p:custDataLst>
              </p:nvPr>
            </p:nvSpPr>
            <p:spPr>
              <a:xfrm>
                <a:off x="9768" y="6590"/>
                <a:ext cx="5783" cy="3948"/>
              </a:xfrm>
              <a:prstGeom prst="rect">
                <a:avLst/>
              </a:prstGeom>
            </p:spPr>
            <p:txBody>
              <a:bodyPr lIns="72000" tIns="36000" rIns="72000" bIns="36000" anchor="ctr">
                <a:spAutoFit/>
              </a:bodyPr>
              <a:lstStyle/>
              <a:p>
                <a:pPr indent="457200">
                  <a:lnSpc>
                    <a:spcPct val="125000"/>
                  </a:lnSpc>
                  <a:defRPr/>
                </a:pPr>
                <a:r>
                  <a:rPr lang="zh-CN" altLang="en-US" sz="1600" dirty="0">
                    <a:solidFill>
                      <a:srgbClr val="000000"/>
                    </a:solidFill>
                    <a:latin typeface="微软雅黑" panose="020B0503020204020204" charset="-122"/>
                    <a:ea typeface="微软雅黑" panose="020B0503020204020204" charset="-122"/>
                    <a:sym typeface="+mn-ea"/>
                  </a:rPr>
                  <a:t>UML表示法为建模者和建模工具的开发者提供了标准的图形符号和文字表达的语法。这些图形符号和文字所表达的是应用级的模型，使用这些图形符号和正文语法为系统建模构造了标准的系统模型。</a:t>
                </a:r>
                <a:endParaRPr lang="en-US" altLang="zh-CN" sz="1600" dirty="0">
                  <a:solidFill>
                    <a:srgbClr val="000000"/>
                  </a:solidFill>
                  <a:latin typeface="微软雅黑" panose="020B0503020204020204" charset="-122"/>
                  <a:ea typeface="微软雅黑" panose="020B0503020204020204" charset="-122"/>
                  <a:sym typeface="+mn-ea"/>
                </a:endParaRPr>
              </a:p>
              <a:p>
                <a:pPr indent="457200">
                  <a:lnSpc>
                    <a:spcPct val="125000"/>
                  </a:lnSpc>
                  <a:defRPr/>
                </a:pPr>
                <a:r>
                  <a:rPr lang="zh-CN" altLang="en-US" sz="1600" dirty="0">
                    <a:solidFill>
                      <a:srgbClr val="000000"/>
                    </a:solidFill>
                    <a:latin typeface="微软雅黑" panose="020B0503020204020204" charset="-122"/>
                    <a:ea typeface="微软雅黑" panose="020B0503020204020204" charset="-122"/>
                    <a:sym typeface="+mn-ea"/>
                  </a:rPr>
                  <a:t>UML表示法由UML图、视图、模型元素、通用机制和扩展机制组成。</a:t>
                </a:r>
              </a:p>
            </p:txBody>
          </p:sp>
        </p:grpSp>
      </p:grpSp>
    </p:spTree>
  </p:cSld>
  <p:clrMapOvr>
    <a:masterClrMapping/>
  </p:clrMapOvr>
  <p:transition>
    <p:zoom/>
  </p:transition>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694801" y="360000"/>
            <a:ext cx="5401200" cy="523220"/>
          </a:xfrm>
        </p:spPr>
        <p:txBody>
          <a:bodyPr/>
          <a:lstStyle/>
          <a:p>
            <a:r>
              <a:rPr lang="en-US" dirty="0"/>
              <a:t>6.2 </a:t>
            </a:r>
            <a:r>
              <a:rPr lang="zh-CN" altLang="en-US" dirty="0">
                <a:sym typeface="+mn-ea"/>
              </a:rPr>
              <a:t>UML概述</a:t>
            </a:r>
            <a:endParaRPr lang="zh-CN" altLang="en-US" dirty="0"/>
          </a:p>
        </p:txBody>
      </p:sp>
      <p:sp>
        <p:nvSpPr>
          <p:cNvPr id="4" name="文本占位符 3">
            <a:extLst>
              <a:ext uri="{FF2B5EF4-FFF2-40B4-BE49-F238E27FC236}">
                <a16:creationId xmlns:a16="http://schemas.microsoft.com/office/drawing/2014/main" id="{D356E68C-9D67-55F9-005C-181CCBCD9BD0}"/>
              </a:ext>
            </a:extLst>
          </p:cNvPr>
          <p:cNvSpPr>
            <a:spLocks noGrp="1"/>
          </p:cNvSpPr>
          <p:nvPr>
            <p:ph type="body" sz="quarter" idx="10"/>
          </p:nvPr>
        </p:nvSpPr>
        <p:spPr>
          <a:xfrm>
            <a:off x="900001" y="1322832"/>
            <a:ext cx="5196000" cy="400110"/>
          </a:xfrm>
        </p:spPr>
        <p:txBody>
          <a:bodyPr/>
          <a:lstStyle/>
          <a:p>
            <a:r>
              <a:rPr lang="en-US" altLang="zh-CN" dirty="0"/>
              <a:t>6.2.2 </a:t>
            </a:r>
            <a:r>
              <a:rPr lang="en-US" altLang="zh-CN" dirty="0" err="1">
                <a:sym typeface="+mn-ea"/>
              </a:rPr>
              <a:t>UML的</a:t>
            </a:r>
            <a:r>
              <a:rPr lang="zh-CN" altLang="en-US" dirty="0">
                <a:sym typeface="+mn-ea"/>
              </a:rPr>
              <a:t>内容</a:t>
            </a:r>
          </a:p>
        </p:txBody>
      </p:sp>
      <p:grpSp>
        <p:nvGrpSpPr>
          <p:cNvPr id="14" name="组合 13"/>
          <p:cNvGrpSpPr/>
          <p:nvPr/>
        </p:nvGrpSpPr>
        <p:grpSpPr>
          <a:xfrm>
            <a:off x="754380" y="2655712"/>
            <a:ext cx="5034915" cy="1303020"/>
            <a:chOff x="1188" y="3092"/>
            <a:chExt cx="7929" cy="2052"/>
          </a:xfrm>
        </p:grpSpPr>
        <p:grpSp>
          <p:nvGrpSpPr>
            <p:cNvPr id="15" name="组合 14"/>
            <p:cNvGrpSpPr/>
            <p:nvPr/>
          </p:nvGrpSpPr>
          <p:grpSpPr>
            <a:xfrm>
              <a:off x="1188" y="3092"/>
              <a:ext cx="4947" cy="930"/>
              <a:chOff x="508000" y="3196191"/>
              <a:chExt cx="3141314" cy="590550"/>
            </a:xfrm>
          </p:grpSpPr>
          <p:sp>
            <p:nvSpPr>
              <p:cNvPr id="16" name="TextBox 1"/>
              <p:cNvSpPr txBox="1">
                <a:spLocks noChangeArrowheads="1"/>
              </p:cNvSpPr>
              <p:nvPr/>
            </p:nvSpPr>
            <p:spPr bwMode="auto">
              <a:xfrm>
                <a:off x="508000" y="3196191"/>
                <a:ext cx="364198" cy="523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sz="2000">
                    <a:solidFill>
                      <a:schemeClr val="tx1"/>
                    </a:solidFill>
                    <a:latin typeface="Calibri" panose="020F0502020204030204" charset="0"/>
                    <a:ea typeface="宋体" panose="02010600030101010101" pitchFamily="2" charset="-122"/>
                  </a:defRPr>
                </a:lvl1pPr>
                <a:lvl2pPr marL="742950" indent="-285750" eaLnBrk="0" hangingPunct="0">
                  <a:defRPr sz="2000">
                    <a:solidFill>
                      <a:schemeClr val="tx1"/>
                    </a:solidFill>
                    <a:latin typeface="Calibri" panose="020F0502020204030204" charset="0"/>
                    <a:ea typeface="宋体" panose="02010600030101010101" pitchFamily="2" charset="-122"/>
                  </a:defRPr>
                </a:lvl2pPr>
                <a:lvl3pPr marL="1143000" indent="-228600" eaLnBrk="0" hangingPunct="0">
                  <a:defRPr sz="2000">
                    <a:solidFill>
                      <a:schemeClr val="tx1"/>
                    </a:solidFill>
                    <a:latin typeface="Calibri" panose="020F0502020204030204" charset="0"/>
                    <a:ea typeface="宋体" panose="02010600030101010101" pitchFamily="2" charset="-122"/>
                  </a:defRPr>
                </a:lvl3pPr>
                <a:lvl4pPr marL="1600200" indent="-228600" eaLnBrk="0" hangingPunct="0">
                  <a:defRPr sz="2000">
                    <a:solidFill>
                      <a:schemeClr val="tx1"/>
                    </a:solidFill>
                    <a:latin typeface="Calibri" panose="020F0502020204030204" charset="0"/>
                    <a:ea typeface="宋体" panose="02010600030101010101" pitchFamily="2" charset="-122"/>
                  </a:defRPr>
                </a:lvl4pPr>
                <a:lvl5pPr eaLnBrk="0" hangingPunct="0">
                  <a:defRPr sz="2000">
                    <a:solidFill>
                      <a:schemeClr val="tx1"/>
                    </a:solidFill>
                    <a:latin typeface="Calibri" panose="020F0502020204030204" charset="0"/>
                    <a:ea typeface="宋体" panose="02010600030101010101" pitchFamily="2" charset="-122"/>
                  </a:defRPr>
                </a:lvl5pPr>
                <a:lvl6pPr marL="25146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6pPr>
                <a:lvl7pPr marL="29718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7pPr>
                <a:lvl8pPr marL="34290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8pPr>
                <a:lvl9pPr marL="38862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9pPr>
              </a:lstStyle>
              <a:p>
                <a:pPr eaLnBrk="1" hangingPunct="1"/>
                <a:r>
                  <a:rPr lang="en-US" altLang="zh-CN" sz="2800" dirty="0">
                    <a:solidFill>
                      <a:srgbClr val="E67819"/>
                    </a:solidFill>
                    <a:latin typeface="Times New Roman" panose="02020603050405020304" pitchFamily="18" charset="0"/>
                    <a:ea typeface="MS UI Gothic" panose="020B0600070205080204" pitchFamily="34" charset="-128"/>
                  </a:rPr>
                  <a:t>1</a:t>
                </a:r>
                <a:endParaRPr lang="zh-CN" altLang="en-US" sz="2800" dirty="0">
                  <a:solidFill>
                    <a:srgbClr val="E67819"/>
                  </a:solidFill>
                  <a:latin typeface="Times New Roman" panose="02020603050405020304" pitchFamily="18" charset="0"/>
                  <a:ea typeface="MS UI Gothic" panose="020B0600070205080204" pitchFamily="34" charset="-128"/>
                </a:endParaRPr>
              </a:p>
            </p:txBody>
          </p:sp>
          <p:cxnSp>
            <p:nvCxnSpPr>
              <p:cNvPr id="17" name="直接连接符 16"/>
              <p:cNvCxnSpPr/>
              <p:nvPr/>
            </p:nvCxnSpPr>
            <p:spPr>
              <a:xfrm flipH="1">
                <a:off x="508000" y="3196191"/>
                <a:ext cx="590550" cy="590550"/>
              </a:xfrm>
              <a:prstGeom prst="line">
                <a:avLst/>
              </a:prstGeom>
              <a:ln>
                <a:solidFill>
                  <a:srgbClr val="E67819"/>
                </a:solidFill>
              </a:ln>
            </p:spPr>
            <p:style>
              <a:lnRef idx="1">
                <a:schemeClr val="accent1"/>
              </a:lnRef>
              <a:fillRef idx="0">
                <a:schemeClr val="accent1"/>
              </a:fillRef>
              <a:effectRef idx="0">
                <a:schemeClr val="accent1"/>
              </a:effectRef>
              <a:fontRef idx="minor">
                <a:schemeClr val="tx1"/>
              </a:fontRef>
            </p:style>
          </p:cxnSp>
          <p:sp>
            <p:nvSpPr>
              <p:cNvPr id="18" name="矩形 7"/>
              <p:cNvSpPr>
                <a:spLocks noChangeArrowheads="1"/>
              </p:cNvSpPr>
              <p:nvPr/>
            </p:nvSpPr>
            <p:spPr bwMode="auto">
              <a:xfrm>
                <a:off x="960437" y="3291441"/>
                <a:ext cx="2688877" cy="3848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r>
                  <a:rPr lang="zh-CN" altLang="en-US" b="1" dirty="0">
                    <a:solidFill>
                      <a:srgbClr val="E67819"/>
                    </a:solidFill>
                    <a:latin typeface="微软雅黑" panose="020B0503020204020204" charset="-122"/>
                    <a:ea typeface="微软雅黑" panose="020B0503020204020204" charset="-122"/>
                  </a:rPr>
                  <a:t>UML的基本元素层</a:t>
                </a:r>
              </a:p>
            </p:txBody>
          </p:sp>
        </p:grpSp>
        <p:sp>
          <p:nvSpPr>
            <p:cNvPr id="35" name="矩形 8"/>
            <p:cNvSpPr>
              <a:spLocks noChangeArrowheads="1"/>
            </p:cNvSpPr>
            <p:nvPr/>
          </p:nvSpPr>
          <p:spPr bwMode="auto">
            <a:xfrm>
              <a:off x="1893" y="3848"/>
              <a:ext cx="7224" cy="12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a:lnSpc>
                  <a:spcPct val="150000"/>
                </a:lnSpc>
              </a:pPr>
              <a:r>
                <a:rPr lang="en-US" sz="1600" dirty="0">
                  <a:latin typeface="微软雅黑" panose="020B0503020204020204" charset="-122"/>
                  <a:ea typeface="微软雅黑" panose="020B0503020204020204" charset="-122"/>
                </a:rPr>
                <a:t>      </a:t>
              </a:r>
              <a:r>
                <a:rPr sz="1600" dirty="0">
                  <a:latin typeface="微软雅黑" panose="020B0503020204020204" charset="-122"/>
                  <a:ea typeface="微软雅黑" panose="020B0503020204020204" charset="-122"/>
                </a:rPr>
                <a:t>基本元素层由基本元素（Thing）组成，代表要定义的所有事物。</a:t>
              </a:r>
            </a:p>
          </p:txBody>
        </p:sp>
      </p:grpSp>
      <p:grpSp>
        <p:nvGrpSpPr>
          <p:cNvPr id="42" name="组合 41"/>
          <p:cNvGrpSpPr/>
          <p:nvPr/>
        </p:nvGrpSpPr>
        <p:grpSpPr>
          <a:xfrm>
            <a:off x="809625" y="4162943"/>
            <a:ext cx="5118735" cy="1896745"/>
            <a:chOff x="1195" y="5840"/>
            <a:chExt cx="8061" cy="2987"/>
          </a:xfrm>
        </p:grpSpPr>
        <p:grpSp>
          <p:nvGrpSpPr>
            <p:cNvPr id="43" name="组合 42"/>
            <p:cNvGrpSpPr/>
            <p:nvPr/>
          </p:nvGrpSpPr>
          <p:grpSpPr>
            <a:xfrm>
              <a:off x="1195" y="5840"/>
              <a:ext cx="2433" cy="930"/>
              <a:chOff x="512763" y="4940853"/>
              <a:chExt cx="1544783" cy="590550"/>
            </a:xfrm>
          </p:grpSpPr>
          <p:sp>
            <p:nvSpPr>
              <p:cNvPr id="44" name="TextBox 10"/>
              <p:cNvSpPr txBox="1">
                <a:spLocks noChangeArrowheads="1"/>
              </p:cNvSpPr>
              <p:nvPr/>
            </p:nvSpPr>
            <p:spPr bwMode="auto">
              <a:xfrm>
                <a:off x="512763" y="4940853"/>
                <a:ext cx="361258" cy="52197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sz="2000">
                    <a:solidFill>
                      <a:schemeClr val="tx1"/>
                    </a:solidFill>
                    <a:latin typeface="Calibri" panose="020F0502020204030204" charset="0"/>
                    <a:ea typeface="宋体" panose="02010600030101010101" pitchFamily="2" charset="-122"/>
                  </a:defRPr>
                </a:lvl1pPr>
                <a:lvl2pPr marL="742950" indent="-285750" eaLnBrk="0" hangingPunct="0">
                  <a:defRPr sz="2000">
                    <a:solidFill>
                      <a:schemeClr val="tx1"/>
                    </a:solidFill>
                    <a:latin typeface="Calibri" panose="020F0502020204030204" charset="0"/>
                    <a:ea typeface="宋体" panose="02010600030101010101" pitchFamily="2" charset="-122"/>
                  </a:defRPr>
                </a:lvl2pPr>
                <a:lvl3pPr marL="1143000" indent="-228600" eaLnBrk="0" hangingPunct="0">
                  <a:defRPr sz="2000">
                    <a:solidFill>
                      <a:schemeClr val="tx1"/>
                    </a:solidFill>
                    <a:latin typeface="Calibri" panose="020F0502020204030204" charset="0"/>
                    <a:ea typeface="宋体" panose="02010600030101010101" pitchFamily="2" charset="-122"/>
                  </a:defRPr>
                </a:lvl3pPr>
                <a:lvl4pPr marL="1600200" indent="-228600" eaLnBrk="0" hangingPunct="0">
                  <a:defRPr sz="2000">
                    <a:solidFill>
                      <a:schemeClr val="tx1"/>
                    </a:solidFill>
                    <a:latin typeface="Calibri" panose="020F0502020204030204" charset="0"/>
                    <a:ea typeface="宋体" panose="02010600030101010101" pitchFamily="2" charset="-122"/>
                  </a:defRPr>
                </a:lvl4pPr>
                <a:lvl5pPr eaLnBrk="0" hangingPunct="0">
                  <a:defRPr sz="2000">
                    <a:solidFill>
                      <a:schemeClr val="tx1"/>
                    </a:solidFill>
                    <a:latin typeface="Calibri" panose="020F0502020204030204" charset="0"/>
                    <a:ea typeface="宋体" panose="02010600030101010101" pitchFamily="2" charset="-122"/>
                  </a:defRPr>
                </a:lvl5pPr>
                <a:lvl6pPr marL="25146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6pPr>
                <a:lvl7pPr marL="29718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7pPr>
                <a:lvl8pPr marL="34290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8pPr>
                <a:lvl9pPr marL="38862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9pPr>
              </a:lstStyle>
              <a:p>
                <a:pPr eaLnBrk="1" hangingPunct="1"/>
                <a:r>
                  <a:rPr lang="en-US" altLang="zh-CN" sz="2800" dirty="0">
                    <a:solidFill>
                      <a:srgbClr val="E67819"/>
                    </a:solidFill>
                    <a:latin typeface="Times New Roman" panose="02020603050405020304" pitchFamily="18" charset="0"/>
                    <a:ea typeface="MS UI Gothic" panose="020B0600070205080204" pitchFamily="34" charset="-128"/>
                  </a:rPr>
                  <a:t>2</a:t>
                </a:r>
                <a:endParaRPr lang="zh-CN" altLang="en-US" sz="2800" dirty="0">
                  <a:solidFill>
                    <a:srgbClr val="E67819"/>
                  </a:solidFill>
                  <a:latin typeface="Times New Roman" panose="02020603050405020304" pitchFamily="18" charset="0"/>
                  <a:ea typeface="MS UI Gothic" panose="020B0600070205080204" pitchFamily="34" charset="-128"/>
                </a:endParaRPr>
              </a:p>
            </p:txBody>
          </p:sp>
          <p:cxnSp>
            <p:nvCxnSpPr>
              <p:cNvPr id="45" name="直接连接符 44"/>
              <p:cNvCxnSpPr/>
              <p:nvPr/>
            </p:nvCxnSpPr>
            <p:spPr>
              <a:xfrm flipH="1">
                <a:off x="512763" y="4940853"/>
                <a:ext cx="590550" cy="590550"/>
              </a:xfrm>
              <a:prstGeom prst="line">
                <a:avLst/>
              </a:prstGeom>
              <a:ln>
                <a:solidFill>
                  <a:srgbClr val="E67819"/>
                </a:solidFill>
              </a:ln>
            </p:spPr>
            <p:style>
              <a:lnRef idx="1">
                <a:schemeClr val="accent1"/>
              </a:lnRef>
              <a:fillRef idx="0">
                <a:schemeClr val="accent1"/>
              </a:fillRef>
              <a:effectRef idx="0">
                <a:schemeClr val="accent1"/>
              </a:effectRef>
              <a:fontRef idx="minor">
                <a:schemeClr val="tx1"/>
              </a:fontRef>
            </p:style>
          </p:cxnSp>
          <p:sp>
            <p:nvSpPr>
              <p:cNvPr id="46" name="矩形 12"/>
              <p:cNvSpPr>
                <a:spLocks noChangeArrowheads="1"/>
              </p:cNvSpPr>
              <p:nvPr/>
            </p:nvSpPr>
            <p:spPr bwMode="auto">
              <a:xfrm>
                <a:off x="960438" y="5036103"/>
                <a:ext cx="1097108" cy="3848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p>
                <a:pPr algn="l"/>
                <a:r>
                  <a:rPr lang="zh-CN" altLang="en-US" b="1" dirty="0">
                    <a:solidFill>
                      <a:srgbClr val="E67819"/>
                    </a:solidFill>
                    <a:latin typeface="微软雅黑" panose="020B0503020204020204" charset="-122"/>
                    <a:ea typeface="微软雅黑" panose="020B0503020204020204" charset="-122"/>
                  </a:rPr>
                  <a:t>元模型层</a:t>
                </a:r>
              </a:p>
            </p:txBody>
          </p:sp>
        </p:grpSp>
        <p:sp>
          <p:nvSpPr>
            <p:cNvPr id="47" name="矩形 9"/>
            <p:cNvSpPr>
              <a:spLocks noChangeArrowheads="1"/>
            </p:cNvSpPr>
            <p:nvPr/>
          </p:nvSpPr>
          <p:spPr bwMode="auto">
            <a:xfrm>
              <a:off x="1900" y="6665"/>
              <a:ext cx="7356" cy="21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a:lnSpc>
                  <a:spcPct val="130000"/>
                </a:lnSpc>
              </a:pPr>
              <a:r>
                <a:rPr lang="en-US" altLang="zh-CN" sz="1600" dirty="0">
                  <a:latin typeface="微软雅黑" panose="020B0503020204020204" charset="-122"/>
                  <a:ea typeface="微软雅黑" panose="020B0503020204020204" charset="-122"/>
                </a:rPr>
                <a:t>      </a:t>
              </a:r>
              <a:r>
                <a:rPr sz="1600" dirty="0">
                  <a:latin typeface="微软雅黑" panose="020B0503020204020204" charset="-122"/>
                  <a:ea typeface="微软雅黑" panose="020B0503020204020204" charset="-122"/>
                </a:rPr>
                <a:t>元模型层由UML的基本元素组成，包括面向对象和面向构件的概念，每个概念都是基本元素的实例。它为建模者和使用者提供了简单、一致、通用的表示符号和说明。</a:t>
              </a:r>
            </a:p>
          </p:txBody>
        </p:sp>
      </p:grpSp>
      <p:grpSp>
        <p:nvGrpSpPr>
          <p:cNvPr id="48" name="组合 47"/>
          <p:cNvGrpSpPr/>
          <p:nvPr/>
        </p:nvGrpSpPr>
        <p:grpSpPr>
          <a:xfrm>
            <a:off x="6562725" y="2573538"/>
            <a:ext cx="4764881" cy="1680210"/>
            <a:chOff x="1188" y="3946"/>
            <a:chExt cx="8808" cy="2646"/>
          </a:xfrm>
        </p:grpSpPr>
        <p:grpSp>
          <p:nvGrpSpPr>
            <p:cNvPr id="49" name="组合 48"/>
            <p:cNvGrpSpPr/>
            <p:nvPr/>
          </p:nvGrpSpPr>
          <p:grpSpPr>
            <a:xfrm>
              <a:off x="1188" y="3946"/>
              <a:ext cx="4947" cy="930"/>
              <a:chOff x="508000" y="3196191"/>
              <a:chExt cx="3141314" cy="590550"/>
            </a:xfrm>
          </p:grpSpPr>
          <p:sp>
            <p:nvSpPr>
              <p:cNvPr id="50" name="TextBox 1"/>
              <p:cNvSpPr txBox="1">
                <a:spLocks noChangeArrowheads="1"/>
              </p:cNvSpPr>
              <p:nvPr/>
            </p:nvSpPr>
            <p:spPr bwMode="auto">
              <a:xfrm>
                <a:off x="508000" y="3196191"/>
                <a:ext cx="360676" cy="52197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sz="2000">
                    <a:solidFill>
                      <a:schemeClr val="tx1"/>
                    </a:solidFill>
                    <a:latin typeface="Calibri" panose="020F0502020204030204" charset="0"/>
                    <a:ea typeface="宋体" panose="02010600030101010101" pitchFamily="2" charset="-122"/>
                  </a:defRPr>
                </a:lvl1pPr>
                <a:lvl2pPr marL="742950" indent="-285750" eaLnBrk="0" hangingPunct="0">
                  <a:defRPr sz="2000">
                    <a:solidFill>
                      <a:schemeClr val="tx1"/>
                    </a:solidFill>
                    <a:latin typeface="Calibri" panose="020F0502020204030204" charset="0"/>
                    <a:ea typeface="宋体" panose="02010600030101010101" pitchFamily="2" charset="-122"/>
                  </a:defRPr>
                </a:lvl2pPr>
                <a:lvl3pPr marL="1143000" indent="-228600" eaLnBrk="0" hangingPunct="0">
                  <a:defRPr sz="2000">
                    <a:solidFill>
                      <a:schemeClr val="tx1"/>
                    </a:solidFill>
                    <a:latin typeface="Calibri" panose="020F0502020204030204" charset="0"/>
                    <a:ea typeface="宋体" panose="02010600030101010101" pitchFamily="2" charset="-122"/>
                  </a:defRPr>
                </a:lvl3pPr>
                <a:lvl4pPr marL="1600200" indent="-228600" eaLnBrk="0" hangingPunct="0">
                  <a:defRPr sz="2000">
                    <a:solidFill>
                      <a:schemeClr val="tx1"/>
                    </a:solidFill>
                    <a:latin typeface="Calibri" panose="020F0502020204030204" charset="0"/>
                    <a:ea typeface="宋体" panose="02010600030101010101" pitchFamily="2" charset="-122"/>
                  </a:defRPr>
                </a:lvl4pPr>
                <a:lvl5pPr eaLnBrk="0" hangingPunct="0">
                  <a:defRPr sz="2000">
                    <a:solidFill>
                      <a:schemeClr val="tx1"/>
                    </a:solidFill>
                    <a:latin typeface="Calibri" panose="020F0502020204030204" charset="0"/>
                    <a:ea typeface="宋体" panose="02010600030101010101" pitchFamily="2" charset="-122"/>
                  </a:defRPr>
                </a:lvl5pPr>
                <a:lvl6pPr marL="25146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6pPr>
                <a:lvl7pPr marL="29718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7pPr>
                <a:lvl8pPr marL="34290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8pPr>
                <a:lvl9pPr marL="38862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9pPr>
              </a:lstStyle>
              <a:p>
                <a:pPr eaLnBrk="1" hangingPunct="1"/>
                <a:r>
                  <a:rPr lang="en-US" altLang="zh-CN" sz="2800" dirty="0">
                    <a:solidFill>
                      <a:srgbClr val="E67819"/>
                    </a:solidFill>
                    <a:latin typeface="Times New Roman" panose="02020603050405020304" pitchFamily="18" charset="0"/>
                    <a:ea typeface="MS UI Gothic" panose="020B0600070205080204" pitchFamily="34" charset="-128"/>
                  </a:rPr>
                  <a:t>3</a:t>
                </a:r>
                <a:endParaRPr lang="zh-CN" altLang="en-US" sz="2800" dirty="0">
                  <a:solidFill>
                    <a:srgbClr val="E67819"/>
                  </a:solidFill>
                  <a:latin typeface="Times New Roman" panose="02020603050405020304" pitchFamily="18" charset="0"/>
                  <a:ea typeface="MS UI Gothic" panose="020B0600070205080204" pitchFamily="34" charset="-128"/>
                </a:endParaRPr>
              </a:p>
            </p:txBody>
          </p:sp>
          <p:cxnSp>
            <p:nvCxnSpPr>
              <p:cNvPr id="51" name="直接连接符 50"/>
              <p:cNvCxnSpPr/>
              <p:nvPr/>
            </p:nvCxnSpPr>
            <p:spPr>
              <a:xfrm flipH="1">
                <a:off x="508000" y="3196191"/>
                <a:ext cx="590550" cy="590550"/>
              </a:xfrm>
              <a:prstGeom prst="line">
                <a:avLst/>
              </a:prstGeom>
              <a:ln>
                <a:solidFill>
                  <a:srgbClr val="E67819"/>
                </a:solidFill>
              </a:ln>
            </p:spPr>
            <p:style>
              <a:lnRef idx="1">
                <a:schemeClr val="accent1"/>
              </a:lnRef>
              <a:fillRef idx="0">
                <a:schemeClr val="accent1"/>
              </a:fillRef>
              <a:effectRef idx="0">
                <a:schemeClr val="accent1"/>
              </a:effectRef>
              <a:fontRef idx="minor">
                <a:schemeClr val="tx1"/>
              </a:fontRef>
            </p:style>
          </p:cxnSp>
          <p:sp>
            <p:nvSpPr>
              <p:cNvPr id="52" name="矩形 7"/>
              <p:cNvSpPr>
                <a:spLocks noChangeArrowheads="1"/>
              </p:cNvSpPr>
              <p:nvPr/>
            </p:nvSpPr>
            <p:spPr bwMode="auto">
              <a:xfrm>
                <a:off x="960437" y="3291441"/>
                <a:ext cx="2688877" cy="3848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r>
                  <a:rPr lang="zh-CN" altLang="en-US" b="1" dirty="0">
                    <a:solidFill>
                      <a:srgbClr val="E67819"/>
                    </a:solidFill>
                    <a:latin typeface="微软雅黑" panose="020B0503020204020204" charset="-122"/>
                    <a:ea typeface="微软雅黑" panose="020B0503020204020204" charset="-122"/>
                  </a:rPr>
                  <a:t>静态模型层</a:t>
                </a:r>
              </a:p>
            </p:txBody>
          </p:sp>
        </p:grpSp>
        <p:sp>
          <p:nvSpPr>
            <p:cNvPr id="53" name="矩形 8"/>
            <p:cNvSpPr>
              <a:spLocks noChangeArrowheads="1"/>
            </p:cNvSpPr>
            <p:nvPr/>
          </p:nvSpPr>
          <p:spPr bwMode="auto">
            <a:xfrm>
              <a:off x="1893" y="4702"/>
              <a:ext cx="8103" cy="189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a:lnSpc>
                  <a:spcPct val="150000"/>
                </a:lnSpc>
              </a:pPr>
              <a:r>
                <a:rPr lang="en-US" sz="1600" dirty="0">
                  <a:latin typeface="微软雅黑" panose="020B0503020204020204" charset="-122"/>
                  <a:ea typeface="微软雅黑" panose="020B0503020204020204" charset="-122"/>
                </a:rPr>
                <a:t>      </a:t>
              </a:r>
              <a:r>
                <a:rPr sz="1600" dirty="0">
                  <a:latin typeface="微软雅黑" panose="020B0503020204020204" charset="-122"/>
                  <a:ea typeface="微软雅黑" panose="020B0503020204020204" charset="-122"/>
                </a:rPr>
                <a:t>静态模型层由UML静态模型组成，静态模型描述系统的元素及元素间的关系，常称为类模型。</a:t>
              </a:r>
            </a:p>
          </p:txBody>
        </p:sp>
      </p:grpSp>
      <p:grpSp>
        <p:nvGrpSpPr>
          <p:cNvPr id="54" name="组合 53"/>
          <p:cNvGrpSpPr/>
          <p:nvPr/>
        </p:nvGrpSpPr>
        <p:grpSpPr>
          <a:xfrm>
            <a:off x="6562725" y="4258193"/>
            <a:ext cx="4760595" cy="1565910"/>
            <a:chOff x="1195" y="5840"/>
            <a:chExt cx="7497" cy="2466"/>
          </a:xfrm>
        </p:grpSpPr>
        <p:grpSp>
          <p:nvGrpSpPr>
            <p:cNvPr id="55" name="组合 54"/>
            <p:cNvGrpSpPr/>
            <p:nvPr/>
          </p:nvGrpSpPr>
          <p:grpSpPr>
            <a:xfrm>
              <a:off x="1195" y="5840"/>
              <a:ext cx="2793" cy="930"/>
              <a:chOff x="512763" y="4940853"/>
              <a:chExt cx="1773191" cy="590550"/>
            </a:xfrm>
          </p:grpSpPr>
          <p:sp>
            <p:nvSpPr>
              <p:cNvPr id="56" name="TextBox 10"/>
              <p:cNvSpPr txBox="1">
                <a:spLocks noChangeArrowheads="1"/>
              </p:cNvSpPr>
              <p:nvPr/>
            </p:nvSpPr>
            <p:spPr bwMode="auto">
              <a:xfrm>
                <a:off x="512763" y="4940853"/>
                <a:ext cx="364127" cy="523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sz="2000">
                    <a:solidFill>
                      <a:schemeClr val="tx1"/>
                    </a:solidFill>
                    <a:latin typeface="Calibri" panose="020F0502020204030204" charset="0"/>
                    <a:ea typeface="宋体" panose="02010600030101010101" pitchFamily="2" charset="-122"/>
                  </a:defRPr>
                </a:lvl1pPr>
                <a:lvl2pPr marL="742950" indent="-285750" eaLnBrk="0" hangingPunct="0">
                  <a:defRPr sz="2000">
                    <a:solidFill>
                      <a:schemeClr val="tx1"/>
                    </a:solidFill>
                    <a:latin typeface="Calibri" panose="020F0502020204030204" charset="0"/>
                    <a:ea typeface="宋体" panose="02010600030101010101" pitchFamily="2" charset="-122"/>
                  </a:defRPr>
                </a:lvl2pPr>
                <a:lvl3pPr marL="1143000" indent="-228600" eaLnBrk="0" hangingPunct="0">
                  <a:defRPr sz="2000">
                    <a:solidFill>
                      <a:schemeClr val="tx1"/>
                    </a:solidFill>
                    <a:latin typeface="Calibri" panose="020F0502020204030204" charset="0"/>
                    <a:ea typeface="宋体" panose="02010600030101010101" pitchFamily="2" charset="-122"/>
                  </a:defRPr>
                </a:lvl3pPr>
                <a:lvl4pPr marL="1600200" indent="-228600" eaLnBrk="0" hangingPunct="0">
                  <a:defRPr sz="2000">
                    <a:solidFill>
                      <a:schemeClr val="tx1"/>
                    </a:solidFill>
                    <a:latin typeface="Calibri" panose="020F0502020204030204" charset="0"/>
                    <a:ea typeface="宋体" panose="02010600030101010101" pitchFamily="2" charset="-122"/>
                  </a:defRPr>
                </a:lvl4pPr>
                <a:lvl5pPr eaLnBrk="0" hangingPunct="0">
                  <a:defRPr sz="2000">
                    <a:solidFill>
                      <a:schemeClr val="tx1"/>
                    </a:solidFill>
                    <a:latin typeface="Calibri" panose="020F0502020204030204" charset="0"/>
                    <a:ea typeface="宋体" panose="02010600030101010101" pitchFamily="2" charset="-122"/>
                  </a:defRPr>
                </a:lvl5pPr>
                <a:lvl6pPr marL="25146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6pPr>
                <a:lvl7pPr marL="29718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7pPr>
                <a:lvl8pPr marL="34290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8pPr>
                <a:lvl9pPr marL="38862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9pPr>
              </a:lstStyle>
              <a:p>
                <a:pPr eaLnBrk="1" hangingPunct="1"/>
                <a:r>
                  <a:rPr lang="en-US" altLang="zh-CN" sz="2800" dirty="0">
                    <a:solidFill>
                      <a:srgbClr val="E67819"/>
                    </a:solidFill>
                    <a:latin typeface="Times New Roman" panose="02020603050405020304" pitchFamily="18" charset="0"/>
                    <a:ea typeface="MS UI Gothic" panose="020B0600070205080204" pitchFamily="34" charset="-128"/>
                  </a:rPr>
                  <a:t>4</a:t>
                </a:r>
                <a:endParaRPr lang="zh-CN" altLang="en-US" sz="2800" dirty="0">
                  <a:solidFill>
                    <a:srgbClr val="E67819"/>
                  </a:solidFill>
                  <a:latin typeface="Times New Roman" panose="02020603050405020304" pitchFamily="18" charset="0"/>
                  <a:ea typeface="MS UI Gothic" panose="020B0600070205080204" pitchFamily="34" charset="-128"/>
                </a:endParaRPr>
              </a:p>
            </p:txBody>
          </p:sp>
          <p:cxnSp>
            <p:nvCxnSpPr>
              <p:cNvPr id="57" name="直接连接符 56"/>
              <p:cNvCxnSpPr/>
              <p:nvPr/>
            </p:nvCxnSpPr>
            <p:spPr>
              <a:xfrm flipH="1">
                <a:off x="512763" y="4940853"/>
                <a:ext cx="590550" cy="590550"/>
              </a:xfrm>
              <a:prstGeom prst="line">
                <a:avLst/>
              </a:prstGeom>
              <a:ln>
                <a:solidFill>
                  <a:srgbClr val="E67819"/>
                </a:solidFill>
              </a:ln>
            </p:spPr>
            <p:style>
              <a:lnRef idx="1">
                <a:schemeClr val="accent1"/>
              </a:lnRef>
              <a:fillRef idx="0">
                <a:schemeClr val="accent1"/>
              </a:fillRef>
              <a:effectRef idx="0">
                <a:schemeClr val="accent1"/>
              </a:effectRef>
              <a:fontRef idx="minor">
                <a:schemeClr val="tx1"/>
              </a:fontRef>
            </p:style>
          </p:cxnSp>
          <p:sp>
            <p:nvSpPr>
              <p:cNvPr id="58" name="矩形 12"/>
              <p:cNvSpPr>
                <a:spLocks noChangeArrowheads="1"/>
              </p:cNvSpPr>
              <p:nvPr/>
            </p:nvSpPr>
            <p:spPr bwMode="auto">
              <a:xfrm>
                <a:off x="960438" y="5036103"/>
                <a:ext cx="1325516" cy="3848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p>
                <a:pPr algn="l"/>
                <a:r>
                  <a:rPr lang="zh-CN" altLang="en-US" b="1" dirty="0">
                    <a:solidFill>
                      <a:srgbClr val="E67819"/>
                    </a:solidFill>
                    <a:latin typeface="微软雅黑" panose="020B0503020204020204" charset="-122"/>
                    <a:ea typeface="微软雅黑" panose="020B0503020204020204" charset="-122"/>
                  </a:rPr>
                  <a:t>用例模型层</a:t>
                </a:r>
              </a:p>
            </p:txBody>
          </p:sp>
        </p:grpSp>
        <p:sp>
          <p:nvSpPr>
            <p:cNvPr id="59" name="矩形 9"/>
            <p:cNvSpPr>
              <a:spLocks noChangeArrowheads="1"/>
            </p:cNvSpPr>
            <p:nvPr/>
          </p:nvSpPr>
          <p:spPr bwMode="auto">
            <a:xfrm>
              <a:off x="1900" y="6665"/>
              <a:ext cx="6792" cy="16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a:lnSpc>
                  <a:spcPct val="130000"/>
                </a:lnSpc>
              </a:pPr>
              <a:r>
                <a:rPr lang="en-US" altLang="zh-CN" sz="1600" dirty="0">
                  <a:latin typeface="微软雅黑" panose="020B0503020204020204" charset="-122"/>
                  <a:ea typeface="微软雅黑" panose="020B0503020204020204" charset="-122"/>
                </a:rPr>
                <a:t>      </a:t>
              </a:r>
              <a:r>
                <a:rPr sz="1600" dirty="0">
                  <a:latin typeface="微软雅黑" panose="020B0503020204020204" charset="-122"/>
                  <a:ea typeface="微软雅黑" panose="020B0503020204020204" charset="-122"/>
                </a:rPr>
                <a:t>用例模型层由用例模型组成，用例模型从用户的角度描述系统需求，它是所有开发活动的指南。</a:t>
              </a:r>
            </a:p>
          </p:txBody>
        </p:sp>
      </p:grpSp>
      <p:sp>
        <p:nvSpPr>
          <p:cNvPr id="28" name="Rectangle 1"/>
          <p:cNvSpPr>
            <a:spLocks noChangeArrowheads="1"/>
          </p:cNvSpPr>
          <p:nvPr/>
        </p:nvSpPr>
        <p:spPr bwMode="auto">
          <a:xfrm>
            <a:off x="600218" y="2056130"/>
            <a:ext cx="10358934" cy="400110"/>
          </a:xfrm>
          <a:prstGeom prst="rect">
            <a:avLst/>
          </a:prstGeom>
          <a:noFill/>
          <a:ln w="9525">
            <a:noFill/>
            <a:miter lim="800000"/>
          </a:ln>
          <a:effectLst/>
        </p:spPr>
        <p:txBody>
          <a:bodyPr vert="horz" wrap="square" lIns="91440" tIns="45720" rIns="91440" bIns="45720" numCol="1" anchor="ctr" anchorCtr="0" compatLnSpc="1">
            <a:spAutoFit/>
          </a:bodyPr>
          <a:lstStyle/>
          <a:p>
            <a:pPr indent="269875" fontAlgn="base">
              <a:spcBef>
                <a:spcPct val="0"/>
              </a:spcBef>
              <a:spcAft>
                <a:spcPct val="0"/>
              </a:spcAft>
            </a:pPr>
            <a:r>
              <a:rPr lang="en-US" altLang="en-US" sz="2000" b="1" dirty="0">
                <a:latin typeface="微软雅黑" panose="020B0503020204020204" charset="-122"/>
                <a:ea typeface="微软雅黑" panose="020B0503020204020204" charset="-122"/>
                <a:sym typeface="+mn-ea"/>
              </a:rPr>
              <a:t>UML</a:t>
            </a:r>
            <a:r>
              <a:rPr lang="zh-CN" altLang="en-US" sz="2000" b="1" dirty="0">
                <a:latin typeface="微软雅黑" panose="020B0503020204020204" charset="-122"/>
                <a:ea typeface="微软雅黑" panose="020B0503020204020204" charset="-122"/>
                <a:sym typeface="+mn-ea"/>
              </a:rPr>
              <a:t>语义是定义在一个建立模型的框架中的，建模框架有如下</a:t>
            </a:r>
            <a:r>
              <a:rPr lang="en-US" altLang="en-US" sz="2000" b="1" dirty="0">
                <a:latin typeface="微软雅黑" panose="020B0503020204020204" charset="-122"/>
                <a:ea typeface="微软雅黑" panose="020B0503020204020204" charset="-122"/>
                <a:sym typeface="+mn-ea"/>
              </a:rPr>
              <a:t>4</a:t>
            </a:r>
            <a:r>
              <a:rPr lang="zh-CN" altLang="en-US" sz="2000" b="1" dirty="0">
                <a:latin typeface="微软雅黑" panose="020B0503020204020204" charset="-122"/>
                <a:ea typeface="微软雅黑" panose="020B0503020204020204" charset="-122"/>
                <a:sym typeface="+mn-ea"/>
              </a:rPr>
              <a:t>个层次（抽象级别）。</a:t>
            </a:r>
            <a:endParaRPr lang="en-US" altLang="en-US" sz="2000" b="1" dirty="0">
              <a:latin typeface="微软雅黑" panose="020B0503020204020204" charset="-122"/>
              <a:ea typeface="微软雅黑" panose="020B0503020204020204" charset="-122"/>
              <a:sym typeface="+mn-ea"/>
            </a:endParaRPr>
          </a:p>
        </p:txBody>
      </p:sp>
    </p:spTree>
  </p:cSld>
  <p:clrMapOvr>
    <a:masterClrMapping/>
  </p:clrMapOvr>
  <p:transition>
    <p:zoom/>
  </p:transition>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694801" y="360000"/>
            <a:ext cx="5401200" cy="523220"/>
          </a:xfrm>
        </p:spPr>
        <p:txBody>
          <a:bodyPr/>
          <a:lstStyle/>
          <a:p>
            <a:r>
              <a:rPr lang="en-US" dirty="0"/>
              <a:t>6.2 </a:t>
            </a:r>
            <a:r>
              <a:rPr lang="zh-CN" altLang="en-US" dirty="0">
                <a:sym typeface="+mn-ea"/>
              </a:rPr>
              <a:t>UML概述</a:t>
            </a:r>
            <a:endParaRPr lang="zh-CN" altLang="en-US" dirty="0"/>
          </a:p>
        </p:txBody>
      </p:sp>
      <p:sp>
        <p:nvSpPr>
          <p:cNvPr id="33" name="文本占位符 32">
            <a:extLst>
              <a:ext uri="{FF2B5EF4-FFF2-40B4-BE49-F238E27FC236}">
                <a16:creationId xmlns:a16="http://schemas.microsoft.com/office/drawing/2014/main" id="{7918CE1F-4C3A-4FA7-0270-6CC19665D696}"/>
              </a:ext>
            </a:extLst>
          </p:cNvPr>
          <p:cNvSpPr>
            <a:spLocks noGrp="1"/>
          </p:cNvSpPr>
          <p:nvPr>
            <p:ph type="body" sz="quarter" idx="10"/>
          </p:nvPr>
        </p:nvSpPr>
        <p:spPr>
          <a:xfrm>
            <a:off x="900001" y="1322832"/>
            <a:ext cx="5196000" cy="400110"/>
          </a:xfrm>
        </p:spPr>
        <p:txBody>
          <a:bodyPr/>
          <a:lstStyle/>
          <a:p>
            <a:r>
              <a:rPr lang="en-US" altLang="zh-CN" dirty="0"/>
              <a:t>6.2.2 </a:t>
            </a:r>
            <a:r>
              <a:rPr lang="en-US" altLang="zh-CN" dirty="0" err="1">
                <a:sym typeface="+mn-ea"/>
              </a:rPr>
              <a:t>UML的</a:t>
            </a:r>
            <a:r>
              <a:rPr lang="zh-CN" altLang="en-US" dirty="0">
                <a:sym typeface="+mn-ea"/>
              </a:rPr>
              <a:t>内容</a:t>
            </a:r>
          </a:p>
        </p:txBody>
      </p:sp>
      <p:sp>
        <p:nvSpPr>
          <p:cNvPr id="67" name="MH_Other_5"/>
          <p:cNvSpPr>
            <a:spLocks noChangeShapeType="1"/>
          </p:cNvSpPr>
          <p:nvPr>
            <p:custDataLst>
              <p:tags r:id="rId1"/>
            </p:custDataLst>
          </p:nvPr>
        </p:nvSpPr>
        <p:spPr bwMode="black">
          <a:xfrm flipH="1">
            <a:off x="809325" y="4538316"/>
            <a:ext cx="8147256" cy="635"/>
          </a:xfrm>
          <a:prstGeom prst="line">
            <a:avLst/>
          </a:prstGeom>
          <a:noFill/>
          <a:ln w="9525">
            <a:solidFill>
              <a:srgbClr val="BCBCBC"/>
            </a:solidFill>
            <a:prstDash val="dash"/>
            <a:round/>
            <a:tailEnd type="oval"/>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292929"/>
                  </a:outerShdw>
                </a:effectLst>
              </a14:hiddenEffects>
            </a:ext>
          </a:extLst>
        </p:spPr>
        <p:txBody>
          <a:bodyPr wrap="none" anchor="ctr"/>
          <a:lstStyle/>
          <a:p>
            <a:pPr algn="ctr" eaLnBrk="1" fontAlgn="auto" hangingPunct="1">
              <a:spcBef>
                <a:spcPts val="0"/>
              </a:spcBef>
              <a:spcAft>
                <a:spcPts val="0"/>
              </a:spcAft>
              <a:defRPr/>
            </a:pPr>
            <a:endParaRPr lang="zh-CN" altLang="en-US" sz="1350" b="1">
              <a:solidFill>
                <a:schemeClr val="accent6">
                  <a:lumMod val="50000"/>
                </a:schemeClr>
              </a:solidFill>
              <a:latin typeface="微软雅黑" panose="020B0503020204020204" charset="-122"/>
              <a:ea typeface="微软雅黑" panose="020B0503020204020204" charset="-122"/>
            </a:endParaRPr>
          </a:p>
        </p:txBody>
      </p:sp>
      <p:sp>
        <p:nvSpPr>
          <p:cNvPr id="68" name="MH_SubTitle_1"/>
          <p:cNvSpPr txBox="1">
            <a:spLocks noChangeArrowheads="1"/>
          </p:cNvSpPr>
          <p:nvPr>
            <p:custDataLst>
              <p:tags r:id="rId2"/>
            </p:custDataLst>
          </p:nvPr>
        </p:nvSpPr>
        <p:spPr bwMode="auto">
          <a:xfrm flipH="1">
            <a:off x="754069" y="4039613"/>
            <a:ext cx="8526396" cy="346249"/>
          </a:xfrm>
          <a:prstGeom prst="rect">
            <a:avLst/>
          </a:prstGeom>
          <a:noFill/>
          <a:ln w="9525">
            <a:noFill/>
            <a:miter lim="800000"/>
          </a:ln>
        </p:spPr>
        <p:txBody>
          <a:bodyPr lIns="216000" tIns="34290" rIns="68580" bIns="34290" anchor="ctr">
            <a:spAutoFit/>
          </a:bodyPr>
          <a:lstStyle/>
          <a:p>
            <a:pPr algn="ctr"/>
            <a:r>
              <a:rPr lang="zh-CN" altLang="zh-CN" b="1" dirty="0">
                <a:solidFill>
                  <a:schemeClr val="accent6">
                    <a:lumMod val="50000"/>
                  </a:schemeClr>
                </a:solidFill>
                <a:latin typeface="微软雅黑" panose="020B0503020204020204" charset="-122"/>
                <a:ea typeface="微软雅黑" panose="020B0503020204020204" charset="-122"/>
                <a:cs typeface="宋体" panose="02010600030101010101" pitchFamily="2" charset="-122"/>
                <a:sym typeface="+mn-ea"/>
              </a:rPr>
              <a:t>行为图：</a:t>
            </a:r>
            <a:r>
              <a:rPr lang="zh-CN" altLang="zh-CN" dirty="0">
                <a:solidFill>
                  <a:schemeClr val="tx1">
                    <a:lumMod val="50000"/>
                  </a:schemeClr>
                </a:solidFill>
                <a:latin typeface="微软雅黑" panose="020B0503020204020204" charset="-122"/>
                <a:ea typeface="微软雅黑" panose="020B0503020204020204" charset="-122"/>
                <a:cs typeface="宋体" panose="02010600030101010101" pitchFamily="2" charset="-122"/>
                <a:sym typeface="+mn-ea"/>
              </a:rPr>
              <a:t>包括状态图和活动图，用于描述系统的动态行为和对象之间的交互关系。</a:t>
            </a:r>
          </a:p>
        </p:txBody>
      </p:sp>
      <p:sp>
        <p:nvSpPr>
          <p:cNvPr id="5" name="MH_Other_4"/>
          <p:cNvSpPr/>
          <p:nvPr>
            <p:custDataLst>
              <p:tags r:id="rId3"/>
            </p:custDataLst>
          </p:nvPr>
        </p:nvSpPr>
        <p:spPr bwMode="gray">
          <a:xfrm rot="5160000" flipH="1">
            <a:off x="9564968" y="2964701"/>
            <a:ext cx="963930" cy="1026190"/>
          </a:xfrm>
          <a:custGeom>
            <a:avLst/>
            <a:gdLst>
              <a:gd name="connsiteX0" fmla="*/ 349 w 1518"/>
              <a:gd name="connsiteY0" fmla="*/ 68 h 1616"/>
              <a:gd name="connsiteX1" fmla="*/ 0 w 1518"/>
              <a:gd name="connsiteY1" fmla="*/ 783 h 1616"/>
              <a:gd name="connsiteX2" fmla="*/ 872 w 1518"/>
              <a:gd name="connsiteY2" fmla="*/ 1616 h 1616"/>
              <a:gd name="connsiteX3" fmla="*/ 1518 w 1518"/>
              <a:gd name="connsiteY3" fmla="*/ 0 h 1616"/>
              <a:gd name="connsiteX4" fmla="*/ 349 w 1518"/>
              <a:gd name="connsiteY4" fmla="*/ 68 h 1616"/>
            </a:gdLst>
            <a:ahLst/>
            <a:cxnLst>
              <a:cxn ang="0">
                <a:pos x="connsiteX0" y="connsiteY0"/>
              </a:cxn>
              <a:cxn ang="0">
                <a:pos x="connsiteX1" y="connsiteY1"/>
              </a:cxn>
              <a:cxn ang="0">
                <a:pos x="connsiteX2" y="connsiteY2"/>
              </a:cxn>
              <a:cxn ang="0">
                <a:pos x="connsiteX3" y="connsiteY3"/>
              </a:cxn>
              <a:cxn ang="0">
                <a:pos x="connsiteX4" y="connsiteY4"/>
              </a:cxn>
            </a:cxnLst>
            <a:rect l="0" t="0" r="r" b="b"/>
            <a:pathLst>
              <a:path w="1518" h="1616">
                <a:moveTo>
                  <a:pt x="349" y="68"/>
                </a:moveTo>
                <a:cubicBezTo>
                  <a:pt x="357" y="344"/>
                  <a:pt x="244" y="545"/>
                  <a:pt x="0" y="783"/>
                </a:cubicBezTo>
                <a:lnTo>
                  <a:pt x="872" y="1616"/>
                </a:lnTo>
                <a:cubicBezTo>
                  <a:pt x="1177" y="1298"/>
                  <a:pt x="1512" y="769"/>
                  <a:pt x="1518" y="0"/>
                </a:cubicBezTo>
                <a:lnTo>
                  <a:pt x="349" y="68"/>
                </a:lnTo>
                <a:close/>
              </a:path>
            </a:pathLst>
          </a:custGeom>
          <a:solidFill>
            <a:schemeClr val="accent6">
              <a:lumMod val="50000"/>
            </a:schemeClr>
          </a:solidFill>
          <a:ln w="3175">
            <a:solidFill>
              <a:srgbClr val="FFFFFF"/>
            </a:solidFill>
          </a:ln>
          <a:effectLst/>
        </p:spPr>
        <p:style>
          <a:lnRef idx="2">
            <a:schemeClr val="accent1">
              <a:shade val="50000"/>
            </a:schemeClr>
          </a:lnRef>
          <a:fillRef idx="1">
            <a:schemeClr val="accent1"/>
          </a:fillRef>
          <a:effectRef idx="0">
            <a:schemeClr val="accent1"/>
          </a:effectRef>
          <a:fontRef idx="minor">
            <a:schemeClr val="lt1"/>
          </a:fontRef>
        </p:style>
        <p:txBody>
          <a:bodyPr lIns="108000" tIns="0" rIns="0" bIns="108000" anchor="ctr">
            <a:normAutofit/>
          </a:bodyPr>
          <a:lstStyle/>
          <a:p>
            <a:pPr algn="ctr" eaLnBrk="1" hangingPunct="1">
              <a:lnSpc>
                <a:spcPct val="120000"/>
              </a:lnSpc>
              <a:spcBef>
                <a:spcPts val="450"/>
              </a:spcBef>
              <a:spcAft>
                <a:spcPts val="450"/>
              </a:spcAft>
              <a:defRPr/>
            </a:pPr>
            <a:endParaRPr lang="zh-CN" altLang="en-US" sz="3200" dirty="0">
              <a:solidFill>
                <a:srgbClr val="FFFFFF"/>
              </a:solidFill>
              <a:latin typeface="微软雅黑" panose="020B0503020204020204" charset="-122"/>
              <a:ea typeface="微软雅黑" panose="020B0503020204020204" charset="-122"/>
              <a:cs typeface="Arial" panose="020B0604020202020204" pitchFamily="34" charset="0"/>
            </a:endParaRPr>
          </a:p>
        </p:txBody>
      </p:sp>
      <p:sp>
        <p:nvSpPr>
          <p:cNvPr id="7" name="MH_Other_4"/>
          <p:cNvSpPr/>
          <p:nvPr>
            <p:custDataLst>
              <p:tags r:id="rId4"/>
            </p:custDataLst>
          </p:nvPr>
        </p:nvSpPr>
        <p:spPr bwMode="gray">
          <a:xfrm rot="3240000" flipH="1">
            <a:off x="9056953" y="3479051"/>
            <a:ext cx="963930" cy="1026190"/>
          </a:xfrm>
          <a:custGeom>
            <a:avLst/>
            <a:gdLst>
              <a:gd name="connsiteX0" fmla="*/ 349 w 1518"/>
              <a:gd name="connsiteY0" fmla="*/ 68 h 1616"/>
              <a:gd name="connsiteX1" fmla="*/ 0 w 1518"/>
              <a:gd name="connsiteY1" fmla="*/ 783 h 1616"/>
              <a:gd name="connsiteX2" fmla="*/ 872 w 1518"/>
              <a:gd name="connsiteY2" fmla="*/ 1616 h 1616"/>
              <a:gd name="connsiteX3" fmla="*/ 1518 w 1518"/>
              <a:gd name="connsiteY3" fmla="*/ 0 h 1616"/>
              <a:gd name="connsiteX4" fmla="*/ 349 w 1518"/>
              <a:gd name="connsiteY4" fmla="*/ 68 h 1616"/>
            </a:gdLst>
            <a:ahLst/>
            <a:cxnLst>
              <a:cxn ang="0">
                <a:pos x="connsiteX0" y="connsiteY0"/>
              </a:cxn>
              <a:cxn ang="0">
                <a:pos x="connsiteX1" y="connsiteY1"/>
              </a:cxn>
              <a:cxn ang="0">
                <a:pos x="connsiteX2" y="connsiteY2"/>
              </a:cxn>
              <a:cxn ang="0">
                <a:pos x="connsiteX3" y="connsiteY3"/>
              </a:cxn>
              <a:cxn ang="0">
                <a:pos x="connsiteX4" y="connsiteY4"/>
              </a:cxn>
            </a:cxnLst>
            <a:rect l="0" t="0" r="r" b="b"/>
            <a:pathLst>
              <a:path w="1518" h="1616">
                <a:moveTo>
                  <a:pt x="349" y="68"/>
                </a:moveTo>
                <a:cubicBezTo>
                  <a:pt x="357" y="344"/>
                  <a:pt x="244" y="545"/>
                  <a:pt x="0" y="783"/>
                </a:cubicBezTo>
                <a:lnTo>
                  <a:pt x="872" y="1616"/>
                </a:lnTo>
                <a:cubicBezTo>
                  <a:pt x="1177" y="1298"/>
                  <a:pt x="1512" y="769"/>
                  <a:pt x="1518" y="0"/>
                </a:cubicBezTo>
                <a:lnTo>
                  <a:pt x="349" y="68"/>
                </a:lnTo>
                <a:close/>
              </a:path>
            </a:pathLst>
          </a:custGeom>
          <a:solidFill>
            <a:schemeClr val="accent6">
              <a:lumMod val="50000"/>
            </a:schemeClr>
          </a:solidFill>
          <a:ln w="3175">
            <a:solidFill>
              <a:srgbClr val="FFFFFF"/>
            </a:solidFill>
          </a:ln>
          <a:effectLst/>
        </p:spPr>
        <p:style>
          <a:lnRef idx="2">
            <a:schemeClr val="accent1">
              <a:shade val="50000"/>
            </a:schemeClr>
          </a:lnRef>
          <a:fillRef idx="1">
            <a:schemeClr val="accent1"/>
          </a:fillRef>
          <a:effectRef idx="0">
            <a:schemeClr val="accent1"/>
          </a:effectRef>
          <a:fontRef idx="minor">
            <a:schemeClr val="lt1"/>
          </a:fontRef>
        </p:style>
        <p:txBody>
          <a:bodyPr lIns="108000" tIns="0" rIns="0" bIns="108000" anchor="ctr">
            <a:normAutofit/>
          </a:bodyPr>
          <a:lstStyle/>
          <a:p>
            <a:pPr algn="ctr" eaLnBrk="1" hangingPunct="1">
              <a:lnSpc>
                <a:spcPct val="120000"/>
              </a:lnSpc>
              <a:spcBef>
                <a:spcPts val="450"/>
              </a:spcBef>
              <a:spcAft>
                <a:spcPts val="450"/>
              </a:spcAft>
              <a:defRPr/>
            </a:pPr>
            <a:endParaRPr lang="zh-CN" altLang="en-US" sz="3200" dirty="0">
              <a:solidFill>
                <a:srgbClr val="FFFFFF"/>
              </a:solidFill>
              <a:latin typeface="微软雅黑" panose="020B0503020204020204" charset="-122"/>
              <a:ea typeface="微软雅黑" panose="020B0503020204020204" charset="-122"/>
              <a:cs typeface="Arial" panose="020B0604020202020204" pitchFamily="34" charset="0"/>
            </a:endParaRPr>
          </a:p>
        </p:txBody>
      </p:sp>
      <p:sp>
        <p:nvSpPr>
          <p:cNvPr id="8" name="MH_Other_4"/>
          <p:cNvSpPr/>
          <p:nvPr>
            <p:custDataLst>
              <p:tags r:id="rId5"/>
            </p:custDataLst>
          </p:nvPr>
        </p:nvSpPr>
        <p:spPr bwMode="gray">
          <a:xfrm rot="780000" flipH="1">
            <a:off x="8980101" y="4197251"/>
            <a:ext cx="963958" cy="1026160"/>
          </a:xfrm>
          <a:custGeom>
            <a:avLst/>
            <a:gdLst>
              <a:gd name="connsiteX0" fmla="*/ 349 w 1518"/>
              <a:gd name="connsiteY0" fmla="*/ 68 h 1616"/>
              <a:gd name="connsiteX1" fmla="*/ 0 w 1518"/>
              <a:gd name="connsiteY1" fmla="*/ 783 h 1616"/>
              <a:gd name="connsiteX2" fmla="*/ 872 w 1518"/>
              <a:gd name="connsiteY2" fmla="*/ 1616 h 1616"/>
              <a:gd name="connsiteX3" fmla="*/ 1518 w 1518"/>
              <a:gd name="connsiteY3" fmla="*/ 0 h 1616"/>
              <a:gd name="connsiteX4" fmla="*/ 349 w 1518"/>
              <a:gd name="connsiteY4" fmla="*/ 68 h 1616"/>
            </a:gdLst>
            <a:ahLst/>
            <a:cxnLst>
              <a:cxn ang="0">
                <a:pos x="connsiteX0" y="connsiteY0"/>
              </a:cxn>
              <a:cxn ang="0">
                <a:pos x="connsiteX1" y="connsiteY1"/>
              </a:cxn>
              <a:cxn ang="0">
                <a:pos x="connsiteX2" y="connsiteY2"/>
              </a:cxn>
              <a:cxn ang="0">
                <a:pos x="connsiteX3" y="connsiteY3"/>
              </a:cxn>
              <a:cxn ang="0">
                <a:pos x="connsiteX4" y="connsiteY4"/>
              </a:cxn>
            </a:cxnLst>
            <a:rect l="0" t="0" r="r" b="b"/>
            <a:pathLst>
              <a:path w="1518" h="1616">
                <a:moveTo>
                  <a:pt x="349" y="68"/>
                </a:moveTo>
                <a:cubicBezTo>
                  <a:pt x="357" y="344"/>
                  <a:pt x="244" y="545"/>
                  <a:pt x="0" y="783"/>
                </a:cubicBezTo>
                <a:lnTo>
                  <a:pt x="872" y="1616"/>
                </a:lnTo>
                <a:cubicBezTo>
                  <a:pt x="1177" y="1298"/>
                  <a:pt x="1512" y="769"/>
                  <a:pt x="1518" y="0"/>
                </a:cubicBezTo>
                <a:lnTo>
                  <a:pt x="349" y="68"/>
                </a:lnTo>
                <a:close/>
              </a:path>
            </a:pathLst>
          </a:custGeom>
          <a:solidFill>
            <a:schemeClr val="accent6">
              <a:lumMod val="50000"/>
            </a:schemeClr>
          </a:solidFill>
          <a:ln w="3175">
            <a:solidFill>
              <a:srgbClr val="FFFFFF"/>
            </a:solidFill>
          </a:ln>
          <a:effectLst/>
        </p:spPr>
        <p:style>
          <a:lnRef idx="2">
            <a:schemeClr val="accent1">
              <a:shade val="50000"/>
            </a:schemeClr>
          </a:lnRef>
          <a:fillRef idx="1">
            <a:schemeClr val="accent1"/>
          </a:fillRef>
          <a:effectRef idx="0">
            <a:schemeClr val="accent1"/>
          </a:effectRef>
          <a:fontRef idx="minor">
            <a:schemeClr val="lt1"/>
          </a:fontRef>
        </p:style>
        <p:txBody>
          <a:bodyPr lIns="108000" tIns="0" rIns="0" bIns="108000" anchor="ctr">
            <a:normAutofit/>
          </a:bodyPr>
          <a:lstStyle/>
          <a:p>
            <a:pPr algn="ctr" eaLnBrk="1" hangingPunct="1">
              <a:lnSpc>
                <a:spcPct val="120000"/>
              </a:lnSpc>
              <a:spcBef>
                <a:spcPts val="450"/>
              </a:spcBef>
              <a:spcAft>
                <a:spcPts val="450"/>
              </a:spcAft>
              <a:defRPr/>
            </a:pPr>
            <a:endParaRPr lang="zh-CN" altLang="en-US" sz="3200" dirty="0">
              <a:solidFill>
                <a:srgbClr val="FFFFFF"/>
              </a:solidFill>
              <a:latin typeface="微软雅黑" panose="020B0503020204020204" charset="-122"/>
              <a:ea typeface="微软雅黑" panose="020B0503020204020204" charset="-122"/>
              <a:cs typeface="Arial" panose="020B0604020202020204" pitchFamily="34" charset="0"/>
            </a:endParaRPr>
          </a:p>
        </p:txBody>
      </p:sp>
      <p:sp>
        <p:nvSpPr>
          <p:cNvPr id="9" name="MH_Other_4"/>
          <p:cNvSpPr/>
          <p:nvPr>
            <p:custDataLst>
              <p:tags r:id="rId6"/>
            </p:custDataLst>
          </p:nvPr>
        </p:nvSpPr>
        <p:spPr bwMode="gray">
          <a:xfrm rot="20520000" flipH="1">
            <a:off x="9269670" y="4723031"/>
            <a:ext cx="963958" cy="1017905"/>
          </a:xfrm>
          <a:custGeom>
            <a:avLst/>
            <a:gdLst>
              <a:gd name="connsiteX0" fmla="*/ 349 w 1518"/>
              <a:gd name="connsiteY0" fmla="*/ 68 h 1616"/>
              <a:gd name="connsiteX1" fmla="*/ 0 w 1518"/>
              <a:gd name="connsiteY1" fmla="*/ 783 h 1616"/>
              <a:gd name="connsiteX2" fmla="*/ 872 w 1518"/>
              <a:gd name="connsiteY2" fmla="*/ 1616 h 1616"/>
              <a:gd name="connsiteX3" fmla="*/ 1518 w 1518"/>
              <a:gd name="connsiteY3" fmla="*/ 0 h 1616"/>
              <a:gd name="connsiteX4" fmla="*/ 349 w 1518"/>
              <a:gd name="connsiteY4" fmla="*/ 68 h 1616"/>
            </a:gdLst>
            <a:ahLst/>
            <a:cxnLst>
              <a:cxn ang="0">
                <a:pos x="connsiteX0" y="connsiteY0"/>
              </a:cxn>
              <a:cxn ang="0">
                <a:pos x="connsiteX1" y="connsiteY1"/>
              </a:cxn>
              <a:cxn ang="0">
                <a:pos x="connsiteX2" y="connsiteY2"/>
              </a:cxn>
              <a:cxn ang="0">
                <a:pos x="connsiteX3" y="connsiteY3"/>
              </a:cxn>
              <a:cxn ang="0">
                <a:pos x="connsiteX4" y="connsiteY4"/>
              </a:cxn>
            </a:cxnLst>
            <a:rect l="0" t="0" r="r" b="b"/>
            <a:pathLst>
              <a:path w="1518" h="1616">
                <a:moveTo>
                  <a:pt x="349" y="68"/>
                </a:moveTo>
                <a:cubicBezTo>
                  <a:pt x="357" y="344"/>
                  <a:pt x="244" y="545"/>
                  <a:pt x="0" y="783"/>
                </a:cubicBezTo>
                <a:lnTo>
                  <a:pt x="872" y="1616"/>
                </a:lnTo>
                <a:cubicBezTo>
                  <a:pt x="1177" y="1298"/>
                  <a:pt x="1512" y="769"/>
                  <a:pt x="1518" y="0"/>
                </a:cubicBezTo>
                <a:lnTo>
                  <a:pt x="349" y="68"/>
                </a:lnTo>
                <a:close/>
              </a:path>
            </a:pathLst>
          </a:custGeom>
          <a:solidFill>
            <a:schemeClr val="accent6">
              <a:lumMod val="50000"/>
            </a:schemeClr>
          </a:solidFill>
          <a:ln w="3175">
            <a:solidFill>
              <a:srgbClr val="FFFFFF"/>
            </a:solidFill>
          </a:ln>
          <a:effectLst/>
        </p:spPr>
        <p:style>
          <a:lnRef idx="2">
            <a:schemeClr val="accent1">
              <a:shade val="50000"/>
            </a:schemeClr>
          </a:lnRef>
          <a:fillRef idx="1">
            <a:schemeClr val="accent1"/>
          </a:fillRef>
          <a:effectRef idx="0">
            <a:schemeClr val="accent1"/>
          </a:effectRef>
          <a:fontRef idx="minor">
            <a:schemeClr val="lt1"/>
          </a:fontRef>
        </p:style>
        <p:txBody>
          <a:bodyPr lIns="108000" tIns="0" rIns="0" bIns="108000" anchor="ctr">
            <a:normAutofit/>
          </a:bodyPr>
          <a:lstStyle/>
          <a:p>
            <a:pPr algn="ctr" eaLnBrk="1" hangingPunct="1">
              <a:lnSpc>
                <a:spcPct val="120000"/>
              </a:lnSpc>
              <a:spcBef>
                <a:spcPts val="450"/>
              </a:spcBef>
              <a:spcAft>
                <a:spcPts val="450"/>
              </a:spcAft>
              <a:defRPr/>
            </a:pPr>
            <a:endParaRPr lang="zh-CN" altLang="en-US" sz="3200" dirty="0">
              <a:solidFill>
                <a:srgbClr val="FFFFFF"/>
              </a:solidFill>
              <a:latin typeface="微软雅黑" panose="020B0503020204020204" charset="-122"/>
              <a:ea typeface="微软雅黑" panose="020B0503020204020204" charset="-122"/>
              <a:cs typeface="Arial" panose="020B0604020202020204" pitchFamily="34" charset="0"/>
            </a:endParaRPr>
          </a:p>
        </p:txBody>
      </p:sp>
      <p:sp>
        <p:nvSpPr>
          <p:cNvPr id="10" name="MH_Other_4"/>
          <p:cNvSpPr/>
          <p:nvPr>
            <p:custDataLst>
              <p:tags r:id="rId7"/>
            </p:custDataLst>
          </p:nvPr>
        </p:nvSpPr>
        <p:spPr bwMode="gray">
          <a:xfrm rot="18660000" flipH="1">
            <a:off x="9777064" y="5030356"/>
            <a:ext cx="937260" cy="996979"/>
          </a:xfrm>
          <a:custGeom>
            <a:avLst/>
            <a:gdLst>
              <a:gd name="connsiteX0" fmla="*/ 349 w 1518"/>
              <a:gd name="connsiteY0" fmla="*/ 68 h 1616"/>
              <a:gd name="connsiteX1" fmla="*/ 0 w 1518"/>
              <a:gd name="connsiteY1" fmla="*/ 783 h 1616"/>
              <a:gd name="connsiteX2" fmla="*/ 872 w 1518"/>
              <a:gd name="connsiteY2" fmla="*/ 1616 h 1616"/>
              <a:gd name="connsiteX3" fmla="*/ 1518 w 1518"/>
              <a:gd name="connsiteY3" fmla="*/ 0 h 1616"/>
              <a:gd name="connsiteX4" fmla="*/ 349 w 1518"/>
              <a:gd name="connsiteY4" fmla="*/ 68 h 1616"/>
            </a:gdLst>
            <a:ahLst/>
            <a:cxnLst>
              <a:cxn ang="0">
                <a:pos x="connsiteX0" y="connsiteY0"/>
              </a:cxn>
              <a:cxn ang="0">
                <a:pos x="connsiteX1" y="connsiteY1"/>
              </a:cxn>
              <a:cxn ang="0">
                <a:pos x="connsiteX2" y="connsiteY2"/>
              </a:cxn>
              <a:cxn ang="0">
                <a:pos x="connsiteX3" y="connsiteY3"/>
              </a:cxn>
              <a:cxn ang="0">
                <a:pos x="connsiteX4" y="connsiteY4"/>
              </a:cxn>
            </a:cxnLst>
            <a:rect l="0" t="0" r="r" b="b"/>
            <a:pathLst>
              <a:path w="1518" h="1616">
                <a:moveTo>
                  <a:pt x="349" y="68"/>
                </a:moveTo>
                <a:cubicBezTo>
                  <a:pt x="357" y="344"/>
                  <a:pt x="244" y="545"/>
                  <a:pt x="0" y="783"/>
                </a:cubicBezTo>
                <a:lnTo>
                  <a:pt x="872" y="1616"/>
                </a:lnTo>
                <a:cubicBezTo>
                  <a:pt x="1177" y="1298"/>
                  <a:pt x="1512" y="769"/>
                  <a:pt x="1518" y="0"/>
                </a:cubicBezTo>
                <a:lnTo>
                  <a:pt x="349" y="68"/>
                </a:lnTo>
                <a:close/>
              </a:path>
            </a:pathLst>
          </a:custGeom>
          <a:solidFill>
            <a:schemeClr val="accent6">
              <a:lumMod val="50000"/>
            </a:schemeClr>
          </a:solidFill>
          <a:ln w="3175">
            <a:solidFill>
              <a:srgbClr val="FFFFFF"/>
            </a:solidFill>
          </a:ln>
          <a:effectLst/>
        </p:spPr>
        <p:style>
          <a:lnRef idx="2">
            <a:schemeClr val="accent1">
              <a:shade val="50000"/>
            </a:schemeClr>
          </a:lnRef>
          <a:fillRef idx="1">
            <a:schemeClr val="accent1"/>
          </a:fillRef>
          <a:effectRef idx="0">
            <a:schemeClr val="accent1"/>
          </a:effectRef>
          <a:fontRef idx="minor">
            <a:schemeClr val="lt1"/>
          </a:fontRef>
        </p:style>
        <p:txBody>
          <a:bodyPr lIns="108000" tIns="0" rIns="0" bIns="108000" anchor="ctr">
            <a:normAutofit/>
          </a:bodyPr>
          <a:lstStyle/>
          <a:p>
            <a:pPr algn="ctr" eaLnBrk="1" hangingPunct="1">
              <a:lnSpc>
                <a:spcPct val="120000"/>
              </a:lnSpc>
              <a:spcBef>
                <a:spcPts val="450"/>
              </a:spcBef>
              <a:spcAft>
                <a:spcPts val="450"/>
              </a:spcAft>
              <a:defRPr/>
            </a:pPr>
            <a:endParaRPr lang="zh-CN" altLang="en-US" sz="3200" dirty="0">
              <a:solidFill>
                <a:srgbClr val="FFFFFF"/>
              </a:solidFill>
              <a:latin typeface="微软雅黑" panose="020B0503020204020204" charset="-122"/>
              <a:ea typeface="微软雅黑" panose="020B0503020204020204" charset="-122"/>
              <a:cs typeface="Arial" panose="020B0604020202020204" pitchFamily="34" charset="0"/>
            </a:endParaRPr>
          </a:p>
        </p:txBody>
      </p:sp>
      <p:sp>
        <p:nvSpPr>
          <p:cNvPr id="11" name="MH_Title_1"/>
          <p:cNvSpPr>
            <a:spLocks noChangeArrowheads="1"/>
          </p:cNvSpPr>
          <p:nvPr>
            <p:custDataLst>
              <p:tags r:id="rId8"/>
            </p:custDataLst>
          </p:nvPr>
        </p:nvSpPr>
        <p:spPr bwMode="gray">
          <a:xfrm flipH="1">
            <a:off x="9731329" y="3671471"/>
            <a:ext cx="1571036" cy="1518920"/>
          </a:xfrm>
          <a:prstGeom prst="ellipse">
            <a:avLst/>
          </a:prstGeom>
          <a:solidFill>
            <a:schemeClr val="accent6">
              <a:lumMod val="50000"/>
            </a:schemeClr>
          </a:solidFill>
          <a:ln w="19050">
            <a:solidFill>
              <a:srgbClr val="FFFFFF"/>
            </a:solidFill>
          </a:ln>
          <a:effectLst/>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lnSpc>
                <a:spcPct val="120000"/>
              </a:lnSpc>
              <a:defRPr/>
            </a:pPr>
            <a:r>
              <a:rPr lang="zh-CN" altLang="en-US" sz="2000" b="1" dirty="0"/>
              <a:t>UML的</a:t>
            </a:r>
          </a:p>
          <a:p>
            <a:pPr algn="ctr">
              <a:lnSpc>
                <a:spcPct val="120000"/>
              </a:lnSpc>
              <a:defRPr/>
            </a:pPr>
            <a:r>
              <a:rPr lang="zh-CN" altLang="en-US" sz="2000" b="1" dirty="0"/>
              <a:t>模型图</a:t>
            </a:r>
          </a:p>
        </p:txBody>
      </p:sp>
      <p:sp>
        <p:nvSpPr>
          <p:cNvPr id="13" name="MH_Other_5"/>
          <p:cNvSpPr>
            <a:spLocks noChangeShapeType="1"/>
          </p:cNvSpPr>
          <p:nvPr>
            <p:custDataLst>
              <p:tags r:id="rId9"/>
            </p:custDataLst>
          </p:nvPr>
        </p:nvSpPr>
        <p:spPr bwMode="black">
          <a:xfrm flipH="1">
            <a:off x="1206837" y="5190108"/>
            <a:ext cx="8379072" cy="24130"/>
          </a:xfrm>
          <a:prstGeom prst="line">
            <a:avLst/>
          </a:prstGeom>
          <a:noFill/>
          <a:ln w="9525">
            <a:solidFill>
              <a:srgbClr val="BCBCBC"/>
            </a:solidFill>
            <a:prstDash val="dash"/>
            <a:round/>
            <a:tailEnd type="oval"/>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292929"/>
                  </a:outerShdw>
                </a:effectLst>
              </a14:hiddenEffects>
            </a:ext>
          </a:extLst>
        </p:spPr>
        <p:txBody>
          <a:bodyPr wrap="none" anchor="ctr"/>
          <a:lstStyle/>
          <a:p>
            <a:pPr algn="ctr" eaLnBrk="1" fontAlgn="auto" hangingPunct="1">
              <a:spcBef>
                <a:spcPts val="0"/>
              </a:spcBef>
              <a:spcAft>
                <a:spcPts val="0"/>
              </a:spcAft>
              <a:defRPr/>
            </a:pPr>
            <a:endParaRPr lang="zh-CN" altLang="en-US" sz="1350" b="1">
              <a:solidFill>
                <a:schemeClr val="accent6">
                  <a:lumMod val="50000"/>
                </a:schemeClr>
              </a:solidFill>
              <a:latin typeface="微软雅黑" panose="020B0503020204020204" charset="-122"/>
              <a:ea typeface="微软雅黑" panose="020B0503020204020204" charset="-122"/>
            </a:endParaRPr>
          </a:p>
        </p:txBody>
      </p:sp>
      <p:sp>
        <p:nvSpPr>
          <p:cNvPr id="14" name="MH_SubTitle_1"/>
          <p:cNvSpPr txBox="1">
            <a:spLocks noChangeArrowheads="1"/>
          </p:cNvSpPr>
          <p:nvPr>
            <p:custDataLst>
              <p:tags r:id="rId10"/>
            </p:custDataLst>
          </p:nvPr>
        </p:nvSpPr>
        <p:spPr bwMode="auto">
          <a:xfrm flipH="1">
            <a:off x="1206202" y="4691405"/>
            <a:ext cx="7864707" cy="346249"/>
          </a:xfrm>
          <a:prstGeom prst="rect">
            <a:avLst/>
          </a:prstGeom>
          <a:noFill/>
          <a:ln w="9525">
            <a:noFill/>
            <a:miter lim="800000"/>
          </a:ln>
        </p:spPr>
        <p:txBody>
          <a:bodyPr lIns="216000" tIns="34290" rIns="68580" bIns="34290" anchor="ctr">
            <a:spAutoFit/>
          </a:bodyPr>
          <a:lstStyle/>
          <a:p>
            <a:pPr algn="ctr"/>
            <a:r>
              <a:rPr lang="zh-CN" altLang="zh-CN" b="1" dirty="0">
                <a:solidFill>
                  <a:schemeClr val="accent6">
                    <a:lumMod val="50000"/>
                  </a:schemeClr>
                </a:solidFill>
                <a:latin typeface="微软雅黑" panose="020B0503020204020204" charset="-122"/>
                <a:ea typeface="微软雅黑" panose="020B0503020204020204" charset="-122"/>
                <a:cs typeface="宋体" panose="02010600030101010101" pitchFamily="2" charset="-122"/>
              </a:rPr>
              <a:t>交互图：</a:t>
            </a:r>
            <a:r>
              <a:rPr lang="zh-CN" altLang="zh-CN" dirty="0">
                <a:solidFill>
                  <a:schemeClr val="tx1">
                    <a:lumMod val="50000"/>
                  </a:schemeClr>
                </a:solidFill>
                <a:latin typeface="微软雅黑" panose="020B0503020204020204" charset="-122"/>
                <a:ea typeface="微软雅黑" panose="020B0503020204020204" charset="-122"/>
                <a:cs typeface="宋体" panose="02010600030101010101" pitchFamily="2" charset="-122"/>
              </a:rPr>
              <a:t>包括顺序图和协作图，用于描述系统的对象之间的动态合作关系。</a:t>
            </a:r>
          </a:p>
        </p:txBody>
      </p:sp>
      <p:sp>
        <p:nvSpPr>
          <p:cNvPr id="16" name="MH_Other_5"/>
          <p:cNvSpPr>
            <a:spLocks noChangeShapeType="1"/>
          </p:cNvSpPr>
          <p:nvPr>
            <p:custDataLst>
              <p:tags r:id="rId11"/>
            </p:custDataLst>
          </p:nvPr>
        </p:nvSpPr>
        <p:spPr bwMode="black">
          <a:xfrm flipH="1" flipV="1">
            <a:off x="1497041" y="3161707"/>
            <a:ext cx="8584818" cy="73660"/>
          </a:xfrm>
          <a:prstGeom prst="line">
            <a:avLst/>
          </a:prstGeom>
          <a:noFill/>
          <a:ln w="9525">
            <a:solidFill>
              <a:srgbClr val="BCBCBC"/>
            </a:solidFill>
            <a:prstDash val="dash"/>
            <a:round/>
            <a:tailEnd type="oval"/>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292929"/>
                  </a:outerShdw>
                </a:effectLst>
              </a14:hiddenEffects>
            </a:ext>
          </a:extLst>
        </p:spPr>
        <p:txBody>
          <a:bodyPr wrap="none" anchor="ctr"/>
          <a:lstStyle/>
          <a:p>
            <a:pPr algn="ctr" eaLnBrk="1" fontAlgn="auto" hangingPunct="1">
              <a:spcBef>
                <a:spcPts val="0"/>
              </a:spcBef>
              <a:spcAft>
                <a:spcPts val="0"/>
              </a:spcAft>
              <a:defRPr/>
            </a:pPr>
            <a:endParaRPr lang="zh-CN" altLang="en-US" sz="1350" b="1">
              <a:solidFill>
                <a:schemeClr val="accent6">
                  <a:lumMod val="50000"/>
                </a:schemeClr>
              </a:solidFill>
              <a:latin typeface="微软雅黑" panose="020B0503020204020204" charset="-122"/>
              <a:ea typeface="微软雅黑" panose="020B0503020204020204" charset="-122"/>
            </a:endParaRPr>
          </a:p>
        </p:txBody>
      </p:sp>
      <p:sp>
        <p:nvSpPr>
          <p:cNvPr id="17" name="MH_SubTitle_1"/>
          <p:cNvSpPr txBox="1">
            <a:spLocks noChangeArrowheads="1"/>
          </p:cNvSpPr>
          <p:nvPr>
            <p:custDataLst>
              <p:tags r:id="rId12"/>
            </p:custDataLst>
          </p:nvPr>
        </p:nvSpPr>
        <p:spPr bwMode="auto">
          <a:xfrm flipH="1">
            <a:off x="1497994" y="2663004"/>
            <a:ext cx="8194946" cy="346249"/>
          </a:xfrm>
          <a:prstGeom prst="rect">
            <a:avLst/>
          </a:prstGeom>
          <a:noFill/>
          <a:ln w="9525">
            <a:noFill/>
            <a:miter lim="800000"/>
          </a:ln>
        </p:spPr>
        <p:txBody>
          <a:bodyPr lIns="216000" tIns="34290" rIns="68580" bIns="34290" anchor="ctr">
            <a:spAutoFit/>
          </a:bodyPr>
          <a:lstStyle/>
          <a:p>
            <a:pPr algn="l"/>
            <a:r>
              <a:rPr lang="zh-CN" altLang="zh-CN" b="1" dirty="0">
                <a:solidFill>
                  <a:schemeClr val="accent6">
                    <a:lumMod val="50000"/>
                  </a:schemeClr>
                </a:solidFill>
                <a:latin typeface="微软雅黑" panose="020B0503020204020204" charset="-122"/>
                <a:ea typeface="微软雅黑" panose="020B0503020204020204" charset="-122"/>
                <a:cs typeface="宋体" panose="02010600030101010101" pitchFamily="2" charset="-122"/>
                <a:sym typeface="+mn-ea"/>
              </a:rPr>
              <a:t>用例图：</a:t>
            </a:r>
            <a:r>
              <a:rPr lang="zh-CN" altLang="zh-CN" dirty="0">
                <a:solidFill>
                  <a:schemeClr val="tx1">
                    <a:lumMod val="50000"/>
                  </a:schemeClr>
                </a:solidFill>
                <a:latin typeface="微软雅黑" panose="020B0503020204020204" charset="-122"/>
                <a:ea typeface="微软雅黑" panose="020B0503020204020204" charset="-122"/>
                <a:cs typeface="宋体" panose="02010600030101010101" pitchFamily="2" charset="-122"/>
                <a:sym typeface="+mn-ea"/>
              </a:rPr>
              <a:t>用于表示系统的功能，并指出各功能的操作者。</a:t>
            </a:r>
          </a:p>
        </p:txBody>
      </p:sp>
      <p:sp>
        <p:nvSpPr>
          <p:cNvPr id="18" name="文本框 17"/>
          <p:cNvSpPr txBox="1"/>
          <p:nvPr/>
        </p:nvSpPr>
        <p:spPr>
          <a:xfrm>
            <a:off x="10047568" y="3050441"/>
            <a:ext cx="511190" cy="579120"/>
          </a:xfrm>
          <a:prstGeom prst="rect">
            <a:avLst/>
          </a:prstGeom>
          <a:noFill/>
        </p:spPr>
        <p:txBody>
          <a:bodyPr wrap="square" rtlCol="0">
            <a:spAutoFit/>
          </a:bodyPr>
          <a:lstStyle/>
          <a:p>
            <a:r>
              <a:rPr lang="en-US" altLang="zh-CN" sz="3200" b="1">
                <a:solidFill>
                  <a:schemeClr val="bg1"/>
                </a:solidFill>
              </a:rPr>
              <a:t>1</a:t>
            </a:r>
          </a:p>
        </p:txBody>
      </p:sp>
      <p:sp>
        <p:nvSpPr>
          <p:cNvPr id="19" name="文本框 18"/>
          <p:cNvSpPr txBox="1"/>
          <p:nvPr/>
        </p:nvSpPr>
        <p:spPr>
          <a:xfrm>
            <a:off x="9439220" y="3580666"/>
            <a:ext cx="502300" cy="579120"/>
          </a:xfrm>
          <a:prstGeom prst="rect">
            <a:avLst/>
          </a:prstGeom>
          <a:noFill/>
        </p:spPr>
        <p:txBody>
          <a:bodyPr wrap="square" rtlCol="0">
            <a:spAutoFit/>
          </a:bodyPr>
          <a:lstStyle/>
          <a:p>
            <a:pPr algn="l"/>
            <a:r>
              <a:rPr lang="en-US" altLang="zh-CN" sz="3200" b="1">
                <a:solidFill>
                  <a:schemeClr val="bg1"/>
                </a:solidFill>
              </a:rPr>
              <a:t>2</a:t>
            </a:r>
          </a:p>
        </p:txBody>
      </p:sp>
      <p:sp>
        <p:nvSpPr>
          <p:cNvPr id="20" name="文本框 19"/>
          <p:cNvSpPr txBox="1"/>
          <p:nvPr/>
        </p:nvSpPr>
        <p:spPr>
          <a:xfrm>
            <a:off x="9249349" y="4196616"/>
            <a:ext cx="579137" cy="579120"/>
          </a:xfrm>
          <a:prstGeom prst="rect">
            <a:avLst/>
          </a:prstGeom>
          <a:noFill/>
        </p:spPr>
        <p:txBody>
          <a:bodyPr wrap="square" rtlCol="0">
            <a:spAutoFit/>
          </a:bodyPr>
          <a:lstStyle/>
          <a:p>
            <a:pPr algn="l"/>
            <a:r>
              <a:rPr lang="en-US" altLang="zh-CN" sz="3200" b="1">
                <a:solidFill>
                  <a:schemeClr val="bg1"/>
                </a:solidFill>
              </a:rPr>
              <a:t>3</a:t>
            </a:r>
          </a:p>
        </p:txBody>
      </p:sp>
      <p:sp>
        <p:nvSpPr>
          <p:cNvPr id="21" name="文本框 20"/>
          <p:cNvSpPr txBox="1"/>
          <p:nvPr/>
        </p:nvSpPr>
        <p:spPr>
          <a:xfrm>
            <a:off x="9439220" y="4745891"/>
            <a:ext cx="579137" cy="579120"/>
          </a:xfrm>
          <a:prstGeom prst="rect">
            <a:avLst/>
          </a:prstGeom>
          <a:noFill/>
        </p:spPr>
        <p:txBody>
          <a:bodyPr wrap="square" rtlCol="0">
            <a:spAutoFit/>
          </a:bodyPr>
          <a:lstStyle/>
          <a:p>
            <a:pPr algn="l"/>
            <a:r>
              <a:rPr lang="en-US" altLang="zh-CN" sz="3200" b="1">
                <a:solidFill>
                  <a:schemeClr val="bg1"/>
                </a:solidFill>
              </a:rPr>
              <a:t>4</a:t>
            </a:r>
          </a:p>
        </p:txBody>
      </p:sp>
      <p:sp>
        <p:nvSpPr>
          <p:cNvPr id="22" name="文本框 21"/>
          <p:cNvSpPr txBox="1"/>
          <p:nvPr/>
        </p:nvSpPr>
        <p:spPr>
          <a:xfrm>
            <a:off x="10013277" y="5190391"/>
            <a:ext cx="579137" cy="579120"/>
          </a:xfrm>
          <a:prstGeom prst="rect">
            <a:avLst/>
          </a:prstGeom>
          <a:noFill/>
        </p:spPr>
        <p:txBody>
          <a:bodyPr wrap="square" rtlCol="0">
            <a:spAutoFit/>
          </a:bodyPr>
          <a:lstStyle/>
          <a:p>
            <a:pPr algn="l"/>
            <a:r>
              <a:rPr lang="en-US" altLang="zh-CN" sz="3200" b="1">
                <a:solidFill>
                  <a:schemeClr val="bg1"/>
                </a:solidFill>
              </a:rPr>
              <a:t>5</a:t>
            </a:r>
          </a:p>
        </p:txBody>
      </p:sp>
      <p:sp>
        <p:nvSpPr>
          <p:cNvPr id="24" name="MH_Other_5"/>
          <p:cNvSpPr>
            <a:spLocks noChangeShapeType="1"/>
          </p:cNvSpPr>
          <p:nvPr>
            <p:custDataLst>
              <p:tags r:id="rId13"/>
            </p:custDataLst>
          </p:nvPr>
        </p:nvSpPr>
        <p:spPr bwMode="black">
          <a:xfrm flipH="1">
            <a:off x="1206837" y="3886524"/>
            <a:ext cx="8074263" cy="635"/>
          </a:xfrm>
          <a:prstGeom prst="line">
            <a:avLst/>
          </a:prstGeom>
          <a:noFill/>
          <a:ln w="9525">
            <a:solidFill>
              <a:srgbClr val="BCBCBC"/>
            </a:solidFill>
            <a:prstDash val="dash"/>
            <a:round/>
            <a:tailEnd type="oval"/>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292929"/>
                  </a:outerShdw>
                </a:effectLst>
              </a14:hiddenEffects>
            </a:ext>
          </a:extLst>
        </p:spPr>
        <p:txBody>
          <a:bodyPr wrap="none" anchor="ctr"/>
          <a:lstStyle/>
          <a:p>
            <a:pPr algn="ctr" eaLnBrk="1" fontAlgn="auto" hangingPunct="1">
              <a:spcBef>
                <a:spcPts val="0"/>
              </a:spcBef>
              <a:spcAft>
                <a:spcPts val="0"/>
              </a:spcAft>
              <a:defRPr/>
            </a:pPr>
            <a:endParaRPr lang="zh-CN" altLang="en-US" sz="1350" b="1">
              <a:solidFill>
                <a:schemeClr val="accent6">
                  <a:lumMod val="50000"/>
                </a:schemeClr>
              </a:solidFill>
              <a:latin typeface="微软雅黑" panose="020B0503020204020204" charset="-122"/>
              <a:ea typeface="微软雅黑" panose="020B0503020204020204" charset="-122"/>
            </a:endParaRPr>
          </a:p>
        </p:txBody>
      </p:sp>
      <p:sp>
        <p:nvSpPr>
          <p:cNvPr id="25" name="MH_SubTitle_1"/>
          <p:cNvSpPr txBox="1">
            <a:spLocks noChangeArrowheads="1"/>
          </p:cNvSpPr>
          <p:nvPr>
            <p:custDataLst>
              <p:tags r:id="rId14"/>
            </p:custDataLst>
          </p:nvPr>
        </p:nvSpPr>
        <p:spPr bwMode="auto">
          <a:xfrm flipH="1">
            <a:off x="1206837" y="3387821"/>
            <a:ext cx="7738732" cy="346249"/>
          </a:xfrm>
          <a:prstGeom prst="rect">
            <a:avLst/>
          </a:prstGeom>
          <a:noFill/>
          <a:ln w="9525">
            <a:noFill/>
            <a:miter lim="800000"/>
          </a:ln>
        </p:spPr>
        <p:txBody>
          <a:bodyPr lIns="216000" tIns="34290" rIns="68580" bIns="34290" anchor="ctr">
            <a:spAutoFit/>
          </a:bodyPr>
          <a:lstStyle/>
          <a:p>
            <a:pPr algn="l"/>
            <a:r>
              <a:rPr lang="zh-CN" altLang="zh-CN" b="1" dirty="0">
                <a:solidFill>
                  <a:schemeClr val="accent6">
                    <a:lumMod val="50000"/>
                  </a:schemeClr>
                </a:solidFill>
                <a:latin typeface="微软雅黑" panose="020B0503020204020204" charset="-122"/>
                <a:ea typeface="微软雅黑" panose="020B0503020204020204" charset="-122"/>
                <a:cs typeface="宋体" panose="02010600030101010101" pitchFamily="2" charset="-122"/>
                <a:sym typeface="+mn-ea"/>
              </a:rPr>
              <a:t>静态图：</a:t>
            </a:r>
            <a:r>
              <a:rPr lang="zh-CN" altLang="zh-CN" dirty="0">
                <a:solidFill>
                  <a:schemeClr val="tx1">
                    <a:lumMod val="50000"/>
                  </a:schemeClr>
                </a:solidFill>
                <a:latin typeface="微软雅黑" panose="020B0503020204020204" charset="-122"/>
                <a:ea typeface="微软雅黑" panose="020B0503020204020204" charset="-122"/>
                <a:cs typeface="宋体" panose="02010600030101010101" pitchFamily="2" charset="-122"/>
                <a:sym typeface="+mn-ea"/>
              </a:rPr>
              <a:t>包括类图、对象图及包，表示系统的静态结构。</a:t>
            </a:r>
          </a:p>
        </p:txBody>
      </p:sp>
      <p:sp>
        <p:nvSpPr>
          <p:cNvPr id="26" name="MH_Other_5"/>
          <p:cNvSpPr>
            <a:spLocks noChangeShapeType="1"/>
          </p:cNvSpPr>
          <p:nvPr>
            <p:custDataLst>
              <p:tags r:id="rId15"/>
            </p:custDataLst>
          </p:nvPr>
        </p:nvSpPr>
        <p:spPr bwMode="black">
          <a:xfrm flipH="1" flipV="1">
            <a:off x="1496406" y="5865396"/>
            <a:ext cx="8739763" cy="64135"/>
          </a:xfrm>
          <a:prstGeom prst="line">
            <a:avLst/>
          </a:prstGeom>
          <a:noFill/>
          <a:ln w="9525">
            <a:solidFill>
              <a:srgbClr val="BCBCBC"/>
            </a:solidFill>
            <a:prstDash val="dash"/>
            <a:round/>
            <a:tailEnd type="oval"/>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292929"/>
                  </a:outerShdw>
                </a:effectLst>
              </a14:hiddenEffects>
            </a:ext>
          </a:extLst>
        </p:spPr>
        <p:txBody>
          <a:bodyPr wrap="none" anchor="ctr"/>
          <a:lstStyle/>
          <a:p>
            <a:pPr algn="ctr" eaLnBrk="1" fontAlgn="auto" hangingPunct="1">
              <a:spcBef>
                <a:spcPts val="0"/>
              </a:spcBef>
              <a:spcAft>
                <a:spcPts val="0"/>
              </a:spcAft>
              <a:defRPr/>
            </a:pPr>
            <a:endParaRPr lang="zh-CN" altLang="en-US" sz="1350" b="1">
              <a:solidFill>
                <a:schemeClr val="accent6">
                  <a:lumMod val="50000"/>
                </a:schemeClr>
              </a:solidFill>
              <a:latin typeface="微软雅黑" panose="020B0503020204020204" charset="-122"/>
              <a:ea typeface="微软雅黑" panose="020B0503020204020204" charset="-122"/>
            </a:endParaRPr>
          </a:p>
        </p:txBody>
      </p:sp>
      <p:sp>
        <p:nvSpPr>
          <p:cNvPr id="27" name="MH_SubTitle_1"/>
          <p:cNvSpPr txBox="1">
            <a:spLocks noChangeArrowheads="1"/>
          </p:cNvSpPr>
          <p:nvPr>
            <p:custDataLst>
              <p:tags r:id="rId16"/>
            </p:custDataLst>
          </p:nvPr>
        </p:nvSpPr>
        <p:spPr bwMode="auto">
          <a:xfrm flipH="1">
            <a:off x="1497041" y="5366692"/>
            <a:ext cx="8258419" cy="346249"/>
          </a:xfrm>
          <a:prstGeom prst="rect">
            <a:avLst/>
          </a:prstGeom>
          <a:noFill/>
          <a:ln w="9525">
            <a:noFill/>
            <a:miter lim="800000"/>
          </a:ln>
        </p:spPr>
        <p:txBody>
          <a:bodyPr lIns="216000" tIns="34290" rIns="68580" bIns="34290" anchor="ctr">
            <a:spAutoFit/>
          </a:bodyPr>
          <a:lstStyle/>
          <a:p>
            <a:pPr algn="l"/>
            <a:r>
              <a:rPr lang="zh-CN" altLang="zh-CN" b="1" dirty="0">
                <a:solidFill>
                  <a:schemeClr val="accent6">
                    <a:lumMod val="50000"/>
                  </a:schemeClr>
                </a:solidFill>
                <a:latin typeface="微软雅黑" panose="020B0503020204020204" charset="-122"/>
                <a:ea typeface="微软雅黑" panose="020B0503020204020204" charset="-122"/>
                <a:cs typeface="宋体" panose="02010600030101010101" pitchFamily="2" charset="-122"/>
              </a:rPr>
              <a:t>实现图：</a:t>
            </a:r>
            <a:r>
              <a:rPr lang="zh-CN" altLang="zh-CN" dirty="0">
                <a:solidFill>
                  <a:schemeClr val="tx1">
                    <a:lumMod val="50000"/>
                  </a:schemeClr>
                </a:solidFill>
                <a:latin typeface="微软雅黑" panose="020B0503020204020204" charset="-122"/>
                <a:ea typeface="微软雅黑" panose="020B0503020204020204" charset="-122"/>
                <a:cs typeface="宋体" panose="02010600030101010101" pitchFamily="2" charset="-122"/>
              </a:rPr>
              <a:t>包括构件图和配置图，用于描述系统的物理实现。</a:t>
            </a:r>
          </a:p>
        </p:txBody>
      </p:sp>
      <p:sp>
        <p:nvSpPr>
          <p:cNvPr id="31" name="Rectangle 1"/>
          <p:cNvSpPr>
            <a:spLocks noChangeArrowheads="1"/>
          </p:cNvSpPr>
          <p:nvPr/>
        </p:nvSpPr>
        <p:spPr bwMode="auto">
          <a:xfrm>
            <a:off x="600218" y="2056130"/>
            <a:ext cx="10358934" cy="400110"/>
          </a:xfrm>
          <a:prstGeom prst="rect">
            <a:avLst/>
          </a:prstGeom>
          <a:noFill/>
          <a:ln w="9525">
            <a:noFill/>
            <a:miter lim="800000"/>
          </a:ln>
          <a:effectLst/>
        </p:spPr>
        <p:txBody>
          <a:bodyPr vert="horz" wrap="square" lIns="91440" tIns="45720" rIns="91440" bIns="45720" numCol="1" anchor="ctr" anchorCtr="0" compatLnSpc="1">
            <a:spAutoFit/>
          </a:bodyPr>
          <a:lstStyle/>
          <a:p>
            <a:pPr indent="269875" fontAlgn="base">
              <a:spcBef>
                <a:spcPct val="0"/>
              </a:spcBef>
              <a:spcAft>
                <a:spcPct val="0"/>
              </a:spcAft>
            </a:pPr>
            <a:r>
              <a:rPr lang="en-US" altLang="en-US" sz="2000" b="1" dirty="0">
                <a:latin typeface="微软雅黑" panose="020B0503020204020204" charset="-122"/>
                <a:ea typeface="微软雅黑" panose="020B0503020204020204" charset="-122"/>
                <a:sym typeface="+mn-ea"/>
              </a:rPr>
              <a:t>UML</a:t>
            </a:r>
            <a:r>
              <a:rPr lang="zh-CN" altLang="en-US" sz="2000" b="1" dirty="0">
                <a:latin typeface="微软雅黑" panose="020B0503020204020204" charset="-122"/>
                <a:ea typeface="微软雅黑" panose="020B0503020204020204" charset="-122"/>
                <a:sym typeface="+mn-ea"/>
              </a:rPr>
              <a:t>的模型是用图来表示的，共有</a:t>
            </a:r>
            <a:r>
              <a:rPr lang="en-US" altLang="en-US" sz="2000" b="1" dirty="0">
                <a:latin typeface="微软雅黑" panose="020B0503020204020204" charset="-122"/>
                <a:ea typeface="微软雅黑" panose="020B0503020204020204" charset="-122"/>
                <a:sym typeface="+mn-ea"/>
              </a:rPr>
              <a:t>5</a:t>
            </a:r>
            <a:r>
              <a:rPr lang="zh-CN" altLang="en-US" sz="2000" b="1" dirty="0">
                <a:latin typeface="微软雅黑" panose="020B0503020204020204" charset="-122"/>
                <a:ea typeface="微软雅黑" panose="020B0503020204020204" charset="-122"/>
                <a:sym typeface="+mn-ea"/>
              </a:rPr>
              <a:t>类</a:t>
            </a:r>
            <a:r>
              <a:rPr lang="en-US" altLang="en-US" sz="2000" b="1" dirty="0">
                <a:latin typeface="微软雅黑" panose="020B0503020204020204" charset="-122"/>
                <a:ea typeface="微软雅黑" panose="020B0503020204020204" charset="-122"/>
                <a:sym typeface="+mn-ea"/>
              </a:rPr>
              <a:t>9</a:t>
            </a:r>
            <a:r>
              <a:rPr lang="zh-CN" altLang="en-US" sz="2000" b="1" dirty="0">
                <a:latin typeface="微软雅黑" panose="020B0503020204020204" charset="-122"/>
                <a:ea typeface="微软雅黑" panose="020B0503020204020204" charset="-122"/>
                <a:sym typeface="+mn-ea"/>
              </a:rPr>
              <a:t>种图。</a:t>
            </a:r>
            <a:endParaRPr lang="en-US" altLang="en-US" sz="2000" b="1" dirty="0">
              <a:latin typeface="微软雅黑" panose="020B0503020204020204" charset="-122"/>
              <a:ea typeface="微软雅黑" panose="020B0503020204020204" charset="-122"/>
              <a:sym typeface="+mn-ea"/>
            </a:endParaRPr>
          </a:p>
        </p:txBody>
      </p:sp>
    </p:spTree>
  </p:cSld>
  <p:clrMapOvr>
    <a:masterClrMapping/>
  </p:clrMapOvr>
  <p:transition>
    <p:zoom/>
  </p:transition>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694801" y="360000"/>
            <a:ext cx="5401200" cy="523220"/>
          </a:xfrm>
        </p:spPr>
        <p:txBody>
          <a:bodyPr/>
          <a:lstStyle/>
          <a:p>
            <a:r>
              <a:rPr lang="en-US" dirty="0"/>
              <a:t>6.2 </a:t>
            </a:r>
            <a:r>
              <a:rPr lang="zh-CN" altLang="en-US" dirty="0">
                <a:sym typeface="+mn-ea"/>
              </a:rPr>
              <a:t>UML概述</a:t>
            </a:r>
            <a:endParaRPr lang="zh-CN" altLang="en-US" dirty="0"/>
          </a:p>
        </p:txBody>
      </p:sp>
      <p:sp>
        <p:nvSpPr>
          <p:cNvPr id="4" name="文本占位符 3">
            <a:extLst>
              <a:ext uri="{FF2B5EF4-FFF2-40B4-BE49-F238E27FC236}">
                <a16:creationId xmlns:a16="http://schemas.microsoft.com/office/drawing/2014/main" id="{87D26ADB-DAA9-6ED9-A8DC-2F64EF66AE82}"/>
              </a:ext>
            </a:extLst>
          </p:cNvPr>
          <p:cNvSpPr>
            <a:spLocks noGrp="1"/>
          </p:cNvSpPr>
          <p:nvPr>
            <p:ph type="body" sz="quarter" idx="10"/>
          </p:nvPr>
        </p:nvSpPr>
        <p:spPr>
          <a:xfrm>
            <a:off x="900001" y="1322832"/>
            <a:ext cx="5196000" cy="400110"/>
          </a:xfrm>
        </p:spPr>
        <p:txBody>
          <a:bodyPr/>
          <a:lstStyle/>
          <a:p>
            <a:r>
              <a:rPr lang="en-US" altLang="zh-CN" dirty="0"/>
              <a:t>6.2.2 </a:t>
            </a:r>
            <a:r>
              <a:rPr lang="en-US" altLang="zh-CN" dirty="0" err="1">
                <a:sym typeface="+mn-ea"/>
              </a:rPr>
              <a:t>UML的</a:t>
            </a:r>
            <a:r>
              <a:rPr lang="zh-CN" altLang="en-US" dirty="0">
                <a:sym typeface="+mn-ea"/>
              </a:rPr>
              <a:t>内容</a:t>
            </a:r>
          </a:p>
        </p:txBody>
      </p:sp>
      <p:sp>
        <p:nvSpPr>
          <p:cNvPr id="66" name="文本框 44"/>
          <p:cNvSpPr txBox="1"/>
          <p:nvPr/>
        </p:nvSpPr>
        <p:spPr>
          <a:xfrm>
            <a:off x="1542248" y="4034370"/>
            <a:ext cx="259524" cy="483298"/>
          </a:xfrm>
          <a:prstGeom prst="rect">
            <a:avLst/>
          </a:prstGeom>
          <a:noFill/>
          <a:ln w="9525">
            <a:noFill/>
          </a:ln>
        </p:spPr>
        <p:txBody>
          <a:bodyPr>
            <a:spAutoFit/>
          </a:bodyPr>
          <a:lstStyle>
            <a:lvl1pPr marL="228600" indent="-228600" algn="l" rtl="0" fontAlgn="base">
              <a:lnSpc>
                <a:spcPct val="90000"/>
              </a:lnSpc>
              <a:spcBef>
                <a:spcPts val="1000"/>
              </a:spcBef>
              <a:spcAft>
                <a:spcPct val="0"/>
              </a:spcAft>
              <a:buFont typeface="Arial" panose="020B0604020202020204" pitchFamily="34" charset="0"/>
              <a:buChar char="•"/>
              <a:defRPr sz="2800" kern="1200">
                <a:solidFill>
                  <a:schemeClr val="tx1"/>
                </a:solidFill>
                <a:latin typeface="+mn-lt"/>
                <a:ea typeface="+mn-ea"/>
                <a:cs typeface="+mn-cs"/>
              </a:defRPr>
            </a:lvl1pPr>
            <a:lvl2pPr marL="685800" indent="-228600" algn="l" rtl="0" fontAlgn="base">
              <a:lnSpc>
                <a:spcPct val="90000"/>
              </a:lnSpc>
              <a:spcBef>
                <a:spcPts val="500"/>
              </a:spcBef>
              <a:spcAft>
                <a:spcPct val="0"/>
              </a:spcAft>
              <a:buFont typeface="Arial" panose="020B0604020202020204" pitchFamily="34" charset="0"/>
              <a:buChar char="•"/>
              <a:defRPr sz="2400" kern="1200">
                <a:solidFill>
                  <a:schemeClr val="tx1"/>
                </a:solidFill>
                <a:latin typeface="+mn-lt"/>
                <a:ea typeface="+mn-ea"/>
                <a:cs typeface="+mn-cs"/>
              </a:defRPr>
            </a:lvl2pPr>
            <a:lvl3pPr marL="1143000" indent="-228600" algn="l" rtl="0" fontAlgn="base">
              <a:lnSpc>
                <a:spcPct val="90000"/>
              </a:lnSpc>
              <a:spcBef>
                <a:spcPts val="500"/>
              </a:spcBef>
              <a:spcAft>
                <a:spcPct val="0"/>
              </a:spcAft>
              <a:buFont typeface="Arial" panose="020B0604020202020204" pitchFamily="34" charset="0"/>
              <a:buChar char="•"/>
              <a:defRPr sz="2000" kern="1200">
                <a:solidFill>
                  <a:schemeClr val="tx1"/>
                </a:solidFill>
                <a:latin typeface="+mn-lt"/>
                <a:ea typeface="+mn-ea"/>
                <a:cs typeface="+mn-cs"/>
              </a:defRPr>
            </a:lvl3pPr>
            <a:lvl4pPr marL="16002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4pPr>
            <a:lvl5pPr marL="20574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5pPr>
          </a:lstStyle>
          <a:p>
            <a:pPr marL="0" lvl="0" indent="0" eaLnBrk="1" hangingPunct="1">
              <a:lnSpc>
                <a:spcPct val="100000"/>
              </a:lnSpc>
              <a:spcBef>
                <a:spcPct val="0"/>
              </a:spcBef>
              <a:buNone/>
            </a:pPr>
            <a:r>
              <a:rPr lang="en-US" altLang="zh-CN" sz="2400" b="1" dirty="0">
                <a:solidFill>
                  <a:schemeClr val="bg1"/>
                </a:solidFill>
                <a:latin typeface="微软雅黑" panose="020B0503020204020204" charset="-122"/>
                <a:ea typeface="微软雅黑" panose="020B0503020204020204" charset="-122"/>
              </a:rPr>
              <a:t>1</a:t>
            </a:r>
            <a:endParaRPr lang="zh-CN" altLang="en-US" sz="2400" b="1" dirty="0">
              <a:solidFill>
                <a:schemeClr val="bg1"/>
              </a:solidFill>
              <a:latin typeface="微软雅黑" panose="020B0503020204020204" charset="-122"/>
              <a:ea typeface="微软雅黑" panose="020B0503020204020204" charset="-122"/>
            </a:endParaRPr>
          </a:p>
        </p:txBody>
      </p:sp>
      <p:sp>
        <p:nvSpPr>
          <p:cNvPr id="24" name="文本框 44"/>
          <p:cNvSpPr txBox="1"/>
          <p:nvPr/>
        </p:nvSpPr>
        <p:spPr>
          <a:xfrm>
            <a:off x="1542248" y="5639314"/>
            <a:ext cx="259524" cy="483298"/>
          </a:xfrm>
          <a:prstGeom prst="rect">
            <a:avLst/>
          </a:prstGeom>
          <a:noFill/>
          <a:ln w="9525">
            <a:noFill/>
          </a:ln>
        </p:spPr>
        <p:txBody>
          <a:bodyPr>
            <a:spAutoFit/>
          </a:bodyPr>
          <a:lstStyle>
            <a:lvl1pPr marL="228600" indent="-228600" algn="l" rtl="0" fontAlgn="base">
              <a:lnSpc>
                <a:spcPct val="90000"/>
              </a:lnSpc>
              <a:spcBef>
                <a:spcPts val="1000"/>
              </a:spcBef>
              <a:spcAft>
                <a:spcPct val="0"/>
              </a:spcAft>
              <a:buFont typeface="Arial" panose="020B0604020202020204" pitchFamily="34" charset="0"/>
              <a:buChar char="•"/>
              <a:defRPr sz="2800" kern="1200">
                <a:solidFill>
                  <a:schemeClr val="tx1"/>
                </a:solidFill>
                <a:latin typeface="+mn-lt"/>
                <a:ea typeface="+mn-ea"/>
                <a:cs typeface="+mn-cs"/>
              </a:defRPr>
            </a:lvl1pPr>
            <a:lvl2pPr marL="685800" indent="-228600" algn="l" rtl="0" fontAlgn="base">
              <a:lnSpc>
                <a:spcPct val="90000"/>
              </a:lnSpc>
              <a:spcBef>
                <a:spcPts val="500"/>
              </a:spcBef>
              <a:spcAft>
                <a:spcPct val="0"/>
              </a:spcAft>
              <a:buFont typeface="Arial" panose="020B0604020202020204" pitchFamily="34" charset="0"/>
              <a:buChar char="•"/>
              <a:defRPr sz="2400" kern="1200">
                <a:solidFill>
                  <a:schemeClr val="tx1"/>
                </a:solidFill>
                <a:latin typeface="+mn-lt"/>
                <a:ea typeface="+mn-ea"/>
                <a:cs typeface="+mn-cs"/>
              </a:defRPr>
            </a:lvl2pPr>
            <a:lvl3pPr marL="1143000" indent="-228600" algn="l" rtl="0" fontAlgn="base">
              <a:lnSpc>
                <a:spcPct val="90000"/>
              </a:lnSpc>
              <a:spcBef>
                <a:spcPts val="500"/>
              </a:spcBef>
              <a:spcAft>
                <a:spcPct val="0"/>
              </a:spcAft>
              <a:buFont typeface="Arial" panose="020B0604020202020204" pitchFamily="34" charset="0"/>
              <a:buChar char="•"/>
              <a:defRPr sz="2000" kern="1200">
                <a:solidFill>
                  <a:schemeClr val="tx1"/>
                </a:solidFill>
                <a:latin typeface="+mn-lt"/>
                <a:ea typeface="+mn-ea"/>
                <a:cs typeface="+mn-cs"/>
              </a:defRPr>
            </a:lvl3pPr>
            <a:lvl4pPr marL="16002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4pPr>
            <a:lvl5pPr marL="20574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5pPr>
          </a:lstStyle>
          <a:p>
            <a:pPr marL="0" lvl="0" indent="0" eaLnBrk="1" hangingPunct="1">
              <a:lnSpc>
                <a:spcPct val="100000"/>
              </a:lnSpc>
              <a:spcBef>
                <a:spcPct val="0"/>
              </a:spcBef>
              <a:buNone/>
            </a:pPr>
            <a:r>
              <a:rPr lang="en-US" altLang="zh-CN" sz="2400" b="1" dirty="0">
                <a:solidFill>
                  <a:schemeClr val="bg1"/>
                </a:solidFill>
                <a:latin typeface="微软雅黑" panose="020B0503020204020204" charset="-122"/>
                <a:ea typeface="微软雅黑" panose="020B0503020204020204" charset="-122"/>
              </a:rPr>
              <a:t>3</a:t>
            </a:r>
            <a:endParaRPr lang="zh-CN" altLang="en-US" sz="2400" b="1" dirty="0">
              <a:solidFill>
                <a:schemeClr val="bg1"/>
              </a:solidFill>
              <a:latin typeface="微软雅黑" panose="020B0503020204020204" charset="-122"/>
              <a:ea typeface="微软雅黑" panose="020B0503020204020204" charset="-122"/>
            </a:endParaRPr>
          </a:p>
        </p:txBody>
      </p:sp>
      <p:sp>
        <p:nvSpPr>
          <p:cNvPr id="45" name="任意多边形 44"/>
          <p:cNvSpPr/>
          <p:nvPr>
            <p:custDataLst>
              <p:tags r:id="rId1"/>
            </p:custDataLst>
          </p:nvPr>
        </p:nvSpPr>
        <p:spPr>
          <a:xfrm>
            <a:off x="5975969" y="2799159"/>
            <a:ext cx="2059178" cy="3797417"/>
          </a:xfrm>
          <a:custGeom>
            <a:avLst/>
            <a:gdLst>
              <a:gd name="connsiteX0" fmla="*/ 2075543 w 2194909"/>
              <a:gd name="connsiteY0" fmla="*/ 0 h 4151086"/>
              <a:gd name="connsiteX1" fmla="*/ 2194909 w 2194909"/>
              <a:gd name="connsiteY1" fmla="*/ 6028 h 4151086"/>
              <a:gd name="connsiteX2" fmla="*/ 2102063 w 2194909"/>
              <a:gd name="connsiteY2" fmla="*/ 10716 h 4151086"/>
              <a:gd name="connsiteX3" fmla="*/ 238732 w 2194909"/>
              <a:gd name="connsiteY3" fmla="*/ 2075543 h 4151086"/>
              <a:gd name="connsiteX4" fmla="*/ 2102063 w 2194909"/>
              <a:gd name="connsiteY4" fmla="*/ 4140370 h 4151086"/>
              <a:gd name="connsiteX5" fmla="*/ 2194909 w 2194909"/>
              <a:gd name="connsiteY5" fmla="*/ 4145059 h 4151086"/>
              <a:gd name="connsiteX6" fmla="*/ 2075543 w 2194909"/>
              <a:gd name="connsiteY6" fmla="*/ 4151086 h 4151086"/>
              <a:gd name="connsiteX7" fmla="*/ 0 w 2194909"/>
              <a:gd name="connsiteY7" fmla="*/ 2075543 h 4151086"/>
              <a:gd name="connsiteX8" fmla="*/ 2075543 w 2194909"/>
              <a:gd name="connsiteY8" fmla="*/ 0 h 41510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194909" h="4151086">
                <a:moveTo>
                  <a:pt x="2075543" y="0"/>
                </a:moveTo>
                <a:lnTo>
                  <a:pt x="2194909" y="6028"/>
                </a:lnTo>
                <a:lnTo>
                  <a:pt x="2102063" y="10716"/>
                </a:lnTo>
                <a:cubicBezTo>
                  <a:pt x="1055458" y="117004"/>
                  <a:pt x="238732" y="1000895"/>
                  <a:pt x="238732" y="2075543"/>
                </a:cubicBezTo>
                <a:cubicBezTo>
                  <a:pt x="238732" y="3150191"/>
                  <a:pt x="1055458" y="4034082"/>
                  <a:pt x="2102063" y="4140370"/>
                </a:cubicBezTo>
                <a:lnTo>
                  <a:pt x="2194909" y="4145059"/>
                </a:lnTo>
                <a:lnTo>
                  <a:pt x="2075543" y="4151086"/>
                </a:lnTo>
                <a:cubicBezTo>
                  <a:pt x="929252" y="4151086"/>
                  <a:pt x="0" y="3221834"/>
                  <a:pt x="0" y="2075543"/>
                </a:cubicBezTo>
                <a:cubicBezTo>
                  <a:pt x="0" y="929252"/>
                  <a:pt x="929252" y="0"/>
                  <a:pt x="2075543"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normAutofit/>
          </a:bodyPr>
          <a:lstStyle/>
          <a:p>
            <a:pPr algn="ctr" eaLnBrk="1" hangingPunct="1">
              <a:spcBef>
                <a:spcPts val="0"/>
              </a:spcBef>
              <a:spcAft>
                <a:spcPts val="0"/>
              </a:spcAft>
              <a:defRPr/>
            </a:pPr>
            <a:endParaRPr lang="zh-CN" altLang="en-US" sz="1800">
              <a:solidFill>
                <a:schemeClr val="tx1"/>
              </a:solidFill>
            </a:endParaRPr>
          </a:p>
        </p:txBody>
      </p:sp>
      <p:sp>
        <p:nvSpPr>
          <p:cNvPr id="46" name="任意多边形 45"/>
          <p:cNvSpPr/>
          <p:nvPr>
            <p:custDataLst>
              <p:tags r:id="rId2"/>
            </p:custDataLst>
          </p:nvPr>
        </p:nvSpPr>
        <p:spPr>
          <a:xfrm rot="10800000">
            <a:off x="3915728" y="2799159"/>
            <a:ext cx="2060242" cy="3797417"/>
          </a:xfrm>
          <a:custGeom>
            <a:avLst/>
            <a:gdLst>
              <a:gd name="connsiteX0" fmla="*/ 2075543 w 2194909"/>
              <a:gd name="connsiteY0" fmla="*/ 0 h 4151086"/>
              <a:gd name="connsiteX1" fmla="*/ 2194909 w 2194909"/>
              <a:gd name="connsiteY1" fmla="*/ 6028 h 4151086"/>
              <a:gd name="connsiteX2" fmla="*/ 2102063 w 2194909"/>
              <a:gd name="connsiteY2" fmla="*/ 10716 h 4151086"/>
              <a:gd name="connsiteX3" fmla="*/ 238732 w 2194909"/>
              <a:gd name="connsiteY3" fmla="*/ 2075543 h 4151086"/>
              <a:gd name="connsiteX4" fmla="*/ 2102063 w 2194909"/>
              <a:gd name="connsiteY4" fmla="*/ 4140370 h 4151086"/>
              <a:gd name="connsiteX5" fmla="*/ 2194909 w 2194909"/>
              <a:gd name="connsiteY5" fmla="*/ 4145059 h 4151086"/>
              <a:gd name="connsiteX6" fmla="*/ 2075543 w 2194909"/>
              <a:gd name="connsiteY6" fmla="*/ 4151086 h 4151086"/>
              <a:gd name="connsiteX7" fmla="*/ 0 w 2194909"/>
              <a:gd name="connsiteY7" fmla="*/ 2075543 h 4151086"/>
              <a:gd name="connsiteX8" fmla="*/ 2075543 w 2194909"/>
              <a:gd name="connsiteY8" fmla="*/ 0 h 41510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194909" h="4151086">
                <a:moveTo>
                  <a:pt x="2075543" y="0"/>
                </a:moveTo>
                <a:lnTo>
                  <a:pt x="2194909" y="6028"/>
                </a:lnTo>
                <a:lnTo>
                  <a:pt x="2102063" y="10716"/>
                </a:lnTo>
                <a:cubicBezTo>
                  <a:pt x="1055458" y="117004"/>
                  <a:pt x="238732" y="1000895"/>
                  <a:pt x="238732" y="2075543"/>
                </a:cubicBezTo>
                <a:cubicBezTo>
                  <a:pt x="238732" y="3150191"/>
                  <a:pt x="1055458" y="4034082"/>
                  <a:pt x="2102063" y="4140370"/>
                </a:cubicBezTo>
                <a:lnTo>
                  <a:pt x="2194909" y="4145059"/>
                </a:lnTo>
                <a:lnTo>
                  <a:pt x="2075543" y="4151086"/>
                </a:lnTo>
                <a:cubicBezTo>
                  <a:pt x="929252" y="4151086"/>
                  <a:pt x="0" y="3221834"/>
                  <a:pt x="0" y="2075543"/>
                </a:cubicBezTo>
                <a:cubicBezTo>
                  <a:pt x="0" y="929252"/>
                  <a:pt x="929252" y="0"/>
                  <a:pt x="2075543" y="0"/>
                </a:cubicBezTo>
                <a:close/>
              </a:path>
            </a:pathLst>
          </a:cu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normAutofit/>
          </a:bodyPr>
          <a:lstStyle/>
          <a:p>
            <a:pPr algn="ctr" eaLnBrk="1" hangingPunct="1">
              <a:spcBef>
                <a:spcPts val="0"/>
              </a:spcBef>
              <a:spcAft>
                <a:spcPts val="0"/>
              </a:spcAft>
              <a:defRPr/>
            </a:pPr>
            <a:endParaRPr lang="zh-CN" altLang="en-US" sz="1800">
              <a:solidFill>
                <a:schemeClr val="tx1"/>
              </a:solidFill>
            </a:endParaRPr>
          </a:p>
        </p:txBody>
      </p:sp>
      <p:sp>
        <p:nvSpPr>
          <p:cNvPr id="51" name="圆角矩形 50"/>
          <p:cNvSpPr/>
          <p:nvPr>
            <p:custDataLst>
              <p:tags r:id="rId3"/>
            </p:custDataLst>
          </p:nvPr>
        </p:nvSpPr>
        <p:spPr>
          <a:xfrm>
            <a:off x="6995454" y="3131038"/>
            <a:ext cx="3634938" cy="478113"/>
          </a:xfrm>
          <a:prstGeom prst="roundRect">
            <a:avLst>
              <a:gd name="adj" fmla="val 50000"/>
            </a:avLst>
          </a:prstGeom>
          <a:solidFill>
            <a:schemeClr val="bg1"/>
          </a:solid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anchor="ctr">
            <a:normAutofit fontScale="90000"/>
          </a:bodyPr>
          <a:lstStyle/>
          <a:p>
            <a:pPr algn="ctr" eaLnBrk="1" hangingPunct="1">
              <a:spcBef>
                <a:spcPts val="0"/>
              </a:spcBef>
              <a:spcAft>
                <a:spcPts val="0"/>
              </a:spcAft>
              <a:defRPr/>
            </a:pPr>
            <a:endParaRPr lang="zh-CN" altLang="en-US" sz="1800">
              <a:solidFill>
                <a:schemeClr val="tx1"/>
              </a:solidFill>
            </a:endParaRPr>
          </a:p>
        </p:txBody>
      </p:sp>
      <p:sp>
        <p:nvSpPr>
          <p:cNvPr id="56" name="椭圆 55"/>
          <p:cNvSpPr/>
          <p:nvPr>
            <p:custDataLst>
              <p:tags r:id="rId4"/>
            </p:custDataLst>
          </p:nvPr>
        </p:nvSpPr>
        <p:spPr>
          <a:xfrm>
            <a:off x="6975777" y="3090590"/>
            <a:ext cx="572230" cy="557971"/>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normAutofit fontScale="87500" lnSpcReduction="10000"/>
          </a:bodyPr>
          <a:lstStyle/>
          <a:p>
            <a:pPr algn="ctr" eaLnBrk="1" hangingPunct="1">
              <a:spcBef>
                <a:spcPts val="0"/>
              </a:spcBef>
              <a:spcAft>
                <a:spcPts val="0"/>
              </a:spcAft>
              <a:defRPr/>
            </a:pPr>
            <a:r>
              <a:rPr lang="en-US" altLang="zh-CN" sz="2400" b="1" dirty="0">
                <a:solidFill>
                  <a:schemeClr val="bg1"/>
                </a:solidFill>
                <a:latin typeface="微软雅黑" panose="020B0503020204020204" pitchFamily="34" charset="-122"/>
                <a:ea typeface="微软雅黑" panose="020B0503020204020204" pitchFamily="34" charset="-122"/>
              </a:rPr>
              <a:t>5</a:t>
            </a:r>
          </a:p>
        </p:txBody>
      </p:sp>
      <p:sp>
        <p:nvSpPr>
          <p:cNvPr id="57" name="文本框 54"/>
          <p:cNvSpPr txBox="1">
            <a:spLocks noChangeArrowheads="1"/>
          </p:cNvSpPr>
          <p:nvPr>
            <p:custDataLst>
              <p:tags r:id="rId5"/>
            </p:custDataLst>
          </p:nvPr>
        </p:nvSpPr>
        <p:spPr bwMode="auto">
          <a:xfrm>
            <a:off x="7433667" y="3176152"/>
            <a:ext cx="2920182"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charset="0"/>
                <a:ea typeface="宋体" panose="02010600030101010101" pitchFamily="2" charset="-122"/>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charset="0"/>
                <a:ea typeface="宋体" panose="02010600030101010101" pitchFamily="2" charset="-122"/>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charset="0"/>
                <a:ea typeface="宋体" panose="02010600030101010101" pitchFamily="2" charset="-122"/>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9pPr>
          </a:lstStyle>
          <a:p>
            <a:pPr algn="ctr" eaLnBrk="1" hangingPunct="1">
              <a:spcBef>
                <a:spcPct val="0"/>
              </a:spcBef>
              <a:buFontTx/>
              <a:buNone/>
            </a:pPr>
            <a:r>
              <a:rPr sz="2000" dirty="0" err="1">
                <a:solidFill>
                  <a:srgbClr val="EF4150"/>
                </a:solidFill>
                <a:latin typeface="微软雅黑" panose="020B0503020204020204" charset="-122"/>
                <a:ea typeface="微软雅黑" panose="020B0503020204020204" charset="-122"/>
                <a:sym typeface="+mn-ea"/>
              </a:rPr>
              <a:t>状态视图</a:t>
            </a:r>
            <a:endParaRPr sz="2000" dirty="0">
              <a:solidFill>
                <a:srgbClr val="EF4150"/>
              </a:solidFill>
              <a:latin typeface="微软雅黑" panose="020B0503020204020204" charset="-122"/>
              <a:ea typeface="微软雅黑" panose="020B0503020204020204" charset="-122"/>
              <a:sym typeface="+mn-ea"/>
            </a:endParaRPr>
          </a:p>
        </p:txBody>
      </p:sp>
      <p:sp>
        <p:nvSpPr>
          <p:cNvPr id="58" name="圆角矩形 57"/>
          <p:cNvSpPr/>
          <p:nvPr>
            <p:custDataLst>
              <p:tags r:id="rId6"/>
            </p:custDataLst>
          </p:nvPr>
        </p:nvSpPr>
        <p:spPr>
          <a:xfrm>
            <a:off x="6413119" y="4007923"/>
            <a:ext cx="3909354" cy="478113"/>
          </a:xfrm>
          <a:prstGeom prst="roundRect">
            <a:avLst>
              <a:gd name="adj" fmla="val 50000"/>
            </a:avLst>
          </a:prstGeom>
          <a:solidFill>
            <a:schemeClr val="bg1"/>
          </a:solid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anchor="ctr">
            <a:normAutofit fontScale="90000"/>
          </a:bodyPr>
          <a:lstStyle/>
          <a:p>
            <a:pPr algn="ctr" eaLnBrk="1" hangingPunct="1">
              <a:spcBef>
                <a:spcPts val="0"/>
              </a:spcBef>
              <a:spcAft>
                <a:spcPts val="0"/>
              </a:spcAft>
              <a:defRPr/>
            </a:pPr>
            <a:endParaRPr lang="zh-CN" altLang="en-US" sz="1800">
              <a:solidFill>
                <a:schemeClr val="tx1"/>
              </a:solidFill>
            </a:endParaRPr>
          </a:p>
        </p:txBody>
      </p:sp>
      <p:sp>
        <p:nvSpPr>
          <p:cNvPr id="59" name="椭圆 58"/>
          <p:cNvSpPr/>
          <p:nvPr>
            <p:custDataLst>
              <p:tags r:id="rId7"/>
            </p:custDataLst>
          </p:nvPr>
        </p:nvSpPr>
        <p:spPr>
          <a:xfrm>
            <a:off x="6395037" y="3968512"/>
            <a:ext cx="572230" cy="557971"/>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normAutofit fontScale="87500" lnSpcReduction="10000"/>
          </a:bodyPr>
          <a:lstStyle/>
          <a:p>
            <a:pPr algn="ctr" eaLnBrk="1" hangingPunct="1">
              <a:spcBef>
                <a:spcPts val="0"/>
              </a:spcBef>
              <a:spcAft>
                <a:spcPts val="0"/>
              </a:spcAft>
              <a:defRPr/>
            </a:pPr>
            <a:r>
              <a:rPr lang="en-US" altLang="zh-CN" sz="2400" b="1" dirty="0">
                <a:solidFill>
                  <a:schemeClr val="bg1"/>
                </a:solidFill>
                <a:latin typeface="微软雅黑" panose="020B0503020204020204" pitchFamily="34" charset="-122"/>
                <a:ea typeface="微软雅黑" panose="020B0503020204020204" pitchFamily="34" charset="-122"/>
              </a:rPr>
              <a:t>6</a:t>
            </a:r>
          </a:p>
        </p:txBody>
      </p:sp>
      <p:sp>
        <p:nvSpPr>
          <p:cNvPr id="60" name="文本框 55"/>
          <p:cNvSpPr txBox="1">
            <a:spLocks noChangeArrowheads="1"/>
          </p:cNvSpPr>
          <p:nvPr>
            <p:custDataLst>
              <p:tags r:id="rId8"/>
            </p:custDataLst>
          </p:nvPr>
        </p:nvSpPr>
        <p:spPr bwMode="auto">
          <a:xfrm>
            <a:off x="6874732" y="4091411"/>
            <a:ext cx="3447209"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charset="0"/>
                <a:ea typeface="宋体" panose="02010600030101010101" pitchFamily="2" charset="-122"/>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charset="0"/>
                <a:ea typeface="宋体" panose="02010600030101010101" pitchFamily="2" charset="-122"/>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charset="0"/>
                <a:ea typeface="宋体" panose="02010600030101010101" pitchFamily="2" charset="-122"/>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9pPr>
          </a:lstStyle>
          <a:p>
            <a:pPr algn="ctr" eaLnBrk="1" hangingPunct="1">
              <a:spcBef>
                <a:spcPct val="0"/>
              </a:spcBef>
              <a:buFontTx/>
              <a:buNone/>
            </a:pPr>
            <a:r>
              <a:rPr sz="2000">
                <a:solidFill>
                  <a:srgbClr val="EF4150"/>
                </a:solidFill>
                <a:latin typeface="微软雅黑" panose="020B0503020204020204" charset="-122"/>
                <a:ea typeface="微软雅黑" panose="020B0503020204020204" charset="-122"/>
                <a:sym typeface="+mn-ea"/>
              </a:rPr>
              <a:t>活动视图</a:t>
            </a:r>
          </a:p>
        </p:txBody>
      </p:sp>
      <p:sp>
        <p:nvSpPr>
          <p:cNvPr id="61" name="圆角矩形 60"/>
          <p:cNvSpPr/>
          <p:nvPr>
            <p:custDataLst>
              <p:tags r:id="rId9"/>
            </p:custDataLst>
          </p:nvPr>
        </p:nvSpPr>
        <p:spPr>
          <a:xfrm>
            <a:off x="6321647" y="4889994"/>
            <a:ext cx="4000825" cy="479150"/>
          </a:xfrm>
          <a:prstGeom prst="roundRect">
            <a:avLst>
              <a:gd name="adj" fmla="val 50000"/>
            </a:avLst>
          </a:prstGeom>
          <a:solidFill>
            <a:schemeClr val="bg1"/>
          </a:solid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anchor="ctr">
            <a:normAutofit fontScale="97500" lnSpcReduction="10000"/>
          </a:bodyPr>
          <a:lstStyle/>
          <a:p>
            <a:pPr algn="ctr" eaLnBrk="1" hangingPunct="1">
              <a:spcBef>
                <a:spcPts val="0"/>
              </a:spcBef>
              <a:spcAft>
                <a:spcPts val="0"/>
              </a:spcAft>
              <a:defRPr/>
            </a:pPr>
            <a:endParaRPr lang="zh-CN" altLang="en-US" sz="1800">
              <a:solidFill>
                <a:schemeClr val="tx1"/>
              </a:solidFill>
            </a:endParaRPr>
          </a:p>
        </p:txBody>
      </p:sp>
      <p:sp>
        <p:nvSpPr>
          <p:cNvPr id="62" name="椭圆 61"/>
          <p:cNvSpPr/>
          <p:nvPr>
            <p:custDataLst>
              <p:tags r:id="rId10"/>
            </p:custDataLst>
          </p:nvPr>
        </p:nvSpPr>
        <p:spPr>
          <a:xfrm>
            <a:off x="6302502" y="4851102"/>
            <a:ext cx="572230" cy="557971"/>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normAutofit fontScale="87500" lnSpcReduction="10000"/>
          </a:bodyPr>
          <a:lstStyle/>
          <a:p>
            <a:pPr algn="ctr" eaLnBrk="1" hangingPunct="1">
              <a:spcBef>
                <a:spcPts val="0"/>
              </a:spcBef>
              <a:spcAft>
                <a:spcPts val="0"/>
              </a:spcAft>
              <a:defRPr/>
            </a:pPr>
            <a:r>
              <a:rPr lang="en-US" altLang="zh-CN" sz="2400" b="1" dirty="0">
                <a:solidFill>
                  <a:schemeClr val="bg1"/>
                </a:solidFill>
                <a:latin typeface="微软雅黑" panose="020B0503020204020204" pitchFamily="34" charset="-122"/>
                <a:ea typeface="微软雅黑" panose="020B0503020204020204" pitchFamily="34" charset="-122"/>
              </a:rPr>
              <a:t>7</a:t>
            </a:r>
          </a:p>
        </p:txBody>
      </p:sp>
      <p:sp>
        <p:nvSpPr>
          <p:cNvPr id="63" name="文本框 56"/>
          <p:cNvSpPr txBox="1">
            <a:spLocks noChangeArrowheads="1"/>
          </p:cNvSpPr>
          <p:nvPr>
            <p:custDataLst>
              <p:tags r:id="rId11"/>
            </p:custDataLst>
          </p:nvPr>
        </p:nvSpPr>
        <p:spPr bwMode="auto">
          <a:xfrm>
            <a:off x="6967799" y="4931997"/>
            <a:ext cx="3202043"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charset="0"/>
                <a:ea typeface="宋体" panose="02010600030101010101" pitchFamily="2" charset="-122"/>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charset="0"/>
                <a:ea typeface="宋体" panose="02010600030101010101" pitchFamily="2" charset="-122"/>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charset="0"/>
                <a:ea typeface="宋体" panose="02010600030101010101" pitchFamily="2" charset="-122"/>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9pPr>
          </a:lstStyle>
          <a:p>
            <a:pPr algn="ctr" eaLnBrk="1" hangingPunct="1">
              <a:spcBef>
                <a:spcPct val="0"/>
              </a:spcBef>
              <a:buFontTx/>
              <a:buNone/>
            </a:pPr>
            <a:r>
              <a:rPr sz="2000">
                <a:solidFill>
                  <a:srgbClr val="EF4150"/>
                </a:solidFill>
                <a:latin typeface="微软雅黑" panose="020B0503020204020204" charset="-122"/>
                <a:ea typeface="微软雅黑" panose="020B0503020204020204" charset="-122"/>
                <a:sym typeface="+mn-ea"/>
              </a:rPr>
              <a:t>交互视图</a:t>
            </a:r>
          </a:p>
        </p:txBody>
      </p:sp>
      <p:sp>
        <p:nvSpPr>
          <p:cNvPr id="64" name="圆角矩形 63"/>
          <p:cNvSpPr/>
          <p:nvPr>
            <p:custDataLst>
              <p:tags r:id="rId12"/>
            </p:custDataLst>
          </p:nvPr>
        </p:nvSpPr>
        <p:spPr>
          <a:xfrm>
            <a:off x="7059271" y="5818735"/>
            <a:ext cx="3570589" cy="478113"/>
          </a:xfrm>
          <a:prstGeom prst="roundRect">
            <a:avLst>
              <a:gd name="adj" fmla="val 50000"/>
            </a:avLst>
          </a:prstGeom>
          <a:solidFill>
            <a:schemeClr val="bg1"/>
          </a:solid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anchor="ctr">
            <a:normAutofit fontScale="90000"/>
          </a:bodyPr>
          <a:lstStyle/>
          <a:p>
            <a:pPr algn="ctr" eaLnBrk="1" hangingPunct="1">
              <a:spcBef>
                <a:spcPts val="0"/>
              </a:spcBef>
              <a:spcAft>
                <a:spcPts val="0"/>
              </a:spcAft>
              <a:defRPr/>
            </a:pPr>
            <a:endParaRPr lang="zh-CN" altLang="en-US" sz="1800">
              <a:solidFill>
                <a:schemeClr val="tx1"/>
              </a:solidFill>
            </a:endParaRPr>
          </a:p>
        </p:txBody>
      </p:sp>
      <p:sp>
        <p:nvSpPr>
          <p:cNvPr id="65" name="椭圆 64"/>
          <p:cNvSpPr/>
          <p:nvPr>
            <p:custDataLst>
              <p:tags r:id="rId13"/>
            </p:custDataLst>
          </p:nvPr>
        </p:nvSpPr>
        <p:spPr>
          <a:xfrm>
            <a:off x="7041190" y="5778288"/>
            <a:ext cx="572230" cy="557971"/>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normAutofit fontScale="87500" lnSpcReduction="10000"/>
          </a:bodyPr>
          <a:lstStyle/>
          <a:p>
            <a:pPr algn="ctr" eaLnBrk="1" hangingPunct="1">
              <a:spcBef>
                <a:spcPts val="0"/>
              </a:spcBef>
              <a:spcAft>
                <a:spcPts val="0"/>
              </a:spcAft>
              <a:defRPr/>
            </a:pPr>
            <a:r>
              <a:rPr lang="en-US" altLang="zh-CN" sz="2400" b="1" dirty="0">
                <a:solidFill>
                  <a:schemeClr val="bg1"/>
                </a:solidFill>
                <a:latin typeface="微软雅黑" panose="020B0503020204020204" pitchFamily="34" charset="-122"/>
                <a:ea typeface="微软雅黑" panose="020B0503020204020204" pitchFamily="34" charset="-122"/>
              </a:rPr>
              <a:t>8</a:t>
            </a:r>
          </a:p>
        </p:txBody>
      </p:sp>
      <p:sp>
        <p:nvSpPr>
          <p:cNvPr id="67" name="文本框 57"/>
          <p:cNvSpPr txBox="1">
            <a:spLocks noChangeArrowheads="1"/>
          </p:cNvSpPr>
          <p:nvPr>
            <p:custDataLst>
              <p:tags r:id="rId14"/>
            </p:custDataLst>
          </p:nvPr>
        </p:nvSpPr>
        <p:spPr bwMode="auto">
          <a:xfrm>
            <a:off x="7648519" y="5857109"/>
            <a:ext cx="2885615"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charset="0"/>
                <a:ea typeface="宋体" panose="02010600030101010101" pitchFamily="2" charset="-122"/>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charset="0"/>
                <a:ea typeface="宋体" panose="02010600030101010101" pitchFamily="2" charset="-122"/>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charset="0"/>
                <a:ea typeface="宋体" panose="02010600030101010101" pitchFamily="2" charset="-122"/>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9pPr>
          </a:lstStyle>
          <a:p>
            <a:pPr algn="ctr" eaLnBrk="1" hangingPunct="1">
              <a:spcBef>
                <a:spcPct val="0"/>
              </a:spcBef>
              <a:buFontTx/>
              <a:buNone/>
            </a:pPr>
            <a:r>
              <a:rPr sz="2000">
                <a:solidFill>
                  <a:srgbClr val="EF4150"/>
                </a:solidFill>
                <a:latin typeface="微软雅黑" panose="020B0503020204020204" charset="-122"/>
                <a:ea typeface="微软雅黑" panose="020B0503020204020204" charset="-122"/>
                <a:sym typeface="+mn-ea"/>
              </a:rPr>
              <a:t>模型管理视图</a:t>
            </a:r>
          </a:p>
        </p:txBody>
      </p:sp>
      <p:sp>
        <p:nvSpPr>
          <p:cNvPr id="68" name="圆角矩形 67"/>
          <p:cNvSpPr/>
          <p:nvPr>
            <p:custDataLst>
              <p:tags r:id="rId15"/>
            </p:custDataLst>
          </p:nvPr>
        </p:nvSpPr>
        <p:spPr>
          <a:xfrm rot="10800000">
            <a:off x="1092335" y="3131556"/>
            <a:ext cx="3854577" cy="478113"/>
          </a:xfrm>
          <a:prstGeom prst="roundRect">
            <a:avLst>
              <a:gd name="adj" fmla="val 50000"/>
            </a:avLst>
          </a:prstGeom>
          <a:solidFill>
            <a:schemeClr val="bg1"/>
          </a:solidFill>
          <a:ln>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anchor="ctr">
            <a:normAutofit fontScale="90000"/>
          </a:bodyPr>
          <a:lstStyle/>
          <a:p>
            <a:pPr algn="ctr" eaLnBrk="1" hangingPunct="1">
              <a:spcBef>
                <a:spcPts val="0"/>
              </a:spcBef>
              <a:spcAft>
                <a:spcPts val="0"/>
              </a:spcAft>
              <a:defRPr/>
            </a:pPr>
            <a:endParaRPr lang="zh-CN" altLang="en-US" sz="1800">
              <a:solidFill>
                <a:schemeClr val="tx1"/>
              </a:solidFill>
            </a:endParaRPr>
          </a:p>
        </p:txBody>
      </p:sp>
      <p:sp>
        <p:nvSpPr>
          <p:cNvPr id="69" name="椭圆 68"/>
          <p:cNvSpPr/>
          <p:nvPr>
            <p:custDataLst>
              <p:tags r:id="rId16"/>
            </p:custDataLst>
          </p:nvPr>
        </p:nvSpPr>
        <p:spPr>
          <a:xfrm>
            <a:off x="4393827" y="3090590"/>
            <a:ext cx="572230" cy="557971"/>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normAutofit fontScale="87500" lnSpcReduction="10000"/>
          </a:bodyPr>
          <a:lstStyle/>
          <a:p>
            <a:pPr algn="ctr" eaLnBrk="1" hangingPunct="1">
              <a:spcBef>
                <a:spcPts val="0"/>
              </a:spcBef>
              <a:spcAft>
                <a:spcPts val="0"/>
              </a:spcAft>
              <a:defRPr/>
            </a:pPr>
            <a:r>
              <a:rPr lang="en-US" altLang="zh-CN" sz="2400" b="1" dirty="0">
                <a:solidFill>
                  <a:schemeClr val="bg1"/>
                </a:solidFill>
                <a:latin typeface="微软雅黑" panose="020B0503020204020204" pitchFamily="34" charset="-122"/>
                <a:ea typeface="微软雅黑" panose="020B0503020204020204" pitchFamily="34" charset="-122"/>
              </a:rPr>
              <a:t>1</a:t>
            </a:r>
          </a:p>
        </p:txBody>
      </p:sp>
      <p:sp>
        <p:nvSpPr>
          <p:cNvPr id="70" name="文本框 59"/>
          <p:cNvSpPr txBox="1">
            <a:spLocks noChangeArrowheads="1"/>
          </p:cNvSpPr>
          <p:nvPr>
            <p:custDataLst>
              <p:tags r:id="rId17"/>
            </p:custDataLst>
          </p:nvPr>
        </p:nvSpPr>
        <p:spPr bwMode="auto">
          <a:xfrm>
            <a:off x="1177425" y="3161114"/>
            <a:ext cx="3216402" cy="4001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charset="0"/>
                <a:ea typeface="宋体" panose="02010600030101010101" pitchFamily="2" charset="-122"/>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charset="0"/>
                <a:ea typeface="宋体" panose="02010600030101010101" pitchFamily="2" charset="-122"/>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charset="0"/>
                <a:ea typeface="宋体" panose="02010600030101010101" pitchFamily="2" charset="-122"/>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9pPr>
          </a:lstStyle>
          <a:p>
            <a:pPr algn="ctr" fontAlgn="auto">
              <a:lnSpc>
                <a:spcPct val="100000"/>
              </a:lnSpc>
              <a:spcBef>
                <a:spcPct val="0"/>
              </a:spcBef>
              <a:buFontTx/>
              <a:buNone/>
            </a:pPr>
            <a:r>
              <a:rPr sz="2000" dirty="0" err="1">
                <a:solidFill>
                  <a:srgbClr val="58BDA8"/>
                </a:solidFill>
                <a:latin typeface="微软雅黑" panose="020B0503020204020204" charset="-122"/>
                <a:ea typeface="微软雅黑" panose="020B0503020204020204" charset="-122"/>
                <a:sym typeface="+mn-ea"/>
              </a:rPr>
              <a:t>静态视图</a:t>
            </a:r>
            <a:endParaRPr sz="2000" dirty="0">
              <a:solidFill>
                <a:srgbClr val="58BDA8"/>
              </a:solidFill>
              <a:latin typeface="微软雅黑" panose="020B0503020204020204" charset="-122"/>
              <a:ea typeface="微软雅黑" panose="020B0503020204020204" charset="-122"/>
              <a:sym typeface="+mn-ea"/>
            </a:endParaRPr>
          </a:p>
        </p:txBody>
      </p:sp>
      <p:sp>
        <p:nvSpPr>
          <p:cNvPr id="71" name="圆角矩形 70"/>
          <p:cNvSpPr/>
          <p:nvPr>
            <p:custDataLst>
              <p:tags r:id="rId18"/>
            </p:custDataLst>
          </p:nvPr>
        </p:nvSpPr>
        <p:spPr>
          <a:xfrm rot="10800000">
            <a:off x="1680520" y="4009997"/>
            <a:ext cx="3848195" cy="478113"/>
          </a:xfrm>
          <a:prstGeom prst="roundRect">
            <a:avLst>
              <a:gd name="adj" fmla="val 50000"/>
            </a:avLst>
          </a:prstGeom>
          <a:solidFill>
            <a:schemeClr val="bg1"/>
          </a:solidFill>
          <a:ln>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anchor="ctr">
            <a:normAutofit fontScale="90000"/>
          </a:bodyPr>
          <a:lstStyle/>
          <a:p>
            <a:pPr algn="ctr" eaLnBrk="1" hangingPunct="1">
              <a:spcBef>
                <a:spcPts val="0"/>
              </a:spcBef>
              <a:spcAft>
                <a:spcPts val="0"/>
              </a:spcAft>
              <a:defRPr/>
            </a:pPr>
            <a:endParaRPr lang="zh-CN" altLang="en-US" sz="1800">
              <a:solidFill>
                <a:schemeClr val="tx1"/>
              </a:solidFill>
            </a:endParaRPr>
          </a:p>
        </p:txBody>
      </p:sp>
      <p:sp>
        <p:nvSpPr>
          <p:cNvPr id="72" name="椭圆 71"/>
          <p:cNvSpPr/>
          <p:nvPr>
            <p:custDataLst>
              <p:tags r:id="rId19"/>
            </p:custDataLst>
          </p:nvPr>
        </p:nvSpPr>
        <p:spPr>
          <a:xfrm>
            <a:off x="4975098" y="3968512"/>
            <a:ext cx="572230" cy="557971"/>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normAutofit fontScale="87500" lnSpcReduction="10000"/>
          </a:bodyPr>
          <a:lstStyle/>
          <a:p>
            <a:pPr algn="ctr" eaLnBrk="1" hangingPunct="1">
              <a:spcBef>
                <a:spcPts val="0"/>
              </a:spcBef>
              <a:spcAft>
                <a:spcPts val="0"/>
              </a:spcAft>
              <a:defRPr/>
            </a:pPr>
            <a:r>
              <a:rPr lang="en-US" altLang="zh-CN" sz="2400" b="1" dirty="0">
                <a:solidFill>
                  <a:schemeClr val="bg1"/>
                </a:solidFill>
                <a:latin typeface="微软雅黑" panose="020B0503020204020204" pitchFamily="34" charset="-122"/>
                <a:ea typeface="微软雅黑" panose="020B0503020204020204" pitchFamily="34" charset="-122"/>
              </a:rPr>
              <a:t>2</a:t>
            </a:r>
          </a:p>
        </p:txBody>
      </p:sp>
      <p:sp>
        <p:nvSpPr>
          <p:cNvPr id="73" name="文本框 60"/>
          <p:cNvSpPr txBox="1">
            <a:spLocks noChangeArrowheads="1"/>
          </p:cNvSpPr>
          <p:nvPr>
            <p:custDataLst>
              <p:tags r:id="rId20"/>
            </p:custDataLst>
          </p:nvPr>
        </p:nvSpPr>
        <p:spPr bwMode="auto">
          <a:xfrm>
            <a:off x="1856018" y="4080003"/>
            <a:ext cx="2864874"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charset="0"/>
                <a:ea typeface="宋体" panose="02010600030101010101" pitchFamily="2" charset="-122"/>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charset="0"/>
                <a:ea typeface="宋体" panose="02010600030101010101" pitchFamily="2" charset="-122"/>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charset="0"/>
                <a:ea typeface="宋体" panose="02010600030101010101" pitchFamily="2" charset="-122"/>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9pPr>
          </a:lstStyle>
          <a:p>
            <a:pPr algn="ctr" eaLnBrk="1" hangingPunct="1">
              <a:spcBef>
                <a:spcPct val="0"/>
              </a:spcBef>
              <a:buFontTx/>
              <a:buNone/>
            </a:pPr>
            <a:r>
              <a:rPr sz="2000">
                <a:solidFill>
                  <a:srgbClr val="58BDA8"/>
                </a:solidFill>
                <a:latin typeface="微软雅黑" panose="020B0503020204020204" charset="-122"/>
                <a:ea typeface="微软雅黑" panose="020B0503020204020204" charset="-122"/>
                <a:sym typeface="+mn-ea"/>
              </a:rPr>
              <a:t>用例视图</a:t>
            </a:r>
          </a:p>
        </p:txBody>
      </p:sp>
      <p:sp>
        <p:nvSpPr>
          <p:cNvPr id="74" name="圆角矩形 73"/>
          <p:cNvSpPr/>
          <p:nvPr>
            <p:custDataLst>
              <p:tags r:id="rId21"/>
            </p:custDataLst>
          </p:nvPr>
        </p:nvSpPr>
        <p:spPr>
          <a:xfrm rot="10800000">
            <a:off x="1680520" y="4891550"/>
            <a:ext cx="3973703" cy="478113"/>
          </a:xfrm>
          <a:prstGeom prst="roundRect">
            <a:avLst>
              <a:gd name="adj" fmla="val 50000"/>
            </a:avLst>
          </a:prstGeom>
          <a:solidFill>
            <a:schemeClr val="bg1"/>
          </a:solidFill>
          <a:ln>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anchor="ctr">
            <a:normAutofit fontScale="90000"/>
          </a:bodyPr>
          <a:lstStyle/>
          <a:p>
            <a:pPr algn="ctr" eaLnBrk="1" hangingPunct="1">
              <a:spcBef>
                <a:spcPts val="0"/>
              </a:spcBef>
              <a:spcAft>
                <a:spcPts val="0"/>
              </a:spcAft>
              <a:defRPr/>
            </a:pPr>
            <a:endParaRPr lang="zh-CN" altLang="en-US" sz="1800">
              <a:solidFill>
                <a:schemeClr val="tx1"/>
              </a:solidFill>
            </a:endParaRPr>
          </a:p>
        </p:txBody>
      </p:sp>
      <p:sp>
        <p:nvSpPr>
          <p:cNvPr id="75" name="椭圆 74"/>
          <p:cNvSpPr/>
          <p:nvPr>
            <p:custDataLst>
              <p:tags r:id="rId22"/>
            </p:custDataLst>
          </p:nvPr>
        </p:nvSpPr>
        <p:spPr>
          <a:xfrm>
            <a:off x="5101669" y="4851102"/>
            <a:ext cx="572230" cy="557971"/>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normAutofit fontScale="87500" lnSpcReduction="10000"/>
          </a:bodyPr>
          <a:lstStyle/>
          <a:p>
            <a:pPr algn="ctr" eaLnBrk="1" hangingPunct="1">
              <a:spcBef>
                <a:spcPts val="0"/>
              </a:spcBef>
              <a:spcAft>
                <a:spcPts val="0"/>
              </a:spcAft>
              <a:defRPr/>
            </a:pPr>
            <a:r>
              <a:rPr lang="en-US" altLang="zh-CN" sz="2400" b="1" dirty="0">
                <a:solidFill>
                  <a:schemeClr val="bg1"/>
                </a:solidFill>
                <a:latin typeface="微软雅黑" panose="020B0503020204020204" pitchFamily="34" charset="-122"/>
                <a:ea typeface="微软雅黑" panose="020B0503020204020204" pitchFamily="34" charset="-122"/>
              </a:rPr>
              <a:t>3</a:t>
            </a:r>
          </a:p>
        </p:txBody>
      </p:sp>
      <p:sp>
        <p:nvSpPr>
          <p:cNvPr id="76" name="文本框 61"/>
          <p:cNvSpPr txBox="1">
            <a:spLocks noChangeArrowheads="1"/>
          </p:cNvSpPr>
          <p:nvPr>
            <p:custDataLst>
              <p:tags r:id="rId23"/>
            </p:custDataLst>
          </p:nvPr>
        </p:nvSpPr>
        <p:spPr bwMode="auto">
          <a:xfrm>
            <a:off x="1802305" y="4937702"/>
            <a:ext cx="2990382"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charset="0"/>
                <a:ea typeface="宋体" panose="02010600030101010101" pitchFamily="2" charset="-122"/>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charset="0"/>
                <a:ea typeface="宋体" panose="02010600030101010101" pitchFamily="2" charset="-122"/>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charset="0"/>
                <a:ea typeface="宋体" panose="02010600030101010101" pitchFamily="2" charset="-122"/>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9pPr>
          </a:lstStyle>
          <a:p>
            <a:pPr algn="ctr" eaLnBrk="1" hangingPunct="1">
              <a:spcBef>
                <a:spcPct val="0"/>
              </a:spcBef>
              <a:buFontTx/>
              <a:buNone/>
            </a:pPr>
            <a:r>
              <a:rPr sz="2000">
                <a:solidFill>
                  <a:srgbClr val="58BDA8"/>
                </a:solidFill>
                <a:latin typeface="微软雅黑" panose="020B0503020204020204" charset="-122"/>
                <a:ea typeface="微软雅黑" panose="020B0503020204020204" charset="-122"/>
                <a:sym typeface="+mn-ea"/>
              </a:rPr>
              <a:t>实现视图</a:t>
            </a:r>
          </a:p>
        </p:txBody>
      </p:sp>
      <p:sp>
        <p:nvSpPr>
          <p:cNvPr id="77" name="圆角矩形 76"/>
          <p:cNvSpPr/>
          <p:nvPr>
            <p:custDataLst>
              <p:tags r:id="rId24"/>
            </p:custDataLst>
          </p:nvPr>
        </p:nvSpPr>
        <p:spPr>
          <a:xfrm rot="10800000">
            <a:off x="1092335" y="5817180"/>
            <a:ext cx="3806182" cy="478113"/>
          </a:xfrm>
          <a:prstGeom prst="roundRect">
            <a:avLst>
              <a:gd name="adj" fmla="val 50000"/>
            </a:avLst>
          </a:prstGeom>
          <a:solidFill>
            <a:schemeClr val="bg1"/>
          </a:solidFill>
          <a:ln>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anchor="ctr">
            <a:normAutofit fontScale="90000"/>
          </a:bodyPr>
          <a:lstStyle/>
          <a:p>
            <a:pPr algn="ctr" eaLnBrk="1" hangingPunct="1">
              <a:spcBef>
                <a:spcPts val="0"/>
              </a:spcBef>
              <a:spcAft>
                <a:spcPts val="0"/>
              </a:spcAft>
              <a:defRPr/>
            </a:pPr>
            <a:endParaRPr lang="zh-CN" altLang="en-US" sz="1800">
              <a:solidFill>
                <a:schemeClr val="tx1"/>
              </a:solidFill>
            </a:endParaRPr>
          </a:p>
        </p:txBody>
      </p:sp>
      <p:sp>
        <p:nvSpPr>
          <p:cNvPr id="78" name="椭圆 77"/>
          <p:cNvSpPr/>
          <p:nvPr>
            <p:custDataLst>
              <p:tags r:id="rId25"/>
            </p:custDataLst>
          </p:nvPr>
        </p:nvSpPr>
        <p:spPr>
          <a:xfrm>
            <a:off x="4345964" y="5778288"/>
            <a:ext cx="572230" cy="557971"/>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normAutofit fontScale="87500" lnSpcReduction="10000"/>
          </a:bodyPr>
          <a:lstStyle/>
          <a:p>
            <a:pPr algn="ctr" eaLnBrk="1" hangingPunct="1">
              <a:spcBef>
                <a:spcPts val="0"/>
              </a:spcBef>
              <a:spcAft>
                <a:spcPts val="0"/>
              </a:spcAft>
              <a:defRPr/>
            </a:pPr>
            <a:r>
              <a:rPr lang="en-US" altLang="zh-CN" sz="2400" b="1" dirty="0">
                <a:solidFill>
                  <a:schemeClr val="bg1"/>
                </a:solidFill>
                <a:latin typeface="微软雅黑" panose="020B0503020204020204" pitchFamily="34" charset="-122"/>
                <a:ea typeface="微软雅黑" panose="020B0503020204020204" pitchFamily="34" charset="-122"/>
              </a:rPr>
              <a:t>4</a:t>
            </a:r>
          </a:p>
        </p:txBody>
      </p:sp>
      <p:sp>
        <p:nvSpPr>
          <p:cNvPr id="79" name="文本框 62"/>
          <p:cNvSpPr txBox="1">
            <a:spLocks noChangeArrowheads="1"/>
          </p:cNvSpPr>
          <p:nvPr>
            <p:custDataLst>
              <p:tags r:id="rId26"/>
            </p:custDataLst>
          </p:nvPr>
        </p:nvSpPr>
        <p:spPr bwMode="auto">
          <a:xfrm>
            <a:off x="1200825" y="5857109"/>
            <a:ext cx="3145139"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charset="0"/>
                <a:ea typeface="宋体" panose="02010600030101010101" pitchFamily="2" charset="-122"/>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charset="0"/>
                <a:ea typeface="宋体" panose="02010600030101010101" pitchFamily="2" charset="-122"/>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charset="0"/>
                <a:ea typeface="宋体" panose="02010600030101010101" pitchFamily="2" charset="-122"/>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9pPr>
          </a:lstStyle>
          <a:p>
            <a:pPr algn="ctr" eaLnBrk="1" hangingPunct="1">
              <a:spcBef>
                <a:spcPct val="0"/>
              </a:spcBef>
              <a:buFontTx/>
              <a:buNone/>
            </a:pPr>
            <a:r>
              <a:rPr sz="2000">
                <a:solidFill>
                  <a:srgbClr val="58BDA8"/>
                </a:solidFill>
                <a:latin typeface="微软雅黑" panose="020B0503020204020204" charset="-122"/>
                <a:ea typeface="微软雅黑" panose="020B0503020204020204" charset="-122"/>
                <a:sym typeface="+mn-ea"/>
              </a:rPr>
              <a:t>部署视图</a:t>
            </a:r>
          </a:p>
        </p:txBody>
      </p:sp>
      <p:sp>
        <p:nvSpPr>
          <p:cNvPr id="33" name="Rectangle 1"/>
          <p:cNvSpPr>
            <a:spLocks noChangeArrowheads="1"/>
          </p:cNvSpPr>
          <p:nvPr/>
        </p:nvSpPr>
        <p:spPr bwMode="auto">
          <a:xfrm>
            <a:off x="600218" y="2056130"/>
            <a:ext cx="10358934" cy="707886"/>
          </a:xfrm>
          <a:prstGeom prst="rect">
            <a:avLst/>
          </a:prstGeom>
          <a:noFill/>
          <a:ln w="9525">
            <a:noFill/>
            <a:miter lim="800000"/>
          </a:ln>
          <a:effectLst/>
        </p:spPr>
        <p:txBody>
          <a:bodyPr vert="horz" wrap="square" lIns="91440" tIns="45720" rIns="91440" bIns="45720" numCol="1" anchor="ctr" anchorCtr="0" compatLnSpc="1">
            <a:spAutoFit/>
          </a:bodyPr>
          <a:lstStyle/>
          <a:p>
            <a:pPr indent="269875" fontAlgn="base">
              <a:spcBef>
                <a:spcPct val="0"/>
              </a:spcBef>
              <a:spcAft>
                <a:spcPct val="0"/>
              </a:spcAft>
            </a:pPr>
            <a:r>
              <a:rPr lang="zh-CN" altLang="en-US" sz="2000" dirty="0"/>
              <a:t>视图由若干张图构成，从不同的目的或角度描述系统。</a:t>
            </a:r>
            <a:r>
              <a:rPr lang="en-US" sz="2000" dirty="0"/>
              <a:t>UML</a:t>
            </a:r>
            <a:r>
              <a:rPr lang="zh-CN" altLang="en-US" sz="2000" dirty="0"/>
              <a:t>视图主要包括：静态视图、用例视图、实现视图、部署视图、状态视图、活动视图、交互视图、模型管理视图等。</a:t>
            </a:r>
          </a:p>
        </p:txBody>
      </p:sp>
    </p:spTree>
  </p:cSld>
  <p:clrMapOvr>
    <a:masterClrMapping/>
  </p:clrMapOvr>
  <p:transition>
    <p:zoom/>
  </p:transition>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694801" y="360000"/>
            <a:ext cx="5401200" cy="523220"/>
          </a:xfrm>
        </p:spPr>
        <p:txBody>
          <a:bodyPr/>
          <a:lstStyle/>
          <a:p>
            <a:r>
              <a:rPr lang="en-US" dirty="0"/>
              <a:t>6.2 </a:t>
            </a:r>
            <a:r>
              <a:rPr lang="zh-CN" altLang="en-US" dirty="0">
                <a:sym typeface="+mn-ea"/>
              </a:rPr>
              <a:t>UML概述</a:t>
            </a:r>
            <a:endParaRPr lang="zh-CN" altLang="en-US" dirty="0"/>
          </a:p>
        </p:txBody>
      </p:sp>
      <p:sp>
        <p:nvSpPr>
          <p:cNvPr id="14" name="文本占位符 13">
            <a:extLst>
              <a:ext uri="{FF2B5EF4-FFF2-40B4-BE49-F238E27FC236}">
                <a16:creationId xmlns:a16="http://schemas.microsoft.com/office/drawing/2014/main" id="{30761FF0-3A81-B242-1270-678383BF57DD}"/>
              </a:ext>
            </a:extLst>
          </p:cNvPr>
          <p:cNvSpPr>
            <a:spLocks noGrp="1"/>
          </p:cNvSpPr>
          <p:nvPr>
            <p:ph type="body" sz="quarter" idx="10"/>
          </p:nvPr>
        </p:nvSpPr>
        <p:spPr>
          <a:xfrm>
            <a:off x="900001" y="1322832"/>
            <a:ext cx="5196000" cy="400110"/>
          </a:xfrm>
        </p:spPr>
        <p:txBody>
          <a:bodyPr/>
          <a:lstStyle/>
          <a:p>
            <a:r>
              <a:rPr lang="en-US" altLang="zh-CN" dirty="0"/>
              <a:t>6.2.2 </a:t>
            </a:r>
            <a:r>
              <a:rPr lang="en-US" altLang="zh-CN" dirty="0" err="1">
                <a:sym typeface="+mn-ea"/>
              </a:rPr>
              <a:t>UML的</a:t>
            </a:r>
            <a:r>
              <a:rPr lang="zh-CN" altLang="en-US" dirty="0">
                <a:sym typeface="+mn-ea"/>
              </a:rPr>
              <a:t>内容</a:t>
            </a:r>
          </a:p>
        </p:txBody>
      </p:sp>
      <p:sp>
        <p:nvSpPr>
          <p:cNvPr id="4" name="MH_Other_1"/>
          <p:cNvSpPr/>
          <p:nvPr>
            <p:custDataLst>
              <p:tags r:id="rId1"/>
            </p:custDataLst>
          </p:nvPr>
        </p:nvSpPr>
        <p:spPr>
          <a:xfrm rot="21439215">
            <a:off x="2876084" y="4110952"/>
            <a:ext cx="1547378" cy="1241232"/>
          </a:xfrm>
          <a:prstGeom prst="roundRect">
            <a:avLst>
              <a:gd name="adj" fmla="val 18567"/>
            </a:avLst>
          </a:prstGeom>
          <a:solidFill>
            <a:srgbClr val="58BDA8"/>
          </a:solidFill>
          <a:ln>
            <a:solidFill>
              <a:srgbClr val="B2B2B2"/>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r>
              <a:rPr lang="zh-CN" altLang="en-US" sz="2400" dirty="0">
                <a:latin typeface="+mj-ea"/>
                <a:ea typeface="+mj-ea"/>
              </a:rPr>
              <a:t>元素</a:t>
            </a:r>
          </a:p>
        </p:txBody>
      </p:sp>
      <p:cxnSp>
        <p:nvCxnSpPr>
          <p:cNvPr id="5" name="MH_Other_2"/>
          <p:cNvCxnSpPr>
            <a:cxnSpLocks/>
            <a:stCxn id="4" idx="3"/>
            <a:endCxn id="10" idx="1"/>
          </p:cNvCxnSpPr>
          <p:nvPr>
            <p:custDataLst>
              <p:tags r:id="rId2"/>
            </p:custDataLst>
          </p:nvPr>
        </p:nvCxnSpPr>
        <p:spPr>
          <a:xfrm>
            <a:off x="4422616" y="4695395"/>
            <a:ext cx="1437070" cy="256150"/>
          </a:xfrm>
          <a:prstGeom prst="straightConnector1">
            <a:avLst/>
          </a:prstGeom>
          <a:ln>
            <a:solidFill>
              <a:srgbClr val="58BDA8"/>
            </a:solidFill>
            <a:tailEnd type="triangle"/>
          </a:ln>
        </p:spPr>
        <p:style>
          <a:lnRef idx="1">
            <a:schemeClr val="accent1"/>
          </a:lnRef>
          <a:fillRef idx="0">
            <a:schemeClr val="accent1"/>
          </a:fillRef>
          <a:effectRef idx="0">
            <a:schemeClr val="accent1"/>
          </a:effectRef>
          <a:fontRef idx="minor">
            <a:schemeClr val="tx1"/>
          </a:fontRef>
        </p:style>
      </p:cxnSp>
      <p:sp>
        <p:nvSpPr>
          <p:cNvPr id="6" name="MH_Other_3"/>
          <p:cNvSpPr/>
          <p:nvPr>
            <p:custDataLst>
              <p:tags r:id="rId3"/>
            </p:custDataLst>
          </p:nvPr>
        </p:nvSpPr>
        <p:spPr>
          <a:xfrm rot="183635">
            <a:off x="2488737" y="2849060"/>
            <a:ext cx="1549387" cy="1241232"/>
          </a:xfrm>
          <a:prstGeom prst="roundRect">
            <a:avLst>
              <a:gd name="adj" fmla="val 18567"/>
            </a:avLst>
          </a:prstGeom>
          <a:solidFill>
            <a:srgbClr val="EF4150"/>
          </a:solidFill>
          <a:ln>
            <a:solidFill>
              <a:srgbClr val="E93C1F"/>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r>
              <a:rPr lang="zh-CN" altLang="en-US" sz="2400" dirty="0">
                <a:latin typeface="+mj-ea"/>
                <a:ea typeface="+mj-ea"/>
              </a:rPr>
              <a:t>模型</a:t>
            </a:r>
          </a:p>
        </p:txBody>
      </p:sp>
      <p:cxnSp>
        <p:nvCxnSpPr>
          <p:cNvPr id="7" name="MH_Other_4"/>
          <p:cNvCxnSpPr>
            <a:cxnSpLocks/>
            <a:stCxn id="6" idx="3"/>
            <a:endCxn id="9" idx="1"/>
          </p:cNvCxnSpPr>
          <p:nvPr>
            <p:custDataLst>
              <p:tags r:id="rId4"/>
            </p:custDataLst>
          </p:nvPr>
        </p:nvCxnSpPr>
        <p:spPr>
          <a:xfrm flipV="1">
            <a:off x="4037019" y="3376428"/>
            <a:ext cx="1775677" cy="134610"/>
          </a:xfrm>
          <a:prstGeom prst="straightConnector1">
            <a:avLst/>
          </a:prstGeom>
          <a:ln>
            <a:solidFill>
              <a:srgbClr val="EF4150"/>
            </a:solidFill>
            <a:tailEnd type="triangle"/>
          </a:ln>
        </p:spPr>
        <p:style>
          <a:lnRef idx="1">
            <a:schemeClr val="accent1"/>
          </a:lnRef>
          <a:fillRef idx="0">
            <a:schemeClr val="accent1"/>
          </a:fillRef>
          <a:effectRef idx="0">
            <a:schemeClr val="accent1"/>
          </a:effectRef>
          <a:fontRef idx="minor">
            <a:schemeClr val="tx1"/>
          </a:fontRef>
        </p:style>
      </p:cxnSp>
      <p:sp>
        <p:nvSpPr>
          <p:cNvPr id="8" name="MH_Other_5"/>
          <p:cNvSpPr/>
          <p:nvPr>
            <p:custDataLst>
              <p:tags r:id="rId5"/>
            </p:custDataLst>
          </p:nvPr>
        </p:nvSpPr>
        <p:spPr>
          <a:xfrm>
            <a:off x="1471201" y="3402130"/>
            <a:ext cx="1220242" cy="1988196"/>
          </a:xfrm>
          <a:custGeom>
            <a:avLst/>
            <a:gdLst>
              <a:gd name="connsiteX0" fmla="*/ 217182 w 965707"/>
              <a:gd name="connsiteY0" fmla="*/ 0 h 1986527"/>
              <a:gd name="connsiteX1" fmla="*/ 432892 w 965707"/>
              <a:gd name="connsiteY1" fmla="*/ 215710 h 1986527"/>
              <a:gd name="connsiteX2" fmla="*/ 428510 w 965707"/>
              <a:gd name="connsiteY2" fmla="*/ 259183 h 1986527"/>
              <a:gd name="connsiteX3" fmla="*/ 426677 w 965707"/>
              <a:gd name="connsiteY3" fmla="*/ 265085 h 1986527"/>
              <a:gd name="connsiteX4" fmla="*/ 691433 w 965707"/>
              <a:gd name="connsiteY4" fmla="*/ 70895 h 1986527"/>
              <a:gd name="connsiteX5" fmla="*/ 727149 w 965707"/>
              <a:gd name="connsiteY5" fmla="*/ 76387 h 1986527"/>
              <a:gd name="connsiteX6" fmla="*/ 787596 w 965707"/>
              <a:gd name="connsiteY6" fmla="*/ 158799 h 1986527"/>
              <a:gd name="connsiteX7" fmla="*/ 782104 w 965707"/>
              <a:gd name="connsiteY7" fmla="*/ 194515 h 1986527"/>
              <a:gd name="connsiteX8" fmla="*/ 453481 w 965707"/>
              <a:gd name="connsiteY8" fmla="*/ 435549 h 1986527"/>
              <a:gd name="connsiteX9" fmla="*/ 874061 w 965707"/>
              <a:gd name="connsiteY9" fmla="*/ 181449 h 1986527"/>
              <a:gd name="connsiteX10" fmla="*/ 909154 w 965707"/>
              <a:gd name="connsiteY10" fmla="*/ 190109 h 1986527"/>
              <a:gd name="connsiteX11" fmla="*/ 962021 w 965707"/>
              <a:gd name="connsiteY11" fmla="*/ 277611 h 1986527"/>
              <a:gd name="connsiteX12" fmla="*/ 953361 w 965707"/>
              <a:gd name="connsiteY12" fmla="*/ 312705 h 1986527"/>
              <a:gd name="connsiteX13" fmla="*/ 384793 w 965707"/>
              <a:gd name="connsiteY13" fmla="*/ 656215 h 1986527"/>
              <a:gd name="connsiteX14" fmla="*/ 384793 w 965707"/>
              <a:gd name="connsiteY14" fmla="*/ 1131649 h 1986527"/>
              <a:gd name="connsiteX15" fmla="*/ 381842 w 965707"/>
              <a:gd name="connsiteY15" fmla="*/ 1146266 h 1986527"/>
              <a:gd name="connsiteX16" fmla="*/ 387708 w 965707"/>
              <a:gd name="connsiteY16" fmla="*/ 1152370 h 1986527"/>
              <a:gd name="connsiteX17" fmla="*/ 442440 w 965707"/>
              <a:gd name="connsiteY17" fmla="*/ 1292303 h 1986527"/>
              <a:gd name="connsiteX18" fmla="*/ 445419 w 965707"/>
              <a:gd name="connsiteY18" fmla="*/ 1293537 h 1986527"/>
              <a:gd name="connsiteX19" fmla="*/ 453847 w 965707"/>
              <a:gd name="connsiteY19" fmla="*/ 1313884 h 1986527"/>
              <a:gd name="connsiteX20" fmla="*/ 453847 w 965707"/>
              <a:gd name="connsiteY20" fmla="*/ 1951177 h 1986527"/>
              <a:gd name="connsiteX21" fmla="*/ 425072 w 965707"/>
              <a:gd name="connsiteY21" fmla="*/ 1979952 h 1986527"/>
              <a:gd name="connsiteX22" fmla="*/ 309975 w 965707"/>
              <a:gd name="connsiteY22" fmla="*/ 1979952 h 1986527"/>
              <a:gd name="connsiteX23" fmla="*/ 281200 w 965707"/>
              <a:gd name="connsiteY23" fmla="*/ 1951177 h 1986527"/>
              <a:gd name="connsiteX24" fmla="*/ 281200 w 965707"/>
              <a:gd name="connsiteY24" fmla="*/ 1342234 h 1986527"/>
              <a:gd name="connsiteX25" fmla="*/ 230924 w 965707"/>
              <a:gd name="connsiteY25" fmla="*/ 1213693 h 1986527"/>
              <a:gd name="connsiteX26" fmla="*/ 227782 w 965707"/>
              <a:gd name="connsiteY26" fmla="*/ 1195782 h 1986527"/>
              <a:gd name="connsiteX27" fmla="*/ 172672 w 965707"/>
              <a:gd name="connsiteY27" fmla="*/ 1195782 h 1986527"/>
              <a:gd name="connsiteX28" fmla="*/ 172672 w 965707"/>
              <a:gd name="connsiteY28" fmla="*/ 1958468 h 1986527"/>
              <a:gd name="connsiteX29" fmla="*/ 144613 w 965707"/>
              <a:gd name="connsiteY29" fmla="*/ 1986527 h 1986527"/>
              <a:gd name="connsiteX30" fmla="*/ 32381 w 965707"/>
              <a:gd name="connsiteY30" fmla="*/ 1986527 h 1986527"/>
              <a:gd name="connsiteX31" fmla="*/ 4322 w 965707"/>
              <a:gd name="connsiteY31" fmla="*/ 1958468 h 1986527"/>
              <a:gd name="connsiteX32" fmla="*/ 4322 w 965707"/>
              <a:gd name="connsiteY32" fmla="*/ 1169537 h 1986527"/>
              <a:gd name="connsiteX33" fmla="*/ 7911 w 965707"/>
              <a:gd name="connsiteY33" fmla="*/ 1160872 h 1986527"/>
              <a:gd name="connsiteX34" fmla="*/ 5040 w 965707"/>
              <a:gd name="connsiteY34" fmla="*/ 1156613 h 1986527"/>
              <a:gd name="connsiteX35" fmla="*/ 0 w 965707"/>
              <a:gd name="connsiteY35" fmla="*/ 1131649 h 1986527"/>
              <a:gd name="connsiteX36" fmla="*/ 0 w 965707"/>
              <a:gd name="connsiteY36" fmla="*/ 514378 h 1986527"/>
              <a:gd name="connsiteX37" fmla="*/ 64133 w 965707"/>
              <a:gd name="connsiteY37" fmla="*/ 450245 h 1986527"/>
              <a:gd name="connsiteX38" fmla="*/ 174233 w 965707"/>
              <a:gd name="connsiteY38" fmla="*/ 450245 h 1986527"/>
              <a:gd name="connsiteX39" fmla="*/ 203629 w 965707"/>
              <a:gd name="connsiteY39" fmla="*/ 428684 h 1986527"/>
              <a:gd name="connsiteX40" fmla="*/ 133218 w 965707"/>
              <a:gd name="connsiteY40" fmla="*/ 414469 h 1986527"/>
              <a:gd name="connsiteX41" fmla="*/ 1472 w 965707"/>
              <a:gd name="connsiteY41" fmla="*/ 215710 h 1986527"/>
              <a:gd name="connsiteX42" fmla="*/ 217182 w 965707"/>
              <a:gd name="connsiteY42" fmla="*/ 0 h 198652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Lst>
            <a:rect l="l" t="t" r="r" b="b"/>
            <a:pathLst>
              <a:path w="965707" h="1986527">
                <a:moveTo>
                  <a:pt x="217182" y="0"/>
                </a:moveTo>
                <a:cubicBezTo>
                  <a:pt x="336315" y="0"/>
                  <a:pt x="432892" y="96577"/>
                  <a:pt x="432892" y="215710"/>
                </a:cubicBezTo>
                <a:cubicBezTo>
                  <a:pt x="432892" y="230602"/>
                  <a:pt x="431383" y="245141"/>
                  <a:pt x="428510" y="259183"/>
                </a:cubicBezTo>
                <a:lnTo>
                  <a:pt x="426677" y="265085"/>
                </a:lnTo>
                <a:lnTo>
                  <a:pt x="691433" y="70895"/>
                </a:lnTo>
                <a:cubicBezTo>
                  <a:pt x="702812" y="62549"/>
                  <a:pt x="718803" y="65008"/>
                  <a:pt x="727149" y="76387"/>
                </a:cubicBezTo>
                <a:lnTo>
                  <a:pt x="787596" y="158799"/>
                </a:lnTo>
                <a:cubicBezTo>
                  <a:pt x="795942" y="170178"/>
                  <a:pt x="793483" y="186169"/>
                  <a:pt x="782104" y="194515"/>
                </a:cubicBezTo>
                <a:lnTo>
                  <a:pt x="453481" y="435549"/>
                </a:lnTo>
                <a:lnTo>
                  <a:pt x="874061" y="181449"/>
                </a:lnTo>
                <a:cubicBezTo>
                  <a:pt x="886143" y="174150"/>
                  <a:pt x="901855" y="178027"/>
                  <a:pt x="909154" y="190109"/>
                </a:cubicBezTo>
                <a:lnTo>
                  <a:pt x="962021" y="277611"/>
                </a:lnTo>
                <a:cubicBezTo>
                  <a:pt x="969320" y="289694"/>
                  <a:pt x="965443" y="305405"/>
                  <a:pt x="953361" y="312705"/>
                </a:cubicBezTo>
                <a:lnTo>
                  <a:pt x="384793" y="656215"/>
                </a:lnTo>
                <a:lnTo>
                  <a:pt x="384793" y="1131649"/>
                </a:lnTo>
                <a:lnTo>
                  <a:pt x="381842" y="1146266"/>
                </a:lnTo>
                <a:lnTo>
                  <a:pt x="387708" y="1152370"/>
                </a:lnTo>
                <a:lnTo>
                  <a:pt x="442440" y="1292303"/>
                </a:lnTo>
                <a:lnTo>
                  <a:pt x="445419" y="1293537"/>
                </a:lnTo>
                <a:cubicBezTo>
                  <a:pt x="450626" y="1298744"/>
                  <a:pt x="453847" y="1305938"/>
                  <a:pt x="453847" y="1313884"/>
                </a:cubicBezTo>
                <a:lnTo>
                  <a:pt x="453847" y="1951177"/>
                </a:lnTo>
                <a:cubicBezTo>
                  <a:pt x="453847" y="1967069"/>
                  <a:pt x="440964" y="1979952"/>
                  <a:pt x="425072" y="1979952"/>
                </a:cubicBezTo>
                <a:lnTo>
                  <a:pt x="309975" y="1979952"/>
                </a:lnTo>
                <a:cubicBezTo>
                  <a:pt x="294083" y="1979952"/>
                  <a:pt x="281200" y="1967069"/>
                  <a:pt x="281200" y="1951177"/>
                </a:cubicBezTo>
                <a:lnTo>
                  <a:pt x="281200" y="1342234"/>
                </a:lnTo>
                <a:lnTo>
                  <a:pt x="230924" y="1213693"/>
                </a:lnTo>
                <a:lnTo>
                  <a:pt x="227782" y="1195782"/>
                </a:lnTo>
                <a:lnTo>
                  <a:pt x="172672" y="1195782"/>
                </a:lnTo>
                <a:lnTo>
                  <a:pt x="172672" y="1958468"/>
                </a:lnTo>
                <a:cubicBezTo>
                  <a:pt x="172672" y="1973965"/>
                  <a:pt x="160110" y="1986527"/>
                  <a:pt x="144613" y="1986527"/>
                </a:cubicBezTo>
                <a:lnTo>
                  <a:pt x="32381" y="1986527"/>
                </a:lnTo>
                <a:cubicBezTo>
                  <a:pt x="16884" y="1986527"/>
                  <a:pt x="4322" y="1973965"/>
                  <a:pt x="4322" y="1958468"/>
                </a:cubicBezTo>
                <a:lnTo>
                  <a:pt x="4322" y="1169537"/>
                </a:lnTo>
                <a:lnTo>
                  <a:pt x="7911" y="1160872"/>
                </a:lnTo>
                <a:lnTo>
                  <a:pt x="5040" y="1156613"/>
                </a:lnTo>
                <a:cubicBezTo>
                  <a:pt x="1795" y="1148940"/>
                  <a:pt x="0" y="1140504"/>
                  <a:pt x="0" y="1131649"/>
                </a:cubicBezTo>
                <a:lnTo>
                  <a:pt x="0" y="514378"/>
                </a:lnTo>
                <a:cubicBezTo>
                  <a:pt x="0" y="478958"/>
                  <a:pt x="28713" y="450245"/>
                  <a:pt x="64133" y="450245"/>
                </a:cubicBezTo>
                <a:lnTo>
                  <a:pt x="174233" y="450245"/>
                </a:lnTo>
                <a:lnTo>
                  <a:pt x="203629" y="428684"/>
                </a:lnTo>
                <a:lnTo>
                  <a:pt x="133218" y="414469"/>
                </a:lnTo>
                <a:cubicBezTo>
                  <a:pt x="55797" y="381722"/>
                  <a:pt x="1472" y="305060"/>
                  <a:pt x="1472" y="215710"/>
                </a:cubicBezTo>
                <a:cubicBezTo>
                  <a:pt x="1472" y="96577"/>
                  <a:pt x="98049" y="0"/>
                  <a:pt x="217182" y="0"/>
                </a:cubicBezTo>
                <a:close/>
              </a:path>
            </a:pathLst>
          </a:custGeom>
          <a:solidFill>
            <a:srgbClr val="D3D3D3"/>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a:p>
        </p:txBody>
      </p:sp>
      <p:sp>
        <p:nvSpPr>
          <p:cNvPr id="9" name="MH_Text_2"/>
          <p:cNvSpPr txBox="1"/>
          <p:nvPr>
            <p:custDataLst>
              <p:tags r:id="rId6"/>
            </p:custDataLst>
          </p:nvPr>
        </p:nvSpPr>
        <p:spPr>
          <a:xfrm>
            <a:off x="5812696" y="2697295"/>
            <a:ext cx="4775200" cy="1358265"/>
          </a:xfrm>
          <a:prstGeom prst="rect">
            <a:avLst/>
          </a:prstGeom>
          <a:noFill/>
        </p:spPr>
        <p:txBody>
          <a:bodyPr lIns="0" tIns="0" rIns="0" bIns="0">
            <a:normAutofit/>
          </a:bodyPr>
          <a:lstStyle>
            <a:defPPr>
              <a:defRPr lang="zh-CN"/>
            </a:defPPr>
            <a:lvl1pPr>
              <a:lnSpc>
                <a:spcPct val="130000"/>
              </a:lnSpc>
              <a:defRPr sz="1200"/>
            </a:lvl1pPr>
          </a:lstStyle>
          <a:p>
            <a:pPr>
              <a:lnSpc>
                <a:spcPct val="150000"/>
              </a:lnSpc>
            </a:pPr>
            <a:r>
              <a:rPr lang="en-US" altLang="zh-CN" sz="1800" dirty="0"/>
              <a:t>       </a:t>
            </a:r>
            <a:r>
              <a:rPr lang="zh-CN" altLang="en-US" sz="1800" dirty="0"/>
              <a:t>图中使用的概念，如用例、类、对象、消息和关系，统称为模型元素。模型元素在图中用相应的图形符号表示。</a:t>
            </a:r>
          </a:p>
        </p:txBody>
      </p:sp>
      <p:sp>
        <p:nvSpPr>
          <p:cNvPr id="10" name="MH_Text_1"/>
          <p:cNvSpPr txBox="1"/>
          <p:nvPr>
            <p:custDataLst>
              <p:tags r:id="rId7"/>
            </p:custDataLst>
          </p:nvPr>
        </p:nvSpPr>
        <p:spPr>
          <a:xfrm>
            <a:off x="5859686" y="4512760"/>
            <a:ext cx="4728210" cy="877570"/>
          </a:xfrm>
          <a:prstGeom prst="rect">
            <a:avLst/>
          </a:prstGeom>
          <a:noFill/>
        </p:spPr>
        <p:txBody>
          <a:bodyPr lIns="0" tIns="0" rIns="0" bIns="0">
            <a:noAutofit/>
          </a:bodyPr>
          <a:lstStyle>
            <a:defPPr>
              <a:defRPr lang="zh-CN"/>
            </a:defPPr>
            <a:lvl1pPr>
              <a:lnSpc>
                <a:spcPct val="130000"/>
              </a:lnSpc>
              <a:defRPr sz="1200"/>
            </a:lvl1pPr>
          </a:lstStyle>
          <a:p>
            <a:pPr>
              <a:lnSpc>
                <a:spcPct val="150000"/>
              </a:lnSpc>
            </a:pPr>
            <a:r>
              <a:rPr lang="en-US" altLang="zh-CN" sz="1800" dirty="0"/>
              <a:t>       </a:t>
            </a:r>
            <a:r>
              <a:rPr lang="zh-CN" altLang="en-US" sz="1800" dirty="0"/>
              <a:t>一个模型元素可以在多个不同的图中出现，但它的含义和符号是相同的。</a:t>
            </a:r>
          </a:p>
        </p:txBody>
      </p:sp>
    </p:spTree>
  </p:cSld>
  <p:clrMapOvr>
    <a:masterClrMapping/>
  </p:clrMapOvr>
  <p:transition>
    <p:zoom/>
  </p:transition>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694801" y="360000"/>
            <a:ext cx="5401200" cy="523220"/>
          </a:xfrm>
        </p:spPr>
        <p:txBody>
          <a:bodyPr/>
          <a:lstStyle/>
          <a:p>
            <a:r>
              <a:rPr lang="en-US" dirty="0"/>
              <a:t>6.2 </a:t>
            </a:r>
            <a:r>
              <a:rPr lang="zh-CN" altLang="en-US" dirty="0">
                <a:sym typeface="+mn-ea"/>
              </a:rPr>
              <a:t>UML概述</a:t>
            </a:r>
            <a:endParaRPr lang="zh-CN" altLang="en-US" dirty="0"/>
          </a:p>
        </p:txBody>
      </p:sp>
      <p:sp>
        <p:nvSpPr>
          <p:cNvPr id="5" name="文本占位符 4">
            <a:extLst>
              <a:ext uri="{FF2B5EF4-FFF2-40B4-BE49-F238E27FC236}">
                <a16:creationId xmlns:a16="http://schemas.microsoft.com/office/drawing/2014/main" id="{F2675D46-3B0A-B60B-144D-3B7215674F34}"/>
              </a:ext>
            </a:extLst>
          </p:cNvPr>
          <p:cNvSpPr>
            <a:spLocks noGrp="1"/>
          </p:cNvSpPr>
          <p:nvPr>
            <p:ph type="body" sz="quarter" idx="10"/>
          </p:nvPr>
        </p:nvSpPr>
        <p:spPr>
          <a:xfrm>
            <a:off x="900001" y="1322832"/>
            <a:ext cx="5196000" cy="400110"/>
          </a:xfrm>
        </p:spPr>
        <p:txBody>
          <a:bodyPr/>
          <a:lstStyle/>
          <a:p>
            <a:r>
              <a:rPr lang="en-US" altLang="zh-CN" dirty="0"/>
              <a:t>6.2.2 </a:t>
            </a:r>
            <a:r>
              <a:rPr lang="en-US" altLang="zh-CN" dirty="0" err="1">
                <a:sym typeface="+mn-ea"/>
              </a:rPr>
              <a:t>UML的</a:t>
            </a:r>
            <a:r>
              <a:rPr lang="zh-CN" altLang="en-US" dirty="0">
                <a:sym typeface="+mn-ea"/>
              </a:rPr>
              <a:t>内容</a:t>
            </a:r>
          </a:p>
        </p:txBody>
      </p:sp>
      <p:sp>
        <p:nvSpPr>
          <p:cNvPr id="36" name="任意多边形 35"/>
          <p:cNvSpPr/>
          <p:nvPr/>
        </p:nvSpPr>
        <p:spPr>
          <a:xfrm rot="10800000">
            <a:off x="9559897" y="1969815"/>
            <a:ext cx="2195830" cy="4149725"/>
          </a:xfrm>
          <a:custGeom>
            <a:avLst/>
            <a:gdLst>
              <a:gd name="connsiteX0" fmla="*/ 2075543 w 2194909"/>
              <a:gd name="connsiteY0" fmla="*/ 0 h 4151086"/>
              <a:gd name="connsiteX1" fmla="*/ 2194909 w 2194909"/>
              <a:gd name="connsiteY1" fmla="*/ 6028 h 4151086"/>
              <a:gd name="connsiteX2" fmla="*/ 2102063 w 2194909"/>
              <a:gd name="connsiteY2" fmla="*/ 10716 h 4151086"/>
              <a:gd name="connsiteX3" fmla="*/ 238732 w 2194909"/>
              <a:gd name="connsiteY3" fmla="*/ 2075543 h 4151086"/>
              <a:gd name="connsiteX4" fmla="*/ 2102063 w 2194909"/>
              <a:gd name="connsiteY4" fmla="*/ 4140370 h 4151086"/>
              <a:gd name="connsiteX5" fmla="*/ 2194909 w 2194909"/>
              <a:gd name="connsiteY5" fmla="*/ 4145059 h 4151086"/>
              <a:gd name="connsiteX6" fmla="*/ 2075543 w 2194909"/>
              <a:gd name="connsiteY6" fmla="*/ 4151086 h 4151086"/>
              <a:gd name="connsiteX7" fmla="*/ 0 w 2194909"/>
              <a:gd name="connsiteY7" fmla="*/ 2075543 h 4151086"/>
              <a:gd name="connsiteX8" fmla="*/ 2075543 w 2194909"/>
              <a:gd name="connsiteY8" fmla="*/ 0 h 41510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194909" h="4151086">
                <a:moveTo>
                  <a:pt x="2075543" y="0"/>
                </a:moveTo>
                <a:lnTo>
                  <a:pt x="2194909" y="6028"/>
                </a:lnTo>
                <a:lnTo>
                  <a:pt x="2102063" y="10716"/>
                </a:lnTo>
                <a:cubicBezTo>
                  <a:pt x="1055458" y="117004"/>
                  <a:pt x="238732" y="1000895"/>
                  <a:pt x="238732" y="2075543"/>
                </a:cubicBezTo>
                <a:cubicBezTo>
                  <a:pt x="238732" y="3150191"/>
                  <a:pt x="1055458" y="4034082"/>
                  <a:pt x="2102063" y="4140370"/>
                </a:cubicBezTo>
                <a:lnTo>
                  <a:pt x="2194909" y="4145059"/>
                </a:lnTo>
                <a:lnTo>
                  <a:pt x="2075543" y="4151086"/>
                </a:lnTo>
                <a:cubicBezTo>
                  <a:pt x="929252" y="4151086"/>
                  <a:pt x="0" y="3221834"/>
                  <a:pt x="0" y="2075543"/>
                </a:cubicBezTo>
                <a:cubicBezTo>
                  <a:pt x="0" y="929252"/>
                  <a:pt x="929252" y="0"/>
                  <a:pt x="2075543" y="0"/>
                </a:cubicBezTo>
                <a:close/>
              </a:path>
            </a:pathLst>
          </a:custGeom>
          <a:solidFill>
            <a:srgbClr val="58BDA8"/>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lt1"/>
              </a:solidFill>
              <a:effectLst/>
              <a:uLnTx/>
              <a:uFillTx/>
              <a:latin typeface="+mn-lt"/>
              <a:ea typeface="+mn-ea"/>
              <a:cs typeface="+mn-cs"/>
            </a:endParaRPr>
          </a:p>
        </p:txBody>
      </p:sp>
      <p:sp>
        <p:nvSpPr>
          <p:cNvPr id="19485" name="文本框 47"/>
          <p:cNvSpPr txBox="1"/>
          <p:nvPr/>
        </p:nvSpPr>
        <p:spPr>
          <a:xfrm>
            <a:off x="9884382" y="5278165"/>
            <a:ext cx="309880" cy="483235"/>
          </a:xfrm>
          <a:prstGeom prst="rect">
            <a:avLst/>
          </a:prstGeom>
          <a:noFill/>
          <a:ln w="9525">
            <a:noFill/>
          </a:ln>
        </p:spPr>
        <p:txBody>
          <a:bodyPr>
            <a:spAutoFit/>
          </a:bodyPr>
          <a:lstStyle>
            <a:lvl1pPr marL="228600" indent="-228600" algn="l" rtl="0" fontAlgn="base">
              <a:lnSpc>
                <a:spcPct val="90000"/>
              </a:lnSpc>
              <a:spcBef>
                <a:spcPts val="1000"/>
              </a:spcBef>
              <a:spcAft>
                <a:spcPct val="0"/>
              </a:spcAft>
              <a:buFont typeface="Arial" panose="020B0604020202020204" pitchFamily="34" charset="0"/>
              <a:buChar char="•"/>
              <a:defRPr sz="2800" kern="1200">
                <a:solidFill>
                  <a:schemeClr val="tx1"/>
                </a:solidFill>
                <a:latin typeface="+mn-lt"/>
                <a:ea typeface="+mn-ea"/>
                <a:cs typeface="+mn-cs"/>
              </a:defRPr>
            </a:lvl1pPr>
            <a:lvl2pPr marL="685800" indent="-228600" algn="l" rtl="0" fontAlgn="base">
              <a:lnSpc>
                <a:spcPct val="90000"/>
              </a:lnSpc>
              <a:spcBef>
                <a:spcPts val="500"/>
              </a:spcBef>
              <a:spcAft>
                <a:spcPct val="0"/>
              </a:spcAft>
              <a:buFont typeface="Arial" panose="020B0604020202020204" pitchFamily="34" charset="0"/>
              <a:buChar char="•"/>
              <a:defRPr sz="2400" kern="1200">
                <a:solidFill>
                  <a:schemeClr val="tx1"/>
                </a:solidFill>
                <a:latin typeface="+mn-lt"/>
                <a:ea typeface="+mn-ea"/>
                <a:cs typeface="+mn-cs"/>
              </a:defRPr>
            </a:lvl2pPr>
            <a:lvl3pPr marL="1143000" indent="-228600" algn="l" rtl="0" fontAlgn="base">
              <a:lnSpc>
                <a:spcPct val="90000"/>
              </a:lnSpc>
              <a:spcBef>
                <a:spcPts val="500"/>
              </a:spcBef>
              <a:spcAft>
                <a:spcPct val="0"/>
              </a:spcAft>
              <a:buFont typeface="Arial" panose="020B0604020202020204" pitchFamily="34" charset="0"/>
              <a:buChar char="•"/>
              <a:defRPr sz="2000" kern="1200">
                <a:solidFill>
                  <a:schemeClr val="tx1"/>
                </a:solidFill>
                <a:latin typeface="+mn-lt"/>
                <a:ea typeface="+mn-ea"/>
                <a:cs typeface="+mn-cs"/>
              </a:defRPr>
            </a:lvl3pPr>
            <a:lvl4pPr marL="16002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4pPr>
            <a:lvl5pPr marL="20574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5pPr>
          </a:lstStyle>
          <a:p>
            <a:pPr marL="0" lvl="0" indent="0" eaLnBrk="1" hangingPunct="1">
              <a:lnSpc>
                <a:spcPct val="100000"/>
              </a:lnSpc>
              <a:spcBef>
                <a:spcPct val="0"/>
              </a:spcBef>
              <a:buNone/>
            </a:pPr>
            <a:r>
              <a:rPr lang="en-US" altLang="zh-CN" sz="2400" b="1" dirty="0">
                <a:solidFill>
                  <a:schemeClr val="bg1"/>
                </a:solidFill>
                <a:latin typeface="微软雅黑" panose="020B0503020204020204" charset="-122"/>
                <a:ea typeface="微软雅黑" panose="020B0503020204020204" charset="-122"/>
              </a:rPr>
              <a:t>4</a:t>
            </a:r>
            <a:endParaRPr lang="zh-CN" altLang="en-US" sz="2400" b="1" dirty="0">
              <a:solidFill>
                <a:schemeClr val="bg1"/>
              </a:solidFill>
              <a:latin typeface="微软雅黑" panose="020B0503020204020204" charset="-122"/>
              <a:ea typeface="微软雅黑" panose="020B0503020204020204" charset="-122"/>
            </a:endParaRPr>
          </a:p>
        </p:txBody>
      </p:sp>
      <p:sp>
        <p:nvSpPr>
          <p:cNvPr id="57" name="圆角矩形 56"/>
          <p:cNvSpPr/>
          <p:nvPr/>
        </p:nvSpPr>
        <p:spPr>
          <a:xfrm rot="10800000">
            <a:off x="4390361" y="5275625"/>
            <a:ext cx="5598796" cy="522605"/>
          </a:xfrm>
          <a:prstGeom prst="roundRect">
            <a:avLst>
              <a:gd name="adj" fmla="val 50000"/>
            </a:avLst>
          </a:prstGeom>
          <a:solidFill>
            <a:schemeClr val="bg1"/>
          </a:solidFill>
          <a:ln>
            <a:solidFill>
              <a:srgbClr val="58BDA8"/>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lt1"/>
              </a:solidFill>
              <a:effectLst/>
              <a:uLnTx/>
              <a:uFillTx/>
              <a:latin typeface="+mn-lt"/>
              <a:ea typeface="+mn-ea"/>
              <a:cs typeface="+mn-cs"/>
            </a:endParaRPr>
          </a:p>
        </p:txBody>
      </p:sp>
      <p:sp>
        <p:nvSpPr>
          <p:cNvPr id="58" name="椭圆 57"/>
          <p:cNvSpPr/>
          <p:nvPr/>
        </p:nvSpPr>
        <p:spPr>
          <a:xfrm rot="10800000">
            <a:off x="9401147" y="5231810"/>
            <a:ext cx="609600" cy="609600"/>
          </a:xfrm>
          <a:prstGeom prst="ellipse">
            <a:avLst/>
          </a:prstGeom>
          <a:solidFill>
            <a:srgbClr val="58BDA8"/>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lt1"/>
              </a:solidFill>
              <a:effectLst/>
              <a:uLnTx/>
              <a:uFillTx/>
              <a:latin typeface="+mn-lt"/>
              <a:ea typeface="+mn-ea"/>
              <a:cs typeface="+mn-cs"/>
            </a:endParaRPr>
          </a:p>
        </p:txBody>
      </p:sp>
      <p:sp>
        <p:nvSpPr>
          <p:cNvPr id="59" name="圆角矩形 58"/>
          <p:cNvSpPr/>
          <p:nvPr/>
        </p:nvSpPr>
        <p:spPr>
          <a:xfrm rot="10800000">
            <a:off x="4399886" y="4529977"/>
            <a:ext cx="6206491" cy="522605"/>
          </a:xfrm>
          <a:prstGeom prst="roundRect">
            <a:avLst>
              <a:gd name="adj" fmla="val 50000"/>
            </a:avLst>
          </a:prstGeom>
          <a:solidFill>
            <a:schemeClr val="bg1"/>
          </a:solidFill>
          <a:ln>
            <a:solidFill>
              <a:srgbClr val="58BDA8"/>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lt1"/>
              </a:solidFill>
              <a:effectLst/>
              <a:uLnTx/>
              <a:uFillTx/>
              <a:latin typeface="+mn-lt"/>
              <a:ea typeface="+mn-ea"/>
              <a:cs typeface="+mn-cs"/>
            </a:endParaRPr>
          </a:p>
        </p:txBody>
      </p:sp>
      <p:sp>
        <p:nvSpPr>
          <p:cNvPr id="60" name="椭圆 59"/>
          <p:cNvSpPr/>
          <p:nvPr/>
        </p:nvSpPr>
        <p:spPr>
          <a:xfrm rot="10800000">
            <a:off x="10031067" y="4492035"/>
            <a:ext cx="609600" cy="609600"/>
          </a:xfrm>
          <a:prstGeom prst="ellipse">
            <a:avLst/>
          </a:prstGeom>
          <a:solidFill>
            <a:srgbClr val="58BDA8"/>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lt1"/>
              </a:solidFill>
              <a:effectLst/>
              <a:uLnTx/>
              <a:uFillTx/>
              <a:latin typeface="+mn-lt"/>
              <a:ea typeface="+mn-ea"/>
              <a:cs typeface="+mn-cs"/>
            </a:endParaRPr>
          </a:p>
        </p:txBody>
      </p:sp>
      <p:sp>
        <p:nvSpPr>
          <p:cNvPr id="61" name="圆角矩形 60"/>
          <p:cNvSpPr/>
          <p:nvPr/>
        </p:nvSpPr>
        <p:spPr>
          <a:xfrm rot="10800000">
            <a:off x="4399251" y="3784328"/>
            <a:ext cx="6356351" cy="522605"/>
          </a:xfrm>
          <a:prstGeom prst="roundRect">
            <a:avLst>
              <a:gd name="adj" fmla="val 50000"/>
            </a:avLst>
          </a:prstGeom>
          <a:solidFill>
            <a:schemeClr val="bg1"/>
          </a:solidFill>
          <a:ln>
            <a:solidFill>
              <a:srgbClr val="58BDA8"/>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lt1"/>
              </a:solidFill>
              <a:effectLst/>
              <a:uLnTx/>
              <a:uFillTx/>
              <a:latin typeface="+mn-lt"/>
              <a:ea typeface="+mn-ea"/>
              <a:cs typeface="+mn-cs"/>
            </a:endParaRPr>
          </a:p>
        </p:txBody>
      </p:sp>
      <p:sp>
        <p:nvSpPr>
          <p:cNvPr id="62" name="圆角矩形 61"/>
          <p:cNvSpPr/>
          <p:nvPr/>
        </p:nvSpPr>
        <p:spPr>
          <a:xfrm rot="10800000">
            <a:off x="4399251" y="3038679"/>
            <a:ext cx="6236336" cy="522605"/>
          </a:xfrm>
          <a:prstGeom prst="roundRect">
            <a:avLst>
              <a:gd name="adj" fmla="val 50000"/>
            </a:avLst>
          </a:prstGeom>
          <a:solidFill>
            <a:schemeClr val="bg1"/>
          </a:solidFill>
          <a:ln>
            <a:solidFill>
              <a:srgbClr val="58BDA8"/>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lt1"/>
              </a:solidFill>
              <a:effectLst/>
              <a:uLnTx/>
              <a:uFillTx/>
              <a:latin typeface="+mn-lt"/>
              <a:ea typeface="+mn-ea"/>
              <a:cs typeface="+mn-cs"/>
            </a:endParaRPr>
          </a:p>
        </p:txBody>
      </p:sp>
      <p:sp>
        <p:nvSpPr>
          <p:cNvPr id="63" name="椭圆 62"/>
          <p:cNvSpPr/>
          <p:nvPr/>
        </p:nvSpPr>
        <p:spPr>
          <a:xfrm rot="10800000">
            <a:off x="10071707" y="2986450"/>
            <a:ext cx="609600" cy="609600"/>
          </a:xfrm>
          <a:prstGeom prst="ellipse">
            <a:avLst/>
          </a:prstGeom>
          <a:solidFill>
            <a:srgbClr val="58BDA8"/>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lt1"/>
              </a:solidFill>
              <a:effectLst/>
              <a:uLnTx/>
              <a:uFillTx/>
              <a:latin typeface="+mn-lt"/>
              <a:ea typeface="+mn-ea"/>
              <a:cs typeface="+mn-cs"/>
            </a:endParaRPr>
          </a:p>
        </p:txBody>
      </p:sp>
      <p:sp>
        <p:nvSpPr>
          <p:cNvPr id="64" name="圆角矩形 63"/>
          <p:cNvSpPr/>
          <p:nvPr/>
        </p:nvSpPr>
        <p:spPr>
          <a:xfrm rot="10800000">
            <a:off x="4384011" y="2293030"/>
            <a:ext cx="5626736" cy="522605"/>
          </a:xfrm>
          <a:prstGeom prst="roundRect">
            <a:avLst>
              <a:gd name="adj" fmla="val 50000"/>
            </a:avLst>
          </a:prstGeom>
          <a:solidFill>
            <a:schemeClr val="bg1"/>
          </a:solidFill>
          <a:ln>
            <a:solidFill>
              <a:srgbClr val="58BDA8"/>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lt1"/>
              </a:solidFill>
              <a:effectLst/>
              <a:uLnTx/>
              <a:uFillTx/>
              <a:latin typeface="+mn-lt"/>
              <a:ea typeface="+mn-ea"/>
              <a:cs typeface="+mn-cs"/>
            </a:endParaRPr>
          </a:p>
        </p:txBody>
      </p:sp>
      <p:sp>
        <p:nvSpPr>
          <p:cNvPr id="65" name="椭圆 64"/>
          <p:cNvSpPr/>
          <p:nvPr/>
        </p:nvSpPr>
        <p:spPr>
          <a:xfrm rot="10800000">
            <a:off x="9421467" y="2248580"/>
            <a:ext cx="609600" cy="609600"/>
          </a:xfrm>
          <a:prstGeom prst="ellipse">
            <a:avLst/>
          </a:prstGeom>
          <a:solidFill>
            <a:srgbClr val="58BDA8"/>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lt1"/>
              </a:solidFill>
              <a:effectLst/>
              <a:uLnTx/>
              <a:uFillTx/>
              <a:latin typeface="+mn-lt"/>
              <a:ea typeface="+mn-ea"/>
              <a:cs typeface="+mn-cs"/>
            </a:endParaRPr>
          </a:p>
        </p:txBody>
      </p:sp>
      <p:sp>
        <p:nvSpPr>
          <p:cNvPr id="66" name="文本框 44"/>
          <p:cNvSpPr txBox="1"/>
          <p:nvPr/>
        </p:nvSpPr>
        <p:spPr>
          <a:xfrm>
            <a:off x="9542117" y="2323510"/>
            <a:ext cx="309880" cy="483235"/>
          </a:xfrm>
          <a:prstGeom prst="rect">
            <a:avLst/>
          </a:prstGeom>
          <a:noFill/>
          <a:ln w="9525">
            <a:noFill/>
          </a:ln>
        </p:spPr>
        <p:txBody>
          <a:bodyPr>
            <a:spAutoFit/>
          </a:bodyPr>
          <a:lstStyle>
            <a:lvl1pPr marL="228600" indent="-228600" algn="l" rtl="0" fontAlgn="base">
              <a:lnSpc>
                <a:spcPct val="90000"/>
              </a:lnSpc>
              <a:spcBef>
                <a:spcPts val="1000"/>
              </a:spcBef>
              <a:spcAft>
                <a:spcPct val="0"/>
              </a:spcAft>
              <a:buFont typeface="Arial" panose="020B0604020202020204" pitchFamily="34" charset="0"/>
              <a:buChar char="•"/>
              <a:defRPr sz="2800" kern="1200">
                <a:solidFill>
                  <a:schemeClr val="tx1"/>
                </a:solidFill>
                <a:latin typeface="+mn-lt"/>
                <a:ea typeface="+mn-ea"/>
                <a:cs typeface="+mn-cs"/>
              </a:defRPr>
            </a:lvl1pPr>
            <a:lvl2pPr marL="685800" indent="-228600" algn="l" rtl="0" fontAlgn="base">
              <a:lnSpc>
                <a:spcPct val="90000"/>
              </a:lnSpc>
              <a:spcBef>
                <a:spcPts val="500"/>
              </a:spcBef>
              <a:spcAft>
                <a:spcPct val="0"/>
              </a:spcAft>
              <a:buFont typeface="Arial" panose="020B0604020202020204" pitchFamily="34" charset="0"/>
              <a:buChar char="•"/>
              <a:defRPr sz="2400" kern="1200">
                <a:solidFill>
                  <a:schemeClr val="tx1"/>
                </a:solidFill>
                <a:latin typeface="+mn-lt"/>
                <a:ea typeface="+mn-ea"/>
                <a:cs typeface="+mn-cs"/>
              </a:defRPr>
            </a:lvl2pPr>
            <a:lvl3pPr marL="1143000" indent="-228600" algn="l" rtl="0" fontAlgn="base">
              <a:lnSpc>
                <a:spcPct val="90000"/>
              </a:lnSpc>
              <a:spcBef>
                <a:spcPts val="500"/>
              </a:spcBef>
              <a:spcAft>
                <a:spcPct val="0"/>
              </a:spcAft>
              <a:buFont typeface="Arial" panose="020B0604020202020204" pitchFamily="34" charset="0"/>
              <a:buChar char="•"/>
              <a:defRPr sz="2000" kern="1200">
                <a:solidFill>
                  <a:schemeClr val="tx1"/>
                </a:solidFill>
                <a:latin typeface="+mn-lt"/>
                <a:ea typeface="+mn-ea"/>
                <a:cs typeface="+mn-cs"/>
              </a:defRPr>
            </a:lvl3pPr>
            <a:lvl4pPr marL="16002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4pPr>
            <a:lvl5pPr marL="20574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5pPr>
          </a:lstStyle>
          <a:p>
            <a:pPr marL="0" lvl="0" indent="0" eaLnBrk="1" hangingPunct="1">
              <a:lnSpc>
                <a:spcPct val="100000"/>
              </a:lnSpc>
              <a:spcBef>
                <a:spcPct val="0"/>
              </a:spcBef>
              <a:buNone/>
            </a:pPr>
            <a:r>
              <a:rPr lang="en-US" altLang="zh-CN" sz="2400" b="1" dirty="0">
                <a:solidFill>
                  <a:schemeClr val="bg1"/>
                </a:solidFill>
                <a:latin typeface="微软雅黑" panose="020B0503020204020204" charset="-122"/>
                <a:ea typeface="微软雅黑" panose="020B0503020204020204" charset="-122"/>
              </a:rPr>
              <a:t>1</a:t>
            </a:r>
            <a:endParaRPr lang="zh-CN" altLang="en-US" sz="2400" b="1" dirty="0">
              <a:solidFill>
                <a:schemeClr val="bg1"/>
              </a:solidFill>
              <a:latin typeface="微软雅黑" panose="020B0503020204020204" charset="-122"/>
              <a:ea typeface="微软雅黑" panose="020B0503020204020204" charset="-122"/>
            </a:endParaRPr>
          </a:p>
        </p:txBody>
      </p:sp>
      <p:sp>
        <p:nvSpPr>
          <p:cNvPr id="67" name="文本框 45"/>
          <p:cNvSpPr txBox="1"/>
          <p:nvPr/>
        </p:nvSpPr>
        <p:spPr>
          <a:xfrm>
            <a:off x="10151717" y="3048680"/>
            <a:ext cx="309880" cy="483235"/>
          </a:xfrm>
          <a:prstGeom prst="rect">
            <a:avLst/>
          </a:prstGeom>
          <a:noFill/>
          <a:ln w="9525">
            <a:noFill/>
          </a:ln>
        </p:spPr>
        <p:txBody>
          <a:bodyPr>
            <a:spAutoFit/>
          </a:bodyPr>
          <a:lstStyle>
            <a:lvl1pPr marL="228600" indent="-228600" algn="l" rtl="0" fontAlgn="base">
              <a:lnSpc>
                <a:spcPct val="90000"/>
              </a:lnSpc>
              <a:spcBef>
                <a:spcPts val="1000"/>
              </a:spcBef>
              <a:spcAft>
                <a:spcPct val="0"/>
              </a:spcAft>
              <a:buFont typeface="Arial" panose="020B0604020202020204" pitchFamily="34" charset="0"/>
              <a:buChar char="•"/>
              <a:defRPr sz="2800" kern="1200">
                <a:solidFill>
                  <a:schemeClr val="tx1"/>
                </a:solidFill>
                <a:latin typeface="+mn-lt"/>
                <a:ea typeface="+mn-ea"/>
                <a:cs typeface="+mn-cs"/>
              </a:defRPr>
            </a:lvl1pPr>
            <a:lvl2pPr marL="685800" indent="-228600" algn="l" rtl="0" fontAlgn="base">
              <a:lnSpc>
                <a:spcPct val="90000"/>
              </a:lnSpc>
              <a:spcBef>
                <a:spcPts val="500"/>
              </a:spcBef>
              <a:spcAft>
                <a:spcPct val="0"/>
              </a:spcAft>
              <a:buFont typeface="Arial" panose="020B0604020202020204" pitchFamily="34" charset="0"/>
              <a:buChar char="•"/>
              <a:defRPr sz="2400" kern="1200">
                <a:solidFill>
                  <a:schemeClr val="tx1"/>
                </a:solidFill>
                <a:latin typeface="+mn-lt"/>
                <a:ea typeface="+mn-ea"/>
                <a:cs typeface="+mn-cs"/>
              </a:defRPr>
            </a:lvl2pPr>
            <a:lvl3pPr marL="1143000" indent="-228600" algn="l" rtl="0" fontAlgn="base">
              <a:lnSpc>
                <a:spcPct val="90000"/>
              </a:lnSpc>
              <a:spcBef>
                <a:spcPts val="500"/>
              </a:spcBef>
              <a:spcAft>
                <a:spcPct val="0"/>
              </a:spcAft>
              <a:buFont typeface="Arial" panose="020B0604020202020204" pitchFamily="34" charset="0"/>
              <a:buChar char="•"/>
              <a:defRPr sz="2000" kern="1200">
                <a:solidFill>
                  <a:schemeClr val="tx1"/>
                </a:solidFill>
                <a:latin typeface="+mn-lt"/>
                <a:ea typeface="+mn-ea"/>
                <a:cs typeface="+mn-cs"/>
              </a:defRPr>
            </a:lvl3pPr>
            <a:lvl4pPr marL="16002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4pPr>
            <a:lvl5pPr marL="20574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5pPr>
          </a:lstStyle>
          <a:p>
            <a:pPr marL="0" lvl="0" indent="0" eaLnBrk="1" hangingPunct="1">
              <a:lnSpc>
                <a:spcPct val="100000"/>
              </a:lnSpc>
              <a:spcBef>
                <a:spcPct val="0"/>
              </a:spcBef>
              <a:buNone/>
            </a:pPr>
            <a:r>
              <a:rPr lang="en-US" altLang="zh-CN" sz="2400" b="1" dirty="0">
                <a:solidFill>
                  <a:schemeClr val="bg1"/>
                </a:solidFill>
                <a:latin typeface="微软雅黑" panose="020B0503020204020204" charset="-122"/>
                <a:ea typeface="微软雅黑" panose="020B0503020204020204" charset="-122"/>
              </a:rPr>
              <a:t>2</a:t>
            </a:r>
            <a:endParaRPr lang="zh-CN" altLang="en-US" sz="2400" b="1" dirty="0">
              <a:solidFill>
                <a:schemeClr val="bg1"/>
              </a:solidFill>
              <a:latin typeface="微软雅黑" panose="020B0503020204020204" charset="-122"/>
              <a:ea typeface="微软雅黑" panose="020B0503020204020204" charset="-122"/>
            </a:endParaRPr>
          </a:p>
        </p:txBody>
      </p:sp>
      <p:sp>
        <p:nvSpPr>
          <p:cNvPr id="68" name="文本框 46"/>
          <p:cNvSpPr txBox="1"/>
          <p:nvPr/>
        </p:nvSpPr>
        <p:spPr>
          <a:xfrm>
            <a:off x="10296497" y="3847510"/>
            <a:ext cx="309245" cy="483235"/>
          </a:xfrm>
          <a:prstGeom prst="rect">
            <a:avLst/>
          </a:prstGeom>
          <a:noFill/>
          <a:ln w="9525">
            <a:noFill/>
          </a:ln>
        </p:spPr>
        <p:txBody>
          <a:bodyPr>
            <a:spAutoFit/>
          </a:bodyPr>
          <a:lstStyle>
            <a:lvl1pPr marL="228600" indent="-228600" algn="l" rtl="0" fontAlgn="base">
              <a:lnSpc>
                <a:spcPct val="90000"/>
              </a:lnSpc>
              <a:spcBef>
                <a:spcPts val="1000"/>
              </a:spcBef>
              <a:spcAft>
                <a:spcPct val="0"/>
              </a:spcAft>
              <a:buFont typeface="Arial" panose="020B0604020202020204" pitchFamily="34" charset="0"/>
              <a:buChar char="•"/>
              <a:defRPr sz="2800" kern="1200">
                <a:solidFill>
                  <a:schemeClr val="tx1"/>
                </a:solidFill>
                <a:latin typeface="+mn-lt"/>
                <a:ea typeface="+mn-ea"/>
                <a:cs typeface="+mn-cs"/>
              </a:defRPr>
            </a:lvl1pPr>
            <a:lvl2pPr marL="685800" indent="-228600" algn="l" rtl="0" fontAlgn="base">
              <a:lnSpc>
                <a:spcPct val="90000"/>
              </a:lnSpc>
              <a:spcBef>
                <a:spcPts val="500"/>
              </a:spcBef>
              <a:spcAft>
                <a:spcPct val="0"/>
              </a:spcAft>
              <a:buFont typeface="Arial" panose="020B0604020202020204" pitchFamily="34" charset="0"/>
              <a:buChar char="•"/>
              <a:defRPr sz="2400" kern="1200">
                <a:solidFill>
                  <a:schemeClr val="tx1"/>
                </a:solidFill>
                <a:latin typeface="+mn-lt"/>
                <a:ea typeface="+mn-ea"/>
                <a:cs typeface="+mn-cs"/>
              </a:defRPr>
            </a:lvl2pPr>
            <a:lvl3pPr marL="1143000" indent="-228600" algn="l" rtl="0" fontAlgn="base">
              <a:lnSpc>
                <a:spcPct val="90000"/>
              </a:lnSpc>
              <a:spcBef>
                <a:spcPts val="500"/>
              </a:spcBef>
              <a:spcAft>
                <a:spcPct val="0"/>
              </a:spcAft>
              <a:buFont typeface="Arial" panose="020B0604020202020204" pitchFamily="34" charset="0"/>
              <a:buChar char="•"/>
              <a:defRPr sz="2000" kern="1200">
                <a:solidFill>
                  <a:schemeClr val="tx1"/>
                </a:solidFill>
                <a:latin typeface="+mn-lt"/>
                <a:ea typeface="+mn-ea"/>
                <a:cs typeface="+mn-cs"/>
              </a:defRPr>
            </a:lvl3pPr>
            <a:lvl4pPr marL="16002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4pPr>
            <a:lvl5pPr marL="20574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5pPr>
          </a:lstStyle>
          <a:p>
            <a:pPr marL="0" lvl="0" indent="0" eaLnBrk="1" hangingPunct="1">
              <a:lnSpc>
                <a:spcPct val="100000"/>
              </a:lnSpc>
              <a:spcBef>
                <a:spcPct val="0"/>
              </a:spcBef>
              <a:buNone/>
            </a:pPr>
            <a:r>
              <a:rPr lang="en-US" altLang="zh-CN" sz="2400" b="1" dirty="0">
                <a:solidFill>
                  <a:schemeClr val="bg1"/>
                </a:solidFill>
                <a:latin typeface="微软雅黑" panose="020B0503020204020204" charset="-122"/>
                <a:ea typeface="微软雅黑" panose="020B0503020204020204" charset="-122"/>
              </a:rPr>
              <a:t>3</a:t>
            </a:r>
            <a:endParaRPr lang="zh-CN" altLang="en-US" sz="2400" b="1" dirty="0">
              <a:solidFill>
                <a:schemeClr val="bg1"/>
              </a:solidFill>
              <a:latin typeface="微软雅黑" panose="020B0503020204020204" charset="-122"/>
              <a:ea typeface="微软雅黑" panose="020B0503020204020204" charset="-122"/>
            </a:endParaRPr>
          </a:p>
        </p:txBody>
      </p:sp>
      <p:sp>
        <p:nvSpPr>
          <p:cNvPr id="69" name="文本框 47"/>
          <p:cNvSpPr txBox="1"/>
          <p:nvPr/>
        </p:nvSpPr>
        <p:spPr>
          <a:xfrm>
            <a:off x="10151717" y="4590460"/>
            <a:ext cx="309880" cy="483235"/>
          </a:xfrm>
          <a:prstGeom prst="rect">
            <a:avLst/>
          </a:prstGeom>
          <a:noFill/>
          <a:ln w="9525">
            <a:noFill/>
          </a:ln>
        </p:spPr>
        <p:txBody>
          <a:bodyPr>
            <a:spAutoFit/>
          </a:bodyPr>
          <a:lstStyle>
            <a:lvl1pPr marL="228600" indent="-228600" algn="l" rtl="0" fontAlgn="base">
              <a:lnSpc>
                <a:spcPct val="90000"/>
              </a:lnSpc>
              <a:spcBef>
                <a:spcPts val="1000"/>
              </a:spcBef>
              <a:spcAft>
                <a:spcPct val="0"/>
              </a:spcAft>
              <a:buFont typeface="Arial" panose="020B0604020202020204" pitchFamily="34" charset="0"/>
              <a:buChar char="•"/>
              <a:defRPr sz="2800" kern="1200">
                <a:solidFill>
                  <a:schemeClr val="tx1"/>
                </a:solidFill>
                <a:latin typeface="+mn-lt"/>
                <a:ea typeface="+mn-ea"/>
                <a:cs typeface="+mn-cs"/>
              </a:defRPr>
            </a:lvl1pPr>
            <a:lvl2pPr marL="685800" indent="-228600" algn="l" rtl="0" fontAlgn="base">
              <a:lnSpc>
                <a:spcPct val="90000"/>
              </a:lnSpc>
              <a:spcBef>
                <a:spcPts val="500"/>
              </a:spcBef>
              <a:spcAft>
                <a:spcPct val="0"/>
              </a:spcAft>
              <a:buFont typeface="Arial" panose="020B0604020202020204" pitchFamily="34" charset="0"/>
              <a:buChar char="•"/>
              <a:defRPr sz="2400" kern="1200">
                <a:solidFill>
                  <a:schemeClr val="tx1"/>
                </a:solidFill>
                <a:latin typeface="+mn-lt"/>
                <a:ea typeface="+mn-ea"/>
                <a:cs typeface="+mn-cs"/>
              </a:defRPr>
            </a:lvl2pPr>
            <a:lvl3pPr marL="1143000" indent="-228600" algn="l" rtl="0" fontAlgn="base">
              <a:lnSpc>
                <a:spcPct val="90000"/>
              </a:lnSpc>
              <a:spcBef>
                <a:spcPts val="500"/>
              </a:spcBef>
              <a:spcAft>
                <a:spcPct val="0"/>
              </a:spcAft>
              <a:buFont typeface="Arial" panose="020B0604020202020204" pitchFamily="34" charset="0"/>
              <a:buChar char="•"/>
              <a:defRPr sz="2000" kern="1200">
                <a:solidFill>
                  <a:schemeClr val="tx1"/>
                </a:solidFill>
                <a:latin typeface="+mn-lt"/>
                <a:ea typeface="+mn-ea"/>
                <a:cs typeface="+mn-cs"/>
              </a:defRPr>
            </a:lvl3pPr>
            <a:lvl4pPr marL="16002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4pPr>
            <a:lvl5pPr marL="20574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5pPr>
          </a:lstStyle>
          <a:p>
            <a:pPr marL="0" lvl="0" indent="0" eaLnBrk="1" hangingPunct="1">
              <a:lnSpc>
                <a:spcPct val="100000"/>
              </a:lnSpc>
              <a:spcBef>
                <a:spcPct val="0"/>
              </a:spcBef>
              <a:buNone/>
            </a:pPr>
            <a:r>
              <a:rPr lang="en-US" altLang="zh-CN" sz="2400" b="1" dirty="0">
                <a:solidFill>
                  <a:schemeClr val="bg1"/>
                </a:solidFill>
                <a:latin typeface="微软雅黑" panose="020B0503020204020204" charset="-122"/>
                <a:ea typeface="微软雅黑" panose="020B0503020204020204" charset="-122"/>
              </a:rPr>
              <a:t>4</a:t>
            </a:r>
            <a:endParaRPr lang="zh-CN" altLang="en-US" sz="2400" b="1" dirty="0">
              <a:solidFill>
                <a:schemeClr val="bg1"/>
              </a:solidFill>
              <a:latin typeface="微软雅黑" panose="020B0503020204020204" charset="-122"/>
              <a:ea typeface="微软雅黑" panose="020B0503020204020204" charset="-122"/>
            </a:endParaRPr>
          </a:p>
        </p:txBody>
      </p:sp>
      <p:sp>
        <p:nvSpPr>
          <p:cNvPr id="70" name="文本框 48"/>
          <p:cNvSpPr txBox="1"/>
          <p:nvPr/>
        </p:nvSpPr>
        <p:spPr>
          <a:xfrm>
            <a:off x="9528147" y="5330235"/>
            <a:ext cx="309245" cy="483235"/>
          </a:xfrm>
          <a:prstGeom prst="rect">
            <a:avLst/>
          </a:prstGeom>
          <a:noFill/>
          <a:ln w="9525">
            <a:noFill/>
          </a:ln>
        </p:spPr>
        <p:txBody>
          <a:bodyPr>
            <a:spAutoFit/>
          </a:bodyPr>
          <a:lstStyle>
            <a:lvl1pPr marL="228600" indent="-228600" algn="l" rtl="0" fontAlgn="base">
              <a:lnSpc>
                <a:spcPct val="90000"/>
              </a:lnSpc>
              <a:spcBef>
                <a:spcPts val="1000"/>
              </a:spcBef>
              <a:spcAft>
                <a:spcPct val="0"/>
              </a:spcAft>
              <a:buFont typeface="Arial" panose="020B0604020202020204" pitchFamily="34" charset="0"/>
              <a:buChar char="•"/>
              <a:defRPr sz="2800" kern="1200">
                <a:solidFill>
                  <a:schemeClr val="tx1"/>
                </a:solidFill>
                <a:latin typeface="+mn-lt"/>
                <a:ea typeface="+mn-ea"/>
                <a:cs typeface="+mn-cs"/>
              </a:defRPr>
            </a:lvl1pPr>
            <a:lvl2pPr marL="685800" indent="-228600" algn="l" rtl="0" fontAlgn="base">
              <a:lnSpc>
                <a:spcPct val="90000"/>
              </a:lnSpc>
              <a:spcBef>
                <a:spcPts val="500"/>
              </a:spcBef>
              <a:spcAft>
                <a:spcPct val="0"/>
              </a:spcAft>
              <a:buFont typeface="Arial" panose="020B0604020202020204" pitchFamily="34" charset="0"/>
              <a:buChar char="•"/>
              <a:defRPr sz="2400" kern="1200">
                <a:solidFill>
                  <a:schemeClr val="tx1"/>
                </a:solidFill>
                <a:latin typeface="+mn-lt"/>
                <a:ea typeface="+mn-ea"/>
                <a:cs typeface="+mn-cs"/>
              </a:defRPr>
            </a:lvl2pPr>
            <a:lvl3pPr marL="1143000" indent="-228600" algn="l" rtl="0" fontAlgn="base">
              <a:lnSpc>
                <a:spcPct val="90000"/>
              </a:lnSpc>
              <a:spcBef>
                <a:spcPts val="500"/>
              </a:spcBef>
              <a:spcAft>
                <a:spcPct val="0"/>
              </a:spcAft>
              <a:buFont typeface="Arial" panose="020B0604020202020204" pitchFamily="34" charset="0"/>
              <a:buChar char="•"/>
              <a:defRPr sz="2000" kern="1200">
                <a:solidFill>
                  <a:schemeClr val="tx1"/>
                </a:solidFill>
                <a:latin typeface="+mn-lt"/>
                <a:ea typeface="+mn-ea"/>
                <a:cs typeface="+mn-cs"/>
              </a:defRPr>
            </a:lvl3pPr>
            <a:lvl4pPr marL="16002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4pPr>
            <a:lvl5pPr marL="20574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5pPr>
          </a:lstStyle>
          <a:p>
            <a:pPr marL="0" lvl="0" indent="0" eaLnBrk="1" hangingPunct="1">
              <a:lnSpc>
                <a:spcPct val="100000"/>
              </a:lnSpc>
              <a:spcBef>
                <a:spcPct val="0"/>
              </a:spcBef>
              <a:buNone/>
            </a:pPr>
            <a:r>
              <a:rPr lang="en-US" altLang="zh-CN" sz="2400" b="1" dirty="0">
                <a:solidFill>
                  <a:schemeClr val="bg1"/>
                </a:solidFill>
                <a:latin typeface="微软雅黑" panose="020B0503020204020204" charset="-122"/>
                <a:ea typeface="微软雅黑" panose="020B0503020204020204" charset="-122"/>
              </a:rPr>
              <a:t>5</a:t>
            </a:r>
            <a:endParaRPr lang="zh-CN" altLang="en-US" sz="2400" b="1" dirty="0">
              <a:solidFill>
                <a:schemeClr val="bg1"/>
              </a:solidFill>
              <a:latin typeface="微软雅黑" panose="020B0503020204020204" charset="-122"/>
              <a:ea typeface="微软雅黑" panose="020B0503020204020204" charset="-122"/>
            </a:endParaRPr>
          </a:p>
        </p:txBody>
      </p:sp>
      <p:sp>
        <p:nvSpPr>
          <p:cNvPr id="71" name="文本框 59"/>
          <p:cNvSpPr txBox="1"/>
          <p:nvPr/>
        </p:nvSpPr>
        <p:spPr>
          <a:xfrm>
            <a:off x="4816446" y="2369547"/>
            <a:ext cx="4344671" cy="369570"/>
          </a:xfrm>
          <a:prstGeom prst="rect">
            <a:avLst/>
          </a:prstGeom>
          <a:noFill/>
          <a:ln w="9525">
            <a:noFill/>
          </a:ln>
        </p:spPr>
        <p:txBody>
          <a:bodyPr wrap="square">
            <a:spAutoFit/>
          </a:bodyPr>
          <a:lstStyle>
            <a:lvl1pPr marL="228600" indent="-228600" algn="l" rtl="0" fontAlgn="base">
              <a:lnSpc>
                <a:spcPct val="90000"/>
              </a:lnSpc>
              <a:spcBef>
                <a:spcPts val="1000"/>
              </a:spcBef>
              <a:spcAft>
                <a:spcPct val="0"/>
              </a:spcAft>
              <a:buFont typeface="Arial" panose="020B0604020202020204" pitchFamily="34" charset="0"/>
              <a:buChar char="•"/>
              <a:defRPr sz="2800" kern="1200">
                <a:solidFill>
                  <a:schemeClr val="tx1"/>
                </a:solidFill>
                <a:latin typeface="+mn-lt"/>
                <a:ea typeface="+mn-ea"/>
                <a:cs typeface="+mn-cs"/>
              </a:defRPr>
            </a:lvl1pPr>
            <a:lvl2pPr marL="685800" indent="-228600" algn="l" rtl="0" fontAlgn="base">
              <a:lnSpc>
                <a:spcPct val="90000"/>
              </a:lnSpc>
              <a:spcBef>
                <a:spcPts val="500"/>
              </a:spcBef>
              <a:spcAft>
                <a:spcPct val="0"/>
              </a:spcAft>
              <a:buFont typeface="Arial" panose="020B0604020202020204" pitchFamily="34" charset="0"/>
              <a:buChar char="•"/>
              <a:defRPr sz="2400" kern="1200">
                <a:solidFill>
                  <a:schemeClr val="tx1"/>
                </a:solidFill>
                <a:latin typeface="+mn-lt"/>
                <a:ea typeface="+mn-ea"/>
                <a:cs typeface="+mn-cs"/>
              </a:defRPr>
            </a:lvl2pPr>
            <a:lvl3pPr marL="1143000" indent="-228600" algn="l" rtl="0" fontAlgn="base">
              <a:lnSpc>
                <a:spcPct val="90000"/>
              </a:lnSpc>
              <a:spcBef>
                <a:spcPts val="500"/>
              </a:spcBef>
              <a:spcAft>
                <a:spcPct val="0"/>
              </a:spcAft>
              <a:buFont typeface="Arial" panose="020B0604020202020204" pitchFamily="34" charset="0"/>
              <a:buChar char="•"/>
              <a:defRPr sz="2000" kern="1200">
                <a:solidFill>
                  <a:schemeClr val="tx1"/>
                </a:solidFill>
                <a:latin typeface="+mn-lt"/>
                <a:ea typeface="+mn-ea"/>
                <a:cs typeface="+mn-cs"/>
              </a:defRPr>
            </a:lvl3pPr>
            <a:lvl4pPr marL="16002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4pPr>
            <a:lvl5pPr marL="20574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5pPr>
          </a:lstStyle>
          <a:p>
            <a:pPr marL="0" lvl="0" indent="0" eaLnBrk="1" hangingPunct="1">
              <a:lnSpc>
                <a:spcPct val="100000"/>
              </a:lnSpc>
              <a:spcBef>
                <a:spcPct val="0"/>
              </a:spcBef>
              <a:buNone/>
            </a:pPr>
            <a:r>
              <a:rPr lang="zh-CN" altLang="en-US" sz="1800" b="1" dirty="0">
                <a:solidFill>
                  <a:schemeClr val="accent6">
                    <a:lumMod val="50000"/>
                  </a:schemeClr>
                </a:solidFill>
                <a:latin typeface="微软雅黑" panose="020B0503020204020204" charset="-122"/>
                <a:ea typeface="微软雅黑" panose="020B0503020204020204" charset="-122"/>
              </a:rPr>
              <a:t>字符串</a:t>
            </a:r>
            <a:r>
              <a:rPr lang="zh-CN" altLang="en-US" sz="1800" b="1" dirty="0">
                <a:latin typeface="微软雅黑" panose="020B0503020204020204" charset="-122"/>
                <a:ea typeface="微软雅黑" panose="020B0503020204020204" charset="-122"/>
              </a:rPr>
              <a:t>：用于表示有关模型的信息。</a:t>
            </a:r>
          </a:p>
        </p:txBody>
      </p:sp>
      <p:sp>
        <p:nvSpPr>
          <p:cNvPr id="72" name="文本框 60"/>
          <p:cNvSpPr txBox="1"/>
          <p:nvPr/>
        </p:nvSpPr>
        <p:spPr>
          <a:xfrm>
            <a:off x="4816446" y="3115196"/>
            <a:ext cx="4471036" cy="369570"/>
          </a:xfrm>
          <a:prstGeom prst="rect">
            <a:avLst/>
          </a:prstGeom>
          <a:noFill/>
          <a:ln w="9525">
            <a:noFill/>
          </a:ln>
        </p:spPr>
        <p:txBody>
          <a:bodyPr wrap="square">
            <a:spAutoFit/>
          </a:bodyPr>
          <a:lstStyle>
            <a:lvl1pPr marL="228600" indent="-228600" algn="l" rtl="0" fontAlgn="base">
              <a:lnSpc>
                <a:spcPct val="90000"/>
              </a:lnSpc>
              <a:spcBef>
                <a:spcPts val="1000"/>
              </a:spcBef>
              <a:spcAft>
                <a:spcPct val="0"/>
              </a:spcAft>
              <a:buFont typeface="Arial" panose="020B0604020202020204" pitchFamily="34" charset="0"/>
              <a:buChar char="•"/>
              <a:defRPr sz="2800" kern="1200">
                <a:solidFill>
                  <a:schemeClr val="tx1"/>
                </a:solidFill>
                <a:latin typeface="+mn-lt"/>
                <a:ea typeface="+mn-ea"/>
                <a:cs typeface="+mn-cs"/>
              </a:defRPr>
            </a:lvl1pPr>
            <a:lvl2pPr marL="685800" indent="-228600" algn="l" rtl="0" fontAlgn="base">
              <a:lnSpc>
                <a:spcPct val="90000"/>
              </a:lnSpc>
              <a:spcBef>
                <a:spcPts val="500"/>
              </a:spcBef>
              <a:spcAft>
                <a:spcPct val="0"/>
              </a:spcAft>
              <a:buFont typeface="Arial" panose="020B0604020202020204" pitchFamily="34" charset="0"/>
              <a:buChar char="•"/>
              <a:defRPr sz="2400" kern="1200">
                <a:solidFill>
                  <a:schemeClr val="tx1"/>
                </a:solidFill>
                <a:latin typeface="+mn-lt"/>
                <a:ea typeface="+mn-ea"/>
                <a:cs typeface="+mn-cs"/>
              </a:defRPr>
            </a:lvl2pPr>
            <a:lvl3pPr marL="1143000" indent="-228600" algn="l" rtl="0" fontAlgn="base">
              <a:lnSpc>
                <a:spcPct val="90000"/>
              </a:lnSpc>
              <a:spcBef>
                <a:spcPts val="500"/>
              </a:spcBef>
              <a:spcAft>
                <a:spcPct val="0"/>
              </a:spcAft>
              <a:buFont typeface="Arial" panose="020B0604020202020204" pitchFamily="34" charset="0"/>
              <a:buChar char="•"/>
              <a:defRPr sz="2000" kern="1200">
                <a:solidFill>
                  <a:schemeClr val="tx1"/>
                </a:solidFill>
                <a:latin typeface="+mn-lt"/>
                <a:ea typeface="+mn-ea"/>
                <a:cs typeface="+mn-cs"/>
              </a:defRPr>
            </a:lvl3pPr>
            <a:lvl4pPr marL="16002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4pPr>
            <a:lvl5pPr marL="20574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5pPr>
          </a:lstStyle>
          <a:p>
            <a:pPr marL="0" lvl="0" indent="0" eaLnBrk="1" hangingPunct="1">
              <a:lnSpc>
                <a:spcPct val="100000"/>
              </a:lnSpc>
              <a:spcBef>
                <a:spcPct val="0"/>
              </a:spcBef>
              <a:buNone/>
            </a:pPr>
            <a:r>
              <a:rPr lang="zh-CN" altLang="en-US" sz="1800" b="1" dirty="0">
                <a:solidFill>
                  <a:schemeClr val="accent6">
                    <a:lumMod val="50000"/>
                  </a:schemeClr>
                </a:solidFill>
                <a:latin typeface="微软雅黑" panose="020B0503020204020204" charset="-122"/>
                <a:ea typeface="微软雅黑" panose="020B0503020204020204" charset="-122"/>
              </a:rPr>
              <a:t>名字</a:t>
            </a:r>
            <a:r>
              <a:rPr lang="zh-CN" altLang="en-US" sz="1800" b="1" dirty="0">
                <a:latin typeface="微软雅黑" panose="020B0503020204020204" charset="-122"/>
                <a:ea typeface="微软雅黑" panose="020B0503020204020204" charset="-122"/>
              </a:rPr>
              <a:t>：用于表示模型元素。</a:t>
            </a:r>
          </a:p>
        </p:txBody>
      </p:sp>
      <p:sp>
        <p:nvSpPr>
          <p:cNvPr id="73" name="文本框 61"/>
          <p:cNvSpPr txBox="1"/>
          <p:nvPr/>
        </p:nvSpPr>
        <p:spPr>
          <a:xfrm>
            <a:off x="4816446" y="3860845"/>
            <a:ext cx="5213986" cy="369570"/>
          </a:xfrm>
          <a:prstGeom prst="rect">
            <a:avLst/>
          </a:prstGeom>
          <a:noFill/>
          <a:ln w="9525">
            <a:noFill/>
          </a:ln>
        </p:spPr>
        <p:txBody>
          <a:bodyPr wrap="square">
            <a:spAutoFit/>
          </a:bodyPr>
          <a:lstStyle>
            <a:lvl1pPr marL="228600" indent="-228600" algn="l" rtl="0" fontAlgn="base">
              <a:lnSpc>
                <a:spcPct val="90000"/>
              </a:lnSpc>
              <a:spcBef>
                <a:spcPts val="1000"/>
              </a:spcBef>
              <a:spcAft>
                <a:spcPct val="0"/>
              </a:spcAft>
              <a:buFont typeface="Arial" panose="020B0604020202020204" pitchFamily="34" charset="0"/>
              <a:buChar char="•"/>
              <a:defRPr sz="2800" kern="1200">
                <a:solidFill>
                  <a:schemeClr val="tx1"/>
                </a:solidFill>
                <a:latin typeface="+mn-lt"/>
                <a:ea typeface="+mn-ea"/>
                <a:cs typeface="+mn-cs"/>
              </a:defRPr>
            </a:lvl1pPr>
            <a:lvl2pPr marL="685800" indent="-228600" algn="l" rtl="0" fontAlgn="base">
              <a:lnSpc>
                <a:spcPct val="90000"/>
              </a:lnSpc>
              <a:spcBef>
                <a:spcPts val="500"/>
              </a:spcBef>
              <a:spcAft>
                <a:spcPct val="0"/>
              </a:spcAft>
              <a:buFont typeface="Arial" panose="020B0604020202020204" pitchFamily="34" charset="0"/>
              <a:buChar char="•"/>
              <a:defRPr sz="2400" kern="1200">
                <a:solidFill>
                  <a:schemeClr val="tx1"/>
                </a:solidFill>
                <a:latin typeface="+mn-lt"/>
                <a:ea typeface="+mn-ea"/>
                <a:cs typeface="+mn-cs"/>
              </a:defRPr>
            </a:lvl2pPr>
            <a:lvl3pPr marL="1143000" indent="-228600" algn="l" rtl="0" fontAlgn="base">
              <a:lnSpc>
                <a:spcPct val="90000"/>
              </a:lnSpc>
              <a:spcBef>
                <a:spcPts val="500"/>
              </a:spcBef>
              <a:spcAft>
                <a:spcPct val="0"/>
              </a:spcAft>
              <a:buFont typeface="Arial" panose="020B0604020202020204" pitchFamily="34" charset="0"/>
              <a:buChar char="•"/>
              <a:defRPr sz="2000" kern="1200">
                <a:solidFill>
                  <a:schemeClr val="tx1"/>
                </a:solidFill>
                <a:latin typeface="+mn-lt"/>
                <a:ea typeface="+mn-ea"/>
                <a:cs typeface="+mn-cs"/>
              </a:defRPr>
            </a:lvl3pPr>
            <a:lvl4pPr marL="16002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4pPr>
            <a:lvl5pPr marL="20574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5pPr>
          </a:lstStyle>
          <a:p>
            <a:pPr marL="0" lvl="0" indent="0" eaLnBrk="1" hangingPunct="1">
              <a:lnSpc>
                <a:spcPct val="100000"/>
              </a:lnSpc>
              <a:spcBef>
                <a:spcPct val="0"/>
              </a:spcBef>
              <a:buNone/>
            </a:pPr>
            <a:r>
              <a:rPr lang="zh-CN" altLang="en-US" sz="1800" b="1" dirty="0">
                <a:solidFill>
                  <a:schemeClr val="accent6">
                    <a:lumMod val="50000"/>
                  </a:schemeClr>
                </a:solidFill>
                <a:latin typeface="微软雅黑" panose="020B0503020204020204" charset="-122"/>
                <a:ea typeface="微软雅黑" panose="020B0503020204020204" charset="-122"/>
              </a:rPr>
              <a:t>标号</a:t>
            </a:r>
            <a:r>
              <a:rPr lang="zh-CN" altLang="en-US" sz="1800" b="1" dirty="0">
                <a:latin typeface="微软雅黑" panose="020B0503020204020204" charset="-122"/>
                <a:ea typeface="微软雅黑" panose="020B0503020204020204" charset="-122"/>
              </a:rPr>
              <a:t>：用于表示附属于图形符号的字符。</a:t>
            </a:r>
          </a:p>
        </p:txBody>
      </p:sp>
      <p:sp>
        <p:nvSpPr>
          <p:cNvPr id="74" name="文本框 62"/>
          <p:cNvSpPr txBox="1"/>
          <p:nvPr/>
        </p:nvSpPr>
        <p:spPr>
          <a:xfrm>
            <a:off x="4816446" y="4606494"/>
            <a:ext cx="4916806" cy="369570"/>
          </a:xfrm>
          <a:prstGeom prst="rect">
            <a:avLst/>
          </a:prstGeom>
          <a:noFill/>
          <a:ln w="9525">
            <a:noFill/>
          </a:ln>
        </p:spPr>
        <p:txBody>
          <a:bodyPr wrap="square">
            <a:spAutoFit/>
          </a:bodyPr>
          <a:lstStyle>
            <a:lvl1pPr marL="228600" indent="-228600" algn="l" rtl="0" fontAlgn="base">
              <a:lnSpc>
                <a:spcPct val="90000"/>
              </a:lnSpc>
              <a:spcBef>
                <a:spcPts val="1000"/>
              </a:spcBef>
              <a:spcAft>
                <a:spcPct val="0"/>
              </a:spcAft>
              <a:buFont typeface="Arial" panose="020B0604020202020204" pitchFamily="34" charset="0"/>
              <a:buChar char="•"/>
              <a:defRPr sz="2800" kern="1200">
                <a:solidFill>
                  <a:schemeClr val="tx1"/>
                </a:solidFill>
                <a:latin typeface="+mn-lt"/>
                <a:ea typeface="+mn-ea"/>
                <a:cs typeface="+mn-cs"/>
              </a:defRPr>
            </a:lvl1pPr>
            <a:lvl2pPr marL="685800" indent="-228600" algn="l" rtl="0" fontAlgn="base">
              <a:lnSpc>
                <a:spcPct val="90000"/>
              </a:lnSpc>
              <a:spcBef>
                <a:spcPts val="500"/>
              </a:spcBef>
              <a:spcAft>
                <a:spcPct val="0"/>
              </a:spcAft>
              <a:buFont typeface="Arial" panose="020B0604020202020204" pitchFamily="34" charset="0"/>
              <a:buChar char="•"/>
              <a:defRPr sz="2400" kern="1200">
                <a:solidFill>
                  <a:schemeClr val="tx1"/>
                </a:solidFill>
                <a:latin typeface="+mn-lt"/>
                <a:ea typeface="+mn-ea"/>
                <a:cs typeface="+mn-cs"/>
              </a:defRPr>
            </a:lvl2pPr>
            <a:lvl3pPr marL="1143000" indent="-228600" algn="l" rtl="0" fontAlgn="base">
              <a:lnSpc>
                <a:spcPct val="90000"/>
              </a:lnSpc>
              <a:spcBef>
                <a:spcPts val="500"/>
              </a:spcBef>
              <a:spcAft>
                <a:spcPct val="0"/>
              </a:spcAft>
              <a:buFont typeface="Arial" panose="020B0604020202020204" pitchFamily="34" charset="0"/>
              <a:buChar char="•"/>
              <a:defRPr sz="2000" kern="1200">
                <a:solidFill>
                  <a:schemeClr val="tx1"/>
                </a:solidFill>
                <a:latin typeface="+mn-lt"/>
                <a:ea typeface="+mn-ea"/>
                <a:cs typeface="+mn-cs"/>
              </a:defRPr>
            </a:lvl3pPr>
            <a:lvl4pPr marL="16002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4pPr>
            <a:lvl5pPr marL="20574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5pPr>
          </a:lstStyle>
          <a:p>
            <a:pPr marL="0" lvl="0" indent="0" eaLnBrk="1" hangingPunct="1">
              <a:lnSpc>
                <a:spcPct val="100000"/>
              </a:lnSpc>
              <a:spcBef>
                <a:spcPct val="0"/>
              </a:spcBef>
              <a:buNone/>
            </a:pPr>
            <a:r>
              <a:rPr lang="zh-CN" altLang="en-US" sz="1800" b="1" dirty="0">
                <a:solidFill>
                  <a:schemeClr val="accent6">
                    <a:lumMod val="50000"/>
                  </a:schemeClr>
                </a:solidFill>
                <a:latin typeface="微软雅黑" panose="020B0503020204020204" charset="-122"/>
                <a:ea typeface="微软雅黑" panose="020B0503020204020204" charset="-122"/>
              </a:rPr>
              <a:t>特定字符串</a:t>
            </a:r>
            <a:r>
              <a:rPr lang="zh-CN" altLang="en-US" sz="1800" b="1" dirty="0">
                <a:latin typeface="微软雅黑" panose="020B0503020204020204" charset="-122"/>
                <a:ea typeface="微软雅黑" panose="020B0503020204020204" charset="-122"/>
              </a:rPr>
              <a:t>：用于表示附属于模型元素的特性。</a:t>
            </a:r>
          </a:p>
        </p:txBody>
      </p:sp>
      <p:sp>
        <p:nvSpPr>
          <p:cNvPr id="75" name="文本框 63"/>
          <p:cNvSpPr txBox="1"/>
          <p:nvPr/>
        </p:nvSpPr>
        <p:spPr>
          <a:xfrm>
            <a:off x="4816446" y="5352143"/>
            <a:ext cx="4605021" cy="369570"/>
          </a:xfrm>
          <a:prstGeom prst="rect">
            <a:avLst/>
          </a:prstGeom>
          <a:noFill/>
          <a:ln w="9525">
            <a:noFill/>
          </a:ln>
        </p:spPr>
        <p:txBody>
          <a:bodyPr wrap="square">
            <a:spAutoFit/>
          </a:bodyPr>
          <a:lstStyle>
            <a:lvl1pPr marL="228600" indent="-228600" algn="l" rtl="0" fontAlgn="base">
              <a:lnSpc>
                <a:spcPct val="90000"/>
              </a:lnSpc>
              <a:spcBef>
                <a:spcPts val="1000"/>
              </a:spcBef>
              <a:spcAft>
                <a:spcPct val="0"/>
              </a:spcAft>
              <a:buFont typeface="Arial" panose="020B0604020202020204" pitchFamily="34" charset="0"/>
              <a:buChar char="•"/>
              <a:defRPr sz="2800" kern="1200">
                <a:solidFill>
                  <a:schemeClr val="tx1"/>
                </a:solidFill>
                <a:latin typeface="+mn-lt"/>
                <a:ea typeface="+mn-ea"/>
                <a:cs typeface="+mn-cs"/>
              </a:defRPr>
            </a:lvl1pPr>
            <a:lvl2pPr marL="685800" indent="-228600" algn="l" rtl="0" fontAlgn="base">
              <a:lnSpc>
                <a:spcPct val="90000"/>
              </a:lnSpc>
              <a:spcBef>
                <a:spcPts val="500"/>
              </a:spcBef>
              <a:spcAft>
                <a:spcPct val="0"/>
              </a:spcAft>
              <a:buFont typeface="Arial" panose="020B0604020202020204" pitchFamily="34" charset="0"/>
              <a:buChar char="•"/>
              <a:defRPr sz="2400" kern="1200">
                <a:solidFill>
                  <a:schemeClr val="tx1"/>
                </a:solidFill>
                <a:latin typeface="+mn-lt"/>
                <a:ea typeface="+mn-ea"/>
                <a:cs typeface="+mn-cs"/>
              </a:defRPr>
            </a:lvl2pPr>
            <a:lvl3pPr marL="1143000" indent="-228600" algn="l" rtl="0" fontAlgn="base">
              <a:lnSpc>
                <a:spcPct val="90000"/>
              </a:lnSpc>
              <a:spcBef>
                <a:spcPts val="500"/>
              </a:spcBef>
              <a:spcAft>
                <a:spcPct val="0"/>
              </a:spcAft>
              <a:buFont typeface="Arial" panose="020B0604020202020204" pitchFamily="34" charset="0"/>
              <a:buChar char="•"/>
              <a:defRPr sz="2000" kern="1200">
                <a:solidFill>
                  <a:schemeClr val="tx1"/>
                </a:solidFill>
                <a:latin typeface="+mn-lt"/>
                <a:ea typeface="+mn-ea"/>
                <a:cs typeface="+mn-cs"/>
              </a:defRPr>
            </a:lvl3pPr>
            <a:lvl4pPr marL="16002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4pPr>
            <a:lvl5pPr marL="20574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5pPr>
          </a:lstStyle>
          <a:p>
            <a:pPr marL="0" lvl="0" indent="0" eaLnBrk="1" hangingPunct="1">
              <a:lnSpc>
                <a:spcPct val="100000"/>
              </a:lnSpc>
              <a:spcBef>
                <a:spcPct val="0"/>
              </a:spcBef>
              <a:buNone/>
            </a:pPr>
            <a:r>
              <a:rPr lang="zh-CN" altLang="en-US" sz="1800" b="1" dirty="0">
                <a:solidFill>
                  <a:schemeClr val="accent6">
                    <a:lumMod val="50000"/>
                  </a:schemeClr>
                </a:solidFill>
                <a:latin typeface="微软雅黑" panose="020B0503020204020204" charset="-122"/>
                <a:ea typeface="微软雅黑" panose="020B0503020204020204" charset="-122"/>
              </a:rPr>
              <a:t>类型表达式</a:t>
            </a:r>
            <a:r>
              <a:rPr lang="zh-CN" altLang="en-US" sz="1800" b="1" dirty="0">
                <a:latin typeface="微软雅黑" panose="020B0503020204020204" charset="-122"/>
                <a:ea typeface="微软雅黑" panose="020B0503020204020204" charset="-122"/>
              </a:rPr>
              <a:t>：用于声明属性变量和参数。</a:t>
            </a:r>
          </a:p>
        </p:txBody>
      </p:sp>
      <p:sp>
        <p:nvSpPr>
          <p:cNvPr id="76" name="椭圆 75"/>
          <p:cNvSpPr/>
          <p:nvPr/>
        </p:nvSpPr>
        <p:spPr>
          <a:xfrm rot="10800000">
            <a:off x="10186642" y="3777660"/>
            <a:ext cx="609600" cy="609600"/>
          </a:xfrm>
          <a:prstGeom prst="ellipse">
            <a:avLst/>
          </a:prstGeom>
          <a:solidFill>
            <a:srgbClr val="58BDA8"/>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lt1"/>
              </a:solidFill>
              <a:effectLst/>
              <a:uLnTx/>
              <a:uFillTx/>
              <a:latin typeface="+mn-lt"/>
              <a:ea typeface="+mn-ea"/>
              <a:cs typeface="+mn-cs"/>
            </a:endParaRPr>
          </a:p>
        </p:txBody>
      </p:sp>
      <p:sp>
        <p:nvSpPr>
          <p:cNvPr id="77" name="文本框 46"/>
          <p:cNvSpPr txBox="1"/>
          <p:nvPr/>
        </p:nvSpPr>
        <p:spPr>
          <a:xfrm>
            <a:off x="10296497" y="3799885"/>
            <a:ext cx="531495" cy="483235"/>
          </a:xfrm>
          <a:prstGeom prst="rect">
            <a:avLst/>
          </a:prstGeom>
          <a:noFill/>
          <a:ln w="9525">
            <a:noFill/>
          </a:ln>
        </p:spPr>
        <p:txBody>
          <a:bodyPr wrap="square">
            <a:spAutoFit/>
          </a:bodyPr>
          <a:lstStyle>
            <a:lvl1pPr marL="228600" indent="-228600" algn="l" rtl="0" fontAlgn="base">
              <a:lnSpc>
                <a:spcPct val="90000"/>
              </a:lnSpc>
              <a:spcBef>
                <a:spcPts val="1000"/>
              </a:spcBef>
              <a:spcAft>
                <a:spcPct val="0"/>
              </a:spcAft>
              <a:buFont typeface="Arial" panose="020B0604020202020204" pitchFamily="34" charset="0"/>
              <a:buChar char="•"/>
              <a:defRPr sz="2800" kern="1200">
                <a:solidFill>
                  <a:schemeClr val="tx1"/>
                </a:solidFill>
                <a:latin typeface="+mn-lt"/>
                <a:ea typeface="+mn-ea"/>
                <a:cs typeface="+mn-cs"/>
              </a:defRPr>
            </a:lvl1pPr>
            <a:lvl2pPr marL="685800" indent="-228600" algn="l" rtl="0" fontAlgn="base">
              <a:lnSpc>
                <a:spcPct val="90000"/>
              </a:lnSpc>
              <a:spcBef>
                <a:spcPts val="500"/>
              </a:spcBef>
              <a:spcAft>
                <a:spcPct val="0"/>
              </a:spcAft>
              <a:buFont typeface="Arial" panose="020B0604020202020204" pitchFamily="34" charset="0"/>
              <a:buChar char="•"/>
              <a:defRPr sz="2400" kern="1200">
                <a:solidFill>
                  <a:schemeClr val="tx1"/>
                </a:solidFill>
                <a:latin typeface="+mn-lt"/>
                <a:ea typeface="+mn-ea"/>
                <a:cs typeface="+mn-cs"/>
              </a:defRPr>
            </a:lvl2pPr>
            <a:lvl3pPr marL="1143000" indent="-228600" algn="l" rtl="0" fontAlgn="base">
              <a:lnSpc>
                <a:spcPct val="90000"/>
              </a:lnSpc>
              <a:spcBef>
                <a:spcPts val="500"/>
              </a:spcBef>
              <a:spcAft>
                <a:spcPct val="0"/>
              </a:spcAft>
              <a:buFont typeface="Arial" panose="020B0604020202020204" pitchFamily="34" charset="0"/>
              <a:buChar char="•"/>
              <a:defRPr sz="2000" kern="1200">
                <a:solidFill>
                  <a:schemeClr val="tx1"/>
                </a:solidFill>
                <a:latin typeface="+mn-lt"/>
                <a:ea typeface="+mn-ea"/>
                <a:cs typeface="+mn-cs"/>
              </a:defRPr>
            </a:lvl3pPr>
            <a:lvl4pPr marL="16002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4pPr>
            <a:lvl5pPr marL="20574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5pPr>
          </a:lstStyle>
          <a:p>
            <a:pPr marL="0" lvl="0" indent="0" eaLnBrk="1" hangingPunct="1">
              <a:lnSpc>
                <a:spcPct val="100000"/>
              </a:lnSpc>
              <a:spcBef>
                <a:spcPct val="0"/>
              </a:spcBef>
              <a:buNone/>
            </a:pPr>
            <a:r>
              <a:rPr lang="en-US" altLang="zh-CN" sz="2400" b="1" dirty="0">
                <a:solidFill>
                  <a:schemeClr val="bg1"/>
                </a:solidFill>
                <a:latin typeface="微软雅黑" panose="020B0503020204020204" charset="-122"/>
                <a:ea typeface="微软雅黑" panose="020B0503020204020204" charset="-122"/>
              </a:rPr>
              <a:t>3</a:t>
            </a:r>
            <a:endParaRPr lang="zh-CN" altLang="en-US" sz="2400" b="1" dirty="0">
              <a:solidFill>
                <a:schemeClr val="bg1"/>
              </a:solidFill>
              <a:latin typeface="微软雅黑" panose="020B0503020204020204" charset="-122"/>
              <a:ea typeface="微软雅黑" panose="020B0503020204020204" charset="-122"/>
            </a:endParaRPr>
          </a:p>
        </p:txBody>
      </p:sp>
      <p:sp>
        <p:nvSpPr>
          <p:cNvPr id="167" name="圆角矩形"/>
          <p:cNvSpPr/>
          <p:nvPr/>
        </p:nvSpPr>
        <p:spPr>
          <a:xfrm>
            <a:off x="745916" y="3090277"/>
            <a:ext cx="3600000" cy="1743943"/>
          </a:xfrm>
          <a:prstGeom prst="roundRect">
            <a:avLst/>
          </a:prstGeom>
          <a:solidFill>
            <a:schemeClr val="accent3">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36000" rIns="108000" bIns="36000" anchor="ctr">
            <a:spAutoFit/>
            <a:scene3d>
              <a:camera prst="orthographicFront"/>
              <a:lightRig rig="threePt" dir="t"/>
            </a:scene3d>
            <a:sp3d>
              <a:contourClr>
                <a:srgbClr val="FFFFFF"/>
              </a:contourClr>
            </a:sp3d>
          </a:bodyPr>
          <a:lstStyle>
            <a:defPPr>
              <a:defRPr lang="zh-CN"/>
            </a:defPPr>
            <a:lvl1pPr algn="l" rtl="0" eaLnBrk="0" fontAlgn="base" hangingPunct="0">
              <a:spcBef>
                <a:spcPct val="0"/>
              </a:spcBef>
              <a:spcAft>
                <a:spcPct val="0"/>
              </a:spcAft>
              <a:defRPr kern="1200">
                <a:solidFill>
                  <a:schemeClr val="lt1"/>
                </a:solidFill>
                <a:latin typeface="+mn-lt"/>
                <a:ea typeface="+mn-ea"/>
                <a:cs typeface="+mn-cs"/>
              </a:defRPr>
            </a:lvl1pPr>
            <a:lvl2pPr marL="457200" algn="l" rtl="0" eaLnBrk="0" fontAlgn="base" hangingPunct="0">
              <a:spcBef>
                <a:spcPct val="0"/>
              </a:spcBef>
              <a:spcAft>
                <a:spcPct val="0"/>
              </a:spcAft>
              <a:defRPr kern="1200">
                <a:solidFill>
                  <a:schemeClr val="lt1"/>
                </a:solidFill>
                <a:latin typeface="+mn-lt"/>
                <a:ea typeface="+mn-ea"/>
                <a:cs typeface="+mn-cs"/>
              </a:defRPr>
            </a:lvl2pPr>
            <a:lvl3pPr marL="914400" algn="l" rtl="0" eaLnBrk="0" fontAlgn="base" hangingPunct="0">
              <a:spcBef>
                <a:spcPct val="0"/>
              </a:spcBef>
              <a:spcAft>
                <a:spcPct val="0"/>
              </a:spcAft>
              <a:defRPr kern="1200">
                <a:solidFill>
                  <a:schemeClr val="lt1"/>
                </a:solidFill>
                <a:latin typeface="+mn-lt"/>
                <a:ea typeface="+mn-ea"/>
                <a:cs typeface="+mn-cs"/>
              </a:defRPr>
            </a:lvl3pPr>
            <a:lvl4pPr marL="1371600" algn="l" rtl="0" eaLnBrk="0" fontAlgn="base" hangingPunct="0">
              <a:spcBef>
                <a:spcPct val="0"/>
              </a:spcBef>
              <a:spcAft>
                <a:spcPct val="0"/>
              </a:spcAft>
              <a:defRPr kern="1200">
                <a:solidFill>
                  <a:schemeClr val="lt1"/>
                </a:solidFill>
                <a:latin typeface="+mn-lt"/>
                <a:ea typeface="+mn-ea"/>
                <a:cs typeface="+mn-cs"/>
              </a:defRPr>
            </a:lvl4pPr>
            <a:lvl5pPr marL="1828800" algn="l" rtl="0" eaLnBrk="0" fontAlgn="base" hangingPunct="0">
              <a:spcBef>
                <a:spcPct val="0"/>
              </a:spcBef>
              <a:spcAft>
                <a:spcPct val="0"/>
              </a:spcAft>
              <a:defRPr kern="1200">
                <a:solidFill>
                  <a:schemeClr val="lt1"/>
                </a:solidFill>
                <a:latin typeface="+mn-lt"/>
                <a:ea typeface="+mn-ea"/>
                <a:cs typeface="+mn-cs"/>
              </a:defRPr>
            </a:lvl5pPr>
            <a:lvl6pPr marL="2286000" algn="l" defTabSz="914400" rtl="0" eaLnBrk="1" latinLnBrk="0" hangingPunct="1">
              <a:defRPr kern="1200">
                <a:solidFill>
                  <a:schemeClr val="lt1"/>
                </a:solidFill>
                <a:latin typeface="+mn-lt"/>
                <a:ea typeface="+mn-ea"/>
                <a:cs typeface="+mn-cs"/>
              </a:defRPr>
            </a:lvl6pPr>
            <a:lvl7pPr marL="2743200" algn="l" defTabSz="914400" rtl="0" eaLnBrk="1" latinLnBrk="0" hangingPunct="1">
              <a:defRPr kern="1200">
                <a:solidFill>
                  <a:schemeClr val="lt1"/>
                </a:solidFill>
                <a:latin typeface="+mn-lt"/>
                <a:ea typeface="+mn-ea"/>
                <a:cs typeface="+mn-cs"/>
              </a:defRPr>
            </a:lvl7pPr>
            <a:lvl8pPr marL="3200400" algn="l" defTabSz="914400" rtl="0" eaLnBrk="1" latinLnBrk="0" hangingPunct="1">
              <a:defRPr kern="1200">
                <a:solidFill>
                  <a:schemeClr val="lt1"/>
                </a:solidFill>
                <a:latin typeface="+mn-lt"/>
                <a:ea typeface="+mn-ea"/>
                <a:cs typeface="+mn-cs"/>
              </a:defRPr>
            </a:lvl8pPr>
            <a:lvl9pPr marL="3657600" algn="l" defTabSz="914400" rtl="0" eaLnBrk="1" latinLnBrk="0" hangingPunct="1">
              <a:defRPr kern="1200">
                <a:solidFill>
                  <a:schemeClr val="lt1"/>
                </a:solidFill>
                <a:latin typeface="+mn-lt"/>
                <a:ea typeface="+mn-ea"/>
                <a:cs typeface="+mn-cs"/>
              </a:defRPr>
            </a:lvl9pPr>
          </a:lstStyle>
          <a:p>
            <a:pPr fontAlgn="auto">
              <a:lnSpc>
                <a:spcPct val="110000"/>
              </a:lnSpc>
            </a:pPr>
            <a:r>
              <a:rPr lang="zh-CN" altLang="en-US" dirty="0">
                <a:solidFill>
                  <a:schemeClr val="tx1"/>
                </a:solidFill>
                <a:sym typeface="+mn-ea"/>
              </a:rPr>
              <a:t> </a:t>
            </a:r>
            <a:r>
              <a:rPr lang="en-US" altLang="zh-CN" dirty="0">
                <a:solidFill>
                  <a:schemeClr val="tx1"/>
                </a:solidFill>
                <a:sym typeface="+mn-ea"/>
              </a:rPr>
              <a:t>UML </a:t>
            </a:r>
            <a:r>
              <a:rPr lang="zh-CN" altLang="en-US" dirty="0">
                <a:solidFill>
                  <a:schemeClr val="tx1"/>
                </a:solidFill>
                <a:sym typeface="+mn-ea"/>
              </a:rPr>
              <a:t>为所有元素在语义和语法上提供了简单、一致、通用的定义性说明。</a:t>
            </a:r>
            <a:r>
              <a:rPr lang="en-US" altLang="zh-CN" dirty="0">
                <a:solidFill>
                  <a:schemeClr val="tx1"/>
                </a:solidFill>
                <a:sym typeface="+mn-ea"/>
              </a:rPr>
              <a:t>UML </a:t>
            </a:r>
            <a:r>
              <a:rPr lang="zh-CN" altLang="en-US" dirty="0">
                <a:solidFill>
                  <a:schemeClr val="tx1"/>
                </a:solidFill>
                <a:sym typeface="+mn-ea"/>
              </a:rPr>
              <a:t>利用通用机制为图附加一些额外信息。</a:t>
            </a:r>
          </a:p>
          <a:p>
            <a:pPr fontAlgn="auto">
              <a:lnSpc>
                <a:spcPct val="110000"/>
              </a:lnSpc>
            </a:pPr>
            <a:r>
              <a:rPr lang="zh-CN" altLang="en-US" dirty="0">
                <a:solidFill>
                  <a:schemeClr val="tx1"/>
                </a:solidFill>
                <a:sym typeface="+mn-ea"/>
              </a:rPr>
              <a:t>通用机制的表示方法有：</a:t>
            </a:r>
            <a:endParaRPr lang="zh-CN" altLang="en-US" dirty="0">
              <a:solidFill>
                <a:schemeClr val="tx1"/>
              </a:solidFill>
            </a:endParaRPr>
          </a:p>
        </p:txBody>
      </p:sp>
      <p:sp>
        <p:nvSpPr>
          <p:cNvPr id="6" name="学士帽"/>
          <p:cNvSpPr/>
          <p:nvPr/>
        </p:nvSpPr>
        <p:spPr bwMode="auto">
          <a:xfrm>
            <a:off x="550971" y="2822442"/>
            <a:ext cx="670560" cy="472440"/>
          </a:xfrm>
          <a:custGeom>
            <a:avLst/>
            <a:gdLst>
              <a:gd name="T0" fmla="*/ 1395067 w 3931"/>
              <a:gd name="T1" fmla="*/ 589725 h 2392"/>
              <a:gd name="T2" fmla="*/ 928365 w 3931"/>
              <a:gd name="T3" fmla="*/ 389484 h 2392"/>
              <a:gd name="T4" fmla="*/ 403040 w 3931"/>
              <a:gd name="T5" fmla="*/ 589725 h 2392"/>
              <a:gd name="T6" fmla="*/ 256480 w 3931"/>
              <a:gd name="T7" fmla="*/ 528782 h 2392"/>
              <a:gd name="T8" fmla="*/ 256480 w 3931"/>
              <a:gd name="T9" fmla="*/ 708403 h 2392"/>
              <a:gd name="T10" fmla="*/ 296326 w 3931"/>
              <a:gd name="T11" fmla="*/ 763389 h 2392"/>
              <a:gd name="T12" fmla="*/ 255564 w 3931"/>
              <a:gd name="T13" fmla="*/ 818375 h 2392"/>
              <a:gd name="T14" fmla="*/ 299074 w 3931"/>
              <a:gd name="T15" fmla="*/ 1011742 h 2392"/>
              <a:gd name="T16" fmla="*/ 170834 w 3931"/>
              <a:gd name="T17" fmla="*/ 1011742 h 2392"/>
              <a:gd name="T18" fmla="*/ 214802 w 3931"/>
              <a:gd name="T19" fmla="*/ 817458 h 2392"/>
              <a:gd name="T20" fmla="*/ 179078 w 3931"/>
              <a:gd name="T21" fmla="*/ 763389 h 2392"/>
              <a:gd name="T22" fmla="*/ 213428 w 3931"/>
              <a:gd name="T23" fmla="*/ 709777 h 2392"/>
              <a:gd name="T24" fmla="*/ 213428 w 3931"/>
              <a:gd name="T25" fmla="*/ 510911 h 2392"/>
              <a:gd name="T26" fmla="*/ 0 w 3931"/>
              <a:gd name="T27" fmla="*/ 421559 h 2392"/>
              <a:gd name="T28" fmla="*/ 938899 w 3931"/>
              <a:gd name="T29" fmla="*/ 0 h 2392"/>
              <a:gd name="T30" fmla="*/ 1800397 w 3931"/>
              <a:gd name="T31" fmla="*/ 427058 h 2392"/>
              <a:gd name="T32" fmla="*/ 1395067 w 3931"/>
              <a:gd name="T33" fmla="*/ 589725 h 2392"/>
              <a:gd name="T34" fmla="*/ 917831 w 3931"/>
              <a:gd name="T35" fmla="*/ 491208 h 2392"/>
              <a:gd name="T36" fmla="*/ 1341481 w 3931"/>
              <a:gd name="T37" fmla="*/ 635088 h 2392"/>
              <a:gd name="T38" fmla="*/ 1341481 w 3931"/>
              <a:gd name="T39" fmla="*/ 983791 h 2392"/>
              <a:gd name="T40" fmla="*/ 896306 w 3931"/>
              <a:gd name="T41" fmla="*/ 1096054 h 2392"/>
              <a:gd name="T42" fmla="*/ 503342 w 3931"/>
              <a:gd name="T43" fmla="*/ 983791 h 2392"/>
              <a:gd name="T44" fmla="*/ 503342 w 3931"/>
              <a:gd name="T45" fmla="*/ 635088 h 2392"/>
              <a:gd name="T46" fmla="*/ 917831 w 3931"/>
              <a:gd name="T47" fmla="*/ 491208 h 2392"/>
              <a:gd name="T48" fmla="*/ 912335 w 3931"/>
              <a:gd name="T49" fmla="*/ 1031904 h 2392"/>
              <a:gd name="T50" fmla="*/ 1254003 w 3931"/>
              <a:gd name="T51" fmla="*/ 946675 h 2392"/>
              <a:gd name="T52" fmla="*/ 912335 w 3931"/>
              <a:gd name="T53" fmla="*/ 860989 h 2392"/>
              <a:gd name="T54" fmla="*/ 571126 w 3931"/>
              <a:gd name="T55" fmla="*/ 946675 h 2392"/>
              <a:gd name="T56" fmla="*/ 912335 w 3931"/>
              <a:gd name="T57" fmla="*/ 1031904 h 2392"/>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Lst>
            <a:ahLst/>
            <a:cxnLst>
              <a:cxn ang="T58">
                <a:pos x="T0" y="T1"/>
              </a:cxn>
              <a:cxn ang="T59">
                <a:pos x="T2" y="T3"/>
              </a:cxn>
              <a:cxn ang="T60">
                <a:pos x="T4" y="T5"/>
              </a:cxn>
              <a:cxn ang="T61">
                <a:pos x="T6" y="T7"/>
              </a:cxn>
              <a:cxn ang="T62">
                <a:pos x="T8" y="T9"/>
              </a:cxn>
              <a:cxn ang="T63">
                <a:pos x="T10" y="T11"/>
              </a:cxn>
              <a:cxn ang="T64">
                <a:pos x="T12" y="T13"/>
              </a:cxn>
              <a:cxn ang="T65">
                <a:pos x="T14" y="T15"/>
              </a:cxn>
              <a:cxn ang="T66">
                <a:pos x="T16" y="T17"/>
              </a:cxn>
              <a:cxn ang="T67">
                <a:pos x="T18" y="T19"/>
              </a:cxn>
              <a:cxn ang="T68">
                <a:pos x="T20" y="T21"/>
              </a:cxn>
              <a:cxn ang="T69">
                <a:pos x="T22" y="T23"/>
              </a:cxn>
              <a:cxn ang="T70">
                <a:pos x="T24" y="T25"/>
              </a:cxn>
              <a:cxn ang="T71">
                <a:pos x="T26" y="T27"/>
              </a:cxn>
              <a:cxn ang="T72">
                <a:pos x="T28" y="T29"/>
              </a:cxn>
              <a:cxn ang="T73">
                <a:pos x="T30" y="T31"/>
              </a:cxn>
              <a:cxn ang="T74">
                <a:pos x="T32" y="T33"/>
              </a:cxn>
              <a:cxn ang="T75">
                <a:pos x="T34" y="T35"/>
              </a:cxn>
              <a:cxn ang="T76">
                <a:pos x="T36" y="T37"/>
              </a:cxn>
              <a:cxn ang="T77">
                <a:pos x="T38" y="T39"/>
              </a:cxn>
              <a:cxn ang="T78">
                <a:pos x="T40" y="T41"/>
              </a:cxn>
              <a:cxn ang="T79">
                <a:pos x="T42" y="T43"/>
              </a:cxn>
              <a:cxn ang="T80">
                <a:pos x="T44" y="T45"/>
              </a:cxn>
              <a:cxn ang="T81">
                <a:pos x="T46" y="T47"/>
              </a:cxn>
              <a:cxn ang="T82">
                <a:pos x="T48" y="T49"/>
              </a:cxn>
              <a:cxn ang="T83">
                <a:pos x="T50" y="T51"/>
              </a:cxn>
              <a:cxn ang="T84">
                <a:pos x="T52" y="T53"/>
              </a:cxn>
              <a:cxn ang="T85">
                <a:pos x="T54" y="T55"/>
              </a:cxn>
              <a:cxn ang="T86">
                <a:pos x="T56" y="T57"/>
              </a:cxn>
            </a:cxnLst>
            <a:rect l="0" t="0" r="r" b="b"/>
            <a:pathLst>
              <a:path w="3931" h="2392">
                <a:moveTo>
                  <a:pt x="3046" y="1287"/>
                </a:moveTo>
                <a:cubicBezTo>
                  <a:pt x="3046" y="1287"/>
                  <a:pt x="2618" y="850"/>
                  <a:pt x="2027" y="850"/>
                </a:cubicBezTo>
                <a:cubicBezTo>
                  <a:pt x="1450" y="850"/>
                  <a:pt x="880" y="1287"/>
                  <a:pt x="880" y="1287"/>
                </a:cubicBezTo>
                <a:cubicBezTo>
                  <a:pt x="560" y="1154"/>
                  <a:pt x="560" y="1154"/>
                  <a:pt x="560" y="1154"/>
                </a:cubicBezTo>
                <a:cubicBezTo>
                  <a:pt x="560" y="1546"/>
                  <a:pt x="560" y="1546"/>
                  <a:pt x="560" y="1546"/>
                </a:cubicBezTo>
                <a:cubicBezTo>
                  <a:pt x="610" y="1563"/>
                  <a:pt x="647" y="1610"/>
                  <a:pt x="647" y="1666"/>
                </a:cubicBezTo>
                <a:cubicBezTo>
                  <a:pt x="647" y="1723"/>
                  <a:pt x="609" y="1769"/>
                  <a:pt x="558" y="1786"/>
                </a:cubicBezTo>
                <a:cubicBezTo>
                  <a:pt x="653" y="2208"/>
                  <a:pt x="653" y="2208"/>
                  <a:pt x="653" y="2208"/>
                </a:cubicBezTo>
                <a:cubicBezTo>
                  <a:pt x="373" y="2208"/>
                  <a:pt x="373" y="2208"/>
                  <a:pt x="373" y="2208"/>
                </a:cubicBezTo>
                <a:cubicBezTo>
                  <a:pt x="469" y="1784"/>
                  <a:pt x="469" y="1784"/>
                  <a:pt x="469" y="1784"/>
                </a:cubicBezTo>
                <a:cubicBezTo>
                  <a:pt x="423" y="1764"/>
                  <a:pt x="391" y="1719"/>
                  <a:pt x="391" y="1666"/>
                </a:cubicBezTo>
                <a:cubicBezTo>
                  <a:pt x="391" y="1614"/>
                  <a:pt x="422" y="1570"/>
                  <a:pt x="466" y="1549"/>
                </a:cubicBezTo>
                <a:cubicBezTo>
                  <a:pt x="466" y="1115"/>
                  <a:pt x="466" y="1115"/>
                  <a:pt x="466" y="1115"/>
                </a:cubicBezTo>
                <a:cubicBezTo>
                  <a:pt x="0" y="920"/>
                  <a:pt x="0" y="920"/>
                  <a:pt x="0" y="920"/>
                </a:cubicBezTo>
                <a:cubicBezTo>
                  <a:pt x="2050" y="0"/>
                  <a:pt x="2050" y="0"/>
                  <a:pt x="2050" y="0"/>
                </a:cubicBezTo>
                <a:cubicBezTo>
                  <a:pt x="3931" y="932"/>
                  <a:pt x="3931" y="932"/>
                  <a:pt x="3931" y="932"/>
                </a:cubicBezTo>
                <a:lnTo>
                  <a:pt x="3046" y="1287"/>
                </a:lnTo>
                <a:close/>
                <a:moveTo>
                  <a:pt x="2004" y="1072"/>
                </a:moveTo>
                <a:cubicBezTo>
                  <a:pt x="2598" y="1072"/>
                  <a:pt x="2929" y="1386"/>
                  <a:pt x="2929" y="1386"/>
                </a:cubicBezTo>
                <a:cubicBezTo>
                  <a:pt x="2929" y="2147"/>
                  <a:pt x="2929" y="2147"/>
                  <a:pt x="2929" y="2147"/>
                </a:cubicBezTo>
                <a:cubicBezTo>
                  <a:pt x="2929" y="2147"/>
                  <a:pt x="2586" y="2392"/>
                  <a:pt x="1957" y="2392"/>
                </a:cubicBezTo>
                <a:cubicBezTo>
                  <a:pt x="1328" y="2392"/>
                  <a:pt x="1099" y="2147"/>
                  <a:pt x="1099" y="2147"/>
                </a:cubicBezTo>
                <a:cubicBezTo>
                  <a:pt x="1099" y="1386"/>
                  <a:pt x="1099" y="1386"/>
                  <a:pt x="1099" y="1386"/>
                </a:cubicBezTo>
                <a:cubicBezTo>
                  <a:pt x="1099" y="1386"/>
                  <a:pt x="1410" y="1072"/>
                  <a:pt x="2004" y="1072"/>
                </a:cubicBezTo>
                <a:close/>
                <a:moveTo>
                  <a:pt x="1992" y="2252"/>
                </a:moveTo>
                <a:cubicBezTo>
                  <a:pt x="2404" y="2252"/>
                  <a:pt x="2738" y="2168"/>
                  <a:pt x="2738" y="2066"/>
                </a:cubicBezTo>
                <a:cubicBezTo>
                  <a:pt x="2738" y="1963"/>
                  <a:pt x="2404" y="1879"/>
                  <a:pt x="1992" y="1879"/>
                </a:cubicBezTo>
                <a:cubicBezTo>
                  <a:pt x="1581" y="1879"/>
                  <a:pt x="1247" y="1963"/>
                  <a:pt x="1247" y="2066"/>
                </a:cubicBezTo>
                <a:cubicBezTo>
                  <a:pt x="1247" y="2168"/>
                  <a:pt x="1581" y="2252"/>
                  <a:pt x="1992" y="2252"/>
                </a:cubicBezTo>
                <a:close/>
              </a:path>
            </a:pathLst>
          </a:custGeom>
          <a:solidFill>
            <a:schemeClr val="accent5">
              <a:lumMod val="75000"/>
            </a:schemeClr>
          </a:solidFill>
          <a:ln>
            <a:noFill/>
          </a:ln>
          <a:extLst>
            <a:ext uri="{91240B29-F687-4F45-9708-019B960494DF}">
              <a14:hiddenLine xmlns:a14="http://schemas.microsoft.com/office/drawing/2010/main" w="9525">
                <a:solidFill>
                  <a:srgbClr val="000000"/>
                </a:solidFill>
                <a:round/>
              </a14:hiddenLine>
            </a:ext>
          </a:extLst>
        </p:spPr>
        <p:txBody>
          <a:bodyPr anchor="ctr" anchorCtr="1"/>
          <a:lstStyle>
            <a:defPPr>
              <a:defRPr lang="zh-CN"/>
            </a:defPPr>
            <a:lvl1pPr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1pPr>
            <a:lvl2pPr marL="4572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2pPr>
            <a:lvl3pPr marL="9144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3pPr>
            <a:lvl4pPr marL="13716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4pPr>
            <a:lvl5pPr marL="18288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5pPr>
            <a:lvl6pPr marL="2286000" algn="l" defTabSz="914400" rtl="0" eaLnBrk="1" latinLnBrk="0" hangingPunct="1">
              <a:defRPr kern="1200">
                <a:solidFill>
                  <a:schemeClr val="tx1"/>
                </a:solidFill>
                <a:latin typeface="Calibri" panose="020F0502020204030204" charset="0"/>
                <a:ea typeface="宋体" panose="02010600030101010101" pitchFamily="2" charset="-122"/>
                <a:cs typeface="+mn-cs"/>
              </a:defRPr>
            </a:lvl6pPr>
            <a:lvl7pPr marL="2743200" algn="l" defTabSz="914400" rtl="0" eaLnBrk="1" latinLnBrk="0" hangingPunct="1">
              <a:defRPr kern="1200">
                <a:solidFill>
                  <a:schemeClr val="tx1"/>
                </a:solidFill>
                <a:latin typeface="Calibri" panose="020F0502020204030204" charset="0"/>
                <a:ea typeface="宋体" panose="02010600030101010101" pitchFamily="2" charset="-122"/>
                <a:cs typeface="+mn-cs"/>
              </a:defRPr>
            </a:lvl7pPr>
            <a:lvl8pPr marL="3200400" algn="l" defTabSz="914400" rtl="0" eaLnBrk="1" latinLnBrk="0" hangingPunct="1">
              <a:defRPr kern="1200">
                <a:solidFill>
                  <a:schemeClr val="tx1"/>
                </a:solidFill>
                <a:latin typeface="Calibri" panose="020F0502020204030204" charset="0"/>
                <a:ea typeface="宋体" panose="02010600030101010101" pitchFamily="2" charset="-122"/>
                <a:cs typeface="+mn-cs"/>
              </a:defRPr>
            </a:lvl8pPr>
            <a:lvl9pPr marL="3657600" algn="l" defTabSz="914400" rtl="0" eaLnBrk="1" latinLnBrk="0" hangingPunct="1">
              <a:defRPr kern="1200">
                <a:solidFill>
                  <a:schemeClr val="tx1"/>
                </a:solidFill>
                <a:latin typeface="Calibri" panose="020F0502020204030204" charset="0"/>
                <a:ea typeface="宋体" panose="02010600030101010101" pitchFamily="2" charset="-122"/>
                <a:cs typeface="+mn-cs"/>
              </a:defRPr>
            </a:lvl9pPr>
          </a:lstStyle>
          <a:p>
            <a:endParaRPr lang="zh-CN" altLang="en-US" dirty="0">
              <a:ea typeface="微软雅黑" panose="020B0503020204020204" pitchFamily="34" charset="-122"/>
            </a:endParaRPr>
          </a:p>
        </p:txBody>
      </p:sp>
    </p:spTree>
  </p:cSld>
  <p:clrMapOvr>
    <a:masterClrMapping/>
  </p:clrMapOvr>
  <p:transition>
    <p:zoom/>
  </p:transition>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694801" y="360000"/>
            <a:ext cx="5401200" cy="523220"/>
          </a:xfrm>
        </p:spPr>
        <p:txBody>
          <a:bodyPr/>
          <a:lstStyle/>
          <a:p>
            <a:r>
              <a:rPr lang="en-US" dirty="0"/>
              <a:t>6.2 </a:t>
            </a:r>
            <a:r>
              <a:rPr lang="zh-CN" altLang="en-US" dirty="0">
                <a:sym typeface="+mn-ea"/>
              </a:rPr>
              <a:t>UML概述</a:t>
            </a:r>
            <a:endParaRPr lang="zh-CN" altLang="en-US" dirty="0"/>
          </a:p>
        </p:txBody>
      </p:sp>
      <p:sp>
        <p:nvSpPr>
          <p:cNvPr id="6" name="文本占位符 5">
            <a:extLst>
              <a:ext uri="{FF2B5EF4-FFF2-40B4-BE49-F238E27FC236}">
                <a16:creationId xmlns:a16="http://schemas.microsoft.com/office/drawing/2014/main" id="{6B6C6BC9-7FC3-E8CA-CF74-EC2457484A56}"/>
              </a:ext>
            </a:extLst>
          </p:cNvPr>
          <p:cNvSpPr>
            <a:spLocks noGrp="1"/>
          </p:cNvSpPr>
          <p:nvPr>
            <p:ph type="body" sz="quarter" idx="10"/>
          </p:nvPr>
        </p:nvSpPr>
        <p:spPr>
          <a:xfrm>
            <a:off x="900001" y="1322832"/>
            <a:ext cx="5196000" cy="400110"/>
          </a:xfrm>
        </p:spPr>
        <p:txBody>
          <a:bodyPr/>
          <a:lstStyle/>
          <a:p>
            <a:r>
              <a:rPr lang="en-US" altLang="zh-CN" dirty="0"/>
              <a:t>6.2.2 </a:t>
            </a:r>
            <a:r>
              <a:rPr lang="en-US" altLang="zh-CN" dirty="0" err="1">
                <a:sym typeface="+mn-ea"/>
              </a:rPr>
              <a:t>UML的</a:t>
            </a:r>
            <a:r>
              <a:rPr lang="zh-CN" altLang="en-US" dirty="0">
                <a:sym typeface="+mn-ea"/>
              </a:rPr>
              <a:t>内容</a:t>
            </a:r>
          </a:p>
        </p:txBody>
      </p:sp>
      <p:grpSp>
        <p:nvGrpSpPr>
          <p:cNvPr id="2" name="组合 1"/>
          <p:cNvGrpSpPr/>
          <p:nvPr/>
        </p:nvGrpSpPr>
        <p:grpSpPr>
          <a:xfrm>
            <a:off x="627380" y="3046730"/>
            <a:ext cx="3875405" cy="2714625"/>
            <a:chOff x="988" y="4798"/>
            <a:chExt cx="6103" cy="4275"/>
          </a:xfrm>
        </p:grpSpPr>
        <p:sp>
          <p:nvSpPr>
            <p:cNvPr id="160" name=" 160"/>
            <p:cNvSpPr/>
            <p:nvPr/>
          </p:nvSpPr>
          <p:spPr>
            <a:xfrm>
              <a:off x="5043" y="4798"/>
              <a:ext cx="2048" cy="1205"/>
            </a:xfrm>
            <a:custGeom>
              <a:avLst/>
              <a:gdLst>
                <a:gd name="connsiteX0" fmla="*/ 2723651 w 2860172"/>
                <a:gd name="connsiteY0" fmla="*/ 817 h 2023853"/>
                <a:gd name="connsiteX1" fmla="*/ 2826935 w 2860172"/>
                <a:gd name="connsiteY1" fmla="*/ 33337 h 2023853"/>
                <a:gd name="connsiteX2" fmla="*/ 2829774 w 2860172"/>
                <a:gd name="connsiteY2" fmla="*/ 35326 h 2023853"/>
                <a:gd name="connsiteX3" fmla="*/ 2849613 w 2860172"/>
                <a:gd name="connsiteY3" fmla="*/ 185007 h 2023853"/>
                <a:gd name="connsiteX4" fmla="*/ 2807494 w 2860172"/>
                <a:gd name="connsiteY4" fmla="*/ 326285 h 2023853"/>
                <a:gd name="connsiteX5" fmla="*/ 2480152 w 2860172"/>
                <a:gd name="connsiteY5" fmla="*/ 1326140 h 2023853"/>
                <a:gd name="connsiteX6" fmla="*/ 2479216 w 2860172"/>
                <a:gd name="connsiteY6" fmla="*/ 1322755 h 2023853"/>
                <a:gd name="connsiteX7" fmla="*/ 2348905 w 2860172"/>
                <a:gd name="connsiteY7" fmla="*/ 1721466 h 2023853"/>
                <a:gd name="connsiteX8" fmla="*/ 2280556 w 2860172"/>
                <a:gd name="connsiteY8" fmla="*/ 1058272 h 2023853"/>
                <a:gd name="connsiteX9" fmla="*/ 2226338 w 2860172"/>
                <a:gd name="connsiteY9" fmla="*/ 1103673 h 2023853"/>
                <a:gd name="connsiteX10" fmla="*/ 0 w 2860172"/>
                <a:gd name="connsiteY10" fmla="*/ 2023853 h 2023853"/>
                <a:gd name="connsiteX11" fmla="*/ 1702841 w 2860172"/>
                <a:gd name="connsiteY11" fmla="*/ 735848 h 2023853"/>
                <a:gd name="connsiteX12" fmla="*/ 1811294 w 2860172"/>
                <a:gd name="connsiteY12" fmla="*/ 575004 h 2023853"/>
                <a:gd name="connsiteX13" fmla="*/ 1151281 w 2860172"/>
                <a:gd name="connsiteY13" fmla="*/ 506068 h 2023853"/>
                <a:gd name="connsiteX14" fmla="*/ 2640411 w 2860172"/>
                <a:gd name="connsiteY14" fmla="*/ 20803 h 2023853"/>
                <a:gd name="connsiteX15" fmla="*/ 2675299 w 2860172"/>
                <a:gd name="connsiteY15" fmla="*/ 10454 h 2023853"/>
                <a:gd name="connsiteX16" fmla="*/ 2723651 w 2860172"/>
                <a:gd name="connsiteY16" fmla="*/ 817 h 202385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860172" h="2023853">
                  <a:moveTo>
                    <a:pt x="2723651" y="817"/>
                  </a:moveTo>
                  <a:cubicBezTo>
                    <a:pt x="2768908" y="-3349"/>
                    <a:pt x="2804496" y="8545"/>
                    <a:pt x="2826935" y="33337"/>
                  </a:cubicBezTo>
                  <a:cubicBezTo>
                    <a:pt x="2828146" y="33729"/>
                    <a:pt x="2828970" y="34520"/>
                    <a:pt x="2829774" y="35326"/>
                  </a:cubicBezTo>
                  <a:cubicBezTo>
                    <a:pt x="2860445" y="66039"/>
                    <a:pt x="2869482" y="118360"/>
                    <a:pt x="2849613" y="185007"/>
                  </a:cubicBezTo>
                  <a:lnTo>
                    <a:pt x="2807494" y="326285"/>
                  </a:lnTo>
                  <a:lnTo>
                    <a:pt x="2480152" y="1326140"/>
                  </a:lnTo>
                  <a:lnTo>
                    <a:pt x="2479216" y="1322755"/>
                  </a:lnTo>
                  <a:lnTo>
                    <a:pt x="2348905" y="1721466"/>
                  </a:lnTo>
                  <a:lnTo>
                    <a:pt x="2280556" y="1058272"/>
                  </a:lnTo>
                  <a:lnTo>
                    <a:pt x="2226338" y="1103673"/>
                  </a:lnTo>
                  <a:cubicBezTo>
                    <a:pt x="1323053" y="1809646"/>
                    <a:pt x="162385" y="2005519"/>
                    <a:pt x="0" y="2023853"/>
                  </a:cubicBezTo>
                  <a:cubicBezTo>
                    <a:pt x="722027" y="1807246"/>
                    <a:pt x="1311081" y="1275400"/>
                    <a:pt x="1702841" y="735848"/>
                  </a:cubicBezTo>
                  <a:lnTo>
                    <a:pt x="1811294" y="575004"/>
                  </a:lnTo>
                  <a:lnTo>
                    <a:pt x="1151281" y="506068"/>
                  </a:lnTo>
                  <a:lnTo>
                    <a:pt x="2640411" y="20803"/>
                  </a:lnTo>
                  <a:lnTo>
                    <a:pt x="2675299" y="10454"/>
                  </a:lnTo>
                  <a:cubicBezTo>
                    <a:pt x="2692405" y="5379"/>
                    <a:pt x="2708565" y="2206"/>
                    <a:pt x="2723651" y="817"/>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scene3d>
                <a:camera prst="orthographicFront"/>
                <a:lightRig rig="threePt" dir="t"/>
              </a:scene3d>
              <a:sp3d>
                <a:contourClr>
                  <a:srgbClr val="FFFFFF"/>
                </a:contourClr>
              </a:sp3d>
            </a:bodyPr>
            <a:lstStyle>
              <a:defPPr>
                <a:defRPr lang="zh-CN"/>
              </a:defPPr>
              <a:lvl1pPr algn="l" rtl="0" eaLnBrk="0" fontAlgn="base" hangingPunct="0">
                <a:spcBef>
                  <a:spcPct val="0"/>
                </a:spcBef>
                <a:spcAft>
                  <a:spcPct val="0"/>
                </a:spcAft>
                <a:defRPr kern="1200">
                  <a:solidFill>
                    <a:schemeClr val="lt1"/>
                  </a:solidFill>
                  <a:latin typeface="+mn-lt"/>
                  <a:ea typeface="+mn-ea"/>
                  <a:cs typeface="+mn-cs"/>
                </a:defRPr>
              </a:lvl1pPr>
              <a:lvl2pPr marL="457200" algn="l" rtl="0" eaLnBrk="0" fontAlgn="base" hangingPunct="0">
                <a:spcBef>
                  <a:spcPct val="0"/>
                </a:spcBef>
                <a:spcAft>
                  <a:spcPct val="0"/>
                </a:spcAft>
                <a:defRPr kern="1200">
                  <a:solidFill>
                    <a:schemeClr val="lt1"/>
                  </a:solidFill>
                  <a:latin typeface="+mn-lt"/>
                  <a:ea typeface="+mn-ea"/>
                  <a:cs typeface="+mn-cs"/>
                </a:defRPr>
              </a:lvl2pPr>
              <a:lvl3pPr marL="914400" algn="l" rtl="0" eaLnBrk="0" fontAlgn="base" hangingPunct="0">
                <a:spcBef>
                  <a:spcPct val="0"/>
                </a:spcBef>
                <a:spcAft>
                  <a:spcPct val="0"/>
                </a:spcAft>
                <a:defRPr kern="1200">
                  <a:solidFill>
                    <a:schemeClr val="lt1"/>
                  </a:solidFill>
                  <a:latin typeface="+mn-lt"/>
                  <a:ea typeface="+mn-ea"/>
                  <a:cs typeface="+mn-cs"/>
                </a:defRPr>
              </a:lvl3pPr>
              <a:lvl4pPr marL="1371600" algn="l" rtl="0" eaLnBrk="0" fontAlgn="base" hangingPunct="0">
                <a:spcBef>
                  <a:spcPct val="0"/>
                </a:spcBef>
                <a:spcAft>
                  <a:spcPct val="0"/>
                </a:spcAft>
                <a:defRPr kern="1200">
                  <a:solidFill>
                    <a:schemeClr val="lt1"/>
                  </a:solidFill>
                  <a:latin typeface="+mn-lt"/>
                  <a:ea typeface="+mn-ea"/>
                  <a:cs typeface="+mn-cs"/>
                </a:defRPr>
              </a:lvl4pPr>
              <a:lvl5pPr marL="1828800" algn="l" rtl="0" eaLnBrk="0" fontAlgn="base" hangingPunct="0">
                <a:spcBef>
                  <a:spcPct val="0"/>
                </a:spcBef>
                <a:spcAft>
                  <a:spcPct val="0"/>
                </a:spcAft>
                <a:defRPr kern="1200">
                  <a:solidFill>
                    <a:schemeClr val="lt1"/>
                  </a:solidFill>
                  <a:latin typeface="+mn-lt"/>
                  <a:ea typeface="+mn-ea"/>
                  <a:cs typeface="+mn-cs"/>
                </a:defRPr>
              </a:lvl5pPr>
              <a:lvl6pPr marL="2286000" algn="l" defTabSz="914400" rtl="0" eaLnBrk="1" latinLnBrk="0" hangingPunct="1">
                <a:defRPr kern="1200">
                  <a:solidFill>
                    <a:schemeClr val="lt1"/>
                  </a:solidFill>
                  <a:latin typeface="+mn-lt"/>
                  <a:ea typeface="+mn-ea"/>
                  <a:cs typeface="+mn-cs"/>
                </a:defRPr>
              </a:lvl6pPr>
              <a:lvl7pPr marL="2743200" algn="l" defTabSz="914400" rtl="0" eaLnBrk="1" latinLnBrk="0" hangingPunct="1">
                <a:defRPr kern="1200">
                  <a:solidFill>
                    <a:schemeClr val="lt1"/>
                  </a:solidFill>
                  <a:latin typeface="+mn-lt"/>
                  <a:ea typeface="+mn-ea"/>
                  <a:cs typeface="+mn-cs"/>
                </a:defRPr>
              </a:lvl7pPr>
              <a:lvl8pPr marL="3200400" algn="l" defTabSz="914400" rtl="0" eaLnBrk="1" latinLnBrk="0" hangingPunct="1">
                <a:defRPr kern="1200">
                  <a:solidFill>
                    <a:schemeClr val="lt1"/>
                  </a:solidFill>
                  <a:latin typeface="+mn-lt"/>
                  <a:ea typeface="+mn-ea"/>
                  <a:cs typeface="+mn-cs"/>
                </a:defRPr>
              </a:lvl8pPr>
              <a:lvl9pPr marL="3657600" algn="l" defTabSz="914400" rtl="0" eaLnBrk="1" latinLnBrk="0" hangingPunct="1">
                <a:defRPr kern="1200">
                  <a:solidFill>
                    <a:schemeClr val="lt1"/>
                  </a:solidFill>
                  <a:latin typeface="+mn-lt"/>
                  <a:ea typeface="+mn-ea"/>
                  <a:cs typeface="+mn-cs"/>
                </a:defRPr>
              </a:lvl9pPr>
            </a:lstStyle>
            <a:p>
              <a:pPr algn="ctr" eaLnBrk="1" fontAlgn="auto" hangingPunct="1">
                <a:spcBef>
                  <a:spcPts val="0"/>
                </a:spcBef>
                <a:spcAft>
                  <a:spcPts val="0"/>
                </a:spcAft>
                <a:defRPr/>
              </a:pPr>
              <a:endParaRPr lang="zh-CN" altLang="en-US">
                <a:solidFill>
                  <a:srgbClr val="FFFFFF"/>
                </a:solidFill>
              </a:endParaRPr>
            </a:p>
          </p:txBody>
        </p:sp>
        <p:sp>
          <p:nvSpPr>
            <p:cNvPr id="2050" name=" 2050"/>
            <p:cNvSpPr/>
            <p:nvPr/>
          </p:nvSpPr>
          <p:spPr bwMode="auto">
            <a:xfrm>
              <a:off x="988" y="6279"/>
              <a:ext cx="4191" cy="2794"/>
            </a:xfrm>
            <a:custGeom>
              <a:avLst/>
              <a:gdLst>
                <a:gd name="T0" fmla="*/ 151004 w 5185"/>
                <a:gd name="T1" fmla="*/ 1065477 h 3880"/>
                <a:gd name="T2" fmla="*/ 1873403 w 5185"/>
                <a:gd name="T3" fmla="*/ 1297678 h 3880"/>
                <a:gd name="T4" fmla="*/ 751713 w 5185"/>
                <a:gd name="T5" fmla="*/ 1241832 h 3880"/>
                <a:gd name="T6" fmla="*/ 1108464 w 5185"/>
                <a:gd name="T7" fmla="*/ 1148144 h 3880"/>
                <a:gd name="T8" fmla="*/ 751713 w 5185"/>
                <a:gd name="T9" fmla="*/ 1241832 h 3880"/>
                <a:gd name="T10" fmla="*/ 1726808 w 5185"/>
                <a:gd name="T11" fmla="*/ 1012203 h 3880"/>
                <a:gd name="T12" fmla="*/ 1726073 w 5185"/>
                <a:gd name="T13" fmla="*/ 1007794 h 3880"/>
                <a:gd name="T14" fmla="*/ 1726808 w 5185"/>
                <a:gd name="T15" fmla="*/ 44089 h 3880"/>
                <a:gd name="T16" fmla="*/ 1726441 w 5185"/>
                <a:gd name="T17" fmla="*/ 39680 h 3880"/>
                <a:gd name="T18" fmla="*/ 1724604 w 5185"/>
                <a:gd name="T19" fmla="*/ 30862 h 3880"/>
                <a:gd name="T20" fmla="*/ 1721297 w 5185"/>
                <a:gd name="T21" fmla="*/ 23147 h 3880"/>
                <a:gd name="T22" fmla="*/ 1716888 w 5185"/>
                <a:gd name="T23" fmla="*/ 15798 h 3880"/>
                <a:gd name="T24" fmla="*/ 1711010 w 5185"/>
                <a:gd name="T25" fmla="*/ 9920 h 3880"/>
                <a:gd name="T26" fmla="*/ 1703662 w 5185"/>
                <a:gd name="T27" fmla="*/ 5144 h 3880"/>
                <a:gd name="T28" fmla="*/ 1695946 w 5185"/>
                <a:gd name="T29" fmla="*/ 1837 h 3880"/>
                <a:gd name="T30" fmla="*/ 1687128 w 5185"/>
                <a:gd name="T31" fmla="*/ 367 h 3880"/>
                <a:gd name="T32" fmla="*/ 222281 w 5185"/>
                <a:gd name="T33" fmla="*/ 0 h 3880"/>
                <a:gd name="T34" fmla="*/ 217872 w 5185"/>
                <a:gd name="T35" fmla="*/ 367 h 3880"/>
                <a:gd name="T36" fmla="*/ 209054 w 5185"/>
                <a:gd name="T37" fmla="*/ 1837 h 3880"/>
                <a:gd name="T38" fmla="*/ 201338 w 5185"/>
                <a:gd name="T39" fmla="*/ 5144 h 3880"/>
                <a:gd name="T40" fmla="*/ 194358 w 5185"/>
                <a:gd name="T41" fmla="*/ 9920 h 3880"/>
                <a:gd name="T42" fmla="*/ 188112 w 5185"/>
                <a:gd name="T43" fmla="*/ 15798 h 3880"/>
                <a:gd name="T44" fmla="*/ 183336 w 5185"/>
                <a:gd name="T45" fmla="*/ 23147 h 3880"/>
                <a:gd name="T46" fmla="*/ 180029 w 5185"/>
                <a:gd name="T47" fmla="*/ 30862 h 3880"/>
                <a:gd name="T48" fmla="*/ 178559 w 5185"/>
                <a:gd name="T49" fmla="*/ 39680 h 3880"/>
                <a:gd name="T50" fmla="*/ 178192 w 5185"/>
                <a:gd name="T51" fmla="*/ 1003386 h 3880"/>
                <a:gd name="T52" fmla="*/ 178559 w 5185"/>
                <a:gd name="T53" fmla="*/ 1007794 h 3880"/>
                <a:gd name="T54" fmla="*/ 178192 w 5185"/>
                <a:gd name="T55" fmla="*/ 1012203 h 3880"/>
                <a:gd name="T56" fmla="*/ 1727176 w 5185"/>
                <a:gd name="T57" fmla="*/ 1012571 h 3880"/>
                <a:gd name="T58" fmla="*/ 1616954 w 5185"/>
                <a:gd name="T59" fmla="*/ 937620 h 3880"/>
                <a:gd name="T60" fmla="*/ 288046 w 5185"/>
                <a:gd name="T61" fmla="*/ 109854 h 3880"/>
                <a:gd name="T62" fmla="*/ 1616954 w 5185"/>
                <a:gd name="T63" fmla="*/ 937620 h 3880"/>
                <a:gd name="T64" fmla="*/ 4409 w 5185"/>
                <a:gd name="T65" fmla="*/ 1350584 h 3880"/>
                <a:gd name="T66" fmla="*/ 0 w 5185"/>
                <a:gd name="T67" fmla="*/ 1359402 h 3880"/>
                <a:gd name="T68" fmla="*/ 735 w 5185"/>
                <a:gd name="T69" fmla="*/ 1369322 h 3880"/>
                <a:gd name="T70" fmla="*/ 3307 w 5185"/>
                <a:gd name="T71" fmla="*/ 1379977 h 3880"/>
                <a:gd name="T72" fmla="*/ 7348 w 5185"/>
                <a:gd name="T73" fmla="*/ 1390999 h 3880"/>
                <a:gd name="T74" fmla="*/ 13227 w 5185"/>
                <a:gd name="T75" fmla="*/ 1401654 h 3880"/>
                <a:gd name="T76" fmla="*/ 19473 w 5185"/>
                <a:gd name="T77" fmla="*/ 1411206 h 3880"/>
                <a:gd name="T78" fmla="*/ 26821 w 5185"/>
                <a:gd name="T79" fmla="*/ 1418554 h 3880"/>
                <a:gd name="T80" fmla="*/ 35271 w 5185"/>
                <a:gd name="T81" fmla="*/ 1423698 h 3880"/>
                <a:gd name="T82" fmla="*/ 41884 w 5185"/>
                <a:gd name="T83" fmla="*/ 1425168 h 3880"/>
                <a:gd name="T84" fmla="*/ 1860911 w 5185"/>
                <a:gd name="T85" fmla="*/ 1425535 h 3880"/>
                <a:gd name="T86" fmla="*/ 1863116 w 5185"/>
                <a:gd name="T87" fmla="*/ 1425168 h 3880"/>
                <a:gd name="T88" fmla="*/ 1869729 w 5185"/>
                <a:gd name="T89" fmla="*/ 1423698 h 3880"/>
                <a:gd name="T90" fmla="*/ 1878179 w 5185"/>
                <a:gd name="T91" fmla="*/ 1418554 h 3880"/>
                <a:gd name="T92" fmla="*/ 1885527 w 5185"/>
                <a:gd name="T93" fmla="*/ 1411206 h 3880"/>
                <a:gd name="T94" fmla="*/ 1892141 w 5185"/>
                <a:gd name="T95" fmla="*/ 1401654 h 3880"/>
                <a:gd name="T96" fmla="*/ 1897652 w 5185"/>
                <a:gd name="T97" fmla="*/ 1390999 h 3880"/>
                <a:gd name="T98" fmla="*/ 1901693 w 5185"/>
                <a:gd name="T99" fmla="*/ 1379977 h 3880"/>
                <a:gd name="T100" fmla="*/ 1903898 w 5185"/>
                <a:gd name="T101" fmla="*/ 1369322 h 3880"/>
                <a:gd name="T102" fmla="*/ 1905000 w 5185"/>
                <a:gd name="T103" fmla="*/ 1359402 h 3880"/>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Lst>
              <a:ahLst/>
              <a:cxnLst>
                <a:cxn ang="T104">
                  <a:pos x="T0" y="T1"/>
                </a:cxn>
                <a:cxn ang="T105">
                  <a:pos x="T2" y="T3"/>
                </a:cxn>
                <a:cxn ang="T106">
                  <a:pos x="T4" y="T5"/>
                </a:cxn>
                <a:cxn ang="T107">
                  <a:pos x="T6" y="T7"/>
                </a:cxn>
                <a:cxn ang="T108">
                  <a:pos x="T8" y="T9"/>
                </a:cxn>
                <a:cxn ang="T109">
                  <a:pos x="T10" y="T11"/>
                </a:cxn>
                <a:cxn ang="T110">
                  <a:pos x="T12" y="T13"/>
                </a:cxn>
                <a:cxn ang="T111">
                  <a:pos x="T14" y="T15"/>
                </a:cxn>
                <a:cxn ang="T112">
                  <a:pos x="T16" y="T17"/>
                </a:cxn>
                <a:cxn ang="T113">
                  <a:pos x="T18" y="T19"/>
                </a:cxn>
                <a:cxn ang="T114">
                  <a:pos x="T20" y="T21"/>
                </a:cxn>
                <a:cxn ang="T115">
                  <a:pos x="T22" y="T23"/>
                </a:cxn>
                <a:cxn ang="T116">
                  <a:pos x="T24" y="T25"/>
                </a:cxn>
                <a:cxn ang="T117">
                  <a:pos x="T26" y="T27"/>
                </a:cxn>
                <a:cxn ang="T118">
                  <a:pos x="T28" y="T29"/>
                </a:cxn>
                <a:cxn ang="T119">
                  <a:pos x="T30" y="T31"/>
                </a:cxn>
                <a:cxn ang="T120">
                  <a:pos x="T32" y="T33"/>
                </a:cxn>
                <a:cxn ang="T121">
                  <a:pos x="T34" y="T35"/>
                </a:cxn>
                <a:cxn ang="T122">
                  <a:pos x="T36" y="T37"/>
                </a:cxn>
                <a:cxn ang="T123">
                  <a:pos x="T38" y="T39"/>
                </a:cxn>
                <a:cxn ang="T124">
                  <a:pos x="T40" y="T41"/>
                </a:cxn>
                <a:cxn ang="T125">
                  <a:pos x="T42" y="T43"/>
                </a:cxn>
                <a:cxn ang="T126">
                  <a:pos x="T44" y="T45"/>
                </a:cxn>
                <a:cxn ang="T127">
                  <a:pos x="T46" y="T47"/>
                </a:cxn>
                <a:cxn ang="T128">
                  <a:pos x="T48" y="T49"/>
                </a:cxn>
                <a:cxn ang="T129">
                  <a:pos x="T50" y="T51"/>
                </a:cxn>
                <a:cxn ang="T130">
                  <a:pos x="T52" y="T53"/>
                </a:cxn>
                <a:cxn ang="T131">
                  <a:pos x="T54" y="T55"/>
                </a:cxn>
                <a:cxn ang="T132">
                  <a:pos x="T56" y="T57"/>
                </a:cxn>
                <a:cxn ang="T133">
                  <a:pos x="T58" y="T59"/>
                </a:cxn>
                <a:cxn ang="T134">
                  <a:pos x="T60" y="T61"/>
                </a:cxn>
                <a:cxn ang="T135">
                  <a:pos x="T62" y="T63"/>
                </a:cxn>
                <a:cxn ang="T136">
                  <a:pos x="T64" y="T65"/>
                </a:cxn>
                <a:cxn ang="T137">
                  <a:pos x="T66" y="T67"/>
                </a:cxn>
                <a:cxn ang="T138">
                  <a:pos x="T68" y="T69"/>
                </a:cxn>
                <a:cxn ang="T139">
                  <a:pos x="T70" y="T71"/>
                </a:cxn>
                <a:cxn ang="T140">
                  <a:pos x="T72" y="T73"/>
                </a:cxn>
                <a:cxn ang="T141">
                  <a:pos x="T74" y="T75"/>
                </a:cxn>
                <a:cxn ang="T142">
                  <a:pos x="T76" y="T77"/>
                </a:cxn>
                <a:cxn ang="T143">
                  <a:pos x="T78" y="T79"/>
                </a:cxn>
                <a:cxn ang="T144">
                  <a:pos x="T80" y="T81"/>
                </a:cxn>
                <a:cxn ang="T145">
                  <a:pos x="T82" y="T83"/>
                </a:cxn>
                <a:cxn ang="T146">
                  <a:pos x="T84" y="T85"/>
                </a:cxn>
                <a:cxn ang="T147">
                  <a:pos x="T86" y="T87"/>
                </a:cxn>
                <a:cxn ang="T148">
                  <a:pos x="T88" y="T89"/>
                </a:cxn>
                <a:cxn ang="T149">
                  <a:pos x="T90" y="T91"/>
                </a:cxn>
                <a:cxn ang="T150">
                  <a:pos x="T92" y="T93"/>
                </a:cxn>
                <a:cxn ang="T151">
                  <a:pos x="T94" y="T95"/>
                </a:cxn>
                <a:cxn ang="T152">
                  <a:pos x="T96" y="T97"/>
                </a:cxn>
                <a:cxn ang="T153">
                  <a:pos x="T98" y="T99"/>
                </a:cxn>
                <a:cxn ang="T154">
                  <a:pos x="T100" y="T101"/>
                </a:cxn>
                <a:cxn ang="T155">
                  <a:pos x="T102" y="T103"/>
                </a:cxn>
              </a:cxnLst>
              <a:rect l="0" t="0" r="r" b="b"/>
              <a:pathLst>
                <a:path w="5185" h="3880">
                  <a:moveTo>
                    <a:pt x="4775" y="2900"/>
                  </a:moveTo>
                  <a:lnTo>
                    <a:pt x="411" y="2900"/>
                  </a:lnTo>
                  <a:lnTo>
                    <a:pt x="87" y="3532"/>
                  </a:lnTo>
                  <a:lnTo>
                    <a:pt x="5099" y="3532"/>
                  </a:lnTo>
                  <a:lnTo>
                    <a:pt x="4775" y="2900"/>
                  </a:lnTo>
                  <a:close/>
                  <a:moveTo>
                    <a:pt x="2046" y="3380"/>
                  </a:moveTo>
                  <a:lnTo>
                    <a:pt x="2181" y="3125"/>
                  </a:lnTo>
                  <a:lnTo>
                    <a:pt x="3017" y="3125"/>
                  </a:lnTo>
                  <a:lnTo>
                    <a:pt x="3139" y="3380"/>
                  </a:lnTo>
                  <a:lnTo>
                    <a:pt x="2046" y="3380"/>
                  </a:lnTo>
                  <a:close/>
                  <a:moveTo>
                    <a:pt x="4700" y="2755"/>
                  </a:moveTo>
                  <a:lnTo>
                    <a:pt x="4700" y="2755"/>
                  </a:lnTo>
                  <a:lnTo>
                    <a:pt x="4698" y="2743"/>
                  </a:lnTo>
                  <a:lnTo>
                    <a:pt x="4700" y="2731"/>
                  </a:lnTo>
                  <a:lnTo>
                    <a:pt x="4700" y="120"/>
                  </a:lnTo>
                  <a:lnTo>
                    <a:pt x="4699" y="108"/>
                  </a:lnTo>
                  <a:lnTo>
                    <a:pt x="4697" y="95"/>
                  </a:lnTo>
                  <a:lnTo>
                    <a:pt x="4694" y="84"/>
                  </a:lnTo>
                  <a:lnTo>
                    <a:pt x="4690" y="73"/>
                  </a:lnTo>
                  <a:lnTo>
                    <a:pt x="4685" y="63"/>
                  </a:lnTo>
                  <a:lnTo>
                    <a:pt x="4680" y="53"/>
                  </a:lnTo>
                  <a:lnTo>
                    <a:pt x="4673" y="43"/>
                  </a:lnTo>
                  <a:lnTo>
                    <a:pt x="4665" y="34"/>
                  </a:lnTo>
                  <a:lnTo>
                    <a:pt x="4657" y="27"/>
                  </a:lnTo>
                  <a:lnTo>
                    <a:pt x="4647" y="20"/>
                  </a:lnTo>
                  <a:lnTo>
                    <a:pt x="4637" y="14"/>
                  </a:lnTo>
                  <a:lnTo>
                    <a:pt x="4627" y="9"/>
                  </a:lnTo>
                  <a:lnTo>
                    <a:pt x="4616" y="5"/>
                  </a:lnTo>
                  <a:lnTo>
                    <a:pt x="4605" y="2"/>
                  </a:lnTo>
                  <a:lnTo>
                    <a:pt x="4592" y="1"/>
                  </a:lnTo>
                  <a:lnTo>
                    <a:pt x="4580" y="0"/>
                  </a:lnTo>
                  <a:lnTo>
                    <a:pt x="605" y="0"/>
                  </a:lnTo>
                  <a:lnTo>
                    <a:pt x="593" y="1"/>
                  </a:lnTo>
                  <a:lnTo>
                    <a:pt x="581" y="2"/>
                  </a:lnTo>
                  <a:lnTo>
                    <a:pt x="569" y="5"/>
                  </a:lnTo>
                  <a:lnTo>
                    <a:pt x="558" y="9"/>
                  </a:lnTo>
                  <a:lnTo>
                    <a:pt x="548" y="14"/>
                  </a:lnTo>
                  <a:lnTo>
                    <a:pt x="538" y="20"/>
                  </a:lnTo>
                  <a:lnTo>
                    <a:pt x="529" y="27"/>
                  </a:lnTo>
                  <a:lnTo>
                    <a:pt x="521" y="34"/>
                  </a:lnTo>
                  <a:lnTo>
                    <a:pt x="512" y="43"/>
                  </a:lnTo>
                  <a:lnTo>
                    <a:pt x="505" y="53"/>
                  </a:lnTo>
                  <a:lnTo>
                    <a:pt x="499" y="63"/>
                  </a:lnTo>
                  <a:lnTo>
                    <a:pt x="494" y="73"/>
                  </a:lnTo>
                  <a:lnTo>
                    <a:pt x="490" y="84"/>
                  </a:lnTo>
                  <a:lnTo>
                    <a:pt x="488" y="95"/>
                  </a:lnTo>
                  <a:lnTo>
                    <a:pt x="486" y="108"/>
                  </a:lnTo>
                  <a:lnTo>
                    <a:pt x="485" y="120"/>
                  </a:lnTo>
                  <a:lnTo>
                    <a:pt x="485" y="2731"/>
                  </a:lnTo>
                  <a:lnTo>
                    <a:pt x="486" y="2743"/>
                  </a:lnTo>
                  <a:lnTo>
                    <a:pt x="485" y="2755"/>
                  </a:lnTo>
                  <a:lnTo>
                    <a:pt x="484" y="2756"/>
                  </a:lnTo>
                  <a:lnTo>
                    <a:pt x="4701" y="2756"/>
                  </a:lnTo>
                  <a:lnTo>
                    <a:pt x="4700" y="2755"/>
                  </a:lnTo>
                  <a:close/>
                  <a:moveTo>
                    <a:pt x="4401" y="2552"/>
                  </a:moveTo>
                  <a:lnTo>
                    <a:pt x="784" y="2552"/>
                  </a:lnTo>
                  <a:lnTo>
                    <a:pt x="784" y="299"/>
                  </a:lnTo>
                  <a:lnTo>
                    <a:pt x="4401" y="299"/>
                  </a:lnTo>
                  <a:lnTo>
                    <a:pt x="4401" y="2552"/>
                  </a:lnTo>
                  <a:close/>
                  <a:moveTo>
                    <a:pt x="5172" y="3676"/>
                  </a:moveTo>
                  <a:lnTo>
                    <a:pt x="12" y="3676"/>
                  </a:lnTo>
                  <a:lnTo>
                    <a:pt x="0" y="3700"/>
                  </a:lnTo>
                  <a:lnTo>
                    <a:pt x="1" y="3713"/>
                  </a:lnTo>
                  <a:lnTo>
                    <a:pt x="2" y="3727"/>
                  </a:lnTo>
                  <a:lnTo>
                    <a:pt x="5" y="3741"/>
                  </a:lnTo>
                  <a:lnTo>
                    <a:pt x="9" y="3756"/>
                  </a:lnTo>
                  <a:lnTo>
                    <a:pt x="14" y="3771"/>
                  </a:lnTo>
                  <a:lnTo>
                    <a:pt x="20" y="3786"/>
                  </a:lnTo>
                  <a:lnTo>
                    <a:pt x="28" y="3801"/>
                  </a:lnTo>
                  <a:lnTo>
                    <a:pt x="36" y="3815"/>
                  </a:lnTo>
                  <a:lnTo>
                    <a:pt x="44" y="3828"/>
                  </a:lnTo>
                  <a:lnTo>
                    <a:pt x="53" y="3841"/>
                  </a:lnTo>
                  <a:lnTo>
                    <a:pt x="63" y="3852"/>
                  </a:lnTo>
                  <a:lnTo>
                    <a:pt x="73" y="3861"/>
                  </a:lnTo>
                  <a:lnTo>
                    <a:pt x="85" y="3869"/>
                  </a:lnTo>
                  <a:lnTo>
                    <a:pt x="96" y="3875"/>
                  </a:lnTo>
                  <a:lnTo>
                    <a:pt x="108" y="3878"/>
                  </a:lnTo>
                  <a:lnTo>
                    <a:pt x="114" y="3879"/>
                  </a:lnTo>
                  <a:lnTo>
                    <a:pt x="120" y="3880"/>
                  </a:lnTo>
                  <a:lnTo>
                    <a:pt x="5065" y="3880"/>
                  </a:lnTo>
                  <a:lnTo>
                    <a:pt x="5071" y="3879"/>
                  </a:lnTo>
                  <a:lnTo>
                    <a:pt x="5077" y="3878"/>
                  </a:lnTo>
                  <a:lnTo>
                    <a:pt x="5089" y="3875"/>
                  </a:lnTo>
                  <a:lnTo>
                    <a:pt x="5101" y="3869"/>
                  </a:lnTo>
                  <a:lnTo>
                    <a:pt x="5112" y="3861"/>
                  </a:lnTo>
                  <a:lnTo>
                    <a:pt x="5122" y="3852"/>
                  </a:lnTo>
                  <a:lnTo>
                    <a:pt x="5132" y="3841"/>
                  </a:lnTo>
                  <a:lnTo>
                    <a:pt x="5141" y="3828"/>
                  </a:lnTo>
                  <a:lnTo>
                    <a:pt x="5150" y="3815"/>
                  </a:lnTo>
                  <a:lnTo>
                    <a:pt x="5158" y="3801"/>
                  </a:lnTo>
                  <a:lnTo>
                    <a:pt x="5165" y="3786"/>
                  </a:lnTo>
                  <a:lnTo>
                    <a:pt x="5171" y="3771"/>
                  </a:lnTo>
                  <a:lnTo>
                    <a:pt x="5176" y="3756"/>
                  </a:lnTo>
                  <a:lnTo>
                    <a:pt x="5180" y="3741"/>
                  </a:lnTo>
                  <a:lnTo>
                    <a:pt x="5182" y="3727"/>
                  </a:lnTo>
                  <a:lnTo>
                    <a:pt x="5184" y="3713"/>
                  </a:lnTo>
                  <a:lnTo>
                    <a:pt x="5185" y="3700"/>
                  </a:lnTo>
                  <a:lnTo>
                    <a:pt x="5172" y="3676"/>
                  </a:lnTo>
                  <a:close/>
                </a:path>
              </a:pathLst>
            </a:custGeom>
            <a:solidFill>
              <a:schemeClr val="accent1"/>
            </a:solidFill>
            <a:ln>
              <a:noFill/>
            </a:ln>
            <a:extLst>
              <a:ext uri="{91240B29-F687-4F45-9708-019B960494DF}">
                <a14:hiddenLine xmlns:a14="http://schemas.microsoft.com/office/drawing/2010/main" w="9525">
                  <a:solidFill>
                    <a:srgbClr val="000000"/>
                  </a:solidFill>
                  <a:round/>
                </a14:hiddenLine>
              </a:ext>
            </a:extLst>
          </p:spPr>
          <p:txBody>
            <a:bodyPr bIns="360000" anchor="ctr">
              <a:scene3d>
                <a:camera prst="orthographicFront"/>
                <a:lightRig rig="threePt" dir="t"/>
              </a:scene3d>
              <a:sp3d>
                <a:contourClr>
                  <a:srgbClr val="FFFFFF"/>
                </a:contourClr>
              </a:sp3d>
            </a:bodyPr>
            <a:lstStyle>
              <a:defPPr>
                <a:defRPr lang="zh-CN"/>
              </a:defPPr>
              <a:lvl1pPr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1pPr>
              <a:lvl2pPr marL="4572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2pPr>
              <a:lvl3pPr marL="9144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3pPr>
              <a:lvl4pPr marL="13716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4pPr>
              <a:lvl5pPr marL="18288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5pPr>
              <a:lvl6pPr marL="2286000" algn="l" defTabSz="914400" rtl="0" eaLnBrk="1" latinLnBrk="0" hangingPunct="1">
                <a:defRPr kern="1200">
                  <a:solidFill>
                    <a:schemeClr val="tx1"/>
                  </a:solidFill>
                  <a:latin typeface="Calibri" panose="020F0502020204030204" charset="0"/>
                  <a:ea typeface="宋体" panose="02010600030101010101" pitchFamily="2" charset="-122"/>
                  <a:cs typeface="+mn-cs"/>
                </a:defRPr>
              </a:lvl6pPr>
              <a:lvl7pPr marL="2743200" algn="l" defTabSz="914400" rtl="0" eaLnBrk="1" latinLnBrk="0" hangingPunct="1">
                <a:defRPr kern="1200">
                  <a:solidFill>
                    <a:schemeClr val="tx1"/>
                  </a:solidFill>
                  <a:latin typeface="Calibri" panose="020F0502020204030204" charset="0"/>
                  <a:ea typeface="宋体" panose="02010600030101010101" pitchFamily="2" charset="-122"/>
                  <a:cs typeface="+mn-cs"/>
                </a:defRPr>
              </a:lvl7pPr>
              <a:lvl8pPr marL="3200400" algn="l" defTabSz="914400" rtl="0" eaLnBrk="1" latinLnBrk="0" hangingPunct="1">
                <a:defRPr kern="1200">
                  <a:solidFill>
                    <a:schemeClr val="tx1"/>
                  </a:solidFill>
                  <a:latin typeface="Calibri" panose="020F0502020204030204" charset="0"/>
                  <a:ea typeface="宋体" panose="02010600030101010101" pitchFamily="2" charset="-122"/>
                  <a:cs typeface="+mn-cs"/>
                </a:defRPr>
              </a:lvl8pPr>
              <a:lvl9pPr marL="3657600" algn="l" defTabSz="914400" rtl="0" eaLnBrk="1" latinLnBrk="0" hangingPunct="1">
                <a:defRPr kern="1200">
                  <a:solidFill>
                    <a:schemeClr val="tx1"/>
                  </a:solidFill>
                  <a:latin typeface="Calibri" panose="020F0502020204030204" charset="0"/>
                  <a:ea typeface="宋体" panose="02010600030101010101" pitchFamily="2" charset="-122"/>
                  <a:cs typeface="+mn-cs"/>
                </a:defRPr>
              </a:lvl9pPr>
            </a:lstStyle>
            <a:p>
              <a:pPr algn="ctr">
                <a:defRPr/>
              </a:pPr>
              <a:endParaRPr lang="zh-CN" altLang="en-US" dirty="0">
                <a:solidFill>
                  <a:srgbClr val="FFFFFF"/>
                </a:solidFill>
                <a:ea typeface="微软雅黑" panose="020B0503020204020204" pitchFamily="34" charset="-122"/>
              </a:endParaRPr>
            </a:p>
          </p:txBody>
        </p:sp>
        <p:sp>
          <p:nvSpPr>
            <p:cNvPr id="22" name="文本框 21"/>
            <p:cNvSpPr txBox="1"/>
            <p:nvPr/>
          </p:nvSpPr>
          <p:spPr>
            <a:xfrm>
              <a:off x="1916" y="6951"/>
              <a:ext cx="2336" cy="624"/>
            </a:xfrm>
            <a:prstGeom prst="rect">
              <a:avLst/>
            </a:prstGeom>
            <a:noFill/>
          </p:spPr>
          <p:txBody>
            <a:bodyPr wrap="square" rtlCol="0">
              <a:spAutoFit/>
            </a:bodyPr>
            <a:lstStyle/>
            <a:p>
              <a:pPr algn="ctr"/>
              <a:r>
                <a:rPr lang="zh-CN" altLang="en-US" sz="2000" b="1"/>
                <a:t>扩展机制</a:t>
              </a:r>
            </a:p>
          </p:txBody>
        </p:sp>
      </p:grpSp>
      <p:grpSp>
        <p:nvGrpSpPr>
          <p:cNvPr id="5" name="组合 4"/>
          <p:cNvGrpSpPr/>
          <p:nvPr/>
        </p:nvGrpSpPr>
        <p:grpSpPr>
          <a:xfrm>
            <a:off x="3828415" y="1527810"/>
            <a:ext cx="7458075" cy="4218305"/>
            <a:chOff x="3668" y="3363"/>
            <a:chExt cx="11745" cy="6643"/>
          </a:xfrm>
        </p:grpSpPr>
        <p:sp>
          <p:nvSpPr>
            <p:cNvPr id="28" name="泪滴形 27"/>
            <p:cNvSpPr/>
            <p:nvPr/>
          </p:nvSpPr>
          <p:spPr>
            <a:xfrm rot="8100000">
              <a:off x="10590" y="3363"/>
              <a:ext cx="2913" cy="2913"/>
            </a:xfrm>
            <a:prstGeom prst="teardrop">
              <a:avLst/>
            </a:prstGeom>
            <a:solidFill>
              <a:srgbClr val="FBAD24"/>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lt1"/>
                </a:solidFill>
                <a:effectLst/>
                <a:uLnTx/>
                <a:uFillTx/>
                <a:latin typeface="+mn-lt"/>
                <a:ea typeface="+mn-ea"/>
                <a:cs typeface="+mn-cs"/>
              </a:endParaRPr>
            </a:p>
          </p:txBody>
        </p:sp>
        <p:sp>
          <p:nvSpPr>
            <p:cNvPr id="26" name="泪滴形 25"/>
            <p:cNvSpPr/>
            <p:nvPr/>
          </p:nvSpPr>
          <p:spPr>
            <a:xfrm rot="8100000">
              <a:off x="5508" y="3363"/>
              <a:ext cx="2913" cy="2913"/>
            </a:xfrm>
            <a:prstGeom prst="teardrop">
              <a:avLst/>
            </a:prstGeom>
            <a:solidFill>
              <a:srgbClr val="FBAD24"/>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lt1"/>
                </a:solidFill>
                <a:effectLst/>
                <a:uLnTx/>
                <a:uFillTx/>
                <a:latin typeface="+mn-lt"/>
                <a:ea typeface="+mn-ea"/>
                <a:cs typeface="+mn-cs"/>
              </a:endParaRPr>
            </a:p>
          </p:txBody>
        </p:sp>
        <p:grpSp>
          <p:nvGrpSpPr>
            <p:cNvPr id="13" name="组合 12"/>
            <p:cNvGrpSpPr/>
            <p:nvPr/>
          </p:nvGrpSpPr>
          <p:grpSpPr>
            <a:xfrm>
              <a:off x="3668" y="3553"/>
              <a:ext cx="11745" cy="6453"/>
              <a:chOff x="3668" y="3553"/>
              <a:chExt cx="11745" cy="6453"/>
            </a:xfrm>
          </p:grpSpPr>
          <p:sp>
            <p:nvSpPr>
              <p:cNvPr id="14" name="椭圆 13"/>
              <p:cNvSpPr/>
              <p:nvPr/>
            </p:nvSpPr>
            <p:spPr>
              <a:xfrm>
                <a:off x="10780" y="3553"/>
                <a:ext cx="2520" cy="2520"/>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lt1"/>
                  </a:solidFill>
                  <a:effectLst/>
                  <a:uLnTx/>
                  <a:uFillTx/>
                  <a:latin typeface="+mn-lt"/>
                  <a:ea typeface="+mn-ea"/>
                  <a:cs typeface="+mn-cs"/>
                </a:endParaRPr>
              </a:p>
            </p:txBody>
          </p:sp>
          <p:sp>
            <p:nvSpPr>
              <p:cNvPr id="15" name="椭圆 14"/>
              <p:cNvSpPr/>
              <p:nvPr/>
            </p:nvSpPr>
            <p:spPr>
              <a:xfrm>
                <a:off x="5698" y="3553"/>
                <a:ext cx="2520" cy="2520"/>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lt1"/>
                  </a:solidFill>
                  <a:effectLst/>
                  <a:uLnTx/>
                  <a:uFillTx/>
                  <a:latin typeface="+mn-lt"/>
                  <a:ea typeface="+mn-ea"/>
                  <a:cs typeface="+mn-cs"/>
                </a:endParaRPr>
              </a:p>
            </p:txBody>
          </p:sp>
          <p:sp>
            <p:nvSpPr>
              <p:cNvPr id="16" name="泪滴形 15"/>
              <p:cNvSpPr/>
              <p:nvPr/>
            </p:nvSpPr>
            <p:spPr>
              <a:xfrm rot="8100000">
                <a:off x="7738" y="4018"/>
                <a:ext cx="3475" cy="3475"/>
              </a:xfrm>
              <a:prstGeom prst="teardrop">
                <a:avLst>
                  <a:gd name="adj" fmla="val 128439"/>
                </a:avLst>
              </a:prstGeom>
              <a:solidFill>
                <a:srgbClr val="EF415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lt1"/>
                  </a:solidFill>
                  <a:effectLst/>
                  <a:uLnTx/>
                  <a:uFillTx/>
                  <a:latin typeface="+mn-lt"/>
                  <a:ea typeface="+mn-ea"/>
                  <a:cs typeface="+mn-cs"/>
                </a:endParaRPr>
              </a:p>
            </p:txBody>
          </p:sp>
          <p:sp>
            <p:nvSpPr>
              <p:cNvPr id="17" name="椭圆 16"/>
              <p:cNvSpPr/>
              <p:nvPr/>
            </p:nvSpPr>
            <p:spPr>
              <a:xfrm>
                <a:off x="7965" y="4245"/>
                <a:ext cx="3008" cy="3005"/>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lt1"/>
                  </a:solidFill>
                  <a:effectLst/>
                  <a:uLnTx/>
                  <a:uFillTx/>
                  <a:latin typeface="+mn-lt"/>
                  <a:ea typeface="+mn-ea"/>
                  <a:cs typeface="+mn-cs"/>
                </a:endParaRPr>
              </a:p>
            </p:txBody>
          </p:sp>
          <p:sp>
            <p:nvSpPr>
              <p:cNvPr id="18" name="文本框 13"/>
              <p:cNvSpPr txBox="1"/>
              <p:nvPr/>
            </p:nvSpPr>
            <p:spPr>
              <a:xfrm>
                <a:off x="8068" y="5079"/>
                <a:ext cx="2815" cy="1337"/>
              </a:xfrm>
              <a:prstGeom prst="rect">
                <a:avLst/>
              </a:prstGeom>
              <a:noFill/>
              <a:ln w="9525">
                <a:noFill/>
              </a:ln>
            </p:spPr>
            <p:txBody>
              <a:bodyPr wrap="square">
                <a:spAutoFit/>
              </a:bodyPr>
              <a:lstStyle>
                <a:lvl1pPr marL="228600" indent="-228600" algn="l" rtl="0" fontAlgn="base">
                  <a:lnSpc>
                    <a:spcPct val="90000"/>
                  </a:lnSpc>
                  <a:spcBef>
                    <a:spcPts val="1000"/>
                  </a:spcBef>
                  <a:spcAft>
                    <a:spcPct val="0"/>
                  </a:spcAft>
                  <a:buFont typeface="Arial" panose="020B0604020202020204" pitchFamily="34" charset="0"/>
                  <a:buChar char="•"/>
                  <a:defRPr sz="2800" kern="1200">
                    <a:solidFill>
                      <a:schemeClr val="tx1"/>
                    </a:solidFill>
                    <a:latin typeface="+mn-lt"/>
                    <a:ea typeface="+mn-ea"/>
                    <a:cs typeface="+mn-cs"/>
                  </a:defRPr>
                </a:lvl1pPr>
                <a:lvl2pPr marL="685800" indent="-228600" algn="l" rtl="0" fontAlgn="base">
                  <a:lnSpc>
                    <a:spcPct val="90000"/>
                  </a:lnSpc>
                  <a:spcBef>
                    <a:spcPts val="500"/>
                  </a:spcBef>
                  <a:spcAft>
                    <a:spcPct val="0"/>
                  </a:spcAft>
                  <a:buFont typeface="Arial" panose="020B0604020202020204" pitchFamily="34" charset="0"/>
                  <a:buChar char="•"/>
                  <a:defRPr sz="2400" kern="1200">
                    <a:solidFill>
                      <a:schemeClr val="tx1"/>
                    </a:solidFill>
                    <a:latin typeface="+mn-lt"/>
                    <a:ea typeface="+mn-ea"/>
                    <a:cs typeface="+mn-cs"/>
                  </a:defRPr>
                </a:lvl2pPr>
                <a:lvl3pPr marL="1143000" indent="-228600" algn="l" rtl="0" fontAlgn="base">
                  <a:lnSpc>
                    <a:spcPct val="90000"/>
                  </a:lnSpc>
                  <a:spcBef>
                    <a:spcPts val="500"/>
                  </a:spcBef>
                  <a:spcAft>
                    <a:spcPct val="0"/>
                  </a:spcAft>
                  <a:buFont typeface="Arial" panose="020B0604020202020204" pitchFamily="34" charset="0"/>
                  <a:buChar char="•"/>
                  <a:defRPr sz="2000" kern="1200">
                    <a:solidFill>
                      <a:schemeClr val="tx1"/>
                    </a:solidFill>
                    <a:latin typeface="+mn-lt"/>
                    <a:ea typeface="+mn-ea"/>
                    <a:cs typeface="+mn-cs"/>
                  </a:defRPr>
                </a:lvl3pPr>
                <a:lvl4pPr marL="16002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4pPr>
                <a:lvl5pPr marL="20574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5pPr>
              </a:lstStyle>
              <a:p>
                <a:pPr marL="0" lvl="0" indent="0" algn="ctr" eaLnBrk="1" hangingPunct="1">
                  <a:lnSpc>
                    <a:spcPct val="100000"/>
                  </a:lnSpc>
                  <a:spcBef>
                    <a:spcPct val="0"/>
                  </a:spcBef>
                  <a:buNone/>
                </a:pPr>
                <a:r>
                  <a:rPr lang="zh-CN" altLang="en-US" sz="2400" b="1" dirty="0">
                    <a:latin typeface="微软雅黑" panose="020B0503020204020204" charset="-122"/>
                    <a:ea typeface="微软雅黑" panose="020B0503020204020204" charset="-122"/>
                  </a:rPr>
                  <a:t>标签</a:t>
                </a:r>
              </a:p>
              <a:p>
                <a:pPr marL="0" lvl="0" indent="0" algn="ctr" eaLnBrk="1" hangingPunct="1">
                  <a:lnSpc>
                    <a:spcPct val="100000"/>
                  </a:lnSpc>
                  <a:spcBef>
                    <a:spcPct val="0"/>
                  </a:spcBef>
                  <a:buNone/>
                </a:pPr>
                <a:r>
                  <a:rPr lang="zh-CN" altLang="en-US" sz="2400" b="1" dirty="0">
                    <a:latin typeface="微软雅黑" panose="020B0503020204020204" charset="-122"/>
                    <a:ea typeface="微软雅黑" panose="020B0503020204020204" charset="-122"/>
                  </a:rPr>
                  <a:t>（用</a:t>
                </a:r>
                <a:r>
                  <a:rPr lang="en-US" altLang="zh-CN" sz="2400" b="1" dirty="0">
                    <a:latin typeface="微软雅黑" panose="020B0503020204020204" charset="-122"/>
                    <a:ea typeface="微软雅黑" panose="020B0503020204020204" charset="-122"/>
                  </a:rPr>
                  <a:t>{}</a:t>
                </a:r>
                <a:r>
                  <a:rPr lang="zh-CN" altLang="en-US" sz="2400" b="1" dirty="0">
                    <a:latin typeface="微软雅黑" panose="020B0503020204020204" charset="-122"/>
                    <a:ea typeface="微软雅黑" panose="020B0503020204020204" charset="-122"/>
                  </a:rPr>
                  <a:t>表示）</a:t>
                </a:r>
              </a:p>
            </p:txBody>
          </p:sp>
          <p:sp>
            <p:nvSpPr>
              <p:cNvPr id="19" name="文本框 14"/>
              <p:cNvSpPr txBox="1"/>
              <p:nvPr/>
            </p:nvSpPr>
            <p:spPr>
              <a:xfrm>
                <a:off x="10406" y="4059"/>
                <a:ext cx="3283" cy="1138"/>
              </a:xfrm>
              <a:prstGeom prst="rect">
                <a:avLst/>
              </a:prstGeom>
              <a:noFill/>
              <a:ln w="9525">
                <a:noFill/>
              </a:ln>
            </p:spPr>
            <p:txBody>
              <a:bodyPr wrap="square">
                <a:spAutoFit/>
              </a:bodyPr>
              <a:lstStyle>
                <a:lvl1pPr marL="228600" indent="-228600" algn="l" rtl="0" fontAlgn="base">
                  <a:lnSpc>
                    <a:spcPct val="90000"/>
                  </a:lnSpc>
                  <a:spcBef>
                    <a:spcPts val="1000"/>
                  </a:spcBef>
                  <a:spcAft>
                    <a:spcPct val="0"/>
                  </a:spcAft>
                  <a:buFont typeface="Arial" panose="020B0604020202020204" pitchFamily="34" charset="0"/>
                  <a:buChar char="•"/>
                  <a:defRPr sz="2800" kern="1200">
                    <a:solidFill>
                      <a:schemeClr val="tx1"/>
                    </a:solidFill>
                    <a:latin typeface="+mn-lt"/>
                    <a:ea typeface="+mn-ea"/>
                    <a:cs typeface="+mn-cs"/>
                  </a:defRPr>
                </a:lvl1pPr>
                <a:lvl2pPr marL="685800" indent="-228600" algn="l" rtl="0" fontAlgn="base">
                  <a:lnSpc>
                    <a:spcPct val="90000"/>
                  </a:lnSpc>
                  <a:spcBef>
                    <a:spcPts val="500"/>
                  </a:spcBef>
                  <a:spcAft>
                    <a:spcPct val="0"/>
                  </a:spcAft>
                  <a:buFont typeface="Arial" panose="020B0604020202020204" pitchFamily="34" charset="0"/>
                  <a:buChar char="•"/>
                  <a:defRPr sz="2400" kern="1200">
                    <a:solidFill>
                      <a:schemeClr val="tx1"/>
                    </a:solidFill>
                    <a:latin typeface="+mn-lt"/>
                    <a:ea typeface="+mn-ea"/>
                    <a:cs typeface="+mn-cs"/>
                  </a:defRPr>
                </a:lvl2pPr>
                <a:lvl3pPr marL="1143000" indent="-228600" algn="l" rtl="0" fontAlgn="base">
                  <a:lnSpc>
                    <a:spcPct val="90000"/>
                  </a:lnSpc>
                  <a:spcBef>
                    <a:spcPts val="500"/>
                  </a:spcBef>
                  <a:spcAft>
                    <a:spcPct val="0"/>
                  </a:spcAft>
                  <a:buFont typeface="Arial" panose="020B0604020202020204" pitchFamily="34" charset="0"/>
                  <a:buChar char="•"/>
                  <a:defRPr sz="2000" kern="1200">
                    <a:solidFill>
                      <a:schemeClr val="tx1"/>
                    </a:solidFill>
                    <a:latin typeface="+mn-lt"/>
                    <a:ea typeface="+mn-ea"/>
                    <a:cs typeface="+mn-cs"/>
                  </a:defRPr>
                </a:lvl3pPr>
                <a:lvl4pPr marL="16002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4pPr>
                <a:lvl5pPr marL="20574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5pPr>
              </a:lstStyle>
              <a:p>
                <a:pPr marL="0" lvl="0" indent="0" algn="ctr" eaLnBrk="1" hangingPunct="1">
                  <a:lnSpc>
                    <a:spcPct val="100000"/>
                  </a:lnSpc>
                  <a:spcBef>
                    <a:spcPct val="0"/>
                  </a:spcBef>
                  <a:buNone/>
                </a:pPr>
                <a:r>
                  <a:rPr lang="zh-CN" altLang="en-US" sz="2000" b="1" dirty="0">
                    <a:latin typeface="微软雅黑" panose="020B0503020204020204" charset="-122"/>
                    <a:ea typeface="微软雅黑" panose="020B0503020204020204" charset="-122"/>
                  </a:rPr>
                  <a:t>版型</a:t>
                </a:r>
              </a:p>
              <a:p>
                <a:pPr marL="0" lvl="0" indent="0" algn="ctr" eaLnBrk="1" hangingPunct="1">
                  <a:lnSpc>
                    <a:spcPct val="100000"/>
                  </a:lnSpc>
                  <a:spcBef>
                    <a:spcPct val="0"/>
                  </a:spcBef>
                  <a:buNone/>
                </a:pPr>
                <a:r>
                  <a:rPr lang="zh-CN" altLang="en-US" sz="2000" b="1" dirty="0">
                    <a:latin typeface="微软雅黑" panose="020B0503020204020204" charset="-122"/>
                    <a:ea typeface="微软雅黑" panose="020B0503020204020204" charset="-122"/>
                  </a:rPr>
                  <a:t>（用《》表示）</a:t>
                </a:r>
              </a:p>
            </p:txBody>
          </p:sp>
          <p:sp>
            <p:nvSpPr>
              <p:cNvPr id="20" name="文本框 16"/>
              <p:cNvSpPr txBox="1"/>
              <p:nvPr/>
            </p:nvSpPr>
            <p:spPr>
              <a:xfrm>
                <a:off x="5698" y="4059"/>
                <a:ext cx="2267" cy="1138"/>
              </a:xfrm>
              <a:prstGeom prst="rect">
                <a:avLst/>
              </a:prstGeom>
              <a:noFill/>
              <a:ln w="9525">
                <a:noFill/>
              </a:ln>
            </p:spPr>
            <p:txBody>
              <a:bodyPr wrap="square">
                <a:spAutoFit/>
              </a:bodyPr>
              <a:lstStyle>
                <a:lvl1pPr marL="228600" indent="-228600" algn="l" rtl="0" fontAlgn="base">
                  <a:lnSpc>
                    <a:spcPct val="90000"/>
                  </a:lnSpc>
                  <a:spcBef>
                    <a:spcPts val="1000"/>
                  </a:spcBef>
                  <a:spcAft>
                    <a:spcPct val="0"/>
                  </a:spcAft>
                  <a:buFont typeface="Arial" panose="020B0604020202020204" pitchFamily="34" charset="0"/>
                  <a:buChar char="•"/>
                  <a:defRPr sz="2800" kern="1200">
                    <a:solidFill>
                      <a:schemeClr val="tx1"/>
                    </a:solidFill>
                    <a:latin typeface="+mn-lt"/>
                    <a:ea typeface="+mn-ea"/>
                    <a:cs typeface="+mn-cs"/>
                  </a:defRPr>
                </a:lvl1pPr>
                <a:lvl2pPr marL="685800" indent="-228600" algn="l" rtl="0" fontAlgn="base">
                  <a:lnSpc>
                    <a:spcPct val="90000"/>
                  </a:lnSpc>
                  <a:spcBef>
                    <a:spcPts val="500"/>
                  </a:spcBef>
                  <a:spcAft>
                    <a:spcPct val="0"/>
                  </a:spcAft>
                  <a:buFont typeface="Arial" panose="020B0604020202020204" pitchFamily="34" charset="0"/>
                  <a:buChar char="•"/>
                  <a:defRPr sz="2400" kern="1200">
                    <a:solidFill>
                      <a:schemeClr val="tx1"/>
                    </a:solidFill>
                    <a:latin typeface="+mn-lt"/>
                    <a:ea typeface="+mn-ea"/>
                    <a:cs typeface="+mn-cs"/>
                  </a:defRPr>
                </a:lvl2pPr>
                <a:lvl3pPr marL="1143000" indent="-228600" algn="l" rtl="0" fontAlgn="base">
                  <a:lnSpc>
                    <a:spcPct val="90000"/>
                  </a:lnSpc>
                  <a:spcBef>
                    <a:spcPts val="500"/>
                  </a:spcBef>
                  <a:spcAft>
                    <a:spcPct val="0"/>
                  </a:spcAft>
                  <a:buFont typeface="Arial" panose="020B0604020202020204" pitchFamily="34" charset="0"/>
                  <a:buChar char="•"/>
                  <a:defRPr sz="2000" kern="1200">
                    <a:solidFill>
                      <a:schemeClr val="tx1"/>
                    </a:solidFill>
                    <a:latin typeface="+mn-lt"/>
                    <a:ea typeface="+mn-ea"/>
                    <a:cs typeface="+mn-cs"/>
                  </a:defRPr>
                </a:lvl3pPr>
                <a:lvl4pPr marL="16002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4pPr>
                <a:lvl5pPr marL="20574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5pPr>
              </a:lstStyle>
              <a:p>
                <a:pPr marL="0" lvl="0" indent="0" algn="ctr" eaLnBrk="1" hangingPunct="1">
                  <a:lnSpc>
                    <a:spcPct val="100000"/>
                  </a:lnSpc>
                  <a:spcBef>
                    <a:spcPct val="0"/>
                  </a:spcBef>
                  <a:buNone/>
                </a:pPr>
                <a:r>
                  <a:rPr lang="zh-CN" altLang="en-US" sz="2000" b="1" dirty="0">
                    <a:latin typeface="微软雅黑" panose="020B0503020204020204" charset="-122"/>
                    <a:ea typeface="微软雅黑" panose="020B0503020204020204" charset="-122"/>
                  </a:rPr>
                  <a:t>约束</a:t>
                </a:r>
              </a:p>
              <a:p>
                <a:pPr marL="0" lvl="0" indent="0" algn="ctr" eaLnBrk="1" hangingPunct="1">
                  <a:lnSpc>
                    <a:spcPct val="100000"/>
                  </a:lnSpc>
                  <a:spcBef>
                    <a:spcPct val="0"/>
                  </a:spcBef>
                  <a:buNone/>
                </a:pPr>
                <a:r>
                  <a:rPr lang="zh-CN" altLang="en-US" sz="2000" b="1" dirty="0">
                    <a:latin typeface="微软雅黑" panose="020B0503020204020204" charset="-122"/>
                    <a:ea typeface="微软雅黑" panose="020B0503020204020204" charset="-122"/>
                  </a:rPr>
                  <a:t>（用</a:t>
                </a:r>
                <a:r>
                  <a:rPr lang="en-US" altLang="zh-CN" sz="2000" b="1" dirty="0">
                    <a:latin typeface="微软雅黑" panose="020B0503020204020204" charset="-122"/>
                    <a:ea typeface="微软雅黑" panose="020B0503020204020204" charset="-122"/>
                  </a:rPr>
                  <a:t>{}</a:t>
                </a:r>
                <a:r>
                  <a:rPr lang="zh-CN" altLang="en-US" sz="2000" b="1" dirty="0">
                    <a:latin typeface="微软雅黑" panose="020B0503020204020204" charset="-122"/>
                    <a:ea typeface="微软雅黑" panose="020B0503020204020204" charset="-122"/>
                  </a:rPr>
                  <a:t>表示）</a:t>
                </a:r>
              </a:p>
            </p:txBody>
          </p:sp>
          <p:sp>
            <p:nvSpPr>
              <p:cNvPr id="21" name="矩形 20"/>
              <p:cNvSpPr/>
              <p:nvPr/>
            </p:nvSpPr>
            <p:spPr>
              <a:xfrm>
                <a:off x="3668" y="9424"/>
                <a:ext cx="11745" cy="582"/>
              </a:xfrm>
              <a:prstGeom prst="rect">
                <a:avLst/>
              </a:prstGeom>
              <a:noFill/>
              <a:ln w="9525">
                <a:noFill/>
              </a:ln>
            </p:spPr>
            <p:txBody>
              <a:bodyPr wrap="square">
                <a:spAutoFit/>
              </a:bodyPr>
              <a:lstStyle>
                <a:lvl1pPr marL="228600" indent="-228600" algn="l" rtl="0" fontAlgn="base">
                  <a:lnSpc>
                    <a:spcPct val="90000"/>
                  </a:lnSpc>
                  <a:spcBef>
                    <a:spcPts val="1000"/>
                  </a:spcBef>
                  <a:spcAft>
                    <a:spcPct val="0"/>
                  </a:spcAft>
                  <a:buFont typeface="Arial" panose="020B0604020202020204" pitchFamily="34" charset="0"/>
                  <a:buChar char="•"/>
                  <a:defRPr sz="2800" kern="1200">
                    <a:solidFill>
                      <a:schemeClr val="tx1"/>
                    </a:solidFill>
                    <a:latin typeface="+mn-lt"/>
                    <a:ea typeface="+mn-ea"/>
                    <a:cs typeface="+mn-cs"/>
                  </a:defRPr>
                </a:lvl1pPr>
                <a:lvl2pPr marL="685800" indent="-228600" algn="l" rtl="0" fontAlgn="base">
                  <a:lnSpc>
                    <a:spcPct val="90000"/>
                  </a:lnSpc>
                  <a:spcBef>
                    <a:spcPts val="500"/>
                  </a:spcBef>
                  <a:spcAft>
                    <a:spcPct val="0"/>
                  </a:spcAft>
                  <a:buFont typeface="Arial" panose="020B0604020202020204" pitchFamily="34" charset="0"/>
                  <a:buChar char="•"/>
                  <a:defRPr sz="2400" kern="1200">
                    <a:solidFill>
                      <a:schemeClr val="tx1"/>
                    </a:solidFill>
                    <a:latin typeface="+mn-lt"/>
                    <a:ea typeface="+mn-ea"/>
                    <a:cs typeface="+mn-cs"/>
                  </a:defRPr>
                </a:lvl2pPr>
                <a:lvl3pPr marL="1143000" indent="-228600" algn="l" rtl="0" fontAlgn="base">
                  <a:lnSpc>
                    <a:spcPct val="90000"/>
                  </a:lnSpc>
                  <a:spcBef>
                    <a:spcPts val="500"/>
                  </a:spcBef>
                  <a:spcAft>
                    <a:spcPct val="0"/>
                  </a:spcAft>
                  <a:buFont typeface="Arial" panose="020B0604020202020204" pitchFamily="34" charset="0"/>
                  <a:buChar char="•"/>
                  <a:defRPr sz="2000" kern="1200">
                    <a:solidFill>
                      <a:schemeClr val="tx1"/>
                    </a:solidFill>
                    <a:latin typeface="+mn-lt"/>
                    <a:ea typeface="+mn-ea"/>
                    <a:cs typeface="+mn-cs"/>
                  </a:defRPr>
                </a:lvl3pPr>
                <a:lvl4pPr marL="16002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4pPr>
                <a:lvl5pPr marL="20574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5pPr>
              </a:lstStyle>
              <a:p>
                <a:pPr marL="0" lvl="0" indent="0" eaLnBrk="1" hangingPunct="1">
                  <a:lnSpc>
                    <a:spcPct val="100000"/>
                  </a:lnSpc>
                  <a:spcBef>
                    <a:spcPct val="0"/>
                  </a:spcBef>
                  <a:buNone/>
                </a:pPr>
                <a:r>
                  <a:rPr sz="1800" dirty="0">
                    <a:latin typeface="微软雅黑" panose="020B0503020204020204" charset="-122"/>
                    <a:ea typeface="微软雅黑" panose="020B0503020204020204" charset="-122"/>
                  </a:rPr>
                  <a:t>UML的扩展机制使它能够适应一些特殊方法或用户的某些特殊需要。</a:t>
                </a:r>
              </a:p>
            </p:txBody>
          </p:sp>
        </p:grpSp>
      </p:grpSp>
    </p:spTree>
  </p:cSld>
  <p:clrMapOvr>
    <a:masterClrMapping/>
  </p:clrMapOvr>
  <p:transition>
    <p:zoom/>
  </p:transition>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694801" y="360000"/>
            <a:ext cx="5401200" cy="523220"/>
          </a:xfrm>
        </p:spPr>
        <p:txBody>
          <a:bodyPr/>
          <a:lstStyle/>
          <a:p>
            <a:r>
              <a:rPr lang="en-US" dirty="0"/>
              <a:t>6.2 </a:t>
            </a:r>
            <a:r>
              <a:rPr lang="zh-CN" altLang="en-US" dirty="0">
                <a:sym typeface="+mn-ea"/>
              </a:rPr>
              <a:t>UML概述</a:t>
            </a:r>
            <a:endParaRPr lang="zh-CN" altLang="en-US" dirty="0"/>
          </a:p>
        </p:txBody>
      </p:sp>
      <p:sp>
        <p:nvSpPr>
          <p:cNvPr id="5" name="文本占位符 4">
            <a:extLst>
              <a:ext uri="{FF2B5EF4-FFF2-40B4-BE49-F238E27FC236}">
                <a16:creationId xmlns:a16="http://schemas.microsoft.com/office/drawing/2014/main" id="{57D80601-C431-10C3-853E-1888FF99554C}"/>
              </a:ext>
            </a:extLst>
          </p:cNvPr>
          <p:cNvSpPr>
            <a:spLocks noGrp="1"/>
          </p:cNvSpPr>
          <p:nvPr>
            <p:ph type="body" sz="quarter" idx="10"/>
          </p:nvPr>
        </p:nvSpPr>
        <p:spPr>
          <a:xfrm>
            <a:off x="900001" y="1322832"/>
            <a:ext cx="5196000" cy="400110"/>
          </a:xfrm>
        </p:spPr>
        <p:txBody>
          <a:bodyPr/>
          <a:lstStyle/>
          <a:p>
            <a:r>
              <a:rPr lang="en-US" altLang="zh-CN" dirty="0"/>
              <a:t>6.2.2 </a:t>
            </a:r>
            <a:r>
              <a:rPr lang="en-US" altLang="zh-CN" dirty="0" err="1">
                <a:sym typeface="+mn-ea"/>
              </a:rPr>
              <a:t>UML的</a:t>
            </a:r>
            <a:r>
              <a:rPr lang="zh-CN" altLang="en-US" dirty="0">
                <a:sym typeface="+mn-ea"/>
              </a:rPr>
              <a:t>内容</a:t>
            </a:r>
          </a:p>
        </p:txBody>
      </p:sp>
      <p:grpSp>
        <p:nvGrpSpPr>
          <p:cNvPr id="2" name="组合 1"/>
          <p:cNvGrpSpPr/>
          <p:nvPr/>
        </p:nvGrpSpPr>
        <p:grpSpPr>
          <a:xfrm>
            <a:off x="617615" y="2130589"/>
            <a:ext cx="10942955" cy="4106862"/>
            <a:chOff x="3342" y="5139"/>
            <a:chExt cx="17233" cy="6467"/>
          </a:xfrm>
        </p:grpSpPr>
        <p:sp>
          <p:nvSpPr>
            <p:cNvPr id="25" name="MH_SubTitle_2"/>
            <p:cNvSpPr/>
            <p:nvPr/>
          </p:nvSpPr>
          <p:spPr>
            <a:xfrm>
              <a:off x="3342" y="6756"/>
              <a:ext cx="8134" cy="1615"/>
            </a:xfrm>
            <a:prstGeom prst="rect">
              <a:avLst/>
            </a:prstGeom>
            <a:solidFill>
              <a:srgbClr val="FFF6D9"/>
            </a:solidFill>
            <a:ln w="25400" cap="flat" cmpd="sng" algn="ctr">
              <a:noFill/>
              <a:prstDash val="solid"/>
            </a:ln>
            <a:effectLst/>
          </p:spPr>
          <p:txBody>
            <a:bodyPr rIns="216000" anchor="ctr">
              <a:normAutofit fontScale="92500" lnSpcReduction="10000"/>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indent="457200" fontAlgn="auto">
                <a:lnSpc>
                  <a:spcPct val="130000"/>
                </a:lnSpc>
              </a:pPr>
              <a:r>
                <a:rPr lang="zh-CN" altLang="en-US" b="1" dirty="0">
                  <a:solidFill>
                    <a:srgbClr val="FDC200"/>
                  </a:solidFill>
                </a:rPr>
                <a:t>静态模型</a:t>
              </a:r>
              <a:r>
                <a:rPr lang="zh-CN" altLang="en-US" dirty="0"/>
                <a:t>描述系统内的对象、类、包以及类与类、包与包之间的相互关系等。静态模型用类图、对象图、包、构件图、部署图等描述。</a:t>
              </a:r>
            </a:p>
          </p:txBody>
        </p:sp>
        <p:sp>
          <p:nvSpPr>
            <p:cNvPr id="26" name="MH_Other_1"/>
            <p:cNvSpPr/>
            <p:nvPr/>
          </p:nvSpPr>
          <p:spPr>
            <a:xfrm flipH="1">
              <a:off x="11161" y="6756"/>
              <a:ext cx="2078" cy="1615"/>
            </a:xfrm>
            <a:custGeom>
              <a:avLst/>
              <a:gdLst/>
              <a:ahLst/>
              <a:cxnLst/>
              <a:rect l="l" t="t" r="r" b="b"/>
              <a:pathLst>
                <a:path w="1759256" h="1368152">
                  <a:moveTo>
                    <a:pt x="0" y="0"/>
                  </a:moveTo>
                  <a:lnTo>
                    <a:pt x="1512168" y="0"/>
                  </a:lnTo>
                  <a:lnTo>
                    <a:pt x="1512168" y="255262"/>
                  </a:lnTo>
                  <a:lnTo>
                    <a:pt x="1759256" y="409692"/>
                  </a:lnTo>
                  <a:lnTo>
                    <a:pt x="1512168" y="564122"/>
                  </a:lnTo>
                  <a:lnTo>
                    <a:pt x="1512168" y="1368152"/>
                  </a:lnTo>
                  <a:lnTo>
                    <a:pt x="0" y="1368152"/>
                  </a:lnTo>
                  <a:close/>
                </a:path>
              </a:pathLst>
            </a:custGeom>
            <a:solidFill>
              <a:srgbClr val="FDC200"/>
            </a:solidFill>
            <a:ln w="19050" cap="flat" cmpd="sng" algn="ctr">
              <a:noFill/>
              <a:prstDash val="solid"/>
            </a:ln>
            <a:effectLst/>
          </p:spPr>
          <p:txBody>
            <a:bodyPr lIns="144000" tIns="0" rIns="0" bIns="0" anchor="ct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eaLnBrk="1" fontAlgn="auto" hangingPunct="1">
                <a:spcBef>
                  <a:spcPts val="0"/>
                </a:spcBef>
                <a:spcAft>
                  <a:spcPts val="0"/>
                </a:spcAft>
                <a:defRPr/>
              </a:pPr>
              <a:r>
                <a:rPr lang="en-US" altLang="zh-CN" sz="3200" kern="0" dirty="0">
                  <a:solidFill>
                    <a:srgbClr val="FFFFFF"/>
                  </a:solidFill>
                  <a:latin typeface="Times New Roman" panose="02020603050405020304" pitchFamily="18" charset="0"/>
                  <a:ea typeface="微软雅黑" panose="020B0503020204020204" pitchFamily="34" charset="-122"/>
                </a:rPr>
                <a:t>02</a:t>
              </a:r>
              <a:endParaRPr lang="zh-CN" altLang="en-US" sz="3200" kern="0" dirty="0">
                <a:solidFill>
                  <a:srgbClr val="FFFFFF"/>
                </a:solidFill>
                <a:latin typeface="Times New Roman" panose="02020603050405020304" pitchFamily="18" charset="0"/>
                <a:ea typeface="微软雅黑" panose="020B0503020204020204" pitchFamily="34" charset="-122"/>
              </a:endParaRPr>
            </a:p>
          </p:txBody>
        </p:sp>
        <p:sp>
          <p:nvSpPr>
            <p:cNvPr id="27" name="MH_SubTitle_1"/>
            <p:cNvSpPr/>
            <p:nvPr/>
          </p:nvSpPr>
          <p:spPr>
            <a:xfrm>
              <a:off x="11369" y="5139"/>
              <a:ext cx="9206" cy="1617"/>
            </a:xfrm>
            <a:prstGeom prst="rect">
              <a:avLst/>
            </a:prstGeom>
            <a:solidFill>
              <a:srgbClr val="EEF9DF"/>
            </a:solidFill>
            <a:ln w="25400" cap="flat" cmpd="sng" algn="ctr">
              <a:noFill/>
              <a:prstDash val="solid"/>
            </a:ln>
            <a:effectLst/>
          </p:spPr>
          <p:txBody>
            <a:bodyPr lIns="216000" anchor="ct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indent="457200" fontAlgn="auto">
                <a:lnSpc>
                  <a:spcPct val="130000"/>
                </a:lnSpc>
                <a:defRPr/>
              </a:pPr>
              <a:r>
                <a:rPr lang="zh-CN" altLang="en-US" b="1" dirty="0">
                  <a:solidFill>
                    <a:srgbClr val="58BDA8"/>
                  </a:solidFill>
                </a:rPr>
                <a:t>用例模型</a:t>
              </a:r>
              <a:r>
                <a:rPr lang="zh-CN" altLang="en-US" dirty="0"/>
                <a:t>描述用户所理解的系统功能。用例模型通过用例图描述。</a:t>
              </a:r>
            </a:p>
          </p:txBody>
        </p:sp>
        <p:sp>
          <p:nvSpPr>
            <p:cNvPr id="28" name="MH_Other_2"/>
            <p:cNvSpPr/>
            <p:nvPr/>
          </p:nvSpPr>
          <p:spPr>
            <a:xfrm>
              <a:off x="9669" y="5139"/>
              <a:ext cx="2077" cy="1617"/>
            </a:xfrm>
            <a:custGeom>
              <a:avLst/>
              <a:gdLst/>
              <a:ahLst/>
              <a:cxnLst/>
              <a:rect l="l" t="t" r="r" b="b"/>
              <a:pathLst>
                <a:path w="1759256" h="1368152">
                  <a:moveTo>
                    <a:pt x="0" y="0"/>
                  </a:moveTo>
                  <a:lnTo>
                    <a:pt x="1512168" y="0"/>
                  </a:lnTo>
                  <a:lnTo>
                    <a:pt x="1512168" y="255262"/>
                  </a:lnTo>
                  <a:lnTo>
                    <a:pt x="1759256" y="409692"/>
                  </a:lnTo>
                  <a:lnTo>
                    <a:pt x="1512168" y="564122"/>
                  </a:lnTo>
                  <a:lnTo>
                    <a:pt x="1512168" y="1368152"/>
                  </a:lnTo>
                  <a:lnTo>
                    <a:pt x="0" y="1368152"/>
                  </a:lnTo>
                  <a:close/>
                </a:path>
              </a:pathLst>
            </a:custGeom>
            <a:solidFill>
              <a:srgbClr val="77BA27"/>
            </a:solidFill>
            <a:ln w="19050" cap="flat" cmpd="sng" algn="ctr">
              <a:noFill/>
              <a:prstDash val="solid"/>
            </a:ln>
            <a:effectLst/>
          </p:spPr>
          <p:txBody>
            <a:bodyPr lIns="0" tIns="0" rIns="144000" bIns="0" anchor="ct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eaLnBrk="1" fontAlgn="auto" hangingPunct="1">
                <a:spcBef>
                  <a:spcPts val="0"/>
                </a:spcBef>
                <a:spcAft>
                  <a:spcPts val="0"/>
                </a:spcAft>
                <a:defRPr/>
              </a:pPr>
              <a:r>
                <a:rPr lang="en-US" altLang="zh-CN" sz="3200" kern="0" dirty="0">
                  <a:solidFill>
                    <a:srgbClr val="FFFFFF"/>
                  </a:solidFill>
                  <a:latin typeface="Times New Roman" panose="02020603050405020304" pitchFamily="18" charset="0"/>
                  <a:ea typeface="微软雅黑" panose="020B0503020204020204" pitchFamily="34" charset="-122"/>
                </a:rPr>
                <a:t>01</a:t>
              </a:r>
              <a:endParaRPr lang="zh-CN" altLang="en-US" sz="3200" kern="0" dirty="0">
                <a:solidFill>
                  <a:srgbClr val="FFFFFF"/>
                </a:solidFill>
                <a:latin typeface="Times New Roman" panose="02020603050405020304" pitchFamily="18" charset="0"/>
                <a:ea typeface="微软雅黑" panose="020B0503020204020204" pitchFamily="34" charset="-122"/>
              </a:endParaRPr>
            </a:p>
          </p:txBody>
        </p:sp>
        <p:sp>
          <p:nvSpPr>
            <p:cNvPr id="5126" name="MH_SubTitle_4"/>
            <p:cNvSpPr>
              <a:spLocks noChangeArrowheads="1"/>
            </p:cNvSpPr>
            <p:nvPr/>
          </p:nvSpPr>
          <p:spPr bwMode="auto">
            <a:xfrm>
              <a:off x="3429" y="9991"/>
              <a:ext cx="8048" cy="1615"/>
            </a:xfrm>
            <a:prstGeom prst="rect">
              <a:avLst/>
            </a:prstGeom>
            <a:solidFill>
              <a:srgbClr val="FFF6D9"/>
            </a:solidFill>
            <a:ln w="25400" algn="ctr">
              <a:noFill/>
              <a:miter lim="800000"/>
            </a:ln>
          </p:spPr>
          <p:txBody>
            <a:bodyPr rIns="216000" anchor="ct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indent="457200" fontAlgn="auto">
                <a:lnSpc>
                  <a:spcPct val="130000"/>
                </a:lnSpc>
              </a:pPr>
              <a:r>
                <a:rPr lang="zh-CN" altLang="en-US" b="1" dirty="0">
                  <a:solidFill>
                    <a:srgbClr val="FDC200"/>
                  </a:solidFill>
                </a:rPr>
                <a:t>实现模型</a:t>
              </a:r>
              <a:r>
                <a:rPr lang="zh-CN" altLang="en-US" dirty="0"/>
                <a:t>包括构件图和部署图，它们描述了系统实现时的一些特性。</a:t>
              </a:r>
            </a:p>
          </p:txBody>
        </p:sp>
        <p:sp>
          <p:nvSpPr>
            <p:cNvPr id="36" name="MH_Other_3"/>
            <p:cNvSpPr/>
            <p:nvPr/>
          </p:nvSpPr>
          <p:spPr>
            <a:xfrm flipH="1">
              <a:off x="11161" y="9991"/>
              <a:ext cx="2078" cy="1615"/>
            </a:xfrm>
            <a:custGeom>
              <a:avLst/>
              <a:gdLst/>
              <a:ahLst/>
              <a:cxnLst/>
              <a:rect l="l" t="t" r="r" b="b"/>
              <a:pathLst>
                <a:path w="1759256" h="1368152">
                  <a:moveTo>
                    <a:pt x="0" y="0"/>
                  </a:moveTo>
                  <a:lnTo>
                    <a:pt x="1512168" y="0"/>
                  </a:lnTo>
                  <a:lnTo>
                    <a:pt x="1512168" y="255262"/>
                  </a:lnTo>
                  <a:lnTo>
                    <a:pt x="1759256" y="409692"/>
                  </a:lnTo>
                  <a:lnTo>
                    <a:pt x="1512168" y="564122"/>
                  </a:lnTo>
                  <a:lnTo>
                    <a:pt x="1512168" y="1368152"/>
                  </a:lnTo>
                  <a:lnTo>
                    <a:pt x="0" y="1368152"/>
                  </a:lnTo>
                  <a:close/>
                </a:path>
              </a:pathLst>
            </a:custGeom>
            <a:solidFill>
              <a:srgbClr val="FDC200"/>
            </a:solidFill>
            <a:ln w="19050" cap="flat" cmpd="sng" algn="ctr">
              <a:noFill/>
              <a:prstDash val="solid"/>
            </a:ln>
            <a:effectLst/>
          </p:spPr>
          <p:txBody>
            <a:bodyPr lIns="144000" tIns="0" rIns="0" bIns="0" anchor="ct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eaLnBrk="1" fontAlgn="auto" hangingPunct="1">
                <a:spcBef>
                  <a:spcPts val="0"/>
                </a:spcBef>
                <a:spcAft>
                  <a:spcPts val="0"/>
                </a:spcAft>
                <a:defRPr/>
              </a:pPr>
              <a:r>
                <a:rPr lang="en-US" altLang="zh-CN" sz="3200" kern="0" dirty="0">
                  <a:solidFill>
                    <a:srgbClr val="FFFFFF"/>
                  </a:solidFill>
                  <a:latin typeface="Times New Roman" panose="02020603050405020304" pitchFamily="18" charset="0"/>
                  <a:ea typeface="微软雅黑" panose="020B0503020204020204" pitchFamily="34" charset="-122"/>
                </a:rPr>
                <a:t>04</a:t>
              </a:r>
              <a:endParaRPr lang="zh-CN" altLang="en-US" sz="3200" kern="0" dirty="0">
                <a:solidFill>
                  <a:srgbClr val="FFFFFF"/>
                </a:solidFill>
                <a:latin typeface="Times New Roman" panose="02020603050405020304" pitchFamily="18" charset="0"/>
                <a:ea typeface="微软雅黑" panose="020B0503020204020204" pitchFamily="34" charset="-122"/>
              </a:endParaRPr>
            </a:p>
          </p:txBody>
        </p:sp>
        <p:sp>
          <p:nvSpPr>
            <p:cNvPr id="5128" name="MH_SubTitle_3"/>
            <p:cNvSpPr>
              <a:spLocks noChangeArrowheads="1"/>
            </p:cNvSpPr>
            <p:nvPr/>
          </p:nvSpPr>
          <p:spPr bwMode="auto">
            <a:xfrm>
              <a:off x="11369" y="8376"/>
              <a:ext cx="9205" cy="1615"/>
            </a:xfrm>
            <a:prstGeom prst="rect">
              <a:avLst/>
            </a:prstGeom>
            <a:solidFill>
              <a:srgbClr val="EEF9DF"/>
            </a:solidFill>
            <a:ln w="25400" algn="ctr">
              <a:noFill/>
              <a:miter lim="800000"/>
            </a:ln>
          </p:spPr>
          <p:txBody>
            <a:bodyPr lIns="216000" anchor="ct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indent="457200" fontAlgn="auto">
                <a:lnSpc>
                  <a:spcPct val="120000"/>
                </a:lnSpc>
              </a:pPr>
              <a:r>
                <a:rPr lang="zh-CN" altLang="en-US" b="1" dirty="0">
                  <a:solidFill>
                    <a:srgbClr val="58BDA8"/>
                  </a:solidFill>
                </a:rPr>
                <a:t>动态模型</a:t>
              </a:r>
              <a:r>
                <a:rPr lang="zh-CN" altLang="en-US" dirty="0"/>
                <a:t>描述系统的行为，描述系统中的对象通过通信相互协作的方式及对象在系统中改变状态的方式等。动态模型用状态图、顺序图、活动图、协作图等描述。</a:t>
              </a:r>
            </a:p>
          </p:txBody>
        </p:sp>
        <p:sp>
          <p:nvSpPr>
            <p:cNvPr id="38" name="MH_Other_4"/>
            <p:cNvSpPr/>
            <p:nvPr/>
          </p:nvSpPr>
          <p:spPr>
            <a:xfrm>
              <a:off x="9669" y="8376"/>
              <a:ext cx="2077" cy="1615"/>
            </a:xfrm>
            <a:custGeom>
              <a:avLst/>
              <a:gdLst/>
              <a:ahLst/>
              <a:cxnLst/>
              <a:rect l="l" t="t" r="r" b="b"/>
              <a:pathLst>
                <a:path w="1759256" h="1368152">
                  <a:moveTo>
                    <a:pt x="0" y="0"/>
                  </a:moveTo>
                  <a:lnTo>
                    <a:pt x="1512168" y="0"/>
                  </a:lnTo>
                  <a:lnTo>
                    <a:pt x="1512168" y="255262"/>
                  </a:lnTo>
                  <a:lnTo>
                    <a:pt x="1759256" y="409692"/>
                  </a:lnTo>
                  <a:lnTo>
                    <a:pt x="1512168" y="564122"/>
                  </a:lnTo>
                  <a:lnTo>
                    <a:pt x="1512168" y="1368152"/>
                  </a:lnTo>
                  <a:lnTo>
                    <a:pt x="0" y="1368152"/>
                  </a:lnTo>
                  <a:close/>
                </a:path>
              </a:pathLst>
            </a:custGeom>
            <a:solidFill>
              <a:srgbClr val="77BA27"/>
            </a:solidFill>
            <a:ln w="19050" cap="flat" cmpd="sng" algn="ctr">
              <a:noFill/>
              <a:prstDash val="solid"/>
            </a:ln>
            <a:effectLst/>
          </p:spPr>
          <p:txBody>
            <a:bodyPr lIns="0" tIns="0" rIns="144000" bIns="0" anchor="ct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eaLnBrk="1" fontAlgn="auto" hangingPunct="1">
                <a:spcBef>
                  <a:spcPts val="0"/>
                </a:spcBef>
                <a:spcAft>
                  <a:spcPts val="0"/>
                </a:spcAft>
                <a:defRPr/>
              </a:pPr>
              <a:r>
                <a:rPr lang="en-US" altLang="zh-CN" sz="3200" kern="0" dirty="0">
                  <a:solidFill>
                    <a:srgbClr val="FFFFFF"/>
                  </a:solidFill>
                  <a:latin typeface="Times New Roman" panose="02020603050405020304" pitchFamily="18" charset="0"/>
                  <a:ea typeface="微软雅黑" panose="020B0503020204020204" pitchFamily="34" charset="-122"/>
                </a:rPr>
                <a:t>03</a:t>
              </a:r>
              <a:endParaRPr lang="zh-CN" altLang="en-US" sz="3200" kern="0" dirty="0">
                <a:solidFill>
                  <a:srgbClr val="FFFFFF"/>
                </a:solidFill>
                <a:latin typeface="Times New Roman" panose="02020603050405020304" pitchFamily="18" charset="0"/>
                <a:ea typeface="微软雅黑" panose="020B0503020204020204" pitchFamily="34" charset="-122"/>
              </a:endParaRPr>
            </a:p>
          </p:txBody>
        </p:sp>
      </p:grpSp>
      <p:sp>
        <p:nvSpPr>
          <p:cNvPr id="13" name="Rectangle 1"/>
          <p:cNvSpPr>
            <a:spLocks noChangeArrowheads="1"/>
          </p:cNvSpPr>
          <p:nvPr/>
        </p:nvSpPr>
        <p:spPr bwMode="auto">
          <a:xfrm>
            <a:off x="3725555" y="1360100"/>
            <a:ext cx="7656678" cy="707886"/>
          </a:xfrm>
          <a:prstGeom prst="rect">
            <a:avLst/>
          </a:prstGeom>
          <a:noFill/>
          <a:ln w="9525">
            <a:noFill/>
            <a:miter lim="800000"/>
          </a:ln>
          <a:effectLst/>
        </p:spPr>
        <p:txBody>
          <a:bodyPr vert="horz" wrap="square" lIns="91440" tIns="45720" rIns="91440" bIns="45720" numCol="1" anchor="ctr" anchorCtr="0" compatLnSpc="1">
            <a:spAutoFit/>
          </a:bodyPr>
          <a:lstStyle/>
          <a:p>
            <a:r>
              <a:rPr lang="en-US" sz="2000" dirty="0"/>
              <a:t>UML</a:t>
            </a:r>
            <a:r>
              <a:rPr lang="zh-CN" altLang="en-US" sz="2000" dirty="0"/>
              <a:t>可以建立系统的用例模型、静态模型、动态模型和实现模型，每种模型由适当的</a:t>
            </a:r>
            <a:r>
              <a:rPr lang="en-US" sz="2000" dirty="0"/>
              <a:t>UML</a:t>
            </a:r>
            <a:r>
              <a:rPr lang="zh-CN" altLang="en-US" sz="2000" dirty="0"/>
              <a:t>图组成。</a:t>
            </a:r>
          </a:p>
        </p:txBody>
      </p:sp>
    </p:spTree>
  </p:cSld>
  <p:clrMapOvr>
    <a:masterClrMapping/>
  </p:clrMapOvr>
  <p:transition>
    <p:zoom/>
  </p:transition>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任意多边形 17"/>
          <p:cNvSpPr/>
          <p:nvPr>
            <p:custDataLst>
              <p:tags r:id="rId1"/>
            </p:custDataLst>
          </p:nvPr>
        </p:nvSpPr>
        <p:spPr bwMode="auto">
          <a:xfrm>
            <a:off x="-2117" y="0"/>
            <a:ext cx="7249584" cy="6858000"/>
          </a:xfrm>
          <a:custGeom>
            <a:avLst/>
            <a:gdLst>
              <a:gd name="T0" fmla="*/ 0 w 5437991"/>
              <a:gd name="T1" fmla="*/ 0 h 6858000"/>
              <a:gd name="T2" fmla="*/ 5433976 w 5437991"/>
              <a:gd name="T3" fmla="*/ 0 h 6858000"/>
              <a:gd name="T4" fmla="*/ 1631922 w 5437991"/>
              <a:gd name="T5" fmla="*/ 6858000 h 6858000"/>
              <a:gd name="T6" fmla="*/ 0 w 5437991"/>
              <a:gd name="T7" fmla="*/ 6858000 h 6858000"/>
              <a:gd name="T8" fmla="*/ 0 w 5437991"/>
              <a:gd name="T9" fmla="*/ 0 h 685800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5437991" h="6858000">
                <a:moveTo>
                  <a:pt x="0" y="0"/>
                </a:moveTo>
                <a:lnTo>
                  <a:pt x="5437991" y="0"/>
                </a:lnTo>
                <a:lnTo>
                  <a:pt x="1633127" y="6858000"/>
                </a:lnTo>
                <a:lnTo>
                  <a:pt x="0" y="6858000"/>
                </a:lnTo>
                <a:lnTo>
                  <a:pt x="0" y="0"/>
                </a:lnTo>
                <a:close/>
              </a:path>
            </a:pathLst>
          </a:custGeom>
          <a:solidFill>
            <a:srgbClr val="008080"/>
          </a:solidFill>
          <a:ln w="9525">
            <a:noFill/>
            <a:round/>
          </a:ln>
        </p:spPr>
        <p:txBody>
          <a:bodyPr anchor="ctr"/>
          <a:lstStyle/>
          <a:p>
            <a:endParaRPr lang="zh-CN" altLang="en-US" dirty="0">
              <a:ea typeface="微软雅黑" panose="020B0503020204020204" pitchFamily="34" charset="-122"/>
            </a:endParaRPr>
          </a:p>
        </p:txBody>
      </p:sp>
      <p:grpSp>
        <p:nvGrpSpPr>
          <p:cNvPr id="4" name="组合 2"/>
          <p:cNvGrpSpPr/>
          <p:nvPr/>
        </p:nvGrpSpPr>
        <p:grpSpPr>
          <a:xfrm>
            <a:off x="3428455" y="2169500"/>
            <a:ext cx="2362200" cy="2362200"/>
            <a:chOff x="977900" y="2247899"/>
            <a:chExt cx="2362200" cy="2362200"/>
          </a:xfrm>
        </p:grpSpPr>
        <p:sp>
          <p:nvSpPr>
            <p:cNvPr id="2" name="椭圆 1"/>
            <p:cNvSpPr/>
            <p:nvPr/>
          </p:nvSpPr>
          <p:spPr>
            <a:xfrm>
              <a:off x="977900" y="2247899"/>
              <a:ext cx="2362200" cy="2362200"/>
            </a:xfrm>
            <a:prstGeom prst="ellipse">
              <a:avLst/>
            </a:prstGeom>
            <a:solidFill>
              <a:schemeClr val="bg1"/>
            </a:solidFill>
            <a:ln>
              <a:solidFill>
                <a:schemeClr val="accent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dirty="0">
                <a:ln>
                  <a:noFill/>
                </a:ln>
                <a:solidFill>
                  <a:schemeClr val="lt1"/>
                </a:solidFill>
                <a:effectLst/>
                <a:uLnTx/>
                <a:uFillTx/>
                <a:latin typeface="+mn-lt"/>
                <a:ea typeface="微软雅黑" panose="020B0503020204020204" pitchFamily="34" charset="-122"/>
                <a:cs typeface="+mn-cs"/>
              </a:endParaRPr>
            </a:p>
          </p:txBody>
        </p:sp>
        <p:sp>
          <p:nvSpPr>
            <p:cNvPr id="18442" name="文本框 5"/>
            <p:cNvSpPr txBox="1"/>
            <p:nvPr/>
          </p:nvSpPr>
          <p:spPr>
            <a:xfrm>
              <a:off x="1316396" y="2644169"/>
              <a:ext cx="1736009" cy="1657985"/>
            </a:xfrm>
            <a:prstGeom prst="rect">
              <a:avLst/>
            </a:prstGeom>
            <a:noFill/>
            <a:ln w="9525">
              <a:noFill/>
            </a:ln>
          </p:spPr>
          <p:txBody>
            <a:bodyPr>
              <a:spAutoFit/>
            </a:bodyPr>
            <a:lstStyle>
              <a:lvl1pPr marL="228600" indent="-228600" algn="l" rtl="0" fontAlgn="base">
                <a:lnSpc>
                  <a:spcPct val="90000"/>
                </a:lnSpc>
                <a:spcBef>
                  <a:spcPts val="1000"/>
                </a:spcBef>
                <a:spcAft>
                  <a:spcPct val="0"/>
                </a:spcAft>
                <a:buFont typeface="Arial" panose="020B0604020202020204" pitchFamily="34" charset="0"/>
                <a:buChar char="•"/>
                <a:defRPr sz="2800" kern="1200">
                  <a:solidFill>
                    <a:schemeClr val="tx1"/>
                  </a:solidFill>
                  <a:latin typeface="+mn-lt"/>
                  <a:ea typeface="+mn-ea"/>
                  <a:cs typeface="+mn-cs"/>
                </a:defRPr>
              </a:lvl1pPr>
              <a:lvl2pPr marL="685800" indent="-228600" algn="l" rtl="0" fontAlgn="base">
                <a:lnSpc>
                  <a:spcPct val="90000"/>
                </a:lnSpc>
                <a:spcBef>
                  <a:spcPts val="500"/>
                </a:spcBef>
                <a:spcAft>
                  <a:spcPct val="0"/>
                </a:spcAft>
                <a:buFont typeface="Arial" panose="020B0604020202020204" pitchFamily="34" charset="0"/>
                <a:buChar char="•"/>
                <a:defRPr sz="2400" kern="1200">
                  <a:solidFill>
                    <a:schemeClr val="tx1"/>
                  </a:solidFill>
                  <a:latin typeface="+mn-lt"/>
                  <a:ea typeface="+mn-ea"/>
                  <a:cs typeface="+mn-cs"/>
                </a:defRPr>
              </a:lvl2pPr>
              <a:lvl3pPr marL="1143000" indent="-228600" algn="l" rtl="0" fontAlgn="base">
                <a:lnSpc>
                  <a:spcPct val="90000"/>
                </a:lnSpc>
                <a:spcBef>
                  <a:spcPts val="500"/>
                </a:spcBef>
                <a:spcAft>
                  <a:spcPct val="0"/>
                </a:spcAft>
                <a:buFont typeface="Arial" panose="020B0604020202020204" pitchFamily="34" charset="0"/>
                <a:buChar char="•"/>
                <a:defRPr sz="2000" kern="1200">
                  <a:solidFill>
                    <a:schemeClr val="tx1"/>
                  </a:solidFill>
                  <a:latin typeface="+mn-lt"/>
                  <a:ea typeface="+mn-ea"/>
                  <a:cs typeface="+mn-cs"/>
                </a:defRPr>
              </a:lvl3pPr>
              <a:lvl4pPr marL="16002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4pPr>
              <a:lvl5pPr marL="20574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5pPr>
            </a:lstStyle>
            <a:p>
              <a:pPr marL="0" lvl="0" indent="0" eaLnBrk="1" hangingPunct="1">
                <a:lnSpc>
                  <a:spcPct val="100000"/>
                </a:lnSpc>
                <a:spcBef>
                  <a:spcPct val="0"/>
                </a:spcBef>
                <a:buNone/>
              </a:pPr>
              <a:r>
                <a:rPr lang="en-US" altLang="zh-CN" sz="9600" b="1" dirty="0">
                  <a:solidFill>
                    <a:srgbClr val="FF0000"/>
                  </a:solidFill>
                  <a:latin typeface="微软雅黑" panose="020B0503020204020204" charset="-122"/>
                  <a:ea typeface="微软雅黑" panose="020B0503020204020204" charset="-122"/>
                </a:rPr>
                <a:t>0</a:t>
              </a:r>
              <a:r>
                <a:rPr lang="en-US" sz="9600" b="1" dirty="0">
                  <a:solidFill>
                    <a:srgbClr val="FF0000"/>
                  </a:solidFill>
                  <a:latin typeface="微软雅黑" panose="020B0503020204020204" charset="-122"/>
                  <a:ea typeface="微软雅黑" panose="020B0503020204020204" charset="-122"/>
                </a:rPr>
                <a:t>3</a:t>
              </a:r>
            </a:p>
          </p:txBody>
        </p:sp>
      </p:grpSp>
      <p:sp>
        <p:nvSpPr>
          <p:cNvPr id="40" name="文本框 39"/>
          <p:cNvSpPr txBox="1"/>
          <p:nvPr/>
        </p:nvSpPr>
        <p:spPr>
          <a:xfrm>
            <a:off x="6006555" y="2913198"/>
            <a:ext cx="5137150" cy="874395"/>
          </a:xfrm>
          <a:prstGeom prst="rect">
            <a:avLst/>
          </a:prstGeom>
          <a:noFill/>
        </p:spPr>
        <p:txBody>
          <a:bodyPr>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en-US" altLang="zh-CN" sz="4800" b="1" i="0" u="none" strike="noStrike" kern="1200" cap="none" spc="0" normalizeH="0" baseline="0" noProof="0" dirty="0">
                <a:ln>
                  <a:noFill/>
                </a:ln>
                <a:solidFill>
                  <a:schemeClr val="bg2">
                    <a:lumMod val="50000"/>
                  </a:schemeClr>
                </a:solidFill>
                <a:effectLst/>
                <a:uLnTx/>
                <a:uFillTx/>
                <a:latin typeface="微软雅黑" panose="020B0503020204020204" charset="-122"/>
                <a:ea typeface="微软雅黑" panose="020B0503020204020204" charset="-122"/>
                <a:cs typeface="+mn-cs"/>
              </a:rPr>
              <a:t>UML</a:t>
            </a:r>
            <a:r>
              <a:rPr kumimoji="0" lang="zh-CN" altLang="en-US" sz="4800" b="1" i="0" u="none" strike="noStrike" kern="1200" cap="none" spc="0" normalizeH="0" baseline="0" noProof="0" dirty="0">
                <a:ln>
                  <a:noFill/>
                </a:ln>
                <a:solidFill>
                  <a:schemeClr val="bg2">
                    <a:lumMod val="50000"/>
                  </a:schemeClr>
                </a:solidFill>
                <a:effectLst/>
                <a:uLnTx/>
                <a:uFillTx/>
                <a:latin typeface="微软雅黑" panose="020B0503020204020204" charset="-122"/>
                <a:ea typeface="微软雅黑" panose="020B0503020204020204" charset="-122"/>
                <a:cs typeface="+mn-cs"/>
              </a:rPr>
              <a:t>图</a:t>
            </a:r>
          </a:p>
        </p:txBody>
      </p:sp>
      <p:grpSp>
        <p:nvGrpSpPr>
          <p:cNvPr id="11" name="组合 10"/>
          <p:cNvGrpSpPr/>
          <p:nvPr/>
        </p:nvGrpSpPr>
        <p:grpSpPr>
          <a:xfrm>
            <a:off x="6006465" y="4135755"/>
            <a:ext cx="3712845" cy="913130"/>
            <a:chOff x="9459" y="7137"/>
            <a:chExt cx="5847" cy="1438"/>
          </a:xfrm>
        </p:grpSpPr>
        <p:sp>
          <p:nvSpPr>
            <p:cNvPr id="48" name="文本框 47"/>
            <p:cNvSpPr txBox="1"/>
            <p:nvPr/>
          </p:nvSpPr>
          <p:spPr>
            <a:xfrm>
              <a:off x="9459" y="7137"/>
              <a:ext cx="5847" cy="658"/>
            </a:xfrm>
            <a:prstGeom prst="rect">
              <a:avLst/>
            </a:prstGeom>
            <a:noFill/>
          </p:spPr>
          <p:txBody>
            <a:bodyPr wrap="square">
              <a:spAutoFit/>
            </a:bodyPr>
            <a:lstStyle/>
            <a:p>
              <a:pPr marL="342900" marR="0" lvl="0" indent="-342900" algn="l" defTabSz="914400" rtl="0" eaLnBrk="1" fontAlgn="auto" latinLnBrk="0" hangingPunct="1">
                <a:lnSpc>
                  <a:spcPct val="100000"/>
                </a:lnSpc>
                <a:spcBef>
                  <a:spcPts val="0"/>
                </a:spcBef>
                <a:spcAft>
                  <a:spcPts val="0"/>
                </a:spcAft>
                <a:buClrTx/>
                <a:buSzTx/>
                <a:buFont typeface="Arial" panose="020B0604020202020204" pitchFamily="34" charset="0"/>
                <a:buChar char="•"/>
                <a:defRPr/>
              </a:pPr>
              <a:r>
                <a:rPr kumimoji="0" lang="zh-CN" altLang="en-US" sz="2000" b="0" i="0" u="none" strike="noStrike" kern="1200" cap="none" spc="0" normalizeH="0" baseline="0" noProof="0" dirty="0">
                  <a:ln>
                    <a:noFill/>
                  </a:ln>
                  <a:solidFill>
                    <a:schemeClr val="bg2">
                      <a:lumMod val="50000"/>
                    </a:schemeClr>
                  </a:solidFill>
                  <a:effectLst/>
                  <a:uLnTx/>
                  <a:uFillTx/>
                  <a:latin typeface="微软雅黑" panose="020B0503020204020204" charset="-122"/>
                  <a:ea typeface="微软雅黑" panose="020B0503020204020204" charset="-122"/>
                  <a:cs typeface="+mn-cs"/>
                </a:rPr>
                <a:t>用例图</a:t>
              </a:r>
            </a:p>
          </p:txBody>
        </p:sp>
        <p:sp>
          <p:nvSpPr>
            <p:cNvPr id="50" name="文本框 49"/>
            <p:cNvSpPr txBox="1"/>
            <p:nvPr/>
          </p:nvSpPr>
          <p:spPr>
            <a:xfrm>
              <a:off x="9459" y="7917"/>
              <a:ext cx="5847" cy="658"/>
            </a:xfrm>
            <a:prstGeom prst="rect">
              <a:avLst/>
            </a:prstGeom>
            <a:noFill/>
          </p:spPr>
          <p:txBody>
            <a:bodyPr wrap="square">
              <a:spAutoFit/>
            </a:bodyPr>
            <a:lstStyle/>
            <a:p>
              <a:pPr marL="342900" marR="0" lvl="0" indent="-342900" algn="l" defTabSz="914400" rtl="0" eaLnBrk="1" fontAlgn="auto" latinLnBrk="0" hangingPunct="1">
                <a:lnSpc>
                  <a:spcPct val="100000"/>
                </a:lnSpc>
                <a:spcBef>
                  <a:spcPts val="0"/>
                </a:spcBef>
                <a:spcAft>
                  <a:spcPts val="0"/>
                </a:spcAft>
                <a:buClrTx/>
                <a:buSzTx/>
                <a:buFont typeface="Arial" panose="020B0604020202020204" pitchFamily="34" charset="0"/>
                <a:buChar char="•"/>
                <a:defRPr/>
              </a:pPr>
              <a:r>
                <a:rPr kumimoji="0" lang="zh-CN" altLang="en-US" sz="2000" b="0" i="0" u="none" strike="noStrike" kern="1200" cap="none" spc="0" normalizeH="0" baseline="0" noProof="0" dirty="0">
                  <a:ln>
                    <a:noFill/>
                  </a:ln>
                  <a:solidFill>
                    <a:schemeClr val="bg2">
                      <a:lumMod val="50000"/>
                    </a:schemeClr>
                  </a:solidFill>
                  <a:effectLst/>
                  <a:uLnTx/>
                  <a:uFillTx/>
                  <a:latin typeface="微软雅黑" panose="020B0503020204020204" charset="-122"/>
                  <a:ea typeface="微软雅黑" panose="020B0503020204020204" charset="-122"/>
                  <a:cs typeface="+mn-cs"/>
                </a:rPr>
                <a:t>类图和包</a:t>
              </a:r>
            </a:p>
          </p:txBody>
        </p:sp>
      </p:grpSp>
      <p:grpSp>
        <p:nvGrpSpPr>
          <p:cNvPr id="3" name="组合 2"/>
          <p:cNvGrpSpPr/>
          <p:nvPr/>
        </p:nvGrpSpPr>
        <p:grpSpPr>
          <a:xfrm>
            <a:off x="8722360" y="4135755"/>
            <a:ext cx="3712845" cy="913130"/>
            <a:chOff x="9459" y="7137"/>
            <a:chExt cx="5847" cy="1438"/>
          </a:xfrm>
        </p:grpSpPr>
        <p:sp>
          <p:nvSpPr>
            <p:cNvPr id="5" name="文本框 4"/>
            <p:cNvSpPr txBox="1"/>
            <p:nvPr/>
          </p:nvSpPr>
          <p:spPr>
            <a:xfrm>
              <a:off x="9459" y="7137"/>
              <a:ext cx="5847" cy="658"/>
            </a:xfrm>
            <a:prstGeom prst="rect">
              <a:avLst/>
            </a:prstGeom>
            <a:noFill/>
          </p:spPr>
          <p:txBody>
            <a:bodyPr wrap="square">
              <a:spAutoFit/>
            </a:bodyPr>
            <a:lstStyle/>
            <a:p>
              <a:pPr marL="342900" marR="0" lvl="0" indent="-342900" algn="l" defTabSz="914400" rtl="0" eaLnBrk="1" fontAlgn="auto" latinLnBrk="0" hangingPunct="1">
                <a:lnSpc>
                  <a:spcPct val="100000"/>
                </a:lnSpc>
                <a:spcBef>
                  <a:spcPts val="0"/>
                </a:spcBef>
                <a:spcAft>
                  <a:spcPts val="0"/>
                </a:spcAft>
                <a:buClrTx/>
                <a:buSzTx/>
                <a:buFont typeface="Arial" panose="020B0604020202020204" pitchFamily="34" charset="0"/>
                <a:buChar char="•"/>
                <a:defRPr/>
              </a:pPr>
              <a:r>
                <a:rPr kumimoji="0" lang="zh-CN" altLang="en-US" sz="2000" b="0" i="0" u="none" strike="noStrike" kern="1200" cap="none" spc="0" normalizeH="0" baseline="0" noProof="0" dirty="0">
                  <a:ln>
                    <a:noFill/>
                  </a:ln>
                  <a:solidFill>
                    <a:schemeClr val="bg2">
                      <a:lumMod val="50000"/>
                    </a:schemeClr>
                  </a:solidFill>
                  <a:effectLst/>
                  <a:uLnTx/>
                  <a:uFillTx/>
                  <a:latin typeface="微软雅黑" panose="020B0503020204020204" charset="-122"/>
                  <a:ea typeface="微软雅黑" panose="020B0503020204020204" charset="-122"/>
                  <a:cs typeface="+mn-cs"/>
                </a:rPr>
                <a:t>顺序图</a:t>
              </a:r>
            </a:p>
          </p:txBody>
        </p:sp>
        <p:sp>
          <p:nvSpPr>
            <p:cNvPr id="6" name="文本框 5"/>
            <p:cNvSpPr txBox="1"/>
            <p:nvPr/>
          </p:nvSpPr>
          <p:spPr>
            <a:xfrm>
              <a:off x="9459" y="7917"/>
              <a:ext cx="5847" cy="658"/>
            </a:xfrm>
            <a:prstGeom prst="rect">
              <a:avLst/>
            </a:prstGeom>
            <a:noFill/>
          </p:spPr>
          <p:txBody>
            <a:bodyPr wrap="square">
              <a:spAutoFit/>
            </a:bodyPr>
            <a:lstStyle/>
            <a:p>
              <a:pPr marL="342900" marR="0" lvl="0" indent="-342900" algn="l" defTabSz="914400" rtl="0" eaLnBrk="1" fontAlgn="auto" latinLnBrk="0" hangingPunct="1">
                <a:lnSpc>
                  <a:spcPct val="100000"/>
                </a:lnSpc>
                <a:spcBef>
                  <a:spcPts val="0"/>
                </a:spcBef>
                <a:spcAft>
                  <a:spcPts val="0"/>
                </a:spcAft>
                <a:buClrTx/>
                <a:buSzTx/>
                <a:buFont typeface="Arial" panose="020B0604020202020204" pitchFamily="34" charset="0"/>
                <a:buChar char="•"/>
                <a:defRPr/>
              </a:pPr>
              <a:r>
                <a:rPr kumimoji="0" lang="zh-CN" altLang="en-US" sz="2000" b="0" i="0" u="none" strike="noStrike" kern="1200" cap="none" spc="0" normalizeH="0" baseline="0" noProof="0" dirty="0">
                  <a:ln>
                    <a:noFill/>
                  </a:ln>
                  <a:solidFill>
                    <a:schemeClr val="bg2">
                      <a:lumMod val="50000"/>
                    </a:schemeClr>
                  </a:solidFill>
                  <a:effectLst/>
                  <a:uLnTx/>
                  <a:uFillTx/>
                  <a:latin typeface="微软雅黑" panose="020B0503020204020204" charset="-122"/>
                  <a:ea typeface="微软雅黑" panose="020B0503020204020204" charset="-122"/>
                  <a:cs typeface="+mn-cs"/>
                </a:rPr>
                <a:t>活动图</a:t>
              </a:r>
            </a:p>
          </p:txBody>
        </p:sp>
      </p:grpSp>
      <p:grpSp>
        <p:nvGrpSpPr>
          <p:cNvPr id="7" name="组合 6"/>
          <p:cNvGrpSpPr/>
          <p:nvPr/>
        </p:nvGrpSpPr>
        <p:grpSpPr>
          <a:xfrm>
            <a:off x="6006465" y="5165725"/>
            <a:ext cx="3712845" cy="913130"/>
            <a:chOff x="9459" y="7137"/>
            <a:chExt cx="5847" cy="1438"/>
          </a:xfrm>
        </p:grpSpPr>
        <p:sp>
          <p:nvSpPr>
            <p:cNvPr id="8" name="文本框 7"/>
            <p:cNvSpPr txBox="1"/>
            <p:nvPr/>
          </p:nvSpPr>
          <p:spPr>
            <a:xfrm>
              <a:off x="9459" y="7137"/>
              <a:ext cx="5847" cy="658"/>
            </a:xfrm>
            <a:prstGeom prst="rect">
              <a:avLst/>
            </a:prstGeom>
            <a:noFill/>
          </p:spPr>
          <p:txBody>
            <a:bodyPr wrap="square">
              <a:spAutoFit/>
            </a:bodyPr>
            <a:lstStyle/>
            <a:p>
              <a:pPr marL="342900" marR="0" lvl="0" indent="-342900" algn="l" defTabSz="914400" rtl="0" eaLnBrk="1" fontAlgn="auto" latinLnBrk="0" hangingPunct="1">
                <a:lnSpc>
                  <a:spcPct val="100000"/>
                </a:lnSpc>
                <a:spcBef>
                  <a:spcPts val="0"/>
                </a:spcBef>
                <a:spcAft>
                  <a:spcPts val="0"/>
                </a:spcAft>
                <a:buClrTx/>
                <a:buSzTx/>
                <a:buFont typeface="Arial" panose="020B0604020202020204" pitchFamily="34" charset="0"/>
                <a:buChar char="•"/>
                <a:defRPr/>
              </a:pPr>
              <a:r>
                <a:rPr kumimoji="0" lang="zh-CN" altLang="en-US" sz="2000" b="0" i="0" u="none" strike="noStrike" kern="1200" cap="none" spc="0" normalizeH="0" baseline="0" noProof="0" dirty="0">
                  <a:ln>
                    <a:noFill/>
                  </a:ln>
                  <a:solidFill>
                    <a:schemeClr val="bg2">
                      <a:lumMod val="50000"/>
                    </a:schemeClr>
                  </a:solidFill>
                  <a:effectLst/>
                  <a:uLnTx/>
                  <a:uFillTx/>
                  <a:latin typeface="微软雅黑" panose="020B0503020204020204" charset="-122"/>
                  <a:ea typeface="微软雅黑" panose="020B0503020204020204" charset="-122"/>
                  <a:cs typeface="+mn-cs"/>
                </a:rPr>
                <a:t>对象图</a:t>
              </a:r>
            </a:p>
          </p:txBody>
        </p:sp>
        <p:sp>
          <p:nvSpPr>
            <p:cNvPr id="9" name="文本框 8"/>
            <p:cNvSpPr txBox="1"/>
            <p:nvPr/>
          </p:nvSpPr>
          <p:spPr>
            <a:xfrm>
              <a:off x="9459" y="7917"/>
              <a:ext cx="5847" cy="658"/>
            </a:xfrm>
            <a:prstGeom prst="rect">
              <a:avLst/>
            </a:prstGeom>
            <a:noFill/>
          </p:spPr>
          <p:txBody>
            <a:bodyPr wrap="square">
              <a:spAutoFit/>
            </a:bodyPr>
            <a:lstStyle/>
            <a:p>
              <a:pPr marL="342900" marR="0" lvl="0" indent="-342900" algn="l" defTabSz="914400" rtl="0" eaLnBrk="1" fontAlgn="auto" latinLnBrk="0" hangingPunct="1">
                <a:lnSpc>
                  <a:spcPct val="100000"/>
                </a:lnSpc>
                <a:spcBef>
                  <a:spcPts val="0"/>
                </a:spcBef>
                <a:spcAft>
                  <a:spcPts val="0"/>
                </a:spcAft>
                <a:buClrTx/>
                <a:buSzTx/>
                <a:buFont typeface="Arial" panose="020B0604020202020204" pitchFamily="34" charset="0"/>
                <a:buChar char="•"/>
                <a:defRPr/>
              </a:pPr>
              <a:r>
                <a:rPr kumimoji="0" lang="zh-CN" altLang="en-US" sz="2000" b="0" i="0" u="none" strike="noStrike" kern="1200" cap="none" spc="0" normalizeH="0" baseline="0" noProof="0" dirty="0">
                  <a:ln>
                    <a:noFill/>
                  </a:ln>
                  <a:solidFill>
                    <a:schemeClr val="bg2">
                      <a:lumMod val="50000"/>
                    </a:schemeClr>
                  </a:solidFill>
                  <a:effectLst/>
                  <a:uLnTx/>
                  <a:uFillTx/>
                  <a:latin typeface="微软雅黑" panose="020B0503020204020204" charset="-122"/>
                  <a:ea typeface="微软雅黑" panose="020B0503020204020204" charset="-122"/>
                  <a:cs typeface="+mn-cs"/>
                </a:rPr>
                <a:t>状态图</a:t>
              </a:r>
            </a:p>
          </p:txBody>
        </p:sp>
      </p:grpSp>
      <p:grpSp>
        <p:nvGrpSpPr>
          <p:cNvPr id="12" name="组合 11"/>
          <p:cNvGrpSpPr/>
          <p:nvPr/>
        </p:nvGrpSpPr>
        <p:grpSpPr>
          <a:xfrm>
            <a:off x="8722360" y="5165725"/>
            <a:ext cx="3712845" cy="913130"/>
            <a:chOff x="9459" y="7137"/>
            <a:chExt cx="5847" cy="1438"/>
          </a:xfrm>
        </p:grpSpPr>
        <p:sp>
          <p:nvSpPr>
            <p:cNvPr id="13" name="文本框 12"/>
            <p:cNvSpPr txBox="1"/>
            <p:nvPr/>
          </p:nvSpPr>
          <p:spPr>
            <a:xfrm>
              <a:off x="9459" y="7137"/>
              <a:ext cx="5847" cy="658"/>
            </a:xfrm>
            <a:prstGeom prst="rect">
              <a:avLst/>
            </a:prstGeom>
            <a:noFill/>
          </p:spPr>
          <p:txBody>
            <a:bodyPr wrap="square">
              <a:spAutoFit/>
            </a:bodyPr>
            <a:lstStyle/>
            <a:p>
              <a:pPr marL="342900" marR="0" lvl="0" indent="-342900" algn="l" defTabSz="914400" rtl="0" eaLnBrk="1" fontAlgn="auto" latinLnBrk="0" hangingPunct="1">
                <a:lnSpc>
                  <a:spcPct val="100000"/>
                </a:lnSpc>
                <a:spcBef>
                  <a:spcPts val="0"/>
                </a:spcBef>
                <a:spcAft>
                  <a:spcPts val="0"/>
                </a:spcAft>
                <a:buClrTx/>
                <a:buSzTx/>
                <a:buFont typeface="Arial" panose="020B0604020202020204" pitchFamily="34" charset="0"/>
                <a:buChar char="•"/>
                <a:defRPr/>
              </a:pPr>
              <a:r>
                <a:rPr kumimoji="0" lang="zh-CN" altLang="en-US" sz="2000" b="0" i="0" u="none" strike="noStrike" kern="1200" cap="none" spc="0" normalizeH="0" baseline="0" noProof="0" dirty="0">
                  <a:ln>
                    <a:noFill/>
                  </a:ln>
                  <a:solidFill>
                    <a:schemeClr val="bg2">
                      <a:lumMod val="50000"/>
                    </a:schemeClr>
                  </a:solidFill>
                  <a:effectLst/>
                  <a:uLnTx/>
                  <a:uFillTx/>
                  <a:latin typeface="微软雅黑" panose="020B0503020204020204" charset="-122"/>
                  <a:ea typeface="微软雅黑" panose="020B0503020204020204" charset="-122"/>
                  <a:cs typeface="+mn-cs"/>
                </a:rPr>
                <a:t>协作图</a:t>
              </a:r>
            </a:p>
          </p:txBody>
        </p:sp>
        <p:sp>
          <p:nvSpPr>
            <p:cNvPr id="14" name="文本框 13"/>
            <p:cNvSpPr txBox="1"/>
            <p:nvPr/>
          </p:nvSpPr>
          <p:spPr>
            <a:xfrm>
              <a:off x="9459" y="7917"/>
              <a:ext cx="5847" cy="658"/>
            </a:xfrm>
            <a:prstGeom prst="rect">
              <a:avLst/>
            </a:prstGeom>
            <a:noFill/>
          </p:spPr>
          <p:txBody>
            <a:bodyPr wrap="square">
              <a:spAutoFit/>
            </a:bodyPr>
            <a:lstStyle/>
            <a:p>
              <a:pPr marL="342900" marR="0" lvl="0" indent="-342900" algn="l" defTabSz="914400" rtl="0" eaLnBrk="1" fontAlgn="auto" latinLnBrk="0" hangingPunct="1">
                <a:lnSpc>
                  <a:spcPct val="100000"/>
                </a:lnSpc>
                <a:spcBef>
                  <a:spcPts val="0"/>
                </a:spcBef>
                <a:spcAft>
                  <a:spcPts val="0"/>
                </a:spcAft>
                <a:buClrTx/>
                <a:buSzTx/>
                <a:buFont typeface="Arial" panose="020B0604020202020204" pitchFamily="34" charset="0"/>
                <a:buChar char="•"/>
                <a:defRPr/>
              </a:pPr>
              <a:r>
                <a:rPr kumimoji="0" lang="zh-CN" altLang="en-US" sz="2000" b="0" i="0" u="none" strike="noStrike" kern="1200" cap="none" spc="0" normalizeH="0" baseline="0" noProof="0" dirty="0">
                  <a:ln>
                    <a:noFill/>
                  </a:ln>
                  <a:solidFill>
                    <a:schemeClr val="bg2">
                      <a:lumMod val="50000"/>
                    </a:schemeClr>
                  </a:solidFill>
                  <a:effectLst/>
                  <a:uLnTx/>
                  <a:uFillTx/>
                  <a:latin typeface="微软雅黑" panose="020B0503020204020204" charset="-122"/>
                  <a:ea typeface="微软雅黑" panose="020B0503020204020204" charset="-122"/>
                  <a:cs typeface="+mn-cs"/>
                </a:rPr>
                <a:t>构件图</a:t>
              </a:r>
            </a:p>
          </p:txBody>
        </p:sp>
      </p:grpSp>
      <p:sp>
        <p:nvSpPr>
          <p:cNvPr id="15" name="文本框 14"/>
          <p:cNvSpPr txBox="1"/>
          <p:nvPr/>
        </p:nvSpPr>
        <p:spPr>
          <a:xfrm>
            <a:off x="6006465" y="6170295"/>
            <a:ext cx="3712845" cy="417830"/>
          </a:xfrm>
          <a:prstGeom prst="rect">
            <a:avLst/>
          </a:prstGeom>
          <a:noFill/>
        </p:spPr>
        <p:txBody>
          <a:bodyPr wrap="square">
            <a:spAutoFit/>
          </a:bodyPr>
          <a:lstStyle/>
          <a:p>
            <a:pPr marL="342900" marR="0" lvl="0" indent="-342900" algn="l" defTabSz="914400" rtl="0" eaLnBrk="1" fontAlgn="auto" latinLnBrk="0" hangingPunct="1">
              <a:lnSpc>
                <a:spcPct val="100000"/>
              </a:lnSpc>
              <a:spcBef>
                <a:spcPts val="0"/>
              </a:spcBef>
              <a:spcAft>
                <a:spcPts val="0"/>
              </a:spcAft>
              <a:buClrTx/>
              <a:buSzTx/>
              <a:buFont typeface="Arial" panose="020B0604020202020204" pitchFamily="34" charset="0"/>
              <a:buChar char="•"/>
              <a:defRPr/>
            </a:pPr>
            <a:r>
              <a:rPr kumimoji="0" lang="zh-CN" altLang="en-US" sz="2000" b="0" i="0" u="none" strike="noStrike" kern="1200" cap="none" spc="0" normalizeH="0" baseline="0" noProof="0" dirty="0">
                <a:ln>
                  <a:noFill/>
                </a:ln>
                <a:solidFill>
                  <a:schemeClr val="bg2">
                    <a:lumMod val="50000"/>
                  </a:schemeClr>
                </a:solidFill>
                <a:effectLst/>
                <a:uLnTx/>
                <a:uFillTx/>
                <a:latin typeface="微软雅黑" panose="020B0503020204020204" charset="-122"/>
                <a:ea typeface="微软雅黑" panose="020B0503020204020204" charset="-122"/>
                <a:cs typeface="+mn-cs"/>
              </a:rPr>
              <a:t>部署图</a:t>
            </a:r>
          </a:p>
        </p:txBody>
      </p:sp>
    </p:spTree>
  </p:cSld>
  <p:clrMapOvr>
    <a:masterClrMapping/>
  </p:clrMapOvr>
  <p:transition spd="slow">
    <p:wipe/>
  </p:transition>
</p:sld>
</file>

<file path=ppt/slides/slide4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3" name="标题 2"/>
          <p:cNvSpPr>
            <a:spLocks noGrp="1"/>
          </p:cNvSpPr>
          <p:nvPr>
            <p:ph type="title"/>
          </p:nvPr>
        </p:nvSpPr>
        <p:spPr>
          <a:xfrm>
            <a:off x="694801" y="360000"/>
            <a:ext cx="5401200" cy="523220"/>
          </a:xfrm>
        </p:spPr>
        <p:txBody>
          <a:bodyPr>
            <a:normAutofit/>
          </a:bodyPr>
          <a:lstStyle/>
          <a:p>
            <a:r>
              <a:rPr lang="en-US" altLang="en-US">
                <a:sym typeface="+mn-ea"/>
              </a:rPr>
              <a:t>6.3 </a:t>
            </a:r>
            <a:r>
              <a:rPr lang="en-US" altLang="zh-CN">
                <a:sym typeface="+mn-ea"/>
              </a:rPr>
              <a:t>UML</a:t>
            </a:r>
            <a:r>
              <a:rPr lang="zh-CN" altLang="en-US">
                <a:sym typeface="+mn-ea"/>
              </a:rPr>
              <a:t>图</a:t>
            </a:r>
            <a:endParaRPr lang="zh-CN" altLang="en-US" dirty="0"/>
          </a:p>
        </p:txBody>
      </p:sp>
      <p:sp>
        <p:nvSpPr>
          <p:cNvPr id="18" name="文本占位符 17">
            <a:extLst>
              <a:ext uri="{FF2B5EF4-FFF2-40B4-BE49-F238E27FC236}">
                <a16:creationId xmlns:a16="http://schemas.microsoft.com/office/drawing/2014/main" id="{80C4EC70-2196-9428-A676-88911B6F54EF}"/>
              </a:ext>
            </a:extLst>
          </p:cNvPr>
          <p:cNvSpPr>
            <a:spLocks noGrp="1"/>
          </p:cNvSpPr>
          <p:nvPr>
            <p:ph type="body" sz="quarter" idx="10"/>
          </p:nvPr>
        </p:nvSpPr>
        <p:spPr/>
        <p:txBody>
          <a:bodyPr/>
          <a:lstStyle/>
          <a:p>
            <a:endParaRPr lang="zh-CN" altLang="en-US"/>
          </a:p>
        </p:txBody>
      </p:sp>
      <p:sp>
        <p:nvSpPr>
          <p:cNvPr id="5" name="矩形 4"/>
          <p:cNvSpPr/>
          <p:nvPr/>
        </p:nvSpPr>
        <p:spPr>
          <a:xfrm>
            <a:off x="1057910" y="2078954"/>
            <a:ext cx="10076180" cy="4156710"/>
          </a:xfrm>
          <a:prstGeom prst="rect">
            <a:avLst/>
          </a:prstGeom>
          <a:solidFill>
            <a:sysClr val="window" lastClr="FFFFFF"/>
          </a:solidFill>
          <a:ln w="3175" cap="flat" cmpd="sng" algn="ctr">
            <a:solidFill>
              <a:sysClr val="window" lastClr="FFFFFF">
                <a:lumMod val="75000"/>
              </a:sysClr>
            </a:solidFill>
            <a:prstDash val="solid"/>
          </a:ln>
          <a:effectLst>
            <a:outerShdw blurRad="50800" dist="38100" dir="5400000" algn="t" rotWithShape="0">
              <a:prstClr val="black">
                <a:alpha val="40000"/>
              </a:prstClr>
            </a:outerShdw>
          </a:effectLst>
        </p:spPr>
        <p:txBody>
          <a:bodyPr anchor="ctr"/>
          <a:lstStyle/>
          <a:p>
            <a:pPr algn="ctr">
              <a:defRPr/>
            </a:pPr>
            <a:endParaRPr lang="zh-CN" altLang="en-US" kern="0" dirty="0">
              <a:solidFill>
                <a:sysClr val="window" lastClr="FFFFFF"/>
              </a:solidFill>
              <a:latin typeface="Times New Roman" panose="02020603050405020304" pitchFamily="18" charset="0"/>
              <a:ea typeface="微软雅黑" panose="020B0503020204020204" charset="-122"/>
            </a:endParaRPr>
          </a:p>
        </p:txBody>
      </p:sp>
      <p:graphicFrame>
        <p:nvGraphicFramePr>
          <p:cNvPr id="6" name="表格 5"/>
          <p:cNvGraphicFramePr>
            <a:graphicFrameLocks noGrp="1"/>
          </p:cNvGraphicFramePr>
          <p:nvPr/>
        </p:nvGraphicFramePr>
        <p:xfrm>
          <a:off x="1173480" y="2184364"/>
          <a:ext cx="9844405" cy="3945890"/>
        </p:xfrm>
        <a:graphic>
          <a:graphicData uri="http://schemas.openxmlformats.org/drawingml/2006/table">
            <a:tbl>
              <a:tblPr firstRow="1" firstCol="1" bandRow="1">
                <a:tableStyleId>{F5AB1C69-6EDB-4FF4-983F-18BD219EF322}</a:tableStyleId>
              </a:tblPr>
              <a:tblGrid>
                <a:gridCol w="2877185">
                  <a:extLst>
                    <a:ext uri="{9D8B030D-6E8A-4147-A177-3AD203B41FA5}">
                      <a16:colId xmlns:a16="http://schemas.microsoft.com/office/drawing/2014/main" val="20000"/>
                    </a:ext>
                  </a:extLst>
                </a:gridCol>
                <a:gridCol w="6967220">
                  <a:extLst>
                    <a:ext uri="{9D8B030D-6E8A-4147-A177-3AD203B41FA5}">
                      <a16:colId xmlns:a16="http://schemas.microsoft.com/office/drawing/2014/main" val="20001"/>
                    </a:ext>
                  </a:extLst>
                </a:gridCol>
              </a:tblGrid>
              <a:tr h="598805">
                <a:tc>
                  <a:txBody>
                    <a:bodyPr/>
                    <a:lstStyle/>
                    <a:p>
                      <a:pPr algn="ctr">
                        <a:lnSpc>
                          <a:spcPct val="115000"/>
                        </a:lnSpc>
                        <a:spcAft>
                          <a:spcPts val="0"/>
                        </a:spcAft>
                      </a:pPr>
                      <a:r>
                        <a:rPr lang="zh-CN" altLang="en-US" sz="2000" kern="100" dirty="0">
                          <a:effectLst/>
                        </a:rPr>
                        <a:t>符号</a:t>
                      </a:r>
                      <a:endParaRPr lang="zh-CN" altLang="en-US" sz="2000" kern="100" dirty="0">
                        <a:effectLst/>
                        <a:latin typeface="微软雅黑" panose="020B0503020204020204" charset="-122"/>
                        <a:ea typeface="微软雅黑" panose="020B0503020204020204" charset="-122"/>
                      </a:endParaRPr>
                    </a:p>
                  </a:txBody>
                  <a:tcPr marL="68580" marR="68580" marT="0" marB="0" anchor="ctr"/>
                </a:tc>
                <a:tc>
                  <a:txBody>
                    <a:bodyPr/>
                    <a:lstStyle/>
                    <a:p>
                      <a:pPr algn="ctr">
                        <a:lnSpc>
                          <a:spcPct val="115000"/>
                        </a:lnSpc>
                        <a:spcAft>
                          <a:spcPts val="0"/>
                        </a:spcAft>
                      </a:pPr>
                      <a:r>
                        <a:rPr lang="zh-CN" sz="2000" kern="100" dirty="0">
                          <a:effectLst/>
                        </a:rPr>
                        <a:t>表示内容</a:t>
                      </a:r>
                      <a:endParaRPr lang="zh-CN" sz="2000" kern="100" dirty="0">
                        <a:effectLst/>
                        <a:latin typeface="微软雅黑" panose="020B0503020204020204" charset="-122"/>
                        <a:ea typeface="微软雅黑" panose="020B0503020204020204" charset="-122"/>
                      </a:endParaRPr>
                    </a:p>
                  </a:txBody>
                  <a:tcPr marL="68580" marR="68580" marT="0" marB="0" anchor="ctr"/>
                </a:tc>
                <a:extLst>
                  <a:ext uri="{0D108BD9-81ED-4DB2-BD59-A6C34878D82A}">
                    <a16:rowId xmlns:a16="http://schemas.microsoft.com/office/drawing/2014/main" val="10000"/>
                  </a:ext>
                </a:extLst>
              </a:tr>
              <a:tr h="669290">
                <a:tc>
                  <a:txBody>
                    <a:bodyPr/>
                    <a:lstStyle/>
                    <a:p>
                      <a:pPr algn="ctr">
                        <a:lnSpc>
                          <a:spcPct val="115000"/>
                        </a:lnSpc>
                        <a:spcAft>
                          <a:spcPts val="0"/>
                        </a:spcAft>
                      </a:pPr>
                      <a:endParaRPr lang="zh-CN" sz="1800" kern="100" dirty="0">
                        <a:effectLst/>
                        <a:latin typeface="微软雅黑" panose="020B0503020204020204" charset="-122"/>
                        <a:ea typeface="微软雅黑" panose="020B0503020204020204" charset="-122"/>
                      </a:endParaRPr>
                    </a:p>
                  </a:txBody>
                  <a:tcPr marL="68580" marR="68580" marT="0" marB="0" anchor="ctr"/>
                </a:tc>
                <a:tc>
                  <a:txBody>
                    <a:bodyPr/>
                    <a:lstStyle/>
                    <a:p>
                      <a:pPr marL="285750" indent="-285750" algn="just">
                        <a:lnSpc>
                          <a:spcPct val="120000"/>
                        </a:lnSpc>
                        <a:spcAft>
                          <a:spcPts val="0"/>
                        </a:spcAft>
                        <a:buFont typeface="Arial" panose="020B0604020202020204" pitchFamily="34" charset="0"/>
                        <a:buChar char="•"/>
                      </a:pPr>
                      <a:r>
                        <a:rPr lang="zh-CN" sz="1800" kern="100" dirty="0">
                          <a:effectLst/>
                        </a:rPr>
                        <a:t>注释：</a:t>
                      </a:r>
                      <a:r>
                        <a:rPr sz="1800" kern="100" dirty="0">
                          <a:effectLst/>
                        </a:rPr>
                        <a:t>框中的文字是注释内容。</a:t>
                      </a:r>
                      <a:endParaRPr sz="1800" kern="100" dirty="0">
                        <a:solidFill>
                          <a:srgbClr val="5F5E5C"/>
                        </a:solidFill>
                        <a:effectLst/>
                        <a:latin typeface="微软雅黑" panose="020B0503020204020204" charset="-122"/>
                        <a:ea typeface="微软雅黑" panose="020B0503020204020204" charset="-122"/>
                      </a:endParaRPr>
                    </a:p>
                  </a:txBody>
                  <a:tcPr marL="68580" marR="68580" marT="0" marB="0" anchor="ctr"/>
                </a:tc>
                <a:extLst>
                  <a:ext uri="{0D108BD9-81ED-4DB2-BD59-A6C34878D82A}">
                    <a16:rowId xmlns:a16="http://schemas.microsoft.com/office/drawing/2014/main" val="10001"/>
                  </a:ext>
                </a:extLst>
              </a:tr>
              <a:tr h="687070">
                <a:tc>
                  <a:txBody>
                    <a:bodyPr/>
                    <a:lstStyle/>
                    <a:p>
                      <a:pPr algn="ctr">
                        <a:lnSpc>
                          <a:spcPct val="115000"/>
                        </a:lnSpc>
                        <a:spcAft>
                          <a:spcPts val="0"/>
                        </a:spcAft>
                      </a:pPr>
                      <a:endParaRPr lang="zh-CN" sz="1800" kern="100" dirty="0">
                        <a:effectLst/>
                        <a:latin typeface="微软雅黑" panose="020B0503020204020204" charset="-122"/>
                        <a:ea typeface="微软雅黑" panose="020B0503020204020204" charset="-122"/>
                      </a:endParaRPr>
                    </a:p>
                  </a:txBody>
                  <a:tcPr marL="68580" marR="68580" marT="0" marB="0" anchor="ctr"/>
                </a:tc>
                <a:tc>
                  <a:txBody>
                    <a:bodyPr/>
                    <a:lstStyle/>
                    <a:p>
                      <a:pPr marL="285750" indent="-285750" algn="just">
                        <a:lnSpc>
                          <a:spcPct val="120000"/>
                        </a:lnSpc>
                        <a:spcAft>
                          <a:spcPts val="0"/>
                        </a:spcAft>
                        <a:buFont typeface="Arial" panose="020B0604020202020204" pitchFamily="34" charset="0"/>
                        <a:buChar char="•"/>
                      </a:pPr>
                      <a:r>
                        <a:rPr lang="zh-CN" sz="1800" kern="100" dirty="0">
                          <a:effectLst/>
                        </a:rPr>
                        <a:t>同步</a:t>
                      </a:r>
                      <a:r>
                        <a:rPr sz="1800" kern="100" dirty="0">
                          <a:effectLst/>
                        </a:rPr>
                        <a:t>消息：表示调用者发出消息后必须等待消息返回。只有当处理消息的操作执行完毕，调用者才可以继续执行自己的操作。</a:t>
                      </a:r>
                      <a:endParaRPr sz="1800" kern="100" dirty="0">
                        <a:solidFill>
                          <a:srgbClr val="5F5E5C"/>
                        </a:solidFill>
                        <a:effectLst/>
                        <a:latin typeface="微软雅黑" panose="020B0503020204020204" charset="-122"/>
                        <a:ea typeface="微软雅黑" panose="020B0503020204020204" charset="-122"/>
                      </a:endParaRPr>
                    </a:p>
                  </a:txBody>
                  <a:tcPr marL="68580" marR="68580" marT="0" marB="0" anchor="ctr"/>
                </a:tc>
                <a:extLst>
                  <a:ext uri="{0D108BD9-81ED-4DB2-BD59-A6C34878D82A}">
                    <a16:rowId xmlns:a16="http://schemas.microsoft.com/office/drawing/2014/main" val="10002"/>
                  </a:ext>
                </a:extLst>
              </a:tr>
              <a:tr h="663575">
                <a:tc>
                  <a:txBody>
                    <a:bodyPr/>
                    <a:lstStyle/>
                    <a:p>
                      <a:pPr algn="ctr">
                        <a:lnSpc>
                          <a:spcPct val="115000"/>
                        </a:lnSpc>
                        <a:spcAft>
                          <a:spcPts val="0"/>
                        </a:spcAft>
                      </a:pPr>
                      <a:endParaRPr lang="zh-CN" sz="1800" kern="100" dirty="0">
                        <a:effectLst/>
                        <a:latin typeface="微软雅黑" panose="020B0503020204020204" charset="-122"/>
                        <a:ea typeface="微软雅黑" panose="020B0503020204020204" charset="-122"/>
                      </a:endParaRPr>
                    </a:p>
                  </a:txBody>
                  <a:tcPr marL="68580" marR="68580" marT="0" marB="0" anchor="ctr"/>
                </a:tc>
                <a:tc>
                  <a:txBody>
                    <a:bodyPr/>
                    <a:lstStyle/>
                    <a:p>
                      <a:pPr marL="285750" indent="-285750" algn="just">
                        <a:lnSpc>
                          <a:spcPct val="120000"/>
                        </a:lnSpc>
                        <a:spcAft>
                          <a:spcPts val="0"/>
                        </a:spcAft>
                        <a:buFont typeface="Arial" panose="020B0604020202020204" pitchFamily="34" charset="0"/>
                        <a:buChar char="•"/>
                      </a:pPr>
                      <a:r>
                        <a:rPr lang="zh-CN" altLang="en-US" sz="1800" kern="100" dirty="0">
                          <a:effectLst/>
                        </a:rPr>
                        <a:t>异步消息：发送者发出消息后，不用等待消息处理完就可以继续执行自己的操作。异步消息主要用于描述实时系统中的并发行为。</a:t>
                      </a:r>
                      <a:endParaRPr lang="zh-CN" altLang="en-US" sz="1800" kern="100" dirty="0">
                        <a:solidFill>
                          <a:srgbClr val="5F5E5C"/>
                        </a:solidFill>
                        <a:effectLst/>
                        <a:latin typeface="微软雅黑" panose="020B0503020204020204" charset="-122"/>
                        <a:ea typeface="微软雅黑" panose="020B0503020204020204" charset="-122"/>
                      </a:endParaRPr>
                    </a:p>
                  </a:txBody>
                  <a:tcPr marL="68580" marR="68580" marT="0" marB="0" anchor="ctr"/>
                </a:tc>
                <a:extLst>
                  <a:ext uri="{0D108BD9-81ED-4DB2-BD59-A6C34878D82A}">
                    <a16:rowId xmlns:a16="http://schemas.microsoft.com/office/drawing/2014/main" val="10003"/>
                  </a:ext>
                </a:extLst>
              </a:tr>
              <a:tr h="694055">
                <a:tc>
                  <a:txBody>
                    <a:bodyPr/>
                    <a:lstStyle/>
                    <a:p>
                      <a:pPr algn="ctr">
                        <a:lnSpc>
                          <a:spcPct val="115000"/>
                        </a:lnSpc>
                        <a:spcAft>
                          <a:spcPts val="0"/>
                        </a:spcAft>
                        <a:buNone/>
                      </a:pPr>
                      <a:endParaRPr lang="zh-CN" altLang="en-US" sz="1800" kern="100" dirty="0">
                        <a:effectLst/>
                        <a:latin typeface="微软雅黑" panose="020B0503020204020204" charset="-122"/>
                        <a:ea typeface="微软雅黑" panose="020B0503020204020204" charset="-122"/>
                      </a:endParaRPr>
                    </a:p>
                  </a:txBody>
                  <a:tcPr marL="68580" marR="68580" marT="0" marB="0" anchor="ctr"/>
                </a:tc>
                <a:tc>
                  <a:txBody>
                    <a:bodyPr/>
                    <a:lstStyle/>
                    <a:p>
                      <a:pPr marL="285750" indent="-285750" algn="just">
                        <a:lnSpc>
                          <a:spcPct val="120000"/>
                        </a:lnSpc>
                        <a:spcAft>
                          <a:spcPts val="0"/>
                        </a:spcAft>
                        <a:buFont typeface="Arial" panose="020B0604020202020204" pitchFamily="34" charset="0"/>
                        <a:buChar char="•"/>
                      </a:pPr>
                      <a:r>
                        <a:rPr lang="zh-CN" altLang="en-US" sz="1800" kern="100" dirty="0">
                          <a:effectLst/>
                        </a:rPr>
                        <a:t>简单消息：表示简单的控制流，只表示消息从一个对象传给另一个对象，没有描述通信的任何细节。</a:t>
                      </a:r>
                      <a:endParaRPr lang="zh-CN" altLang="en-US" sz="1800" kern="100" dirty="0">
                        <a:solidFill>
                          <a:srgbClr val="5F5E5C"/>
                        </a:solidFill>
                        <a:effectLst/>
                        <a:latin typeface="微软雅黑" panose="020B0503020204020204" charset="-122"/>
                        <a:ea typeface="微软雅黑" panose="020B0503020204020204" charset="-122"/>
                      </a:endParaRPr>
                    </a:p>
                  </a:txBody>
                  <a:tcPr marL="68580" marR="68580" marT="0" marB="0" anchor="ctr"/>
                </a:tc>
                <a:extLst>
                  <a:ext uri="{0D108BD9-81ED-4DB2-BD59-A6C34878D82A}">
                    <a16:rowId xmlns:a16="http://schemas.microsoft.com/office/drawing/2014/main" val="10004"/>
                  </a:ext>
                </a:extLst>
              </a:tr>
              <a:tr h="633095">
                <a:tc>
                  <a:txBody>
                    <a:bodyPr/>
                    <a:lstStyle/>
                    <a:p>
                      <a:pPr algn="ctr">
                        <a:lnSpc>
                          <a:spcPct val="115000"/>
                        </a:lnSpc>
                        <a:spcAft>
                          <a:spcPts val="0"/>
                        </a:spcAft>
                        <a:buNone/>
                      </a:pPr>
                      <a:endParaRPr lang="zh-CN" altLang="en-US" sz="1800" kern="100" dirty="0">
                        <a:effectLst/>
                        <a:latin typeface="微软雅黑" panose="020B0503020204020204" charset="-122"/>
                        <a:ea typeface="微软雅黑" panose="020B0503020204020204" charset="-122"/>
                      </a:endParaRPr>
                    </a:p>
                  </a:txBody>
                  <a:tcPr marL="68580" marR="68580" marT="0" marB="0" anchor="ctr"/>
                </a:tc>
                <a:tc>
                  <a:txBody>
                    <a:bodyPr/>
                    <a:lstStyle/>
                    <a:p>
                      <a:pPr marL="285750" indent="-285750" algn="just">
                        <a:lnSpc>
                          <a:spcPct val="120000"/>
                        </a:lnSpc>
                        <a:spcAft>
                          <a:spcPts val="0"/>
                        </a:spcAft>
                        <a:buFont typeface="Arial" panose="020B0604020202020204" pitchFamily="34" charset="0"/>
                        <a:buChar char="•"/>
                      </a:pPr>
                      <a:r>
                        <a:rPr lang="zh-CN" altLang="en-US" sz="1800" kern="100" dirty="0">
                          <a:effectLst/>
                          <a:sym typeface="+mn-ea"/>
                        </a:rPr>
                        <a:t>同步且立即返回：</a:t>
                      </a:r>
                      <a:r>
                        <a:rPr lang="zh-CN" altLang="en-US" sz="1800" kern="100" dirty="0">
                          <a:effectLst/>
                        </a:rPr>
                        <a:t>可以把一个简单消息和一个同步消息合并成一个消息，这样的消息表示操作调用一旦完成就立即返回。</a:t>
                      </a:r>
                      <a:endParaRPr lang="zh-CN" altLang="en-US" sz="1800" kern="100" dirty="0">
                        <a:solidFill>
                          <a:srgbClr val="5F5E5C"/>
                        </a:solidFill>
                        <a:effectLst/>
                        <a:latin typeface="微软雅黑" panose="020B0503020204020204" charset="-122"/>
                        <a:ea typeface="微软雅黑" panose="020B0503020204020204" charset="-122"/>
                      </a:endParaRPr>
                    </a:p>
                  </a:txBody>
                  <a:tcPr marL="68580" marR="68580" marT="0" marB="0" anchor="ctr"/>
                </a:tc>
                <a:extLst>
                  <a:ext uri="{0D108BD9-81ED-4DB2-BD59-A6C34878D82A}">
                    <a16:rowId xmlns:a16="http://schemas.microsoft.com/office/drawing/2014/main" val="10005"/>
                  </a:ext>
                </a:extLst>
              </a:tr>
            </a:tbl>
          </a:graphicData>
        </a:graphic>
      </p:graphicFrame>
      <p:graphicFrame>
        <p:nvGraphicFramePr>
          <p:cNvPr id="2" name="对象 1"/>
          <p:cNvGraphicFramePr>
            <a:graphicFrameLocks/>
          </p:cNvGraphicFramePr>
          <p:nvPr/>
        </p:nvGraphicFramePr>
        <p:xfrm>
          <a:off x="2084070" y="2843177"/>
          <a:ext cx="648335" cy="1389380"/>
        </p:xfrm>
        <a:graphic>
          <a:graphicData uri="http://schemas.openxmlformats.org/presentationml/2006/ole">
            <mc:AlternateContent xmlns:mc="http://schemas.openxmlformats.org/markup-compatibility/2006">
              <mc:Choice xmlns:v="urn:schemas-microsoft-com:vml" Requires="v">
                <p:oleObj r:id="rId2" imgW="391491" imgH="1202707" progId="Word.Document.12">
                  <p:embed/>
                </p:oleObj>
              </mc:Choice>
              <mc:Fallback>
                <p:oleObj r:id="rId2" imgW="391491" imgH="1202707" progId="Word.Document.12">
                  <p:embed/>
                  <p:pic>
                    <p:nvPicPr>
                      <p:cNvPr id="0" name="Picture 1"/>
                      <p:cNvPicPr>
                        <a:picLocks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084070" y="2843177"/>
                        <a:ext cx="648335" cy="138938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cxnSp>
        <p:nvCxnSpPr>
          <p:cNvPr id="9" name="直接箭头连接符 8"/>
          <p:cNvCxnSpPr/>
          <p:nvPr/>
        </p:nvCxnSpPr>
        <p:spPr>
          <a:xfrm>
            <a:off x="1962785" y="5204424"/>
            <a:ext cx="1084580" cy="1905"/>
          </a:xfrm>
          <a:prstGeom prst="straightConnector1">
            <a:avLst/>
          </a:prstGeom>
          <a:ln>
            <a:solidFill>
              <a:schemeClr val="bg1"/>
            </a:solidFill>
            <a:tailEnd type="arrow"/>
          </a:ln>
        </p:spPr>
        <p:style>
          <a:lnRef idx="1">
            <a:schemeClr val="accent1"/>
          </a:lnRef>
          <a:fillRef idx="0">
            <a:schemeClr val="accent1"/>
          </a:fillRef>
          <a:effectRef idx="0">
            <a:schemeClr val="accent1"/>
          </a:effectRef>
          <a:fontRef idx="minor">
            <a:schemeClr val="tx1"/>
          </a:fontRef>
        </p:style>
      </p:cxnSp>
      <p:sp>
        <p:nvSpPr>
          <p:cNvPr id="10" name="直线箭头"/>
          <p:cNvSpPr/>
          <p:nvPr/>
        </p:nvSpPr>
        <p:spPr>
          <a:xfrm>
            <a:off x="1962150" y="3743289"/>
            <a:ext cx="1118870" cy="193675"/>
          </a:xfrm>
          <a:custGeom>
            <a:avLst/>
            <a:gdLst>
              <a:gd name="connsiteX0" fmla="*/ 360040 w 576064"/>
              <a:gd name="connsiteY0" fmla="*/ 0 h 250588"/>
              <a:gd name="connsiteX1" fmla="*/ 576064 w 576064"/>
              <a:gd name="connsiteY1" fmla="*/ 125294 h 250588"/>
              <a:gd name="connsiteX2" fmla="*/ 360040 w 576064"/>
              <a:gd name="connsiteY2" fmla="*/ 250588 h 250588"/>
              <a:gd name="connsiteX3" fmla="*/ 360040 w 576064"/>
              <a:gd name="connsiteY3" fmla="*/ 143294 h 250588"/>
              <a:gd name="connsiteX4" fmla="*/ 0 w 576064"/>
              <a:gd name="connsiteY4" fmla="*/ 143294 h 250588"/>
              <a:gd name="connsiteX5" fmla="*/ 0 w 576064"/>
              <a:gd name="connsiteY5" fmla="*/ 107294 h 250588"/>
              <a:gd name="connsiteX6" fmla="*/ 360040 w 576064"/>
              <a:gd name="connsiteY6" fmla="*/ 107294 h 2505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576064" h="250588">
                <a:moveTo>
                  <a:pt x="360040" y="0"/>
                </a:moveTo>
                <a:lnTo>
                  <a:pt x="576064" y="125294"/>
                </a:lnTo>
                <a:lnTo>
                  <a:pt x="360040" y="250588"/>
                </a:lnTo>
                <a:lnTo>
                  <a:pt x="360040" y="143294"/>
                </a:lnTo>
                <a:lnTo>
                  <a:pt x="0" y="143294"/>
                </a:lnTo>
                <a:lnTo>
                  <a:pt x="0" y="107294"/>
                </a:lnTo>
                <a:lnTo>
                  <a:pt x="360040" y="107294"/>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scene3d>
              <a:camera prst="orthographicFront"/>
              <a:lightRig rig="threePt" dir="t"/>
            </a:scene3d>
            <a:sp3d>
              <a:contourClr>
                <a:srgbClr val="FFFFFF"/>
              </a:contourClr>
            </a:sp3d>
          </a:bodyPr>
          <a:lstStyle>
            <a:defPPr>
              <a:defRPr lang="zh-CN"/>
            </a:defPPr>
            <a:lvl1pPr algn="l" rtl="0" eaLnBrk="0" fontAlgn="base" hangingPunct="0">
              <a:spcBef>
                <a:spcPct val="0"/>
              </a:spcBef>
              <a:spcAft>
                <a:spcPct val="0"/>
              </a:spcAft>
              <a:defRPr kern="1200">
                <a:solidFill>
                  <a:schemeClr val="lt1"/>
                </a:solidFill>
                <a:latin typeface="+mn-lt"/>
                <a:ea typeface="+mn-ea"/>
                <a:cs typeface="+mn-cs"/>
              </a:defRPr>
            </a:lvl1pPr>
            <a:lvl2pPr marL="457200" algn="l" rtl="0" eaLnBrk="0" fontAlgn="base" hangingPunct="0">
              <a:spcBef>
                <a:spcPct val="0"/>
              </a:spcBef>
              <a:spcAft>
                <a:spcPct val="0"/>
              </a:spcAft>
              <a:defRPr kern="1200">
                <a:solidFill>
                  <a:schemeClr val="lt1"/>
                </a:solidFill>
                <a:latin typeface="+mn-lt"/>
                <a:ea typeface="+mn-ea"/>
                <a:cs typeface="+mn-cs"/>
              </a:defRPr>
            </a:lvl2pPr>
            <a:lvl3pPr marL="914400" algn="l" rtl="0" eaLnBrk="0" fontAlgn="base" hangingPunct="0">
              <a:spcBef>
                <a:spcPct val="0"/>
              </a:spcBef>
              <a:spcAft>
                <a:spcPct val="0"/>
              </a:spcAft>
              <a:defRPr kern="1200">
                <a:solidFill>
                  <a:schemeClr val="lt1"/>
                </a:solidFill>
                <a:latin typeface="+mn-lt"/>
                <a:ea typeface="+mn-ea"/>
                <a:cs typeface="+mn-cs"/>
              </a:defRPr>
            </a:lvl3pPr>
            <a:lvl4pPr marL="1371600" algn="l" rtl="0" eaLnBrk="0" fontAlgn="base" hangingPunct="0">
              <a:spcBef>
                <a:spcPct val="0"/>
              </a:spcBef>
              <a:spcAft>
                <a:spcPct val="0"/>
              </a:spcAft>
              <a:defRPr kern="1200">
                <a:solidFill>
                  <a:schemeClr val="lt1"/>
                </a:solidFill>
                <a:latin typeface="+mn-lt"/>
                <a:ea typeface="+mn-ea"/>
                <a:cs typeface="+mn-cs"/>
              </a:defRPr>
            </a:lvl4pPr>
            <a:lvl5pPr marL="1828800" algn="l" rtl="0" eaLnBrk="0" fontAlgn="base" hangingPunct="0">
              <a:spcBef>
                <a:spcPct val="0"/>
              </a:spcBef>
              <a:spcAft>
                <a:spcPct val="0"/>
              </a:spcAft>
              <a:defRPr kern="1200">
                <a:solidFill>
                  <a:schemeClr val="lt1"/>
                </a:solidFill>
                <a:latin typeface="+mn-lt"/>
                <a:ea typeface="+mn-ea"/>
                <a:cs typeface="+mn-cs"/>
              </a:defRPr>
            </a:lvl5pPr>
            <a:lvl6pPr marL="2286000" algn="l" defTabSz="914400" rtl="0" eaLnBrk="1" latinLnBrk="0" hangingPunct="1">
              <a:defRPr kern="1200">
                <a:solidFill>
                  <a:schemeClr val="lt1"/>
                </a:solidFill>
                <a:latin typeface="+mn-lt"/>
                <a:ea typeface="+mn-ea"/>
                <a:cs typeface="+mn-cs"/>
              </a:defRPr>
            </a:lvl6pPr>
            <a:lvl7pPr marL="2743200" algn="l" defTabSz="914400" rtl="0" eaLnBrk="1" latinLnBrk="0" hangingPunct="1">
              <a:defRPr kern="1200">
                <a:solidFill>
                  <a:schemeClr val="lt1"/>
                </a:solidFill>
                <a:latin typeface="+mn-lt"/>
                <a:ea typeface="+mn-ea"/>
                <a:cs typeface="+mn-cs"/>
              </a:defRPr>
            </a:lvl7pPr>
            <a:lvl8pPr marL="3200400" algn="l" defTabSz="914400" rtl="0" eaLnBrk="1" latinLnBrk="0" hangingPunct="1">
              <a:defRPr kern="1200">
                <a:solidFill>
                  <a:schemeClr val="lt1"/>
                </a:solidFill>
                <a:latin typeface="+mn-lt"/>
                <a:ea typeface="+mn-ea"/>
                <a:cs typeface="+mn-cs"/>
              </a:defRPr>
            </a:lvl8pPr>
            <a:lvl9pPr marL="3657600" algn="l" defTabSz="914400" rtl="0" eaLnBrk="1" latinLnBrk="0" hangingPunct="1">
              <a:defRPr kern="1200">
                <a:solidFill>
                  <a:schemeClr val="lt1"/>
                </a:solidFill>
                <a:latin typeface="+mn-lt"/>
                <a:ea typeface="+mn-ea"/>
                <a:cs typeface="+mn-cs"/>
              </a:defRPr>
            </a:lvl9pPr>
          </a:lstStyle>
          <a:p>
            <a:pPr algn="ctr" eaLnBrk="1" fontAlgn="auto" hangingPunct="1">
              <a:spcBef>
                <a:spcPts val="0"/>
              </a:spcBef>
              <a:spcAft>
                <a:spcPts val="0"/>
              </a:spcAft>
              <a:defRPr/>
            </a:pPr>
            <a:endParaRPr lang="zh-CN" altLang="en-US">
              <a:solidFill>
                <a:srgbClr val="FFFFFF"/>
              </a:solidFill>
            </a:endParaRPr>
          </a:p>
        </p:txBody>
      </p:sp>
      <p:sp>
        <p:nvSpPr>
          <p:cNvPr id="90" name="右箭头"/>
          <p:cNvSpPr/>
          <p:nvPr/>
        </p:nvSpPr>
        <p:spPr>
          <a:xfrm flipH="1">
            <a:off x="1962785" y="4441789"/>
            <a:ext cx="1118235" cy="137160"/>
          </a:xfrm>
          <a:custGeom>
            <a:avLst/>
            <a:gdLst>
              <a:gd name="connsiteX0" fmla="*/ 1240677 w 4290025"/>
              <a:gd name="connsiteY0" fmla="*/ 0 h 1695451"/>
              <a:gd name="connsiteX1" fmla="*/ 1749568 w 4290025"/>
              <a:gd name="connsiteY1" fmla="*/ 0 h 1695451"/>
              <a:gd name="connsiteX2" fmla="*/ 776733 w 4290025"/>
              <a:gd name="connsiteY2" fmla="*/ 1329431 h 1695451"/>
              <a:gd name="connsiteX3" fmla="*/ 4290025 w 4290025"/>
              <a:gd name="connsiteY3" fmla="*/ 1329431 h 1695451"/>
              <a:gd name="connsiteX4" fmla="*/ 4290025 w 4290025"/>
              <a:gd name="connsiteY4" fmla="*/ 1695451 h 1695451"/>
              <a:gd name="connsiteX5" fmla="*/ 0 w 4290025"/>
              <a:gd name="connsiteY5" fmla="*/ 1695451 h 16954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290025" h="1695451">
                <a:moveTo>
                  <a:pt x="1240677" y="0"/>
                </a:moveTo>
                <a:lnTo>
                  <a:pt x="1749568" y="0"/>
                </a:lnTo>
                <a:lnTo>
                  <a:pt x="776733" y="1329431"/>
                </a:lnTo>
                <a:lnTo>
                  <a:pt x="4290025" y="1329431"/>
                </a:lnTo>
                <a:lnTo>
                  <a:pt x="4290025" y="1695451"/>
                </a:lnTo>
                <a:lnTo>
                  <a:pt x="0" y="1695451"/>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scene3d>
              <a:camera prst="orthographicFront"/>
              <a:lightRig rig="threePt" dir="t"/>
            </a:scene3d>
            <a:sp3d>
              <a:contourClr>
                <a:srgbClr val="FFFFFF"/>
              </a:contourClr>
            </a:sp3d>
          </a:bodyPr>
          <a:lstStyle>
            <a:defPPr>
              <a:defRPr lang="zh-CN"/>
            </a:defPPr>
            <a:lvl1pPr algn="l" rtl="0" eaLnBrk="0" fontAlgn="base" hangingPunct="0">
              <a:spcBef>
                <a:spcPct val="0"/>
              </a:spcBef>
              <a:spcAft>
                <a:spcPct val="0"/>
              </a:spcAft>
              <a:defRPr kern="1200">
                <a:solidFill>
                  <a:schemeClr val="lt1"/>
                </a:solidFill>
                <a:latin typeface="+mn-lt"/>
                <a:ea typeface="+mn-ea"/>
                <a:cs typeface="+mn-cs"/>
              </a:defRPr>
            </a:lvl1pPr>
            <a:lvl2pPr marL="457200" algn="l" rtl="0" eaLnBrk="0" fontAlgn="base" hangingPunct="0">
              <a:spcBef>
                <a:spcPct val="0"/>
              </a:spcBef>
              <a:spcAft>
                <a:spcPct val="0"/>
              </a:spcAft>
              <a:defRPr kern="1200">
                <a:solidFill>
                  <a:schemeClr val="lt1"/>
                </a:solidFill>
                <a:latin typeface="+mn-lt"/>
                <a:ea typeface="+mn-ea"/>
                <a:cs typeface="+mn-cs"/>
              </a:defRPr>
            </a:lvl2pPr>
            <a:lvl3pPr marL="914400" algn="l" rtl="0" eaLnBrk="0" fontAlgn="base" hangingPunct="0">
              <a:spcBef>
                <a:spcPct val="0"/>
              </a:spcBef>
              <a:spcAft>
                <a:spcPct val="0"/>
              </a:spcAft>
              <a:defRPr kern="1200">
                <a:solidFill>
                  <a:schemeClr val="lt1"/>
                </a:solidFill>
                <a:latin typeface="+mn-lt"/>
                <a:ea typeface="+mn-ea"/>
                <a:cs typeface="+mn-cs"/>
              </a:defRPr>
            </a:lvl3pPr>
            <a:lvl4pPr marL="1371600" algn="l" rtl="0" eaLnBrk="0" fontAlgn="base" hangingPunct="0">
              <a:spcBef>
                <a:spcPct val="0"/>
              </a:spcBef>
              <a:spcAft>
                <a:spcPct val="0"/>
              </a:spcAft>
              <a:defRPr kern="1200">
                <a:solidFill>
                  <a:schemeClr val="lt1"/>
                </a:solidFill>
                <a:latin typeface="+mn-lt"/>
                <a:ea typeface="+mn-ea"/>
                <a:cs typeface="+mn-cs"/>
              </a:defRPr>
            </a:lvl4pPr>
            <a:lvl5pPr marL="1828800" algn="l" rtl="0" eaLnBrk="0" fontAlgn="base" hangingPunct="0">
              <a:spcBef>
                <a:spcPct val="0"/>
              </a:spcBef>
              <a:spcAft>
                <a:spcPct val="0"/>
              </a:spcAft>
              <a:defRPr kern="1200">
                <a:solidFill>
                  <a:schemeClr val="lt1"/>
                </a:solidFill>
                <a:latin typeface="+mn-lt"/>
                <a:ea typeface="+mn-ea"/>
                <a:cs typeface="+mn-cs"/>
              </a:defRPr>
            </a:lvl5pPr>
            <a:lvl6pPr marL="2286000" algn="l" defTabSz="914400" rtl="0" eaLnBrk="1" latinLnBrk="0" hangingPunct="1">
              <a:defRPr kern="1200">
                <a:solidFill>
                  <a:schemeClr val="lt1"/>
                </a:solidFill>
                <a:latin typeface="+mn-lt"/>
                <a:ea typeface="+mn-ea"/>
                <a:cs typeface="+mn-cs"/>
              </a:defRPr>
            </a:lvl6pPr>
            <a:lvl7pPr marL="2743200" algn="l" defTabSz="914400" rtl="0" eaLnBrk="1" latinLnBrk="0" hangingPunct="1">
              <a:defRPr kern="1200">
                <a:solidFill>
                  <a:schemeClr val="lt1"/>
                </a:solidFill>
                <a:latin typeface="+mn-lt"/>
                <a:ea typeface="+mn-ea"/>
                <a:cs typeface="+mn-cs"/>
              </a:defRPr>
            </a:lvl7pPr>
            <a:lvl8pPr marL="3200400" algn="l" defTabSz="914400" rtl="0" eaLnBrk="1" latinLnBrk="0" hangingPunct="1">
              <a:defRPr kern="1200">
                <a:solidFill>
                  <a:schemeClr val="lt1"/>
                </a:solidFill>
                <a:latin typeface="+mn-lt"/>
                <a:ea typeface="+mn-ea"/>
                <a:cs typeface="+mn-cs"/>
              </a:defRPr>
            </a:lvl8pPr>
            <a:lvl9pPr marL="3657600" algn="l" defTabSz="914400" rtl="0" eaLnBrk="1" latinLnBrk="0" hangingPunct="1">
              <a:defRPr kern="1200">
                <a:solidFill>
                  <a:schemeClr val="lt1"/>
                </a:solidFill>
                <a:latin typeface="+mn-lt"/>
                <a:ea typeface="+mn-ea"/>
                <a:cs typeface="+mn-cs"/>
              </a:defRPr>
            </a:lvl9pPr>
          </a:lstStyle>
          <a:p>
            <a:pPr algn="ctr" eaLnBrk="1" fontAlgn="auto" hangingPunct="1">
              <a:spcBef>
                <a:spcPts val="0"/>
              </a:spcBef>
              <a:spcAft>
                <a:spcPts val="0"/>
              </a:spcAft>
              <a:defRPr/>
            </a:pPr>
            <a:endParaRPr lang="zh-CN" altLang="en-US">
              <a:solidFill>
                <a:srgbClr val="FFFFFF"/>
              </a:solidFill>
            </a:endParaRPr>
          </a:p>
        </p:txBody>
      </p:sp>
      <p:grpSp>
        <p:nvGrpSpPr>
          <p:cNvPr id="12" name="组合 11"/>
          <p:cNvGrpSpPr/>
          <p:nvPr/>
        </p:nvGrpSpPr>
        <p:grpSpPr>
          <a:xfrm>
            <a:off x="1885950" y="5747984"/>
            <a:ext cx="1271905" cy="137795"/>
            <a:chOff x="3091" y="8880"/>
            <a:chExt cx="2003" cy="217"/>
          </a:xfrm>
        </p:grpSpPr>
        <p:sp>
          <p:nvSpPr>
            <p:cNvPr id="2050" name="双向箭头"/>
            <p:cNvSpPr/>
            <p:nvPr/>
          </p:nvSpPr>
          <p:spPr bwMode="auto">
            <a:xfrm>
              <a:off x="3091" y="8881"/>
              <a:ext cx="1764" cy="216"/>
            </a:xfrm>
            <a:custGeom>
              <a:avLst/>
              <a:gdLst>
                <a:gd name="T0" fmla="*/ 227471085 w 5356"/>
                <a:gd name="T1" fmla="*/ 228095693 h 2003"/>
                <a:gd name="T2" fmla="*/ 227471085 w 5356"/>
                <a:gd name="T3" fmla="*/ 228095693 h 2003"/>
                <a:gd name="T4" fmla="*/ 227471085 w 5356"/>
                <a:gd name="T5" fmla="*/ 228095693 h 2003"/>
                <a:gd name="T6" fmla="*/ 227471085 w 5356"/>
                <a:gd name="T7" fmla="*/ 228095693 h 2003"/>
                <a:gd name="T8" fmla="*/ 227471085 w 5356"/>
                <a:gd name="T9" fmla="*/ 228095693 h 2003"/>
                <a:gd name="T10" fmla="*/ 227471085 w 5356"/>
                <a:gd name="T11" fmla="*/ 228095693 h 2003"/>
                <a:gd name="T12" fmla="*/ 227471085 w 5356"/>
                <a:gd name="T13" fmla="*/ 228095693 h 2003"/>
                <a:gd name="T14" fmla="*/ 227471085 w 5356"/>
                <a:gd name="T15" fmla="*/ 228095693 h 2003"/>
                <a:gd name="T16" fmla="*/ 227471085 w 5356"/>
                <a:gd name="T17" fmla="*/ 228095693 h 2003"/>
                <a:gd name="T18" fmla="*/ 227471085 w 5356"/>
                <a:gd name="T19" fmla="*/ 228095693 h 2003"/>
                <a:gd name="T20" fmla="*/ 227471085 w 5356"/>
                <a:gd name="T21" fmla="*/ 228095693 h 2003"/>
                <a:gd name="T22" fmla="*/ 227471085 w 5356"/>
                <a:gd name="T23" fmla="*/ 228095693 h 2003"/>
                <a:gd name="T24" fmla="*/ 227471085 w 5356"/>
                <a:gd name="T25" fmla="*/ 228095693 h 2003"/>
                <a:gd name="T26" fmla="*/ 227471085 w 5356"/>
                <a:gd name="T27" fmla="*/ 228095693 h 2003"/>
                <a:gd name="T28" fmla="*/ 227471085 w 5356"/>
                <a:gd name="T29" fmla="*/ 228095693 h 2003"/>
                <a:gd name="T30" fmla="*/ 227471085 w 5356"/>
                <a:gd name="T31" fmla="*/ 228095693 h 2003"/>
                <a:gd name="T32" fmla="*/ 227471085 w 5356"/>
                <a:gd name="T33" fmla="*/ 228095693 h 2003"/>
                <a:gd name="T34" fmla="*/ 227471085 w 5356"/>
                <a:gd name="T35" fmla="*/ 228095693 h 2003"/>
                <a:gd name="T36" fmla="*/ 227471085 w 5356"/>
                <a:gd name="T37" fmla="*/ 228095693 h 2003"/>
                <a:gd name="T38" fmla="*/ 227471085 w 5356"/>
                <a:gd name="T39" fmla="*/ 228095693 h 2003"/>
                <a:gd name="T40" fmla="*/ 227471085 w 5356"/>
                <a:gd name="T41" fmla="*/ 228095693 h 2003"/>
                <a:gd name="T42" fmla="*/ 227471085 w 5356"/>
                <a:gd name="T43" fmla="*/ 228095693 h 2003"/>
                <a:gd name="T44" fmla="*/ 227471085 w 5356"/>
                <a:gd name="T45" fmla="*/ 228095693 h 2003"/>
                <a:gd name="T46" fmla="*/ 227471085 w 5356"/>
                <a:gd name="T47" fmla="*/ 228095693 h 2003"/>
                <a:gd name="T48" fmla="*/ 227471085 w 5356"/>
                <a:gd name="T49" fmla="*/ 228095693 h 2003"/>
                <a:gd name="T50" fmla="*/ 227471085 w 5356"/>
                <a:gd name="T51" fmla="*/ 228095693 h 2003"/>
                <a:gd name="T52" fmla="*/ 227471085 w 5356"/>
                <a:gd name="T53" fmla="*/ 228095693 h 2003"/>
                <a:gd name="T54" fmla="*/ 227471085 w 5356"/>
                <a:gd name="T55" fmla="*/ 228095693 h 2003"/>
                <a:gd name="T56" fmla="*/ 227471085 w 5356"/>
                <a:gd name="T57" fmla="*/ 228095693 h 2003"/>
                <a:gd name="T58" fmla="*/ 227471085 w 5356"/>
                <a:gd name="T59" fmla="*/ 228095693 h 2003"/>
                <a:gd name="T60" fmla="*/ 227471085 w 5356"/>
                <a:gd name="T61" fmla="*/ 228095693 h 2003"/>
                <a:gd name="T62" fmla="*/ 227471085 w 5356"/>
                <a:gd name="T63" fmla="*/ 228095693 h 2003"/>
                <a:gd name="T64" fmla="*/ 227471085 w 5356"/>
                <a:gd name="T65" fmla="*/ 228095693 h 2003"/>
                <a:gd name="T66" fmla="*/ 227471085 w 5356"/>
                <a:gd name="T67" fmla="*/ 228095693 h 2003"/>
                <a:gd name="T68" fmla="*/ 227471085 w 5356"/>
                <a:gd name="T69" fmla="*/ 228095693 h 2003"/>
                <a:gd name="T70" fmla="*/ 227471085 w 5356"/>
                <a:gd name="T71" fmla="*/ 228095693 h 2003"/>
                <a:gd name="T72" fmla="*/ 227471085 w 5356"/>
                <a:gd name="T73" fmla="*/ 228095693 h 2003"/>
                <a:gd name="T74" fmla="*/ 227471085 w 5356"/>
                <a:gd name="T75" fmla="*/ 228095693 h 2003"/>
                <a:gd name="T76" fmla="*/ 227471085 w 5356"/>
                <a:gd name="T77" fmla="*/ 228095693 h 2003"/>
                <a:gd name="T78" fmla="*/ 227471085 w 5356"/>
                <a:gd name="T79" fmla="*/ 228095693 h 2003"/>
                <a:gd name="T80" fmla="*/ 227471085 w 5356"/>
                <a:gd name="T81" fmla="*/ 228095693 h 2003"/>
                <a:gd name="T82" fmla="*/ 227471085 w 5356"/>
                <a:gd name="T83" fmla="*/ 228095693 h 2003"/>
                <a:gd name="T84" fmla="*/ 227471085 w 5356"/>
                <a:gd name="T85" fmla="*/ 228095693 h 2003"/>
                <a:gd name="T86" fmla="*/ 227471085 w 5356"/>
                <a:gd name="T87" fmla="*/ 228095693 h 2003"/>
                <a:gd name="T88" fmla="*/ 227471085 w 5356"/>
                <a:gd name="T89" fmla="*/ 228095693 h 2003"/>
                <a:gd name="T90" fmla="*/ 227471085 w 5356"/>
                <a:gd name="T91" fmla="*/ 228095693 h 2003"/>
                <a:gd name="T92" fmla="*/ 227471085 w 5356"/>
                <a:gd name="T93" fmla="*/ 228095693 h 2003"/>
                <a:gd name="T94" fmla="*/ 227471085 w 5356"/>
                <a:gd name="T95" fmla="*/ 228095693 h 2003"/>
                <a:gd name="T96" fmla="*/ 227471085 w 5356"/>
                <a:gd name="T97" fmla="*/ 228095693 h 2003"/>
                <a:gd name="T98" fmla="*/ 227471085 w 5356"/>
                <a:gd name="T99" fmla="*/ 228095693 h 2003"/>
                <a:gd name="T100" fmla="*/ 227471085 w 5356"/>
                <a:gd name="T101" fmla="*/ 228095693 h 2003"/>
                <a:gd name="T102" fmla="*/ 227471085 w 5356"/>
                <a:gd name="T103" fmla="*/ 228095693 h 2003"/>
                <a:gd name="T104" fmla="*/ 227471085 w 5356"/>
                <a:gd name="T105" fmla="*/ 228095693 h 2003"/>
                <a:gd name="T106" fmla="*/ 227471085 w 5356"/>
                <a:gd name="T107" fmla="*/ 228095693 h 2003"/>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Lst>
              <a:ahLst/>
              <a:cxnLst>
                <a:cxn ang="T108">
                  <a:pos x="T0" y="T1"/>
                </a:cxn>
                <a:cxn ang="T109">
                  <a:pos x="T2" y="T3"/>
                </a:cxn>
                <a:cxn ang="T110">
                  <a:pos x="T4" y="T5"/>
                </a:cxn>
                <a:cxn ang="T111">
                  <a:pos x="T6" y="T7"/>
                </a:cxn>
                <a:cxn ang="T112">
                  <a:pos x="T8" y="T9"/>
                </a:cxn>
                <a:cxn ang="T113">
                  <a:pos x="T10" y="T11"/>
                </a:cxn>
                <a:cxn ang="T114">
                  <a:pos x="T12" y="T13"/>
                </a:cxn>
                <a:cxn ang="T115">
                  <a:pos x="T14" y="T15"/>
                </a:cxn>
                <a:cxn ang="T116">
                  <a:pos x="T16" y="T17"/>
                </a:cxn>
                <a:cxn ang="T117">
                  <a:pos x="T18" y="T19"/>
                </a:cxn>
                <a:cxn ang="T118">
                  <a:pos x="T20" y="T21"/>
                </a:cxn>
                <a:cxn ang="T119">
                  <a:pos x="T22" y="T23"/>
                </a:cxn>
                <a:cxn ang="T120">
                  <a:pos x="T24" y="T25"/>
                </a:cxn>
                <a:cxn ang="T121">
                  <a:pos x="T26" y="T27"/>
                </a:cxn>
                <a:cxn ang="T122">
                  <a:pos x="T28" y="T29"/>
                </a:cxn>
                <a:cxn ang="T123">
                  <a:pos x="T30" y="T31"/>
                </a:cxn>
                <a:cxn ang="T124">
                  <a:pos x="T32" y="T33"/>
                </a:cxn>
                <a:cxn ang="T125">
                  <a:pos x="T34" y="T35"/>
                </a:cxn>
                <a:cxn ang="T126">
                  <a:pos x="T36" y="T37"/>
                </a:cxn>
                <a:cxn ang="T127">
                  <a:pos x="T38" y="T39"/>
                </a:cxn>
                <a:cxn ang="T128">
                  <a:pos x="T40" y="T41"/>
                </a:cxn>
                <a:cxn ang="T129">
                  <a:pos x="T42" y="T43"/>
                </a:cxn>
                <a:cxn ang="T130">
                  <a:pos x="T44" y="T45"/>
                </a:cxn>
                <a:cxn ang="T131">
                  <a:pos x="T46" y="T47"/>
                </a:cxn>
                <a:cxn ang="T132">
                  <a:pos x="T48" y="T49"/>
                </a:cxn>
                <a:cxn ang="T133">
                  <a:pos x="T50" y="T51"/>
                </a:cxn>
                <a:cxn ang="T134">
                  <a:pos x="T52" y="T53"/>
                </a:cxn>
                <a:cxn ang="T135">
                  <a:pos x="T54" y="T55"/>
                </a:cxn>
                <a:cxn ang="T136">
                  <a:pos x="T56" y="T57"/>
                </a:cxn>
                <a:cxn ang="T137">
                  <a:pos x="T58" y="T59"/>
                </a:cxn>
                <a:cxn ang="T138">
                  <a:pos x="T60" y="T61"/>
                </a:cxn>
                <a:cxn ang="T139">
                  <a:pos x="T62" y="T63"/>
                </a:cxn>
                <a:cxn ang="T140">
                  <a:pos x="T64" y="T65"/>
                </a:cxn>
                <a:cxn ang="T141">
                  <a:pos x="T66" y="T67"/>
                </a:cxn>
                <a:cxn ang="T142">
                  <a:pos x="T68" y="T69"/>
                </a:cxn>
                <a:cxn ang="T143">
                  <a:pos x="T70" y="T71"/>
                </a:cxn>
                <a:cxn ang="T144">
                  <a:pos x="T72" y="T73"/>
                </a:cxn>
                <a:cxn ang="T145">
                  <a:pos x="T74" y="T75"/>
                </a:cxn>
                <a:cxn ang="T146">
                  <a:pos x="T76" y="T77"/>
                </a:cxn>
                <a:cxn ang="T147">
                  <a:pos x="T78" y="T79"/>
                </a:cxn>
                <a:cxn ang="T148">
                  <a:pos x="T80" y="T81"/>
                </a:cxn>
                <a:cxn ang="T149">
                  <a:pos x="T82" y="T83"/>
                </a:cxn>
                <a:cxn ang="T150">
                  <a:pos x="T84" y="T85"/>
                </a:cxn>
                <a:cxn ang="T151">
                  <a:pos x="T86" y="T87"/>
                </a:cxn>
                <a:cxn ang="T152">
                  <a:pos x="T88" y="T89"/>
                </a:cxn>
                <a:cxn ang="T153">
                  <a:pos x="T90" y="T91"/>
                </a:cxn>
                <a:cxn ang="T154">
                  <a:pos x="T92" y="T93"/>
                </a:cxn>
                <a:cxn ang="T155">
                  <a:pos x="T94" y="T95"/>
                </a:cxn>
                <a:cxn ang="T156">
                  <a:pos x="T96" y="T97"/>
                </a:cxn>
                <a:cxn ang="T157">
                  <a:pos x="T98" y="T99"/>
                </a:cxn>
                <a:cxn ang="T158">
                  <a:pos x="T100" y="T101"/>
                </a:cxn>
                <a:cxn ang="T159">
                  <a:pos x="T102" y="T103"/>
                </a:cxn>
                <a:cxn ang="T160">
                  <a:pos x="T104" y="T105"/>
                </a:cxn>
                <a:cxn ang="T161">
                  <a:pos x="T106" y="T107"/>
                </a:cxn>
              </a:cxnLst>
              <a:rect l="0" t="0" r="r" b="b"/>
              <a:pathLst>
                <a:path w="5356" h="2003">
                  <a:moveTo>
                    <a:pt x="4544" y="908"/>
                  </a:moveTo>
                  <a:lnTo>
                    <a:pt x="4544" y="908"/>
                  </a:lnTo>
                  <a:lnTo>
                    <a:pt x="4516" y="886"/>
                  </a:lnTo>
                  <a:lnTo>
                    <a:pt x="4488" y="864"/>
                  </a:lnTo>
                  <a:lnTo>
                    <a:pt x="4462" y="841"/>
                  </a:lnTo>
                  <a:lnTo>
                    <a:pt x="4437" y="818"/>
                  </a:lnTo>
                  <a:lnTo>
                    <a:pt x="4411" y="794"/>
                  </a:lnTo>
                  <a:lnTo>
                    <a:pt x="4387" y="770"/>
                  </a:lnTo>
                  <a:lnTo>
                    <a:pt x="4364" y="746"/>
                  </a:lnTo>
                  <a:lnTo>
                    <a:pt x="4342" y="721"/>
                  </a:lnTo>
                  <a:lnTo>
                    <a:pt x="4320" y="695"/>
                  </a:lnTo>
                  <a:lnTo>
                    <a:pt x="4300" y="670"/>
                  </a:lnTo>
                  <a:lnTo>
                    <a:pt x="4280" y="643"/>
                  </a:lnTo>
                  <a:lnTo>
                    <a:pt x="4262" y="618"/>
                  </a:lnTo>
                  <a:lnTo>
                    <a:pt x="4244" y="590"/>
                  </a:lnTo>
                  <a:lnTo>
                    <a:pt x="4227" y="564"/>
                  </a:lnTo>
                  <a:lnTo>
                    <a:pt x="4211" y="536"/>
                  </a:lnTo>
                  <a:lnTo>
                    <a:pt x="4196" y="509"/>
                  </a:lnTo>
                  <a:lnTo>
                    <a:pt x="4182" y="482"/>
                  </a:lnTo>
                  <a:lnTo>
                    <a:pt x="4170" y="454"/>
                  </a:lnTo>
                  <a:lnTo>
                    <a:pt x="4157" y="425"/>
                  </a:lnTo>
                  <a:lnTo>
                    <a:pt x="4146" y="396"/>
                  </a:lnTo>
                  <a:lnTo>
                    <a:pt x="4135" y="366"/>
                  </a:lnTo>
                  <a:lnTo>
                    <a:pt x="4126" y="336"/>
                  </a:lnTo>
                  <a:lnTo>
                    <a:pt x="4117" y="305"/>
                  </a:lnTo>
                  <a:lnTo>
                    <a:pt x="4109" y="273"/>
                  </a:lnTo>
                  <a:lnTo>
                    <a:pt x="4102" y="241"/>
                  </a:lnTo>
                  <a:lnTo>
                    <a:pt x="4095" y="208"/>
                  </a:lnTo>
                  <a:lnTo>
                    <a:pt x="4089" y="175"/>
                  </a:lnTo>
                  <a:lnTo>
                    <a:pt x="4085" y="141"/>
                  </a:lnTo>
                  <a:lnTo>
                    <a:pt x="4081" y="107"/>
                  </a:lnTo>
                  <a:lnTo>
                    <a:pt x="4079" y="72"/>
                  </a:lnTo>
                  <a:lnTo>
                    <a:pt x="4077" y="36"/>
                  </a:lnTo>
                  <a:lnTo>
                    <a:pt x="4075" y="0"/>
                  </a:lnTo>
                  <a:lnTo>
                    <a:pt x="4102" y="0"/>
                  </a:lnTo>
                  <a:lnTo>
                    <a:pt x="4166" y="69"/>
                  </a:lnTo>
                  <a:lnTo>
                    <a:pt x="4232" y="137"/>
                  </a:lnTo>
                  <a:lnTo>
                    <a:pt x="4300" y="204"/>
                  </a:lnTo>
                  <a:lnTo>
                    <a:pt x="4369" y="269"/>
                  </a:lnTo>
                  <a:lnTo>
                    <a:pt x="4440" y="334"/>
                  </a:lnTo>
                  <a:lnTo>
                    <a:pt x="4513" y="398"/>
                  </a:lnTo>
                  <a:lnTo>
                    <a:pt x="4586" y="460"/>
                  </a:lnTo>
                  <a:lnTo>
                    <a:pt x="4662" y="523"/>
                  </a:lnTo>
                  <a:lnTo>
                    <a:pt x="4739" y="584"/>
                  </a:lnTo>
                  <a:lnTo>
                    <a:pt x="4820" y="645"/>
                  </a:lnTo>
                  <a:lnTo>
                    <a:pt x="4903" y="704"/>
                  </a:lnTo>
                  <a:lnTo>
                    <a:pt x="4989" y="764"/>
                  </a:lnTo>
                  <a:lnTo>
                    <a:pt x="5076" y="824"/>
                  </a:lnTo>
                  <a:lnTo>
                    <a:pt x="5167" y="884"/>
                  </a:lnTo>
                  <a:lnTo>
                    <a:pt x="5260" y="943"/>
                  </a:lnTo>
                  <a:lnTo>
                    <a:pt x="5356" y="1002"/>
                  </a:lnTo>
                  <a:lnTo>
                    <a:pt x="5356" y="1029"/>
                  </a:lnTo>
                  <a:lnTo>
                    <a:pt x="5260" y="1085"/>
                  </a:lnTo>
                  <a:lnTo>
                    <a:pt x="5167" y="1143"/>
                  </a:lnTo>
                  <a:lnTo>
                    <a:pt x="5076" y="1200"/>
                  </a:lnTo>
                  <a:lnTo>
                    <a:pt x="4989" y="1259"/>
                  </a:lnTo>
                  <a:lnTo>
                    <a:pt x="4903" y="1318"/>
                  </a:lnTo>
                  <a:lnTo>
                    <a:pt x="4820" y="1376"/>
                  </a:lnTo>
                  <a:lnTo>
                    <a:pt x="4739" y="1435"/>
                  </a:lnTo>
                  <a:lnTo>
                    <a:pt x="4662" y="1495"/>
                  </a:lnTo>
                  <a:lnTo>
                    <a:pt x="4586" y="1556"/>
                  </a:lnTo>
                  <a:lnTo>
                    <a:pt x="4513" y="1617"/>
                  </a:lnTo>
                  <a:lnTo>
                    <a:pt x="4440" y="1680"/>
                  </a:lnTo>
                  <a:lnTo>
                    <a:pt x="4369" y="1743"/>
                  </a:lnTo>
                  <a:lnTo>
                    <a:pt x="4300" y="1808"/>
                  </a:lnTo>
                  <a:lnTo>
                    <a:pt x="4232" y="1872"/>
                  </a:lnTo>
                  <a:lnTo>
                    <a:pt x="4166" y="1938"/>
                  </a:lnTo>
                  <a:lnTo>
                    <a:pt x="4102" y="2003"/>
                  </a:lnTo>
                  <a:lnTo>
                    <a:pt x="4075" y="2003"/>
                  </a:lnTo>
                  <a:lnTo>
                    <a:pt x="4077" y="1969"/>
                  </a:lnTo>
                  <a:lnTo>
                    <a:pt x="4079" y="1934"/>
                  </a:lnTo>
                  <a:lnTo>
                    <a:pt x="4081" y="1900"/>
                  </a:lnTo>
                  <a:lnTo>
                    <a:pt x="4085" y="1866"/>
                  </a:lnTo>
                  <a:lnTo>
                    <a:pt x="4089" y="1834"/>
                  </a:lnTo>
                  <a:lnTo>
                    <a:pt x="4095" y="1802"/>
                  </a:lnTo>
                  <a:lnTo>
                    <a:pt x="4102" y="1770"/>
                  </a:lnTo>
                  <a:lnTo>
                    <a:pt x="4109" y="1739"/>
                  </a:lnTo>
                  <a:lnTo>
                    <a:pt x="4117" y="1708"/>
                  </a:lnTo>
                  <a:lnTo>
                    <a:pt x="4126" y="1678"/>
                  </a:lnTo>
                  <a:lnTo>
                    <a:pt x="4135" y="1648"/>
                  </a:lnTo>
                  <a:lnTo>
                    <a:pt x="4146" y="1619"/>
                  </a:lnTo>
                  <a:lnTo>
                    <a:pt x="4157" y="1590"/>
                  </a:lnTo>
                  <a:lnTo>
                    <a:pt x="4170" y="1563"/>
                  </a:lnTo>
                  <a:lnTo>
                    <a:pt x="4182" y="1535"/>
                  </a:lnTo>
                  <a:lnTo>
                    <a:pt x="4196" y="1509"/>
                  </a:lnTo>
                  <a:lnTo>
                    <a:pt x="4211" y="1481"/>
                  </a:lnTo>
                  <a:lnTo>
                    <a:pt x="4227" y="1455"/>
                  </a:lnTo>
                  <a:lnTo>
                    <a:pt x="4244" y="1428"/>
                  </a:lnTo>
                  <a:lnTo>
                    <a:pt x="4262" y="1403"/>
                  </a:lnTo>
                  <a:lnTo>
                    <a:pt x="4280" y="1376"/>
                  </a:lnTo>
                  <a:lnTo>
                    <a:pt x="4300" y="1351"/>
                  </a:lnTo>
                  <a:lnTo>
                    <a:pt x="4320" y="1327"/>
                  </a:lnTo>
                  <a:lnTo>
                    <a:pt x="4342" y="1302"/>
                  </a:lnTo>
                  <a:lnTo>
                    <a:pt x="4364" y="1277"/>
                  </a:lnTo>
                  <a:lnTo>
                    <a:pt x="4387" y="1254"/>
                  </a:lnTo>
                  <a:lnTo>
                    <a:pt x="4411" y="1230"/>
                  </a:lnTo>
                  <a:lnTo>
                    <a:pt x="4437" y="1207"/>
                  </a:lnTo>
                  <a:lnTo>
                    <a:pt x="4462" y="1185"/>
                  </a:lnTo>
                  <a:lnTo>
                    <a:pt x="4488" y="1163"/>
                  </a:lnTo>
                  <a:lnTo>
                    <a:pt x="4516" y="1142"/>
                  </a:lnTo>
                  <a:lnTo>
                    <a:pt x="4544" y="1120"/>
                  </a:lnTo>
                  <a:lnTo>
                    <a:pt x="809" y="1120"/>
                  </a:lnTo>
                  <a:lnTo>
                    <a:pt x="837" y="1142"/>
                  </a:lnTo>
                  <a:lnTo>
                    <a:pt x="864" y="1163"/>
                  </a:lnTo>
                  <a:lnTo>
                    <a:pt x="891" y="1185"/>
                  </a:lnTo>
                  <a:lnTo>
                    <a:pt x="917" y="1207"/>
                  </a:lnTo>
                  <a:lnTo>
                    <a:pt x="942" y="1230"/>
                  </a:lnTo>
                  <a:lnTo>
                    <a:pt x="966" y="1254"/>
                  </a:lnTo>
                  <a:lnTo>
                    <a:pt x="989" y="1277"/>
                  </a:lnTo>
                  <a:lnTo>
                    <a:pt x="1012" y="1302"/>
                  </a:lnTo>
                  <a:lnTo>
                    <a:pt x="1032" y="1326"/>
                  </a:lnTo>
                  <a:lnTo>
                    <a:pt x="1053" y="1351"/>
                  </a:lnTo>
                  <a:lnTo>
                    <a:pt x="1073" y="1376"/>
                  </a:lnTo>
                  <a:lnTo>
                    <a:pt x="1091" y="1402"/>
                  </a:lnTo>
                  <a:lnTo>
                    <a:pt x="1110" y="1427"/>
                  </a:lnTo>
                  <a:lnTo>
                    <a:pt x="1127" y="1452"/>
                  </a:lnTo>
                  <a:lnTo>
                    <a:pt x="1142" y="1479"/>
                  </a:lnTo>
                  <a:lnTo>
                    <a:pt x="1157" y="1505"/>
                  </a:lnTo>
                  <a:lnTo>
                    <a:pt x="1170" y="1533"/>
                  </a:lnTo>
                  <a:lnTo>
                    <a:pt x="1184" y="1560"/>
                  </a:lnTo>
                  <a:lnTo>
                    <a:pt x="1196" y="1589"/>
                  </a:lnTo>
                  <a:lnTo>
                    <a:pt x="1207" y="1618"/>
                  </a:lnTo>
                  <a:lnTo>
                    <a:pt x="1218" y="1648"/>
                  </a:lnTo>
                  <a:lnTo>
                    <a:pt x="1228" y="1677"/>
                  </a:lnTo>
                  <a:lnTo>
                    <a:pt x="1237" y="1708"/>
                  </a:lnTo>
                  <a:lnTo>
                    <a:pt x="1245" y="1739"/>
                  </a:lnTo>
                  <a:lnTo>
                    <a:pt x="1252" y="1770"/>
                  </a:lnTo>
                  <a:lnTo>
                    <a:pt x="1259" y="1802"/>
                  </a:lnTo>
                  <a:lnTo>
                    <a:pt x="1265" y="1834"/>
                  </a:lnTo>
                  <a:lnTo>
                    <a:pt x="1269" y="1866"/>
                  </a:lnTo>
                  <a:lnTo>
                    <a:pt x="1273" y="1900"/>
                  </a:lnTo>
                  <a:lnTo>
                    <a:pt x="1276" y="1934"/>
                  </a:lnTo>
                  <a:lnTo>
                    <a:pt x="1279" y="1969"/>
                  </a:lnTo>
                  <a:lnTo>
                    <a:pt x="1280" y="2003"/>
                  </a:lnTo>
                  <a:lnTo>
                    <a:pt x="1251" y="2003"/>
                  </a:lnTo>
                  <a:lnTo>
                    <a:pt x="1187" y="1938"/>
                  </a:lnTo>
                  <a:lnTo>
                    <a:pt x="1121" y="1872"/>
                  </a:lnTo>
                  <a:lnTo>
                    <a:pt x="1054" y="1808"/>
                  </a:lnTo>
                  <a:lnTo>
                    <a:pt x="985" y="1743"/>
                  </a:lnTo>
                  <a:lnTo>
                    <a:pt x="915" y="1680"/>
                  </a:lnTo>
                  <a:lnTo>
                    <a:pt x="843" y="1618"/>
                  </a:lnTo>
                  <a:lnTo>
                    <a:pt x="769" y="1557"/>
                  </a:lnTo>
                  <a:lnTo>
                    <a:pt x="694" y="1497"/>
                  </a:lnTo>
                  <a:lnTo>
                    <a:pt x="616" y="1437"/>
                  </a:lnTo>
                  <a:lnTo>
                    <a:pt x="535" y="1377"/>
                  </a:lnTo>
                  <a:lnTo>
                    <a:pt x="453" y="1318"/>
                  </a:lnTo>
                  <a:lnTo>
                    <a:pt x="367" y="1259"/>
                  </a:lnTo>
                  <a:lnTo>
                    <a:pt x="279" y="1200"/>
                  </a:lnTo>
                  <a:lnTo>
                    <a:pt x="189" y="1143"/>
                  </a:lnTo>
                  <a:lnTo>
                    <a:pt x="96" y="1085"/>
                  </a:lnTo>
                  <a:lnTo>
                    <a:pt x="0" y="1029"/>
                  </a:lnTo>
                  <a:lnTo>
                    <a:pt x="0" y="1002"/>
                  </a:lnTo>
                  <a:lnTo>
                    <a:pt x="96" y="943"/>
                  </a:lnTo>
                  <a:lnTo>
                    <a:pt x="188" y="884"/>
                  </a:lnTo>
                  <a:lnTo>
                    <a:pt x="279" y="824"/>
                  </a:lnTo>
                  <a:lnTo>
                    <a:pt x="366" y="764"/>
                  </a:lnTo>
                  <a:lnTo>
                    <a:pt x="451" y="704"/>
                  </a:lnTo>
                  <a:lnTo>
                    <a:pt x="533" y="645"/>
                  </a:lnTo>
                  <a:lnTo>
                    <a:pt x="614" y="584"/>
                  </a:lnTo>
                  <a:lnTo>
                    <a:pt x="691" y="523"/>
                  </a:lnTo>
                  <a:lnTo>
                    <a:pt x="767" y="460"/>
                  </a:lnTo>
                  <a:lnTo>
                    <a:pt x="840" y="398"/>
                  </a:lnTo>
                  <a:lnTo>
                    <a:pt x="913" y="334"/>
                  </a:lnTo>
                  <a:lnTo>
                    <a:pt x="984" y="269"/>
                  </a:lnTo>
                  <a:lnTo>
                    <a:pt x="1053" y="204"/>
                  </a:lnTo>
                  <a:lnTo>
                    <a:pt x="1121" y="137"/>
                  </a:lnTo>
                  <a:lnTo>
                    <a:pt x="1187" y="69"/>
                  </a:lnTo>
                  <a:lnTo>
                    <a:pt x="1251" y="0"/>
                  </a:lnTo>
                  <a:lnTo>
                    <a:pt x="1280" y="0"/>
                  </a:lnTo>
                  <a:lnTo>
                    <a:pt x="1279" y="36"/>
                  </a:lnTo>
                  <a:lnTo>
                    <a:pt x="1276" y="72"/>
                  </a:lnTo>
                  <a:lnTo>
                    <a:pt x="1273" y="107"/>
                  </a:lnTo>
                  <a:lnTo>
                    <a:pt x="1269" y="141"/>
                  </a:lnTo>
                  <a:lnTo>
                    <a:pt x="1265" y="175"/>
                  </a:lnTo>
                  <a:lnTo>
                    <a:pt x="1259" y="208"/>
                  </a:lnTo>
                  <a:lnTo>
                    <a:pt x="1252" y="241"/>
                  </a:lnTo>
                  <a:lnTo>
                    <a:pt x="1245" y="273"/>
                  </a:lnTo>
                  <a:lnTo>
                    <a:pt x="1237" y="305"/>
                  </a:lnTo>
                  <a:lnTo>
                    <a:pt x="1228" y="336"/>
                  </a:lnTo>
                  <a:lnTo>
                    <a:pt x="1218" y="366"/>
                  </a:lnTo>
                  <a:lnTo>
                    <a:pt x="1207" y="396"/>
                  </a:lnTo>
                  <a:lnTo>
                    <a:pt x="1196" y="425"/>
                  </a:lnTo>
                  <a:lnTo>
                    <a:pt x="1184" y="454"/>
                  </a:lnTo>
                  <a:lnTo>
                    <a:pt x="1170" y="482"/>
                  </a:lnTo>
                  <a:lnTo>
                    <a:pt x="1157" y="509"/>
                  </a:lnTo>
                  <a:lnTo>
                    <a:pt x="1142" y="536"/>
                  </a:lnTo>
                  <a:lnTo>
                    <a:pt x="1127" y="564"/>
                  </a:lnTo>
                  <a:lnTo>
                    <a:pt x="1110" y="590"/>
                  </a:lnTo>
                  <a:lnTo>
                    <a:pt x="1091" y="618"/>
                  </a:lnTo>
                  <a:lnTo>
                    <a:pt x="1073" y="643"/>
                  </a:lnTo>
                  <a:lnTo>
                    <a:pt x="1053" y="670"/>
                  </a:lnTo>
                  <a:lnTo>
                    <a:pt x="1032" y="695"/>
                  </a:lnTo>
                  <a:lnTo>
                    <a:pt x="1012" y="721"/>
                  </a:lnTo>
                  <a:lnTo>
                    <a:pt x="989" y="746"/>
                  </a:lnTo>
                  <a:lnTo>
                    <a:pt x="966" y="770"/>
                  </a:lnTo>
                  <a:lnTo>
                    <a:pt x="942" y="794"/>
                  </a:lnTo>
                  <a:lnTo>
                    <a:pt x="917" y="818"/>
                  </a:lnTo>
                  <a:lnTo>
                    <a:pt x="891" y="841"/>
                  </a:lnTo>
                  <a:lnTo>
                    <a:pt x="864" y="864"/>
                  </a:lnTo>
                  <a:lnTo>
                    <a:pt x="837" y="886"/>
                  </a:lnTo>
                  <a:lnTo>
                    <a:pt x="809" y="908"/>
                  </a:lnTo>
                  <a:lnTo>
                    <a:pt x="4544" y="908"/>
                  </a:lnTo>
                  <a:close/>
                </a:path>
              </a:pathLst>
            </a:custGeom>
            <a:solidFill>
              <a:schemeClr val="bg1"/>
            </a:solidFill>
            <a:ln>
              <a:noFill/>
            </a:ln>
            <a:extLst>
              <a:ext uri="{91240B29-F687-4F45-9708-019B960494DF}">
                <a14:hiddenLine xmlns:a14="http://schemas.microsoft.com/office/drawing/2010/main" w="9525">
                  <a:solidFill>
                    <a:srgbClr val="000000"/>
                  </a:solidFill>
                  <a:round/>
                </a14:hiddenLine>
              </a:ext>
            </a:extLst>
          </p:spPr>
          <p:txBody>
            <a:bodyPr/>
            <a:lstStyle>
              <a:defPPr>
                <a:defRPr lang="zh-CN"/>
              </a:defPPr>
              <a:lvl1pPr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1pPr>
              <a:lvl2pPr marL="4572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2pPr>
              <a:lvl3pPr marL="9144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3pPr>
              <a:lvl4pPr marL="13716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4pPr>
              <a:lvl5pPr marL="18288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5pPr>
              <a:lvl6pPr marL="2286000" algn="l" defTabSz="914400" rtl="0" eaLnBrk="1" latinLnBrk="0" hangingPunct="1">
                <a:defRPr kern="1200">
                  <a:solidFill>
                    <a:schemeClr val="tx1"/>
                  </a:solidFill>
                  <a:latin typeface="Calibri" panose="020F0502020204030204" charset="0"/>
                  <a:ea typeface="宋体" panose="02010600030101010101" pitchFamily="2" charset="-122"/>
                  <a:cs typeface="+mn-cs"/>
                </a:defRPr>
              </a:lvl6pPr>
              <a:lvl7pPr marL="2743200" algn="l" defTabSz="914400" rtl="0" eaLnBrk="1" latinLnBrk="0" hangingPunct="1">
                <a:defRPr kern="1200">
                  <a:solidFill>
                    <a:schemeClr val="tx1"/>
                  </a:solidFill>
                  <a:latin typeface="Calibri" panose="020F0502020204030204" charset="0"/>
                  <a:ea typeface="宋体" panose="02010600030101010101" pitchFamily="2" charset="-122"/>
                  <a:cs typeface="+mn-cs"/>
                </a:defRPr>
              </a:lvl7pPr>
              <a:lvl8pPr marL="3200400" algn="l" defTabSz="914400" rtl="0" eaLnBrk="1" latinLnBrk="0" hangingPunct="1">
                <a:defRPr kern="1200">
                  <a:solidFill>
                    <a:schemeClr val="tx1"/>
                  </a:solidFill>
                  <a:latin typeface="Calibri" panose="020F0502020204030204" charset="0"/>
                  <a:ea typeface="宋体" panose="02010600030101010101" pitchFamily="2" charset="-122"/>
                  <a:cs typeface="+mn-cs"/>
                </a:defRPr>
              </a:lvl8pPr>
              <a:lvl9pPr marL="3657600" algn="l" defTabSz="914400" rtl="0" eaLnBrk="1" latinLnBrk="0" hangingPunct="1">
                <a:defRPr kern="1200">
                  <a:solidFill>
                    <a:schemeClr val="tx1"/>
                  </a:solidFill>
                  <a:latin typeface="Calibri" panose="020F0502020204030204" charset="0"/>
                  <a:ea typeface="宋体" panose="02010600030101010101" pitchFamily="2" charset="-122"/>
                  <a:cs typeface="+mn-cs"/>
                </a:defRPr>
              </a:lvl9pPr>
            </a:lstStyle>
            <a:p>
              <a:endParaRPr lang="zh-CN" altLang="en-US" dirty="0">
                <a:ea typeface="微软雅黑" panose="020B0503020204020204" pitchFamily="34" charset="-122"/>
              </a:endParaRPr>
            </a:p>
          </p:txBody>
        </p:sp>
        <p:sp>
          <p:nvSpPr>
            <p:cNvPr id="11" name="直线箭头"/>
            <p:cNvSpPr/>
            <p:nvPr/>
          </p:nvSpPr>
          <p:spPr>
            <a:xfrm>
              <a:off x="3282" y="8880"/>
              <a:ext cx="1813" cy="217"/>
            </a:xfrm>
            <a:custGeom>
              <a:avLst/>
              <a:gdLst>
                <a:gd name="connsiteX0" fmla="*/ 360040 w 576064"/>
                <a:gd name="connsiteY0" fmla="*/ 0 h 250588"/>
                <a:gd name="connsiteX1" fmla="*/ 576064 w 576064"/>
                <a:gd name="connsiteY1" fmla="*/ 125294 h 250588"/>
                <a:gd name="connsiteX2" fmla="*/ 360040 w 576064"/>
                <a:gd name="connsiteY2" fmla="*/ 250588 h 250588"/>
                <a:gd name="connsiteX3" fmla="*/ 360040 w 576064"/>
                <a:gd name="connsiteY3" fmla="*/ 143294 h 250588"/>
                <a:gd name="connsiteX4" fmla="*/ 0 w 576064"/>
                <a:gd name="connsiteY4" fmla="*/ 143294 h 250588"/>
                <a:gd name="connsiteX5" fmla="*/ 0 w 576064"/>
                <a:gd name="connsiteY5" fmla="*/ 107294 h 250588"/>
                <a:gd name="connsiteX6" fmla="*/ 360040 w 576064"/>
                <a:gd name="connsiteY6" fmla="*/ 107294 h 2505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576064" h="250588">
                  <a:moveTo>
                    <a:pt x="360040" y="0"/>
                  </a:moveTo>
                  <a:lnTo>
                    <a:pt x="576064" y="125294"/>
                  </a:lnTo>
                  <a:lnTo>
                    <a:pt x="360040" y="250588"/>
                  </a:lnTo>
                  <a:lnTo>
                    <a:pt x="360040" y="143294"/>
                  </a:lnTo>
                  <a:lnTo>
                    <a:pt x="0" y="143294"/>
                  </a:lnTo>
                  <a:lnTo>
                    <a:pt x="0" y="107294"/>
                  </a:lnTo>
                  <a:lnTo>
                    <a:pt x="360040" y="107294"/>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scene3d>
                <a:camera prst="orthographicFront"/>
                <a:lightRig rig="threePt" dir="t"/>
              </a:scene3d>
              <a:sp3d>
                <a:contourClr>
                  <a:srgbClr val="FFFFFF"/>
                </a:contourClr>
              </a:sp3d>
            </a:bodyPr>
            <a:lstStyle>
              <a:defPPr>
                <a:defRPr lang="zh-CN"/>
              </a:defPPr>
              <a:lvl1pPr algn="l" rtl="0" eaLnBrk="0" fontAlgn="base" hangingPunct="0">
                <a:spcBef>
                  <a:spcPct val="0"/>
                </a:spcBef>
                <a:spcAft>
                  <a:spcPct val="0"/>
                </a:spcAft>
                <a:defRPr kern="1200">
                  <a:solidFill>
                    <a:schemeClr val="lt1"/>
                  </a:solidFill>
                  <a:latin typeface="+mn-lt"/>
                  <a:ea typeface="+mn-ea"/>
                  <a:cs typeface="+mn-cs"/>
                </a:defRPr>
              </a:lvl1pPr>
              <a:lvl2pPr marL="457200" algn="l" rtl="0" eaLnBrk="0" fontAlgn="base" hangingPunct="0">
                <a:spcBef>
                  <a:spcPct val="0"/>
                </a:spcBef>
                <a:spcAft>
                  <a:spcPct val="0"/>
                </a:spcAft>
                <a:defRPr kern="1200">
                  <a:solidFill>
                    <a:schemeClr val="lt1"/>
                  </a:solidFill>
                  <a:latin typeface="+mn-lt"/>
                  <a:ea typeface="+mn-ea"/>
                  <a:cs typeface="+mn-cs"/>
                </a:defRPr>
              </a:lvl2pPr>
              <a:lvl3pPr marL="914400" algn="l" rtl="0" eaLnBrk="0" fontAlgn="base" hangingPunct="0">
                <a:spcBef>
                  <a:spcPct val="0"/>
                </a:spcBef>
                <a:spcAft>
                  <a:spcPct val="0"/>
                </a:spcAft>
                <a:defRPr kern="1200">
                  <a:solidFill>
                    <a:schemeClr val="lt1"/>
                  </a:solidFill>
                  <a:latin typeface="+mn-lt"/>
                  <a:ea typeface="+mn-ea"/>
                  <a:cs typeface="+mn-cs"/>
                </a:defRPr>
              </a:lvl3pPr>
              <a:lvl4pPr marL="1371600" algn="l" rtl="0" eaLnBrk="0" fontAlgn="base" hangingPunct="0">
                <a:spcBef>
                  <a:spcPct val="0"/>
                </a:spcBef>
                <a:spcAft>
                  <a:spcPct val="0"/>
                </a:spcAft>
                <a:defRPr kern="1200">
                  <a:solidFill>
                    <a:schemeClr val="lt1"/>
                  </a:solidFill>
                  <a:latin typeface="+mn-lt"/>
                  <a:ea typeface="+mn-ea"/>
                  <a:cs typeface="+mn-cs"/>
                </a:defRPr>
              </a:lvl4pPr>
              <a:lvl5pPr marL="1828800" algn="l" rtl="0" eaLnBrk="0" fontAlgn="base" hangingPunct="0">
                <a:spcBef>
                  <a:spcPct val="0"/>
                </a:spcBef>
                <a:spcAft>
                  <a:spcPct val="0"/>
                </a:spcAft>
                <a:defRPr kern="1200">
                  <a:solidFill>
                    <a:schemeClr val="lt1"/>
                  </a:solidFill>
                  <a:latin typeface="+mn-lt"/>
                  <a:ea typeface="+mn-ea"/>
                  <a:cs typeface="+mn-cs"/>
                </a:defRPr>
              </a:lvl5pPr>
              <a:lvl6pPr marL="2286000" algn="l" defTabSz="914400" rtl="0" eaLnBrk="1" latinLnBrk="0" hangingPunct="1">
                <a:defRPr kern="1200">
                  <a:solidFill>
                    <a:schemeClr val="lt1"/>
                  </a:solidFill>
                  <a:latin typeface="+mn-lt"/>
                  <a:ea typeface="+mn-ea"/>
                  <a:cs typeface="+mn-cs"/>
                </a:defRPr>
              </a:lvl6pPr>
              <a:lvl7pPr marL="2743200" algn="l" defTabSz="914400" rtl="0" eaLnBrk="1" latinLnBrk="0" hangingPunct="1">
                <a:defRPr kern="1200">
                  <a:solidFill>
                    <a:schemeClr val="lt1"/>
                  </a:solidFill>
                  <a:latin typeface="+mn-lt"/>
                  <a:ea typeface="+mn-ea"/>
                  <a:cs typeface="+mn-cs"/>
                </a:defRPr>
              </a:lvl7pPr>
              <a:lvl8pPr marL="3200400" algn="l" defTabSz="914400" rtl="0" eaLnBrk="1" latinLnBrk="0" hangingPunct="1">
                <a:defRPr kern="1200">
                  <a:solidFill>
                    <a:schemeClr val="lt1"/>
                  </a:solidFill>
                  <a:latin typeface="+mn-lt"/>
                  <a:ea typeface="+mn-ea"/>
                  <a:cs typeface="+mn-cs"/>
                </a:defRPr>
              </a:lvl8pPr>
              <a:lvl9pPr marL="3657600" algn="l" defTabSz="914400" rtl="0" eaLnBrk="1" latinLnBrk="0" hangingPunct="1">
                <a:defRPr kern="1200">
                  <a:solidFill>
                    <a:schemeClr val="lt1"/>
                  </a:solidFill>
                  <a:latin typeface="+mn-lt"/>
                  <a:ea typeface="+mn-ea"/>
                  <a:cs typeface="+mn-cs"/>
                </a:defRPr>
              </a:lvl9pPr>
            </a:lstStyle>
            <a:p>
              <a:pPr algn="ctr" eaLnBrk="1" fontAlgn="auto" hangingPunct="1">
                <a:spcBef>
                  <a:spcPts val="0"/>
                </a:spcBef>
                <a:spcAft>
                  <a:spcPts val="0"/>
                </a:spcAft>
                <a:defRPr/>
              </a:pPr>
              <a:endParaRPr lang="zh-CN" altLang="en-US">
                <a:solidFill>
                  <a:srgbClr val="FFFFFF"/>
                </a:solidFill>
              </a:endParaRPr>
            </a:p>
          </p:txBody>
        </p:sp>
      </p:grpSp>
      <p:sp>
        <p:nvSpPr>
          <p:cNvPr id="167" name="圆角矩形"/>
          <p:cNvSpPr/>
          <p:nvPr/>
        </p:nvSpPr>
        <p:spPr>
          <a:xfrm>
            <a:off x="7039345" y="584081"/>
            <a:ext cx="4104000" cy="1328023"/>
          </a:xfrm>
          <a:prstGeom prst="roundRect">
            <a:avLst/>
          </a:prstGeom>
          <a:solidFill>
            <a:schemeClr val="accent3">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spAutoFit/>
            <a:scene3d>
              <a:camera prst="orthographicFront"/>
              <a:lightRig rig="threePt" dir="t"/>
            </a:scene3d>
            <a:sp3d>
              <a:contourClr>
                <a:srgbClr val="FFFFFF"/>
              </a:contourClr>
            </a:sp3d>
          </a:bodyPr>
          <a:lstStyle>
            <a:defPPr>
              <a:defRPr lang="zh-CN"/>
            </a:defPPr>
            <a:lvl1pPr algn="l" rtl="0" eaLnBrk="0" fontAlgn="base" hangingPunct="0">
              <a:spcBef>
                <a:spcPct val="0"/>
              </a:spcBef>
              <a:spcAft>
                <a:spcPct val="0"/>
              </a:spcAft>
              <a:defRPr kern="1200">
                <a:solidFill>
                  <a:schemeClr val="lt1"/>
                </a:solidFill>
                <a:latin typeface="+mn-lt"/>
                <a:ea typeface="+mn-ea"/>
                <a:cs typeface="+mn-cs"/>
              </a:defRPr>
            </a:lvl1pPr>
            <a:lvl2pPr marL="457200" algn="l" rtl="0" eaLnBrk="0" fontAlgn="base" hangingPunct="0">
              <a:spcBef>
                <a:spcPct val="0"/>
              </a:spcBef>
              <a:spcAft>
                <a:spcPct val="0"/>
              </a:spcAft>
              <a:defRPr kern="1200">
                <a:solidFill>
                  <a:schemeClr val="lt1"/>
                </a:solidFill>
                <a:latin typeface="+mn-lt"/>
                <a:ea typeface="+mn-ea"/>
                <a:cs typeface="+mn-cs"/>
              </a:defRPr>
            </a:lvl2pPr>
            <a:lvl3pPr marL="914400" algn="l" rtl="0" eaLnBrk="0" fontAlgn="base" hangingPunct="0">
              <a:spcBef>
                <a:spcPct val="0"/>
              </a:spcBef>
              <a:spcAft>
                <a:spcPct val="0"/>
              </a:spcAft>
              <a:defRPr kern="1200">
                <a:solidFill>
                  <a:schemeClr val="lt1"/>
                </a:solidFill>
                <a:latin typeface="+mn-lt"/>
                <a:ea typeface="+mn-ea"/>
                <a:cs typeface="+mn-cs"/>
              </a:defRPr>
            </a:lvl3pPr>
            <a:lvl4pPr marL="1371600" algn="l" rtl="0" eaLnBrk="0" fontAlgn="base" hangingPunct="0">
              <a:spcBef>
                <a:spcPct val="0"/>
              </a:spcBef>
              <a:spcAft>
                <a:spcPct val="0"/>
              </a:spcAft>
              <a:defRPr kern="1200">
                <a:solidFill>
                  <a:schemeClr val="lt1"/>
                </a:solidFill>
                <a:latin typeface="+mn-lt"/>
                <a:ea typeface="+mn-ea"/>
                <a:cs typeface="+mn-cs"/>
              </a:defRPr>
            </a:lvl4pPr>
            <a:lvl5pPr marL="1828800" algn="l" rtl="0" eaLnBrk="0" fontAlgn="base" hangingPunct="0">
              <a:spcBef>
                <a:spcPct val="0"/>
              </a:spcBef>
              <a:spcAft>
                <a:spcPct val="0"/>
              </a:spcAft>
              <a:defRPr kern="1200">
                <a:solidFill>
                  <a:schemeClr val="lt1"/>
                </a:solidFill>
                <a:latin typeface="+mn-lt"/>
                <a:ea typeface="+mn-ea"/>
                <a:cs typeface="+mn-cs"/>
              </a:defRPr>
            </a:lvl5pPr>
            <a:lvl6pPr marL="2286000" algn="l" defTabSz="914400" rtl="0" eaLnBrk="1" latinLnBrk="0" hangingPunct="1">
              <a:defRPr kern="1200">
                <a:solidFill>
                  <a:schemeClr val="lt1"/>
                </a:solidFill>
                <a:latin typeface="+mn-lt"/>
                <a:ea typeface="+mn-ea"/>
                <a:cs typeface="+mn-cs"/>
              </a:defRPr>
            </a:lvl6pPr>
            <a:lvl7pPr marL="2743200" algn="l" defTabSz="914400" rtl="0" eaLnBrk="1" latinLnBrk="0" hangingPunct="1">
              <a:defRPr kern="1200">
                <a:solidFill>
                  <a:schemeClr val="lt1"/>
                </a:solidFill>
                <a:latin typeface="+mn-lt"/>
                <a:ea typeface="+mn-ea"/>
                <a:cs typeface="+mn-cs"/>
              </a:defRPr>
            </a:lvl7pPr>
            <a:lvl8pPr marL="3200400" algn="l" defTabSz="914400" rtl="0" eaLnBrk="1" latinLnBrk="0" hangingPunct="1">
              <a:defRPr kern="1200">
                <a:solidFill>
                  <a:schemeClr val="lt1"/>
                </a:solidFill>
                <a:latin typeface="+mn-lt"/>
                <a:ea typeface="+mn-ea"/>
                <a:cs typeface="+mn-cs"/>
              </a:defRPr>
            </a:lvl8pPr>
            <a:lvl9pPr marL="3657600" algn="l" defTabSz="914400" rtl="0" eaLnBrk="1" latinLnBrk="0" hangingPunct="1">
              <a:defRPr kern="1200">
                <a:solidFill>
                  <a:schemeClr val="lt1"/>
                </a:solidFill>
                <a:latin typeface="+mn-lt"/>
                <a:ea typeface="+mn-ea"/>
                <a:cs typeface="+mn-cs"/>
              </a:defRPr>
            </a:lvl9pPr>
          </a:lstStyle>
          <a:p>
            <a:pPr indent="457200" eaLnBrk="1" fontAlgn="auto" hangingPunct="1">
              <a:spcBef>
                <a:spcPts val="0"/>
              </a:spcBef>
              <a:spcAft>
                <a:spcPts val="0"/>
              </a:spcAft>
              <a:defRPr/>
            </a:pPr>
            <a:r>
              <a:rPr lang="zh-CN" altLang="en-US">
                <a:solidFill>
                  <a:schemeClr val="tx1"/>
                </a:solidFill>
                <a:sym typeface="+mn-ea"/>
              </a:rPr>
              <a:t> </a:t>
            </a:r>
            <a:r>
              <a:rPr lang="en-US" altLang="zh-CN" dirty="0">
                <a:solidFill>
                  <a:schemeClr val="tx1"/>
                </a:solidFill>
                <a:sym typeface="+mn-ea"/>
              </a:rPr>
              <a:t>UML</a:t>
            </a:r>
            <a:r>
              <a:rPr lang="zh-CN" altLang="en-US" dirty="0">
                <a:solidFill>
                  <a:schemeClr val="tx1"/>
                </a:solidFill>
                <a:sym typeface="+mn-ea"/>
              </a:rPr>
              <a:t>图包括用例图、类图、对象图、状态图、顺序图、活动图、协作图、构件图、</a:t>
            </a:r>
            <a:r>
              <a:rPr lang="zh-CN" altLang="en-US">
                <a:solidFill>
                  <a:schemeClr val="tx1"/>
                </a:solidFill>
                <a:sym typeface="+mn-ea"/>
              </a:rPr>
              <a:t>部署图</a:t>
            </a:r>
            <a:r>
              <a:rPr lang="en-US" altLang="zh-CN" dirty="0">
                <a:solidFill>
                  <a:schemeClr val="tx1"/>
                </a:solidFill>
                <a:sym typeface="+mn-ea"/>
              </a:rPr>
              <a:t>9</a:t>
            </a:r>
            <a:r>
              <a:rPr lang="zh-CN" altLang="en-US" dirty="0">
                <a:solidFill>
                  <a:schemeClr val="tx1"/>
                </a:solidFill>
                <a:sym typeface="+mn-ea"/>
              </a:rPr>
              <a:t>种。以下几种符号</a:t>
            </a:r>
            <a:r>
              <a:rPr lang="zh-CN" altLang="en-US">
                <a:solidFill>
                  <a:schemeClr val="tx1"/>
                </a:solidFill>
                <a:sym typeface="+mn-ea"/>
              </a:rPr>
              <a:t>在各种</a:t>
            </a:r>
            <a:r>
              <a:rPr lang="en-US" altLang="zh-CN" dirty="0">
                <a:solidFill>
                  <a:schemeClr val="tx1"/>
                </a:solidFill>
                <a:sym typeface="+mn-ea"/>
              </a:rPr>
              <a:t>UML</a:t>
            </a:r>
            <a:r>
              <a:rPr lang="zh-CN" altLang="en-US" dirty="0">
                <a:solidFill>
                  <a:schemeClr val="tx1"/>
                </a:solidFill>
                <a:sym typeface="+mn-ea"/>
              </a:rPr>
              <a:t>图中可能都要用。</a:t>
            </a:r>
            <a:endParaRPr lang="zh-CN" altLang="en-US" dirty="0">
              <a:solidFill>
                <a:schemeClr val="tx1"/>
              </a:solidFill>
            </a:endParaRPr>
          </a:p>
        </p:txBody>
      </p:sp>
      <p:sp>
        <p:nvSpPr>
          <p:cNvPr id="13" name="学士帽"/>
          <p:cNvSpPr/>
          <p:nvPr/>
        </p:nvSpPr>
        <p:spPr bwMode="auto">
          <a:xfrm>
            <a:off x="6928376" y="410210"/>
            <a:ext cx="670560" cy="472440"/>
          </a:xfrm>
          <a:custGeom>
            <a:avLst/>
            <a:gdLst>
              <a:gd name="T0" fmla="*/ 1395067 w 3931"/>
              <a:gd name="T1" fmla="*/ 589725 h 2392"/>
              <a:gd name="T2" fmla="*/ 928365 w 3931"/>
              <a:gd name="T3" fmla="*/ 389484 h 2392"/>
              <a:gd name="T4" fmla="*/ 403040 w 3931"/>
              <a:gd name="T5" fmla="*/ 589725 h 2392"/>
              <a:gd name="T6" fmla="*/ 256480 w 3931"/>
              <a:gd name="T7" fmla="*/ 528782 h 2392"/>
              <a:gd name="T8" fmla="*/ 256480 w 3931"/>
              <a:gd name="T9" fmla="*/ 708403 h 2392"/>
              <a:gd name="T10" fmla="*/ 296326 w 3931"/>
              <a:gd name="T11" fmla="*/ 763389 h 2392"/>
              <a:gd name="T12" fmla="*/ 255564 w 3931"/>
              <a:gd name="T13" fmla="*/ 818375 h 2392"/>
              <a:gd name="T14" fmla="*/ 299074 w 3931"/>
              <a:gd name="T15" fmla="*/ 1011742 h 2392"/>
              <a:gd name="T16" fmla="*/ 170834 w 3931"/>
              <a:gd name="T17" fmla="*/ 1011742 h 2392"/>
              <a:gd name="T18" fmla="*/ 214802 w 3931"/>
              <a:gd name="T19" fmla="*/ 817458 h 2392"/>
              <a:gd name="T20" fmla="*/ 179078 w 3931"/>
              <a:gd name="T21" fmla="*/ 763389 h 2392"/>
              <a:gd name="T22" fmla="*/ 213428 w 3931"/>
              <a:gd name="T23" fmla="*/ 709777 h 2392"/>
              <a:gd name="T24" fmla="*/ 213428 w 3931"/>
              <a:gd name="T25" fmla="*/ 510911 h 2392"/>
              <a:gd name="T26" fmla="*/ 0 w 3931"/>
              <a:gd name="T27" fmla="*/ 421559 h 2392"/>
              <a:gd name="T28" fmla="*/ 938899 w 3931"/>
              <a:gd name="T29" fmla="*/ 0 h 2392"/>
              <a:gd name="T30" fmla="*/ 1800397 w 3931"/>
              <a:gd name="T31" fmla="*/ 427058 h 2392"/>
              <a:gd name="T32" fmla="*/ 1395067 w 3931"/>
              <a:gd name="T33" fmla="*/ 589725 h 2392"/>
              <a:gd name="T34" fmla="*/ 917831 w 3931"/>
              <a:gd name="T35" fmla="*/ 491208 h 2392"/>
              <a:gd name="T36" fmla="*/ 1341481 w 3931"/>
              <a:gd name="T37" fmla="*/ 635088 h 2392"/>
              <a:gd name="T38" fmla="*/ 1341481 w 3931"/>
              <a:gd name="T39" fmla="*/ 983791 h 2392"/>
              <a:gd name="T40" fmla="*/ 896306 w 3931"/>
              <a:gd name="T41" fmla="*/ 1096054 h 2392"/>
              <a:gd name="T42" fmla="*/ 503342 w 3931"/>
              <a:gd name="T43" fmla="*/ 983791 h 2392"/>
              <a:gd name="T44" fmla="*/ 503342 w 3931"/>
              <a:gd name="T45" fmla="*/ 635088 h 2392"/>
              <a:gd name="T46" fmla="*/ 917831 w 3931"/>
              <a:gd name="T47" fmla="*/ 491208 h 2392"/>
              <a:gd name="T48" fmla="*/ 912335 w 3931"/>
              <a:gd name="T49" fmla="*/ 1031904 h 2392"/>
              <a:gd name="T50" fmla="*/ 1254003 w 3931"/>
              <a:gd name="T51" fmla="*/ 946675 h 2392"/>
              <a:gd name="T52" fmla="*/ 912335 w 3931"/>
              <a:gd name="T53" fmla="*/ 860989 h 2392"/>
              <a:gd name="T54" fmla="*/ 571126 w 3931"/>
              <a:gd name="T55" fmla="*/ 946675 h 2392"/>
              <a:gd name="T56" fmla="*/ 912335 w 3931"/>
              <a:gd name="T57" fmla="*/ 1031904 h 2392"/>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Lst>
            <a:ahLst/>
            <a:cxnLst>
              <a:cxn ang="T58">
                <a:pos x="T0" y="T1"/>
              </a:cxn>
              <a:cxn ang="T59">
                <a:pos x="T2" y="T3"/>
              </a:cxn>
              <a:cxn ang="T60">
                <a:pos x="T4" y="T5"/>
              </a:cxn>
              <a:cxn ang="T61">
                <a:pos x="T6" y="T7"/>
              </a:cxn>
              <a:cxn ang="T62">
                <a:pos x="T8" y="T9"/>
              </a:cxn>
              <a:cxn ang="T63">
                <a:pos x="T10" y="T11"/>
              </a:cxn>
              <a:cxn ang="T64">
                <a:pos x="T12" y="T13"/>
              </a:cxn>
              <a:cxn ang="T65">
                <a:pos x="T14" y="T15"/>
              </a:cxn>
              <a:cxn ang="T66">
                <a:pos x="T16" y="T17"/>
              </a:cxn>
              <a:cxn ang="T67">
                <a:pos x="T18" y="T19"/>
              </a:cxn>
              <a:cxn ang="T68">
                <a:pos x="T20" y="T21"/>
              </a:cxn>
              <a:cxn ang="T69">
                <a:pos x="T22" y="T23"/>
              </a:cxn>
              <a:cxn ang="T70">
                <a:pos x="T24" y="T25"/>
              </a:cxn>
              <a:cxn ang="T71">
                <a:pos x="T26" y="T27"/>
              </a:cxn>
              <a:cxn ang="T72">
                <a:pos x="T28" y="T29"/>
              </a:cxn>
              <a:cxn ang="T73">
                <a:pos x="T30" y="T31"/>
              </a:cxn>
              <a:cxn ang="T74">
                <a:pos x="T32" y="T33"/>
              </a:cxn>
              <a:cxn ang="T75">
                <a:pos x="T34" y="T35"/>
              </a:cxn>
              <a:cxn ang="T76">
                <a:pos x="T36" y="T37"/>
              </a:cxn>
              <a:cxn ang="T77">
                <a:pos x="T38" y="T39"/>
              </a:cxn>
              <a:cxn ang="T78">
                <a:pos x="T40" y="T41"/>
              </a:cxn>
              <a:cxn ang="T79">
                <a:pos x="T42" y="T43"/>
              </a:cxn>
              <a:cxn ang="T80">
                <a:pos x="T44" y="T45"/>
              </a:cxn>
              <a:cxn ang="T81">
                <a:pos x="T46" y="T47"/>
              </a:cxn>
              <a:cxn ang="T82">
                <a:pos x="T48" y="T49"/>
              </a:cxn>
              <a:cxn ang="T83">
                <a:pos x="T50" y="T51"/>
              </a:cxn>
              <a:cxn ang="T84">
                <a:pos x="T52" y="T53"/>
              </a:cxn>
              <a:cxn ang="T85">
                <a:pos x="T54" y="T55"/>
              </a:cxn>
              <a:cxn ang="T86">
                <a:pos x="T56" y="T57"/>
              </a:cxn>
            </a:cxnLst>
            <a:rect l="0" t="0" r="r" b="b"/>
            <a:pathLst>
              <a:path w="3931" h="2392">
                <a:moveTo>
                  <a:pt x="3046" y="1287"/>
                </a:moveTo>
                <a:cubicBezTo>
                  <a:pt x="3046" y="1287"/>
                  <a:pt x="2618" y="850"/>
                  <a:pt x="2027" y="850"/>
                </a:cubicBezTo>
                <a:cubicBezTo>
                  <a:pt x="1450" y="850"/>
                  <a:pt x="880" y="1287"/>
                  <a:pt x="880" y="1287"/>
                </a:cubicBezTo>
                <a:cubicBezTo>
                  <a:pt x="560" y="1154"/>
                  <a:pt x="560" y="1154"/>
                  <a:pt x="560" y="1154"/>
                </a:cubicBezTo>
                <a:cubicBezTo>
                  <a:pt x="560" y="1546"/>
                  <a:pt x="560" y="1546"/>
                  <a:pt x="560" y="1546"/>
                </a:cubicBezTo>
                <a:cubicBezTo>
                  <a:pt x="610" y="1563"/>
                  <a:pt x="647" y="1610"/>
                  <a:pt x="647" y="1666"/>
                </a:cubicBezTo>
                <a:cubicBezTo>
                  <a:pt x="647" y="1723"/>
                  <a:pt x="609" y="1769"/>
                  <a:pt x="558" y="1786"/>
                </a:cubicBezTo>
                <a:cubicBezTo>
                  <a:pt x="653" y="2208"/>
                  <a:pt x="653" y="2208"/>
                  <a:pt x="653" y="2208"/>
                </a:cubicBezTo>
                <a:cubicBezTo>
                  <a:pt x="373" y="2208"/>
                  <a:pt x="373" y="2208"/>
                  <a:pt x="373" y="2208"/>
                </a:cubicBezTo>
                <a:cubicBezTo>
                  <a:pt x="469" y="1784"/>
                  <a:pt x="469" y="1784"/>
                  <a:pt x="469" y="1784"/>
                </a:cubicBezTo>
                <a:cubicBezTo>
                  <a:pt x="423" y="1764"/>
                  <a:pt x="391" y="1719"/>
                  <a:pt x="391" y="1666"/>
                </a:cubicBezTo>
                <a:cubicBezTo>
                  <a:pt x="391" y="1614"/>
                  <a:pt x="422" y="1570"/>
                  <a:pt x="466" y="1549"/>
                </a:cubicBezTo>
                <a:cubicBezTo>
                  <a:pt x="466" y="1115"/>
                  <a:pt x="466" y="1115"/>
                  <a:pt x="466" y="1115"/>
                </a:cubicBezTo>
                <a:cubicBezTo>
                  <a:pt x="0" y="920"/>
                  <a:pt x="0" y="920"/>
                  <a:pt x="0" y="920"/>
                </a:cubicBezTo>
                <a:cubicBezTo>
                  <a:pt x="2050" y="0"/>
                  <a:pt x="2050" y="0"/>
                  <a:pt x="2050" y="0"/>
                </a:cubicBezTo>
                <a:cubicBezTo>
                  <a:pt x="3931" y="932"/>
                  <a:pt x="3931" y="932"/>
                  <a:pt x="3931" y="932"/>
                </a:cubicBezTo>
                <a:lnTo>
                  <a:pt x="3046" y="1287"/>
                </a:lnTo>
                <a:close/>
                <a:moveTo>
                  <a:pt x="2004" y="1072"/>
                </a:moveTo>
                <a:cubicBezTo>
                  <a:pt x="2598" y="1072"/>
                  <a:pt x="2929" y="1386"/>
                  <a:pt x="2929" y="1386"/>
                </a:cubicBezTo>
                <a:cubicBezTo>
                  <a:pt x="2929" y="2147"/>
                  <a:pt x="2929" y="2147"/>
                  <a:pt x="2929" y="2147"/>
                </a:cubicBezTo>
                <a:cubicBezTo>
                  <a:pt x="2929" y="2147"/>
                  <a:pt x="2586" y="2392"/>
                  <a:pt x="1957" y="2392"/>
                </a:cubicBezTo>
                <a:cubicBezTo>
                  <a:pt x="1328" y="2392"/>
                  <a:pt x="1099" y="2147"/>
                  <a:pt x="1099" y="2147"/>
                </a:cubicBezTo>
                <a:cubicBezTo>
                  <a:pt x="1099" y="1386"/>
                  <a:pt x="1099" y="1386"/>
                  <a:pt x="1099" y="1386"/>
                </a:cubicBezTo>
                <a:cubicBezTo>
                  <a:pt x="1099" y="1386"/>
                  <a:pt x="1410" y="1072"/>
                  <a:pt x="2004" y="1072"/>
                </a:cubicBezTo>
                <a:close/>
                <a:moveTo>
                  <a:pt x="1992" y="2252"/>
                </a:moveTo>
                <a:cubicBezTo>
                  <a:pt x="2404" y="2252"/>
                  <a:pt x="2738" y="2168"/>
                  <a:pt x="2738" y="2066"/>
                </a:cubicBezTo>
                <a:cubicBezTo>
                  <a:pt x="2738" y="1963"/>
                  <a:pt x="2404" y="1879"/>
                  <a:pt x="1992" y="1879"/>
                </a:cubicBezTo>
                <a:cubicBezTo>
                  <a:pt x="1581" y="1879"/>
                  <a:pt x="1247" y="1963"/>
                  <a:pt x="1247" y="2066"/>
                </a:cubicBezTo>
                <a:cubicBezTo>
                  <a:pt x="1247" y="2168"/>
                  <a:pt x="1581" y="2252"/>
                  <a:pt x="1992" y="2252"/>
                </a:cubicBezTo>
                <a:close/>
              </a:path>
            </a:pathLst>
          </a:custGeom>
          <a:solidFill>
            <a:schemeClr val="accent5">
              <a:lumMod val="75000"/>
            </a:schemeClr>
          </a:solidFill>
          <a:ln>
            <a:noFill/>
          </a:ln>
          <a:extLst>
            <a:ext uri="{91240B29-F687-4F45-9708-019B960494DF}">
              <a14:hiddenLine xmlns:a14="http://schemas.microsoft.com/office/drawing/2010/main" w="9525">
                <a:solidFill>
                  <a:srgbClr val="000000"/>
                </a:solidFill>
                <a:round/>
              </a14:hiddenLine>
            </a:ext>
          </a:extLst>
        </p:spPr>
        <p:txBody>
          <a:bodyPr anchor="ctr" anchorCtr="1"/>
          <a:lstStyle>
            <a:defPPr>
              <a:defRPr lang="zh-CN"/>
            </a:defPPr>
            <a:lvl1pPr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1pPr>
            <a:lvl2pPr marL="4572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2pPr>
            <a:lvl3pPr marL="9144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3pPr>
            <a:lvl4pPr marL="13716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4pPr>
            <a:lvl5pPr marL="18288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5pPr>
            <a:lvl6pPr marL="2286000" algn="l" defTabSz="914400" rtl="0" eaLnBrk="1" latinLnBrk="0" hangingPunct="1">
              <a:defRPr kern="1200">
                <a:solidFill>
                  <a:schemeClr val="tx1"/>
                </a:solidFill>
                <a:latin typeface="Calibri" panose="020F0502020204030204" charset="0"/>
                <a:ea typeface="宋体" panose="02010600030101010101" pitchFamily="2" charset="-122"/>
                <a:cs typeface="+mn-cs"/>
              </a:defRPr>
            </a:lvl6pPr>
            <a:lvl7pPr marL="2743200" algn="l" defTabSz="914400" rtl="0" eaLnBrk="1" latinLnBrk="0" hangingPunct="1">
              <a:defRPr kern="1200">
                <a:solidFill>
                  <a:schemeClr val="tx1"/>
                </a:solidFill>
                <a:latin typeface="Calibri" panose="020F0502020204030204" charset="0"/>
                <a:ea typeface="宋体" panose="02010600030101010101" pitchFamily="2" charset="-122"/>
                <a:cs typeface="+mn-cs"/>
              </a:defRPr>
            </a:lvl7pPr>
            <a:lvl8pPr marL="3200400" algn="l" defTabSz="914400" rtl="0" eaLnBrk="1" latinLnBrk="0" hangingPunct="1">
              <a:defRPr kern="1200">
                <a:solidFill>
                  <a:schemeClr val="tx1"/>
                </a:solidFill>
                <a:latin typeface="Calibri" panose="020F0502020204030204" charset="0"/>
                <a:ea typeface="宋体" panose="02010600030101010101" pitchFamily="2" charset="-122"/>
                <a:cs typeface="+mn-cs"/>
              </a:defRPr>
            </a:lvl8pPr>
            <a:lvl9pPr marL="3657600" algn="l" defTabSz="914400" rtl="0" eaLnBrk="1" latinLnBrk="0" hangingPunct="1">
              <a:defRPr kern="1200">
                <a:solidFill>
                  <a:schemeClr val="tx1"/>
                </a:solidFill>
                <a:latin typeface="Calibri" panose="020F0502020204030204" charset="0"/>
                <a:ea typeface="宋体" panose="02010600030101010101" pitchFamily="2" charset="-122"/>
                <a:cs typeface="+mn-cs"/>
              </a:defRPr>
            </a:lvl9pPr>
          </a:lstStyle>
          <a:p>
            <a:endParaRPr lang="zh-CN" altLang="en-US" dirty="0">
              <a:ea typeface="微软雅黑" panose="020B0503020204020204" pitchFamily="34" charset="-122"/>
            </a:endParaRPr>
          </a:p>
        </p:txBody>
      </p:sp>
    </p:spTree>
  </p:cSld>
  <p:clrMapOvr>
    <a:masterClrMapping/>
  </p:clrMapOvr>
  <p:transition>
    <p:diamond/>
  </p:transition>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p:txBody>
          <a:bodyPr>
            <a:normAutofit/>
          </a:bodyPr>
          <a:lstStyle/>
          <a:p>
            <a:r>
              <a:rPr lang="en-US" dirty="0"/>
              <a:t>6.3 </a:t>
            </a:r>
            <a:r>
              <a:rPr lang="zh-CN" altLang="en-US" dirty="0">
                <a:sym typeface="+mn-ea"/>
              </a:rPr>
              <a:t>UML图</a:t>
            </a:r>
            <a:endParaRPr lang="zh-CN" altLang="en-US" dirty="0"/>
          </a:p>
        </p:txBody>
      </p:sp>
      <p:sp>
        <p:nvSpPr>
          <p:cNvPr id="6" name="文本占位符 5">
            <a:extLst>
              <a:ext uri="{FF2B5EF4-FFF2-40B4-BE49-F238E27FC236}">
                <a16:creationId xmlns:a16="http://schemas.microsoft.com/office/drawing/2014/main" id="{1F213C3D-C6DA-6BC9-BFDF-8C3A2861F61B}"/>
              </a:ext>
            </a:extLst>
          </p:cNvPr>
          <p:cNvSpPr>
            <a:spLocks noGrp="1"/>
          </p:cNvSpPr>
          <p:nvPr>
            <p:ph type="body" sz="quarter" idx="10"/>
          </p:nvPr>
        </p:nvSpPr>
        <p:spPr/>
        <p:txBody>
          <a:bodyPr/>
          <a:lstStyle/>
          <a:p>
            <a:r>
              <a:rPr lang="en-US" altLang="zh-CN" dirty="0"/>
              <a:t>6.3.1 </a:t>
            </a:r>
            <a:r>
              <a:rPr lang="zh-CN" altLang="en-US" dirty="0"/>
              <a:t>用例图</a:t>
            </a:r>
          </a:p>
        </p:txBody>
      </p:sp>
      <p:sp>
        <p:nvSpPr>
          <p:cNvPr id="16" name="MH_Desc_1"/>
          <p:cNvSpPr/>
          <p:nvPr>
            <p:custDataLst>
              <p:tags r:id="rId1"/>
            </p:custDataLst>
          </p:nvPr>
        </p:nvSpPr>
        <p:spPr>
          <a:xfrm>
            <a:off x="5028565" y="2134870"/>
            <a:ext cx="6472555" cy="3503930"/>
          </a:xfrm>
          <a:custGeom>
            <a:avLst/>
            <a:gdLst>
              <a:gd name="connsiteX0" fmla="*/ 0 w 3456384"/>
              <a:gd name="connsiteY0" fmla="*/ 3836610 h 3882329"/>
              <a:gd name="connsiteX1" fmla="*/ 3456384 w 3456384"/>
              <a:gd name="connsiteY1" fmla="*/ 3836610 h 3882329"/>
              <a:gd name="connsiteX2" fmla="*/ 3456384 w 3456384"/>
              <a:gd name="connsiteY2" fmla="*/ 3882329 h 3882329"/>
              <a:gd name="connsiteX3" fmla="*/ 0 w 3456384"/>
              <a:gd name="connsiteY3" fmla="*/ 3882329 h 3882329"/>
              <a:gd name="connsiteX4" fmla="*/ 0 w 3456384"/>
              <a:gd name="connsiteY4" fmla="*/ 0 h 3882329"/>
              <a:gd name="connsiteX5" fmla="*/ 3456384 w 3456384"/>
              <a:gd name="connsiteY5" fmla="*/ 0 h 3882329"/>
              <a:gd name="connsiteX6" fmla="*/ 3456384 w 3456384"/>
              <a:gd name="connsiteY6" fmla="*/ 45719 h 3882329"/>
              <a:gd name="connsiteX7" fmla="*/ 0 w 3456384"/>
              <a:gd name="connsiteY7" fmla="*/ 45719 h 3882329"/>
              <a:gd name="connsiteX0-1" fmla="*/ 0 w 3456384"/>
              <a:gd name="connsiteY0-2" fmla="*/ 3836610 h 3882329"/>
              <a:gd name="connsiteX1-3" fmla="*/ 3456384 w 3456384"/>
              <a:gd name="connsiteY1-4" fmla="*/ 3836610 h 3882329"/>
              <a:gd name="connsiteX2-5" fmla="*/ 3456384 w 3456384"/>
              <a:gd name="connsiteY2-6" fmla="*/ 3882329 h 3882329"/>
              <a:gd name="connsiteX3-7" fmla="*/ 0 w 3456384"/>
              <a:gd name="connsiteY3-8" fmla="*/ 3882329 h 3882329"/>
              <a:gd name="connsiteX4-9" fmla="*/ 0 w 3456384"/>
              <a:gd name="connsiteY4-10" fmla="*/ 3836610 h 3882329"/>
              <a:gd name="connsiteX5-11" fmla="*/ 0 w 3456384"/>
              <a:gd name="connsiteY5-12" fmla="*/ 0 h 3882329"/>
              <a:gd name="connsiteX6-13" fmla="*/ 3456384 w 3456384"/>
              <a:gd name="connsiteY6-14" fmla="*/ 0 h 3882329"/>
              <a:gd name="connsiteX7-15" fmla="*/ 3456384 w 3456384"/>
              <a:gd name="connsiteY7-16" fmla="*/ 45719 h 3882329"/>
              <a:gd name="connsiteX8" fmla="*/ 0 w 3456384"/>
              <a:gd name="connsiteY8" fmla="*/ 0 h 3882329"/>
              <a:gd name="connsiteX0-17" fmla="*/ 0 w 3456384"/>
              <a:gd name="connsiteY0-18" fmla="*/ 3836610 h 3882329"/>
              <a:gd name="connsiteX1-19" fmla="*/ 3456384 w 3456384"/>
              <a:gd name="connsiteY1-20" fmla="*/ 3836610 h 3882329"/>
              <a:gd name="connsiteX2-21" fmla="*/ 3456384 w 3456384"/>
              <a:gd name="connsiteY2-22" fmla="*/ 3882329 h 3882329"/>
              <a:gd name="connsiteX3-23" fmla="*/ 0 w 3456384"/>
              <a:gd name="connsiteY3-24" fmla="*/ 3882329 h 3882329"/>
              <a:gd name="connsiteX4-25" fmla="*/ 0 w 3456384"/>
              <a:gd name="connsiteY4-26" fmla="*/ 3836610 h 3882329"/>
              <a:gd name="connsiteX5-27" fmla="*/ 0 w 3456384"/>
              <a:gd name="connsiteY5-28" fmla="*/ 0 h 3882329"/>
              <a:gd name="connsiteX6-29" fmla="*/ 3456384 w 3456384"/>
              <a:gd name="connsiteY6-30" fmla="*/ 0 h 3882329"/>
              <a:gd name="connsiteX7-31" fmla="*/ 0 w 3456384"/>
              <a:gd name="connsiteY7-32" fmla="*/ 0 h 3882329"/>
              <a:gd name="connsiteX0-33" fmla="*/ 0 w 3456384"/>
              <a:gd name="connsiteY0-34" fmla="*/ 3836610 h 3882329"/>
              <a:gd name="connsiteX1-35" fmla="*/ 3456384 w 3456384"/>
              <a:gd name="connsiteY1-36" fmla="*/ 3836610 h 3882329"/>
              <a:gd name="connsiteX2-37" fmla="*/ 3456384 w 3456384"/>
              <a:gd name="connsiteY2-38" fmla="*/ 3882329 h 3882329"/>
              <a:gd name="connsiteX3-39" fmla="*/ 0 w 3456384"/>
              <a:gd name="connsiteY3-40" fmla="*/ 3882329 h 3882329"/>
              <a:gd name="connsiteX4-41" fmla="*/ 0 w 3456384"/>
              <a:gd name="connsiteY4-42" fmla="*/ 3836610 h 3882329"/>
              <a:gd name="connsiteX5-43" fmla="*/ 0 w 3456384"/>
              <a:gd name="connsiteY5-44" fmla="*/ 0 h 3882329"/>
              <a:gd name="connsiteX6-45" fmla="*/ 3456384 w 3456384"/>
              <a:gd name="connsiteY6-46" fmla="*/ 0 h 3882329"/>
              <a:gd name="connsiteX7-47" fmla="*/ 0 w 3456384"/>
              <a:gd name="connsiteY7-48" fmla="*/ 0 h 3882329"/>
              <a:gd name="connsiteX0-49" fmla="*/ 0 w 3456384"/>
              <a:gd name="connsiteY0-50" fmla="*/ 3836610 h 3882329"/>
              <a:gd name="connsiteX1-51" fmla="*/ 3456384 w 3456384"/>
              <a:gd name="connsiteY1-52" fmla="*/ 3836610 h 3882329"/>
              <a:gd name="connsiteX2-53" fmla="*/ 3456384 w 3456384"/>
              <a:gd name="connsiteY2-54" fmla="*/ 3882329 h 3882329"/>
              <a:gd name="connsiteX3-55" fmla="*/ 0 w 3456384"/>
              <a:gd name="connsiteY3-56" fmla="*/ 3882329 h 3882329"/>
              <a:gd name="connsiteX4-57" fmla="*/ 0 w 3456384"/>
              <a:gd name="connsiteY4-58" fmla="*/ 3836610 h 3882329"/>
              <a:gd name="connsiteX5-59" fmla="*/ 0 w 3456384"/>
              <a:gd name="connsiteY5-60" fmla="*/ 0 h 3882329"/>
              <a:gd name="connsiteX6-61" fmla="*/ 3456384 w 3456384"/>
              <a:gd name="connsiteY6-62" fmla="*/ 0 h 3882329"/>
              <a:gd name="connsiteX7-63" fmla="*/ 0 w 3456384"/>
              <a:gd name="connsiteY7-64" fmla="*/ 0 h 3882329"/>
              <a:gd name="connsiteX0-65" fmla="*/ 0 w 3456384"/>
              <a:gd name="connsiteY0-66" fmla="*/ 3882329 h 3882329"/>
              <a:gd name="connsiteX1-67" fmla="*/ 3456384 w 3456384"/>
              <a:gd name="connsiteY1-68" fmla="*/ 3836610 h 3882329"/>
              <a:gd name="connsiteX2-69" fmla="*/ 3456384 w 3456384"/>
              <a:gd name="connsiteY2-70" fmla="*/ 3882329 h 3882329"/>
              <a:gd name="connsiteX3-71" fmla="*/ 0 w 3456384"/>
              <a:gd name="connsiteY3-72" fmla="*/ 3882329 h 3882329"/>
              <a:gd name="connsiteX4-73" fmla="*/ 0 w 3456384"/>
              <a:gd name="connsiteY4-74" fmla="*/ 0 h 3882329"/>
              <a:gd name="connsiteX5-75" fmla="*/ 3456384 w 3456384"/>
              <a:gd name="connsiteY5-76" fmla="*/ 0 h 3882329"/>
              <a:gd name="connsiteX6-77" fmla="*/ 0 w 3456384"/>
              <a:gd name="connsiteY6-78" fmla="*/ 0 h 3882329"/>
              <a:gd name="connsiteX0-79" fmla="*/ 0 w 3456384"/>
              <a:gd name="connsiteY0-80" fmla="*/ 3882329 h 3882329"/>
              <a:gd name="connsiteX1-81" fmla="*/ 3456384 w 3456384"/>
              <a:gd name="connsiteY1-82" fmla="*/ 3882329 h 3882329"/>
              <a:gd name="connsiteX2-83" fmla="*/ 0 w 3456384"/>
              <a:gd name="connsiteY2-84" fmla="*/ 3882329 h 3882329"/>
              <a:gd name="connsiteX3-85" fmla="*/ 0 w 3456384"/>
              <a:gd name="connsiteY3-86" fmla="*/ 0 h 3882329"/>
              <a:gd name="connsiteX4-87" fmla="*/ 3456384 w 3456384"/>
              <a:gd name="connsiteY4-88" fmla="*/ 0 h 3882329"/>
              <a:gd name="connsiteX5-89" fmla="*/ 0 w 3456384"/>
              <a:gd name="connsiteY5-90" fmla="*/ 0 h 3882329"/>
              <a:gd name="connsiteX0-91" fmla="*/ 0 w 3456384"/>
              <a:gd name="connsiteY0-92" fmla="*/ 3882329 h 3882329"/>
              <a:gd name="connsiteX1-93" fmla="*/ 3456384 w 3456384"/>
              <a:gd name="connsiteY1-94" fmla="*/ 3882329 h 3882329"/>
              <a:gd name="connsiteX2-95" fmla="*/ 0 w 3456384"/>
              <a:gd name="connsiteY2-96" fmla="*/ 3882329 h 3882329"/>
              <a:gd name="connsiteX3-97" fmla="*/ 0 w 3456384"/>
              <a:gd name="connsiteY3-98" fmla="*/ 0 h 3882329"/>
              <a:gd name="connsiteX4-99" fmla="*/ 3456384 w 3456384"/>
              <a:gd name="connsiteY4-100" fmla="*/ 0 h 3882329"/>
              <a:gd name="connsiteX5-101" fmla="*/ 0 w 3456384"/>
              <a:gd name="connsiteY5-102" fmla="*/ 0 h 3882329"/>
              <a:gd name="connsiteX0-103" fmla="*/ 0 w 3456384"/>
              <a:gd name="connsiteY0-104" fmla="*/ 3882329 h 3882329"/>
              <a:gd name="connsiteX1-105" fmla="*/ 3456384 w 3456384"/>
              <a:gd name="connsiteY1-106" fmla="*/ 3882329 h 3882329"/>
              <a:gd name="connsiteX2-107" fmla="*/ 0 w 3456384"/>
              <a:gd name="connsiteY2-108" fmla="*/ 3882329 h 3882329"/>
              <a:gd name="connsiteX3-109" fmla="*/ 0 w 3456384"/>
              <a:gd name="connsiteY3-110" fmla="*/ 0 h 3882329"/>
              <a:gd name="connsiteX4-111" fmla="*/ 3456384 w 3456384"/>
              <a:gd name="connsiteY4-112" fmla="*/ 0 h 3882329"/>
              <a:gd name="connsiteX5-113" fmla="*/ 0 w 3456384"/>
              <a:gd name="connsiteY5-114" fmla="*/ 0 h 3882329"/>
            </a:gdLst>
            <a:ahLst/>
            <a:cxnLst>
              <a:cxn ang="0">
                <a:pos x="connsiteX0-1" y="connsiteY0-2"/>
              </a:cxn>
              <a:cxn ang="0">
                <a:pos x="connsiteX1-3" y="connsiteY1-4"/>
              </a:cxn>
              <a:cxn ang="0">
                <a:pos x="connsiteX2-5" y="connsiteY2-6"/>
              </a:cxn>
              <a:cxn ang="0">
                <a:pos x="connsiteX3-7" y="connsiteY3-8"/>
              </a:cxn>
              <a:cxn ang="0">
                <a:pos x="connsiteX4-9" y="connsiteY4-10"/>
              </a:cxn>
              <a:cxn ang="0">
                <a:pos x="connsiteX5-11" y="connsiteY5-12"/>
              </a:cxn>
            </a:cxnLst>
            <a:rect l="l" t="t" r="r" b="b"/>
            <a:pathLst>
              <a:path w="3456384" h="3882329">
                <a:moveTo>
                  <a:pt x="0" y="3882329"/>
                </a:moveTo>
                <a:lnTo>
                  <a:pt x="3456384" y="3882329"/>
                </a:lnTo>
                <a:lnTo>
                  <a:pt x="0" y="3882329"/>
                </a:lnTo>
                <a:close/>
                <a:moveTo>
                  <a:pt x="0" y="0"/>
                </a:moveTo>
                <a:lnTo>
                  <a:pt x="3456384" y="0"/>
                </a:lnTo>
                <a:lnTo>
                  <a:pt x="0" y="0"/>
                </a:lnTo>
                <a:close/>
              </a:path>
            </a:pathLst>
          </a:custGeom>
          <a:ln w="3175">
            <a:solidFill>
              <a:srgbClr val="B2B2B2"/>
            </a:solidFill>
            <a:round/>
          </a:ln>
        </p:spPr>
        <p:style>
          <a:lnRef idx="2">
            <a:schemeClr val="accent1">
              <a:shade val="50000"/>
            </a:schemeClr>
          </a:lnRef>
          <a:fillRef idx="1">
            <a:schemeClr val="accent1"/>
          </a:fillRef>
          <a:effectRef idx="0">
            <a:schemeClr val="accent1"/>
          </a:effectRef>
          <a:fontRef idx="minor">
            <a:schemeClr val="lt1"/>
          </a:fontRef>
        </p:style>
        <p:txBody>
          <a:bodyPr lIns="0" tIns="72000" rIns="0" bIns="72000" anchor="ctr">
            <a:noAutofit/>
          </a:bodyPr>
          <a:lstStyle/>
          <a:p>
            <a:pPr indent="457200">
              <a:lnSpc>
                <a:spcPct val="120000"/>
              </a:lnSpc>
            </a:pPr>
            <a:r>
              <a:rPr lang="zh-CN" altLang="en-US" dirty="0">
                <a:solidFill>
                  <a:schemeClr val="tx1"/>
                </a:solidFill>
                <a:latin typeface="微软雅黑" panose="020B0503020204020204" charset="-122"/>
                <a:ea typeface="微软雅黑" panose="020B0503020204020204" charset="-122"/>
              </a:rPr>
              <a:t>用例代表某些用户可见的功能，实现一个具体的用户目标。整个系统功能是由一系列用例组成的，待所有用例设计完成，系统设计工作也就完成了，这就是用例驱动方法。</a:t>
            </a:r>
          </a:p>
          <a:p>
            <a:pPr indent="457200">
              <a:lnSpc>
                <a:spcPct val="120000"/>
              </a:lnSpc>
            </a:pPr>
            <a:r>
              <a:rPr lang="zh-CN" altLang="en-US" dirty="0">
                <a:solidFill>
                  <a:schemeClr val="tx1"/>
                </a:solidFill>
                <a:latin typeface="微软雅黑" panose="020B0503020204020204" charset="-122"/>
                <a:ea typeface="微软雅黑" panose="020B0503020204020204" charset="-122"/>
              </a:rPr>
              <a:t>用例图（Use Case Diagram）定义了系统的功能需求。用例图从用户的角度描述系统功能，并指出各功能的操作者。用UML开发软件，是对用例进行迭代、渐增式地构造的过程。</a:t>
            </a:r>
          </a:p>
          <a:p>
            <a:pPr indent="457200">
              <a:lnSpc>
                <a:spcPct val="120000"/>
              </a:lnSpc>
            </a:pPr>
            <a:r>
              <a:rPr lang="zh-CN" altLang="en-US" dirty="0">
                <a:solidFill>
                  <a:schemeClr val="tx1"/>
                </a:solidFill>
                <a:latin typeface="微软雅黑" panose="020B0503020204020204" charset="-122"/>
                <a:ea typeface="微软雅黑" panose="020B0503020204020204" charset="-122"/>
              </a:rPr>
              <a:t>用例图的主要元素是用例、执行者和通信联系。用例图中用方框画出系统的功能范围，该系统功能的用例都置于方框中，用例的执行者都置于方框外。执行者和用例之间要进行通信联系（信息交换）。</a:t>
            </a:r>
          </a:p>
        </p:txBody>
      </p:sp>
      <p:sp>
        <p:nvSpPr>
          <p:cNvPr id="17" name="矩形 16"/>
          <p:cNvSpPr/>
          <p:nvPr/>
        </p:nvSpPr>
        <p:spPr>
          <a:xfrm>
            <a:off x="6030595" y="846161"/>
            <a:ext cx="4682490" cy="1396024"/>
          </a:xfrm>
          <a:prstGeom prst="rect">
            <a:avLst/>
          </a:prstGeom>
          <a:noFill/>
          <a:ln>
            <a:noFill/>
          </a:ln>
        </p:spPr>
        <p:txBody>
          <a:bodyPr wrap="square" rtlCol="0" anchor="t">
            <a:prstTxWarp prst="textCanDown">
              <a:avLst/>
            </a:prstTxWarp>
            <a:spAutoFit/>
          </a:bodyPr>
          <a:lstStyle/>
          <a:p>
            <a:pPr algn="ctr"/>
            <a:r>
              <a:rPr lang="zh-CN" altLang="en-US" sz="3600" b="1" dirty="0">
                <a:solidFill>
                  <a:schemeClr val="tx1"/>
                </a:solidFill>
                <a:effectLst>
                  <a:outerShdw blurRad="38100" dist="19050" dir="2700000" algn="tl" rotWithShape="0">
                    <a:schemeClr val="dk1">
                      <a:alpha val="40000"/>
                    </a:schemeClr>
                  </a:outerShdw>
                </a:effectLst>
              </a:rPr>
              <a:t>Use Case Diagram</a:t>
            </a:r>
          </a:p>
        </p:txBody>
      </p:sp>
      <p:grpSp>
        <p:nvGrpSpPr>
          <p:cNvPr id="42" name="组合 41">
            <a:extLst>
              <a:ext uri="{FF2B5EF4-FFF2-40B4-BE49-F238E27FC236}">
                <a16:creationId xmlns:a16="http://schemas.microsoft.com/office/drawing/2014/main" id="{3218CA75-3AF4-37B0-0A32-3FC857FC2281}"/>
              </a:ext>
            </a:extLst>
          </p:cNvPr>
          <p:cNvGrpSpPr/>
          <p:nvPr/>
        </p:nvGrpSpPr>
        <p:grpSpPr>
          <a:xfrm>
            <a:off x="52108" y="2435290"/>
            <a:ext cx="3678726" cy="3528999"/>
            <a:chOff x="52108" y="2435290"/>
            <a:chExt cx="3678726" cy="3528999"/>
          </a:xfrm>
        </p:grpSpPr>
        <p:cxnSp>
          <p:nvCxnSpPr>
            <p:cNvPr id="9" name="直接箭头连接符 8"/>
            <p:cNvCxnSpPr>
              <a:cxnSpLocks/>
            </p:cNvCxnSpPr>
            <p:nvPr/>
          </p:nvCxnSpPr>
          <p:spPr>
            <a:xfrm>
              <a:off x="1408767" y="5095240"/>
              <a:ext cx="1084580" cy="1905"/>
            </a:xfrm>
            <a:prstGeom prst="straightConnector1">
              <a:avLst/>
            </a:prstGeom>
            <a:ln>
              <a:solidFill>
                <a:schemeClr val="bg1"/>
              </a:solidFill>
              <a:tailEnd type="arrow"/>
            </a:ln>
          </p:spPr>
          <p:style>
            <a:lnRef idx="1">
              <a:schemeClr val="accent1"/>
            </a:lnRef>
            <a:fillRef idx="0">
              <a:schemeClr val="accent1"/>
            </a:fillRef>
            <a:effectRef idx="0">
              <a:schemeClr val="accent1"/>
            </a:effectRef>
            <a:fontRef idx="minor">
              <a:schemeClr val="tx1"/>
            </a:fontRef>
          </p:style>
        </p:cxnSp>
        <p:sp>
          <p:nvSpPr>
            <p:cNvPr id="10" name="直线箭头"/>
            <p:cNvSpPr/>
            <p:nvPr/>
          </p:nvSpPr>
          <p:spPr>
            <a:xfrm>
              <a:off x="1391622" y="4100514"/>
              <a:ext cx="1118870" cy="193675"/>
            </a:xfrm>
            <a:custGeom>
              <a:avLst/>
              <a:gdLst>
                <a:gd name="connsiteX0" fmla="*/ 360040 w 576064"/>
                <a:gd name="connsiteY0" fmla="*/ 0 h 250588"/>
                <a:gd name="connsiteX1" fmla="*/ 576064 w 576064"/>
                <a:gd name="connsiteY1" fmla="*/ 125294 h 250588"/>
                <a:gd name="connsiteX2" fmla="*/ 360040 w 576064"/>
                <a:gd name="connsiteY2" fmla="*/ 250588 h 250588"/>
                <a:gd name="connsiteX3" fmla="*/ 360040 w 576064"/>
                <a:gd name="connsiteY3" fmla="*/ 143294 h 250588"/>
                <a:gd name="connsiteX4" fmla="*/ 0 w 576064"/>
                <a:gd name="connsiteY4" fmla="*/ 143294 h 250588"/>
                <a:gd name="connsiteX5" fmla="*/ 0 w 576064"/>
                <a:gd name="connsiteY5" fmla="*/ 107294 h 250588"/>
                <a:gd name="connsiteX6" fmla="*/ 360040 w 576064"/>
                <a:gd name="connsiteY6" fmla="*/ 107294 h 2505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576064" h="250588">
                  <a:moveTo>
                    <a:pt x="360040" y="0"/>
                  </a:moveTo>
                  <a:lnTo>
                    <a:pt x="576064" y="125294"/>
                  </a:lnTo>
                  <a:lnTo>
                    <a:pt x="360040" y="250588"/>
                  </a:lnTo>
                  <a:lnTo>
                    <a:pt x="360040" y="143294"/>
                  </a:lnTo>
                  <a:lnTo>
                    <a:pt x="0" y="143294"/>
                  </a:lnTo>
                  <a:lnTo>
                    <a:pt x="0" y="107294"/>
                  </a:lnTo>
                  <a:lnTo>
                    <a:pt x="360040" y="107294"/>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scene3d>
                <a:camera prst="orthographicFront"/>
                <a:lightRig rig="threePt" dir="t"/>
              </a:scene3d>
              <a:sp3d>
                <a:contourClr>
                  <a:srgbClr val="FFFFFF"/>
                </a:contourClr>
              </a:sp3d>
            </a:bodyPr>
            <a:lstStyle>
              <a:defPPr>
                <a:defRPr lang="zh-CN"/>
              </a:defPPr>
              <a:lvl1pPr algn="l" rtl="0" eaLnBrk="0" fontAlgn="base" hangingPunct="0">
                <a:spcBef>
                  <a:spcPct val="0"/>
                </a:spcBef>
                <a:spcAft>
                  <a:spcPct val="0"/>
                </a:spcAft>
                <a:defRPr kern="1200">
                  <a:solidFill>
                    <a:schemeClr val="lt1"/>
                  </a:solidFill>
                  <a:latin typeface="+mn-lt"/>
                  <a:ea typeface="+mn-ea"/>
                  <a:cs typeface="+mn-cs"/>
                </a:defRPr>
              </a:lvl1pPr>
              <a:lvl2pPr marL="457200" algn="l" rtl="0" eaLnBrk="0" fontAlgn="base" hangingPunct="0">
                <a:spcBef>
                  <a:spcPct val="0"/>
                </a:spcBef>
                <a:spcAft>
                  <a:spcPct val="0"/>
                </a:spcAft>
                <a:defRPr kern="1200">
                  <a:solidFill>
                    <a:schemeClr val="lt1"/>
                  </a:solidFill>
                  <a:latin typeface="+mn-lt"/>
                  <a:ea typeface="+mn-ea"/>
                  <a:cs typeface="+mn-cs"/>
                </a:defRPr>
              </a:lvl2pPr>
              <a:lvl3pPr marL="914400" algn="l" rtl="0" eaLnBrk="0" fontAlgn="base" hangingPunct="0">
                <a:spcBef>
                  <a:spcPct val="0"/>
                </a:spcBef>
                <a:spcAft>
                  <a:spcPct val="0"/>
                </a:spcAft>
                <a:defRPr kern="1200">
                  <a:solidFill>
                    <a:schemeClr val="lt1"/>
                  </a:solidFill>
                  <a:latin typeface="+mn-lt"/>
                  <a:ea typeface="+mn-ea"/>
                  <a:cs typeface="+mn-cs"/>
                </a:defRPr>
              </a:lvl3pPr>
              <a:lvl4pPr marL="1371600" algn="l" rtl="0" eaLnBrk="0" fontAlgn="base" hangingPunct="0">
                <a:spcBef>
                  <a:spcPct val="0"/>
                </a:spcBef>
                <a:spcAft>
                  <a:spcPct val="0"/>
                </a:spcAft>
                <a:defRPr kern="1200">
                  <a:solidFill>
                    <a:schemeClr val="lt1"/>
                  </a:solidFill>
                  <a:latin typeface="+mn-lt"/>
                  <a:ea typeface="+mn-ea"/>
                  <a:cs typeface="+mn-cs"/>
                </a:defRPr>
              </a:lvl4pPr>
              <a:lvl5pPr marL="1828800" algn="l" rtl="0" eaLnBrk="0" fontAlgn="base" hangingPunct="0">
                <a:spcBef>
                  <a:spcPct val="0"/>
                </a:spcBef>
                <a:spcAft>
                  <a:spcPct val="0"/>
                </a:spcAft>
                <a:defRPr kern="1200">
                  <a:solidFill>
                    <a:schemeClr val="lt1"/>
                  </a:solidFill>
                  <a:latin typeface="+mn-lt"/>
                  <a:ea typeface="+mn-ea"/>
                  <a:cs typeface="+mn-cs"/>
                </a:defRPr>
              </a:lvl5pPr>
              <a:lvl6pPr marL="2286000" algn="l" defTabSz="914400" rtl="0" eaLnBrk="1" latinLnBrk="0" hangingPunct="1">
                <a:defRPr kern="1200">
                  <a:solidFill>
                    <a:schemeClr val="lt1"/>
                  </a:solidFill>
                  <a:latin typeface="+mn-lt"/>
                  <a:ea typeface="+mn-ea"/>
                  <a:cs typeface="+mn-cs"/>
                </a:defRPr>
              </a:lvl6pPr>
              <a:lvl7pPr marL="2743200" algn="l" defTabSz="914400" rtl="0" eaLnBrk="1" latinLnBrk="0" hangingPunct="1">
                <a:defRPr kern="1200">
                  <a:solidFill>
                    <a:schemeClr val="lt1"/>
                  </a:solidFill>
                  <a:latin typeface="+mn-lt"/>
                  <a:ea typeface="+mn-ea"/>
                  <a:cs typeface="+mn-cs"/>
                </a:defRPr>
              </a:lvl7pPr>
              <a:lvl8pPr marL="3200400" algn="l" defTabSz="914400" rtl="0" eaLnBrk="1" latinLnBrk="0" hangingPunct="1">
                <a:defRPr kern="1200">
                  <a:solidFill>
                    <a:schemeClr val="lt1"/>
                  </a:solidFill>
                  <a:latin typeface="+mn-lt"/>
                  <a:ea typeface="+mn-ea"/>
                  <a:cs typeface="+mn-cs"/>
                </a:defRPr>
              </a:lvl8pPr>
              <a:lvl9pPr marL="3657600" algn="l" defTabSz="914400" rtl="0" eaLnBrk="1" latinLnBrk="0" hangingPunct="1">
                <a:defRPr kern="1200">
                  <a:solidFill>
                    <a:schemeClr val="lt1"/>
                  </a:solidFill>
                  <a:latin typeface="+mn-lt"/>
                  <a:ea typeface="+mn-ea"/>
                  <a:cs typeface="+mn-cs"/>
                </a:defRPr>
              </a:lvl9pPr>
            </a:lstStyle>
            <a:p>
              <a:pPr algn="ctr" eaLnBrk="1" fontAlgn="auto" hangingPunct="1">
                <a:spcBef>
                  <a:spcPts val="0"/>
                </a:spcBef>
                <a:spcAft>
                  <a:spcPts val="0"/>
                </a:spcAft>
                <a:defRPr/>
              </a:pPr>
              <a:endParaRPr lang="zh-CN" altLang="en-US">
                <a:solidFill>
                  <a:srgbClr val="FFFFFF"/>
                </a:solidFill>
              </a:endParaRPr>
            </a:p>
          </p:txBody>
        </p:sp>
        <p:sp>
          <p:nvSpPr>
            <p:cNvPr id="90" name="右箭头"/>
            <p:cNvSpPr/>
            <p:nvPr/>
          </p:nvSpPr>
          <p:spPr>
            <a:xfrm flipH="1">
              <a:off x="1391940" y="4399917"/>
              <a:ext cx="1118235" cy="137160"/>
            </a:xfrm>
            <a:custGeom>
              <a:avLst/>
              <a:gdLst>
                <a:gd name="connsiteX0" fmla="*/ 1240677 w 4290025"/>
                <a:gd name="connsiteY0" fmla="*/ 0 h 1695451"/>
                <a:gd name="connsiteX1" fmla="*/ 1749568 w 4290025"/>
                <a:gd name="connsiteY1" fmla="*/ 0 h 1695451"/>
                <a:gd name="connsiteX2" fmla="*/ 776733 w 4290025"/>
                <a:gd name="connsiteY2" fmla="*/ 1329431 h 1695451"/>
                <a:gd name="connsiteX3" fmla="*/ 4290025 w 4290025"/>
                <a:gd name="connsiteY3" fmla="*/ 1329431 h 1695451"/>
                <a:gd name="connsiteX4" fmla="*/ 4290025 w 4290025"/>
                <a:gd name="connsiteY4" fmla="*/ 1695451 h 1695451"/>
                <a:gd name="connsiteX5" fmla="*/ 0 w 4290025"/>
                <a:gd name="connsiteY5" fmla="*/ 1695451 h 16954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290025" h="1695451">
                  <a:moveTo>
                    <a:pt x="1240677" y="0"/>
                  </a:moveTo>
                  <a:lnTo>
                    <a:pt x="1749568" y="0"/>
                  </a:lnTo>
                  <a:lnTo>
                    <a:pt x="776733" y="1329431"/>
                  </a:lnTo>
                  <a:lnTo>
                    <a:pt x="4290025" y="1329431"/>
                  </a:lnTo>
                  <a:lnTo>
                    <a:pt x="4290025" y="1695451"/>
                  </a:lnTo>
                  <a:lnTo>
                    <a:pt x="0" y="1695451"/>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scene3d>
                <a:camera prst="orthographicFront"/>
                <a:lightRig rig="threePt" dir="t"/>
              </a:scene3d>
              <a:sp3d>
                <a:contourClr>
                  <a:srgbClr val="FFFFFF"/>
                </a:contourClr>
              </a:sp3d>
            </a:bodyPr>
            <a:lstStyle>
              <a:defPPr>
                <a:defRPr lang="zh-CN"/>
              </a:defPPr>
              <a:lvl1pPr algn="l" rtl="0" eaLnBrk="0" fontAlgn="base" hangingPunct="0">
                <a:spcBef>
                  <a:spcPct val="0"/>
                </a:spcBef>
                <a:spcAft>
                  <a:spcPct val="0"/>
                </a:spcAft>
                <a:defRPr kern="1200">
                  <a:solidFill>
                    <a:schemeClr val="lt1"/>
                  </a:solidFill>
                  <a:latin typeface="+mn-lt"/>
                  <a:ea typeface="+mn-ea"/>
                  <a:cs typeface="+mn-cs"/>
                </a:defRPr>
              </a:lvl1pPr>
              <a:lvl2pPr marL="457200" algn="l" rtl="0" eaLnBrk="0" fontAlgn="base" hangingPunct="0">
                <a:spcBef>
                  <a:spcPct val="0"/>
                </a:spcBef>
                <a:spcAft>
                  <a:spcPct val="0"/>
                </a:spcAft>
                <a:defRPr kern="1200">
                  <a:solidFill>
                    <a:schemeClr val="lt1"/>
                  </a:solidFill>
                  <a:latin typeface="+mn-lt"/>
                  <a:ea typeface="+mn-ea"/>
                  <a:cs typeface="+mn-cs"/>
                </a:defRPr>
              </a:lvl2pPr>
              <a:lvl3pPr marL="914400" algn="l" rtl="0" eaLnBrk="0" fontAlgn="base" hangingPunct="0">
                <a:spcBef>
                  <a:spcPct val="0"/>
                </a:spcBef>
                <a:spcAft>
                  <a:spcPct val="0"/>
                </a:spcAft>
                <a:defRPr kern="1200">
                  <a:solidFill>
                    <a:schemeClr val="lt1"/>
                  </a:solidFill>
                  <a:latin typeface="+mn-lt"/>
                  <a:ea typeface="+mn-ea"/>
                  <a:cs typeface="+mn-cs"/>
                </a:defRPr>
              </a:lvl3pPr>
              <a:lvl4pPr marL="1371600" algn="l" rtl="0" eaLnBrk="0" fontAlgn="base" hangingPunct="0">
                <a:spcBef>
                  <a:spcPct val="0"/>
                </a:spcBef>
                <a:spcAft>
                  <a:spcPct val="0"/>
                </a:spcAft>
                <a:defRPr kern="1200">
                  <a:solidFill>
                    <a:schemeClr val="lt1"/>
                  </a:solidFill>
                  <a:latin typeface="+mn-lt"/>
                  <a:ea typeface="+mn-ea"/>
                  <a:cs typeface="+mn-cs"/>
                </a:defRPr>
              </a:lvl4pPr>
              <a:lvl5pPr marL="1828800" algn="l" rtl="0" eaLnBrk="0" fontAlgn="base" hangingPunct="0">
                <a:spcBef>
                  <a:spcPct val="0"/>
                </a:spcBef>
                <a:spcAft>
                  <a:spcPct val="0"/>
                </a:spcAft>
                <a:defRPr kern="1200">
                  <a:solidFill>
                    <a:schemeClr val="lt1"/>
                  </a:solidFill>
                  <a:latin typeface="+mn-lt"/>
                  <a:ea typeface="+mn-ea"/>
                  <a:cs typeface="+mn-cs"/>
                </a:defRPr>
              </a:lvl5pPr>
              <a:lvl6pPr marL="2286000" algn="l" defTabSz="914400" rtl="0" eaLnBrk="1" latinLnBrk="0" hangingPunct="1">
                <a:defRPr kern="1200">
                  <a:solidFill>
                    <a:schemeClr val="lt1"/>
                  </a:solidFill>
                  <a:latin typeface="+mn-lt"/>
                  <a:ea typeface="+mn-ea"/>
                  <a:cs typeface="+mn-cs"/>
                </a:defRPr>
              </a:lvl6pPr>
              <a:lvl7pPr marL="2743200" algn="l" defTabSz="914400" rtl="0" eaLnBrk="1" latinLnBrk="0" hangingPunct="1">
                <a:defRPr kern="1200">
                  <a:solidFill>
                    <a:schemeClr val="lt1"/>
                  </a:solidFill>
                  <a:latin typeface="+mn-lt"/>
                  <a:ea typeface="+mn-ea"/>
                  <a:cs typeface="+mn-cs"/>
                </a:defRPr>
              </a:lvl7pPr>
              <a:lvl8pPr marL="3200400" algn="l" defTabSz="914400" rtl="0" eaLnBrk="1" latinLnBrk="0" hangingPunct="1">
                <a:defRPr kern="1200">
                  <a:solidFill>
                    <a:schemeClr val="lt1"/>
                  </a:solidFill>
                  <a:latin typeface="+mn-lt"/>
                  <a:ea typeface="+mn-ea"/>
                  <a:cs typeface="+mn-cs"/>
                </a:defRPr>
              </a:lvl8pPr>
              <a:lvl9pPr marL="3657600" algn="l" defTabSz="914400" rtl="0" eaLnBrk="1" latinLnBrk="0" hangingPunct="1">
                <a:defRPr kern="1200">
                  <a:solidFill>
                    <a:schemeClr val="lt1"/>
                  </a:solidFill>
                  <a:latin typeface="+mn-lt"/>
                  <a:ea typeface="+mn-ea"/>
                  <a:cs typeface="+mn-cs"/>
                </a:defRPr>
              </a:lvl9pPr>
            </a:lstStyle>
            <a:p>
              <a:pPr algn="ctr" eaLnBrk="1" fontAlgn="auto" hangingPunct="1">
                <a:spcBef>
                  <a:spcPts val="0"/>
                </a:spcBef>
                <a:spcAft>
                  <a:spcPts val="0"/>
                </a:spcAft>
                <a:defRPr/>
              </a:pPr>
              <a:endParaRPr lang="zh-CN" altLang="en-US">
                <a:solidFill>
                  <a:srgbClr val="FFFFFF"/>
                </a:solidFill>
              </a:endParaRPr>
            </a:p>
          </p:txBody>
        </p:sp>
        <p:sp>
          <p:nvSpPr>
            <p:cNvPr id="2050" name="双向箭头"/>
            <p:cNvSpPr/>
            <p:nvPr/>
          </p:nvSpPr>
          <p:spPr bwMode="auto">
            <a:xfrm>
              <a:off x="1885950" y="5639435"/>
              <a:ext cx="1120140" cy="137160"/>
            </a:xfrm>
            <a:custGeom>
              <a:avLst/>
              <a:gdLst>
                <a:gd name="T0" fmla="*/ 227471085 w 5356"/>
                <a:gd name="T1" fmla="*/ 228095693 h 2003"/>
                <a:gd name="T2" fmla="*/ 227471085 w 5356"/>
                <a:gd name="T3" fmla="*/ 228095693 h 2003"/>
                <a:gd name="T4" fmla="*/ 227471085 w 5356"/>
                <a:gd name="T5" fmla="*/ 228095693 h 2003"/>
                <a:gd name="T6" fmla="*/ 227471085 w 5356"/>
                <a:gd name="T7" fmla="*/ 228095693 h 2003"/>
                <a:gd name="T8" fmla="*/ 227471085 w 5356"/>
                <a:gd name="T9" fmla="*/ 228095693 h 2003"/>
                <a:gd name="T10" fmla="*/ 227471085 w 5356"/>
                <a:gd name="T11" fmla="*/ 228095693 h 2003"/>
                <a:gd name="T12" fmla="*/ 227471085 w 5356"/>
                <a:gd name="T13" fmla="*/ 228095693 h 2003"/>
                <a:gd name="T14" fmla="*/ 227471085 w 5356"/>
                <a:gd name="T15" fmla="*/ 228095693 h 2003"/>
                <a:gd name="T16" fmla="*/ 227471085 w 5356"/>
                <a:gd name="T17" fmla="*/ 228095693 h 2003"/>
                <a:gd name="T18" fmla="*/ 227471085 w 5356"/>
                <a:gd name="T19" fmla="*/ 228095693 h 2003"/>
                <a:gd name="T20" fmla="*/ 227471085 w 5356"/>
                <a:gd name="T21" fmla="*/ 228095693 h 2003"/>
                <a:gd name="T22" fmla="*/ 227471085 w 5356"/>
                <a:gd name="T23" fmla="*/ 228095693 h 2003"/>
                <a:gd name="T24" fmla="*/ 227471085 w 5356"/>
                <a:gd name="T25" fmla="*/ 228095693 h 2003"/>
                <a:gd name="T26" fmla="*/ 227471085 w 5356"/>
                <a:gd name="T27" fmla="*/ 228095693 h 2003"/>
                <a:gd name="T28" fmla="*/ 227471085 w 5356"/>
                <a:gd name="T29" fmla="*/ 228095693 h 2003"/>
                <a:gd name="T30" fmla="*/ 227471085 w 5356"/>
                <a:gd name="T31" fmla="*/ 228095693 h 2003"/>
                <a:gd name="T32" fmla="*/ 227471085 w 5356"/>
                <a:gd name="T33" fmla="*/ 228095693 h 2003"/>
                <a:gd name="T34" fmla="*/ 227471085 w 5356"/>
                <a:gd name="T35" fmla="*/ 228095693 h 2003"/>
                <a:gd name="T36" fmla="*/ 227471085 w 5356"/>
                <a:gd name="T37" fmla="*/ 228095693 h 2003"/>
                <a:gd name="T38" fmla="*/ 227471085 w 5356"/>
                <a:gd name="T39" fmla="*/ 228095693 h 2003"/>
                <a:gd name="T40" fmla="*/ 227471085 w 5356"/>
                <a:gd name="T41" fmla="*/ 228095693 h 2003"/>
                <a:gd name="T42" fmla="*/ 227471085 w 5356"/>
                <a:gd name="T43" fmla="*/ 228095693 h 2003"/>
                <a:gd name="T44" fmla="*/ 227471085 w 5356"/>
                <a:gd name="T45" fmla="*/ 228095693 h 2003"/>
                <a:gd name="T46" fmla="*/ 227471085 w 5356"/>
                <a:gd name="T47" fmla="*/ 228095693 h 2003"/>
                <a:gd name="T48" fmla="*/ 227471085 w 5356"/>
                <a:gd name="T49" fmla="*/ 228095693 h 2003"/>
                <a:gd name="T50" fmla="*/ 227471085 w 5356"/>
                <a:gd name="T51" fmla="*/ 228095693 h 2003"/>
                <a:gd name="T52" fmla="*/ 227471085 w 5356"/>
                <a:gd name="T53" fmla="*/ 228095693 h 2003"/>
                <a:gd name="T54" fmla="*/ 227471085 w 5356"/>
                <a:gd name="T55" fmla="*/ 228095693 h 2003"/>
                <a:gd name="T56" fmla="*/ 227471085 w 5356"/>
                <a:gd name="T57" fmla="*/ 228095693 h 2003"/>
                <a:gd name="T58" fmla="*/ 227471085 w 5356"/>
                <a:gd name="T59" fmla="*/ 228095693 h 2003"/>
                <a:gd name="T60" fmla="*/ 227471085 w 5356"/>
                <a:gd name="T61" fmla="*/ 228095693 h 2003"/>
                <a:gd name="T62" fmla="*/ 227471085 w 5356"/>
                <a:gd name="T63" fmla="*/ 228095693 h 2003"/>
                <a:gd name="T64" fmla="*/ 227471085 w 5356"/>
                <a:gd name="T65" fmla="*/ 228095693 h 2003"/>
                <a:gd name="T66" fmla="*/ 227471085 w 5356"/>
                <a:gd name="T67" fmla="*/ 228095693 h 2003"/>
                <a:gd name="T68" fmla="*/ 227471085 w 5356"/>
                <a:gd name="T69" fmla="*/ 228095693 h 2003"/>
                <a:gd name="T70" fmla="*/ 227471085 w 5356"/>
                <a:gd name="T71" fmla="*/ 228095693 h 2003"/>
                <a:gd name="T72" fmla="*/ 227471085 w 5356"/>
                <a:gd name="T73" fmla="*/ 228095693 h 2003"/>
                <a:gd name="T74" fmla="*/ 227471085 w 5356"/>
                <a:gd name="T75" fmla="*/ 228095693 h 2003"/>
                <a:gd name="T76" fmla="*/ 227471085 w 5356"/>
                <a:gd name="T77" fmla="*/ 228095693 h 2003"/>
                <a:gd name="T78" fmla="*/ 227471085 w 5356"/>
                <a:gd name="T79" fmla="*/ 228095693 h 2003"/>
                <a:gd name="T80" fmla="*/ 227471085 w 5356"/>
                <a:gd name="T81" fmla="*/ 228095693 h 2003"/>
                <a:gd name="T82" fmla="*/ 227471085 w 5356"/>
                <a:gd name="T83" fmla="*/ 228095693 h 2003"/>
                <a:gd name="T84" fmla="*/ 227471085 w 5356"/>
                <a:gd name="T85" fmla="*/ 228095693 h 2003"/>
                <a:gd name="T86" fmla="*/ 227471085 w 5356"/>
                <a:gd name="T87" fmla="*/ 228095693 h 2003"/>
                <a:gd name="T88" fmla="*/ 227471085 w 5356"/>
                <a:gd name="T89" fmla="*/ 228095693 h 2003"/>
                <a:gd name="T90" fmla="*/ 227471085 w 5356"/>
                <a:gd name="T91" fmla="*/ 228095693 h 2003"/>
                <a:gd name="T92" fmla="*/ 227471085 w 5356"/>
                <a:gd name="T93" fmla="*/ 228095693 h 2003"/>
                <a:gd name="T94" fmla="*/ 227471085 w 5356"/>
                <a:gd name="T95" fmla="*/ 228095693 h 2003"/>
                <a:gd name="T96" fmla="*/ 227471085 w 5356"/>
                <a:gd name="T97" fmla="*/ 228095693 h 2003"/>
                <a:gd name="T98" fmla="*/ 227471085 w 5356"/>
                <a:gd name="T99" fmla="*/ 228095693 h 2003"/>
                <a:gd name="T100" fmla="*/ 227471085 w 5356"/>
                <a:gd name="T101" fmla="*/ 228095693 h 2003"/>
                <a:gd name="T102" fmla="*/ 227471085 w 5356"/>
                <a:gd name="T103" fmla="*/ 228095693 h 2003"/>
                <a:gd name="T104" fmla="*/ 227471085 w 5356"/>
                <a:gd name="T105" fmla="*/ 228095693 h 2003"/>
                <a:gd name="T106" fmla="*/ 227471085 w 5356"/>
                <a:gd name="T107" fmla="*/ 228095693 h 2003"/>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Lst>
              <a:ahLst/>
              <a:cxnLst>
                <a:cxn ang="T108">
                  <a:pos x="T0" y="T1"/>
                </a:cxn>
                <a:cxn ang="T109">
                  <a:pos x="T2" y="T3"/>
                </a:cxn>
                <a:cxn ang="T110">
                  <a:pos x="T4" y="T5"/>
                </a:cxn>
                <a:cxn ang="T111">
                  <a:pos x="T6" y="T7"/>
                </a:cxn>
                <a:cxn ang="T112">
                  <a:pos x="T8" y="T9"/>
                </a:cxn>
                <a:cxn ang="T113">
                  <a:pos x="T10" y="T11"/>
                </a:cxn>
                <a:cxn ang="T114">
                  <a:pos x="T12" y="T13"/>
                </a:cxn>
                <a:cxn ang="T115">
                  <a:pos x="T14" y="T15"/>
                </a:cxn>
                <a:cxn ang="T116">
                  <a:pos x="T16" y="T17"/>
                </a:cxn>
                <a:cxn ang="T117">
                  <a:pos x="T18" y="T19"/>
                </a:cxn>
                <a:cxn ang="T118">
                  <a:pos x="T20" y="T21"/>
                </a:cxn>
                <a:cxn ang="T119">
                  <a:pos x="T22" y="T23"/>
                </a:cxn>
                <a:cxn ang="T120">
                  <a:pos x="T24" y="T25"/>
                </a:cxn>
                <a:cxn ang="T121">
                  <a:pos x="T26" y="T27"/>
                </a:cxn>
                <a:cxn ang="T122">
                  <a:pos x="T28" y="T29"/>
                </a:cxn>
                <a:cxn ang="T123">
                  <a:pos x="T30" y="T31"/>
                </a:cxn>
                <a:cxn ang="T124">
                  <a:pos x="T32" y="T33"/>
                </a:cxn>
                <a:cxn ang="T125">
                  <a:pos x="T34" y="T35"/>
                </a:cxn>
                <a:cxn ang="T126">
                  <a:pos x="T36" y="T37"/>
                </a:cxn>
                <a:cxn ang="T127">
                  <a:pos x="T38" y="T39"/>
                </a:cxn>
                <a:cxn ang="T128">
                  <a:pos x="T40" y="T41"/>
                </a:cxn>
                <a:cxn ang="T129">
                  <a:pos x="T42" y="T43"/>
                </a:cxn>
                <a:cxn ang="T130">
                  <a:pos x="T44" y="T45"/>
                </a:cxn>
                <a:cxn ang="T131">
                  <a:pos x="T46" y="T47"/>
                </a:cxn>
                <a:cxn ang="T132">
                  <a:pos x="T48" y="T49"/>
                </a:cxn>
                <a:cxn ang="T133">
                  <a:pos x="T50" y="T51"/>
                </a:cxn>
                <a:cxn ang="T134">
                  <a:pos x="T52" y="T53"/>
                </a:cxn>
                <a:cxn ang="T135">
                  <a:pos x="T54" y="T55"/>
                </a:cxn>
                <a:cxn ang="T136">
                  <a:pos x="T56" y="T57"/>
                </a:cxn>
                <a:cxn ang="T137">
                  <a:pos x="T58" y="T59"/>
                </a:cxn>
                <a:cxn ang="T138">
                  <a:pos x="T60" y="T61"/>
                </a:cxn>
                <a:cxn ang="T139">
                  <a:pos x="T62" y="T63"/>
                </a:cxn>
                <a:cxn ang="T140">
                  <a:pos x="T64" y="T65"/>
                </a:cxn>
                <a:cxn ang="T141">
                  <a:pos x="T66" y="T67"/>
                </a:cxn>
                <a:cxn ang="T142">
                  <a:pos x="T68" y="T69"/>
                </a:cxn>
                <a:cxn ang="T143">
                  <a:pos x="T70" y="T71"/>
                </a:cxn>
                <a:cxn ang="T144">
                  <a:pos x="T72" y="T73"/>
                </a:cxn>
                <a:cxn ang="T145">
                  <a:pos x="T74" y="T75"/>
                </a:cxn>
                <a:cxn ang="T146">
                  <a:pos x="T76" y="T77"/>
                </a:cxn>
                <a:cxn ang="T147">
                  <a:pos x="T78" y="T79"/>
                </a:cxn>
                <a:cxn ang="T148">
                  <a:pos x="T80" y="T81"/>
                </a:cxn>
                <a:cxn ang="T149">
                  <a:pos x="T82" y="T83"/>
                </a:cxn>
                <a:cxn ang="T150">
                  <a:pos x="T84" y="T85"/>
                </a:cxn>
                <a:cxn ang="T151">
                  <a:pos x="T86" y="T87"/>
                </a:cxn>
                <a:cxn ang="T152">
                  <a:pos x="T88" y="T89"/>
                </a:cxn>
                <a:cxn ang="T153">
                  <a:pos x="T90" y="T91"/>
                </a:cxn>
                <a:cxn ang="T154">
                  <a:pos x="T92" y="T93"/>
                </a:cxn>
                <a:cxn ang="T155">
                  <a:pos x="T94" y="T95"/>
                </a:cxn>
                <a:cxn ang="T156">
                  <a:pos x="T96" y="T97"/>
                </a:cxn>
                <a:cxn ang="T157">
                  <a:pos x="T98" y="T99"/>
                </a:cxn>
                <a:cxn ang="T158">
                  <a:pos x="T100" y="T101"/>
                </a:cxn>
                <a:cxn ang="T159">
                  <a:pos x="T102" y="T103"/>
                </a:cxn>
                <a:cxn ang="T160">
                  <a:pos x="T104" y="T105"/>
                </a:cxn>
                <a:cxn ang="T161">
                  <a:pos x="T106" y="T107"/>
                </a:cxn>
              </a:cxnLst>
              <a:rect l="0" t="0" r="r" b="b"/>
              <a:pathLst>
                <a:path w="5356" h="2003">
                  <a:moveTo>
                    <a:pt x="4544" y="908"/>
                  </a:moveTo>
                  <a:lnTo>
                    <a:pt x="4544" y="908"/>
                  </a:lnTo>
                  <a:lnTo>
                    <a:pt x="4516" y="886"/>
                  </a:lnTo>
                  <a:lnTo>
                    <a:pt x="4488" y="864"/>
                  </a:lnTo>
                  <a:lnTo>
                    <a:pt x="4462" y="841"/>
                  </a:lnTo>
                  <a:lnTo>
                    <a:pt x="4437" y="818"/>
                  </a:lnTo>
                  <a:lnTo>
                    <a:pt x="4411" y="794"/>
                  </a:lnTo>
                  <a:lnTo>
                    <a:pt x="4387" y="770"/>
                  </a:lnTo>
                  <a:lnTo>
                    <a:pt x="4364" y="746"/>
                  </a:lnTo>
                  <a:lnTo>
                    <a:pt x="4342" y="721"/>
                  </a:lnTo>
                  <a:lnTo>
                    <a:pt x="4320" y="695"/>
                  </a:lnTo>
                  <a:lnTo>
                    <a:pt x="4300" y="670"/>
                  </a:lnTo>
                  <a:lnTo>
                    <a:pt x="4280" y="643"/>
                  </a:lnTo>
                  <a:lnTo>
                    <a:pt x="4262" y="618"/>
                  </a:lnTo>
                  <a:lnTo>
                    <a:pt x="4244" y="590"/>
                  </a:lnTo>
                  <a:lnTo>
                    <a:pt x="4227" y="564"/>
                  </a:lnTo>
                  <a:lnTo>
                    <a:pt x="4211" y="536"/>
                  </a:lnTo>
                  <a:lnTo>
                    <a:pt x="4196" y="509"/>
                  </a:lnTo>
                  <a:lnTo>
                    <a:pt x="4182" y="482"/>
                  </a:lnTo>
                  <a:lnTo>
                    <a:pt x="4170" y="454"/>
                  </a:lnTo>
                  <a:lnTo>
                    <a:pt x="4157" y="425"/>
                  </a:lnTo>
                  <a:lnTo>
                    <a:pt x="4146" y="396"/>
                  </a:lnTo>
                  <a:lnTo>
                    <a:pt x="4135" y="366"/>
                  </a:lnTo>
                  <a:lnTo>
                    <a:pt x="4126" y="336"/>
                  </a:lnTo>
                  <a:lnTo>
                    <a:pt x="4117" y="305"/>
                  </a:lnTo>
                  <a:lnTo>
                    <a:pt x="4109" y="273"/>
                  </a:lnTo>
                  <a:lnTo>
                    <a:pt x="4102" y="241"/>
                  </a:lnTo>
                  <a:lnTo>
                    <a:pt x="4095" y="208"/>
                  </a:lnTo>
                  <a:lnTo>
                    <a:pt x="4089" y="175"/>
                  </a:lnTo>
                  <a:lnTo>
                    <a:pt x="4085" y="141"/>
                  </a:lnTo>
                  <a:lnTo>
                    <a:pt x="4081" y="107"/>
                  </a:lnTo>
                  <a:lnTo>
                    <a:pt x="4079" y="72"/>
                  </a:lnTo>
                  <a:lnTo>
                    <a:pt x="4077" y="36"/>
                  </a:lnTo>
                  <a:lnTo>
                    <a:pt x="4075" y="0"/>
                  </a:lnTo>
                  <a:lnTo>
                    <a:pt x="4102" y="0"/>
                  </a:lnTo>
                  <a:lnTo>
                    <a:pt x="4166" y="69"/>
                  </a:lnTo>
                  <a:lnTo>
                    <a:pt x="4232" y="137"/>
                  </a:lnTo>
                  <a:lnTo>
                    <a:pt x="4300" y="204"/>
                  </a:lnTo>
                  <a:lnTo>
                    <a:pt x="4369" y="269"/>
                  </a:lnTo>
                  <a:lnTo>
                    <a:pt x="4440" y="334"/>
                  </a:lnTo>
                  <a:lnTo>
                    <a:pt x="4513" y="398"/>
                  </a:lnTo>
                  <a:lnTo>
                    <a:pt x="4586" y="460"/>
                  </a:lnTo>
                  <a:lnTo>
                    <a:pt x="4662" y="523"/>
                  </a:lnTo>
                  <a:lnTo>
                    <a:pt x="4739" y="584"/>
                  </a:lnTo>
                  <a:lnTo>
                    <a:pt x="4820" y="645"/>
                  </a:lnTo>
                  <a:lnTo>
                    <a:pt x="4903" y="704"/>
                  </a:lnTo>
                  <a:lnTo>
                    <a:pt x="4989" y="764"/>
                  </a:lnTo>
                  <a:lnTo>
                    <a:pt x="5076" y="824"/>
                  </a:lnTo>
                  <a:lnTo>
                    <a:pt x="5167" y="884"/>
                  </a:lnTo>
                  <a:lnTo>
                    <a:pt x="5260" y="943"/>
                  </a:lnTo>
                  <a:lnTo>
                    <a:pt x="5356" y="1002"/>
                  </a:lnTo>
                  <a:lnTo>
                    <a:pt x="5356" y="1029"/>
                  </a:lnTo>
                  <a:lnTo>
                    <a:pt x="5260" y="1085"/>
                  </a:lnTo>
                  <a:lnTo>
                    <a:pt x="5167" y="1143"/>
                  </a:lnTo>
                  <a:lnTo>
                    <a:pt x="5076" y="1200"/>
                  </a:lnTo>
                  <a:lnTo>
                    <a:pt x="4989" y="1259"/>
                  </a:lnTo>
                  <a:lnTo>
                    <a:pt x="4903" y="1318"/>
                  </a:lnTo>
                  <a:lnTo>
                    <a:pt x="4820" y="1376"/>
                  </a:lnTo>
                  <a:lnTo>
                    <a:pt x="4739" y="1435"/>
                  </a:lnTo>
                  <a:lnTo>
                    <a:pt x="4662" y="1495"/>
                  </a:lnTo>
                  <a:lnTo>
                    <a:pt x="4586" y="1556"/>
                  </a:lnTo>
                  <a:lnTo>
                    <a:pt x="4513" y="1617"/>
                  </a:lnTo>
                  <a:lnTo>
                    <a:pt x="4440" y="1680"/>
                  </a:lnTo>
                  <a:lnTo>
                    <a:pt x="4369" y="1743"/>
                  </a:lnTo>
                  <a:lnTo>
                    <a:pt x="4300" y="1808"/>
                  </a:lnTo>
                  <a:lnTo>
                    <a:pt x="4232" y="1872"/>
                  </a:lnTo>
                  <a:lnTo>
                    <a:pt x="4166" y="1938"/>
                  </a:lnTo>
                  <a:lnTo>
                    <a:pt x="4102" y="2003"/>
                  </a:lnTo>
                  <a:lnTo>
                    <a:pt x="4075" y="2003"/>
                  </a:lnTo>
                  <a:lnTo>
                    <a:pt x="4077" y="1969"/>
                  </a:lnTo>
                  <a:lnTo>
                    <a:pt x="4079" y="1934"/>
                  </a:lnTo>
                  <a:lnTo>
                    <a:pt x="4081" y="1900"/>
                  </a:lnTo>
                  <a:lnTo>
                    <a:pt x="4085" y="1866"/>
                  </a:lnTo>
                  <a:lnTo>
                    <a:pt x="4089" y="1834"/>
                  </a:lnTo>
                  <a:lnTo>
                    <a:pt x="4095" y="1802"/>
                  </a:lnTo>
                  <a:lnTo>
                    <a:pt x="4102" y="1770"/>
                  </a:lnTo>
                  <a:lnTo>
                    <a:pt x="4109" y="1739"/>
                  </a:lnTo>
                  <a:lnTo>
                    <a:pt x="4117" y="1708"/>
                  </a:lnTo>
                  <a:lnTo>
                    <a:pt x="4126" y="1678"/>
                  </a:lnTo>
                  <a:lnTo>
                    <a:pt x="4135" y="1648"/>
                  </a:lnTo>
                  <a:lnTo>
                    <a:pt x="4146" y="1619"/>
                  </a:lnTo>
                  <a:lnTo>
                    <a:pt x="4157" y="1590"/>
                  </a:lnTo>
                  <a:lnTo>
                    <a:pt x="4170" y="1563"/>
                  </a:lnTo>
                  <a:lnTo>
                    <a:pt x="4182" y="1535"/>
                  </a:lnTo>
                  <a:lnTo>
                    <a:pt x="4196" y="1509"/>
                  </a:lnTo>
                  <a:lnTo>
                    <a:pt x="4211" y="1481"/>
                  </a:lnTo>
                  <a:lnTo>
                    <a:pt x="4227" y="1455"/>
                  </a:lnTo>
                  <a:lnTo>
                    <a:pt x="4244" y="1428"/>
                  </a:lnTo>
                  <a:lnTo>
                    <a:pt x="4262" y="1403"/>
                  </a:lnTo>
                  <a:lnTo>
                    <a:pt x="4280" y="1376"/>
                  </a:lnTo>
                  <a:lnTo>
                    <a:pt x="4300" y="1351"/>
                  </a:lnTo>
                  <a:lnTo>
                    <a:pt x="4320" y="1327"/>
                  </a:lnTo>
                  <a:lnTo>
                    <a:pt x="4342" y="1302"/>
                  </a:lnTo>
                  <a:lnTo>
                    <a:pt x="4364" y="1277"/>
                  </a:lnTo>
                  <a:lnTo>
                    <a:pt x="4387" y="1254"/>
                  </a:lnTo>
                  <a:lnTo>
                    <a:pt x="4411" y="1230"/>
                  </a:lnTo>
                  <a:lnTo>
                    <a:pt x="4437" y="1207"/>
                  </a:lnTo>
                  <a:lnTo>
                    <a:pt x="4462" y="1185"/>
                  </a:lnTo>
                  <a:lnTo>
                    <a:pt x="4488" y="1163"/>
                  </a:lnTo>
                  <a:lnTo>
                    <a:pt x="4516" y="1142"/>
                  </a:lnTo>
                  <a:lnTo>
                    <a:pt x="4544" y="1120"/>
                  </a:lnTo>
                  <a:lnTo>
                    <a:pt x="809" y="1120"/>
                  </a:lnTo>
                  <a:lnTo>
                    <a:pt x="837" y="1142"/>
                  </a:lnTo>
                  <a:lnTo>
                    <a:pt x="864" y="1163"/>
                  </a:lnTo>
                  <a:lnTo>
                    <a:pt x="891" y="1185"/>
                  </a:lnTo>
                  <a:lnTo>
                    <a:pt x="917" y="1207"/>
                  </a:lnTo>
                  <a:lnTo>
                    <a:pt x="942" y="1230"/>
                  </a:lnTo>
                  <a:lnTo>
                    <a:pt x="966" y="1254"/>
                  </a:lnTo>
                  <a:lnTo>
                    <a:pt x="989" y="1277"/>
                  </a:lnTo>
                  <a:lnTo>
                    <a:pt x="1012" y="1302"/>
                  </a:lnTo>
                  <a:lnTo>
                    <a:pt x="1032" y="1326"/>
                  </a:lnTo>
                  <a:lnTo>
                    <a:pt x="1053" y="1351"/>
                  </a:lnTo>
                  <a:lnTo>
                    <a:pt x="1073" y="1376"/>
                  </a:lnTo>
                  <a:lnTo>
                    <a:pt x="1091" y="1402"/>
                  </a:lnTo>
                  <a:lnTo>
                    <a:pt x="1110" y="1427"/>
                  </a:lnTo>
                  <a:lnTo>
                    <a:pt x="1127" y="1452"/>
                  </a:lnTo>
                  <a:lnTo>
                    <a:pt x="1142" y="1479"/>
                  </a:lnTo>
                  <a:lnTo>
                    <a:pt x="1157" y="1505"/>
                  </a:lnTo>
                  <a:lnTo>
                    <a:pt x="1170" y="1533"/>
                  </a:lnTo>
                  <a:lnTo>
                    <a:pt x="1184" y="1560"/>
                  </a:lnTo>
                  <a:lnTo>
                    <a:pt x="1196" y="1589"/>
                  </a:lnTo>
                  <a:lnTo>
                    <a:pt x="1207" y="1618"/>
                  </a:lnTo>
                  <a:lnTo>
                    <a:pt x="1218" y="1648"/>
                  </a:lnTo>
                  <a:lnTo>
                    <a:pt x="1228" y="1677"/>
                  </a:lnTo>
                  <a:lnTo>
                    <a:pt x="1237" y="1708"/>
                  </a:lnTo>
                  <a:lnTo>
                    <a:pt x="1245" y="1739"/>
                  </a:lnTo>
                  <a:lnTo>
                    <a:pt x="1252" y="1770"/>
                  </a:lnTo>
                  <a:lnTo>
                    <a:pt x="1259" y="1802"/>
                  </a:lnTo>
                  <a:lnTo>
                    <a:pt x="1265" y="1834"/>
                  </a:lnTo>
                  <a:lnTo>
                    <a:pt x="1269" y="1866"/>
                  </a:lnTo>
                  <a:lnTo>
                    <a:pt x="1273" y="1900"/>
                  </a:lnTo>
                  <a:lnTo>
                    <a:pt x="1276" y="1934"/>
                  </a:lnTo>
                  <a:lnTo>
                    <a:pt x="1279" y="1969"/>
                  </a:lnTo>
                  <a:lnTo>
                    <a:pt x="1280" y="2003"/>
                  </a:lnTo>
                  <a:lnTo>
                    <a:pt x="1251" y="2003"/>
                  </a:lnTo>
                  <a:lnTo>
                    <a:pt x="1187" y="1938"/>
                  </a:lnTo>
                  <a:lnTo>
                    <a:pt x="1121" y="1872"/>
                  </a:lnTo>
                  <a:lnTo>
                    <a:pt x="1054" y="1808"/>
                  </a:lnTo>
                  <a:lnTo>
                    <a:pt x="985" y="1743"/>
                  </a:lnTo>
                  <a:lnTo>
                    <a:pt x="915" y="1680"/>
                  </a:lnTo>
                  <a:lnTo>
                    <a:pt x="843" y="1618"/>
                  </a:lnTo>
                  <a:lnTo>
                    <a:pt x="769" y="1557"/>
                  </a:lnTo>
                  <a:lnTo>
                    <a:pt x="694" y="1497"/>
                  </a:lnTo>
                  <a:lnTo>
                    <a:pt x="616" y="1437"/>
                  </a:lnTo>
                  <a:lnTo>
                    <a:pt x="535" y="1377"/>
                  </a:lnTo>
                  <a:lnTo>
                    <a:pt x="453" y="1318"/>
                  </a:lnTo>
                  <a:lnTo>
                    <a:pt x="367" y="1259"/>
                  </a:lnTo>
                  <a:lnTo>
                    <a:pt x="279" y="1200"/>
                  </a:lnTo>
                  <a:lnTo>
                    <a:pt x="189" y="1143"/>
                  </a:lnTo>
                  <a:lnTo>
                    <a:pt x="96" y="1085"/>
                  </a:lnTo>
                  <a:lnTo>
                    <a:pt x="0" y="1029"/>
                  </a:lnTo>
                  <a:lnTo>
                    <a:pt x="0" y="1002"/>
                  </a:lnTo>
                  <a:lnTo>
                    <a:pt x="96" y="943"/>
                  </a:lnTo>
                  <a:lnTo>
                    <a:pt x="188" y="884"/>
                  </a:lnTo>
                  <a:lnTo>
                    <a:pt x="279" y="824"/>
                  </a:lnTo>
                  <a:lnTo>
                    <a:pt x="366" y="764"/>
                  </a:lnTo>
                  <a:lnTo>
                    <a:pt x="451" y="704"/>
                  </a:lnTo>
                  <a:lnTo>
                    <a:pt x="533" y="645"/>
                  </a:lnTo>
                  <a:lnTo>
                    <a:pt x="614" y="584"/>
                  </a:lnTo>
                  <a:lnTo>
                    <a:pt x="691" y="523"/>
                  </a:lnTo>
                  <a:lnTo>
                    <a:pt x="767" y="460"/>
                  </a:lnTo>
                  <a:lnTo>
                    <a:pt x="840" y="398"/>
                  </a:lnTo>
                  <a:lnTo>
                    <a:pt x="913" y="334"/>
                  </a:lnTo>
                  <a:lnTo>
                    <a:pt x="984" y="269"/>
                  </a:lnTo>
                  <a:lnTo>
                    <a:pt x="1053" y="204"/>
                  </a:lnTo>
                  <a:lnTo>
                    <a:pt x="1121" y="137"/>
                  </a:lnTo>
                  <a:lnTo>
                    <a:pt x="1187" y="69"/>
                  </a:lnTo>
                  <a:lnTo>
                    <a:pt x="1251" y="0"/>
                  </a:lnTo>
                  <a:lnTo>
                    <a:pt x="1280" y="0"/>
                  </a:lnTo>
                  <a:lnTo>
                    <a:pt x="1279" y="36"/>
                  </a:lnTo>
                  <a:lnTo>
                    <a:pt x="1276" y="72"/>
                  </a:lnTo>
                  <a:lnTo>
                    <a:pt x="1273" y="107"/>
                  </a:lnTo>
                  <a:lnTo>
                    <a:pt x="1269" y="141"/>
                  </a:lnTo>
                  <a:lnTo>
                    <a:pt x="1265" y="175"/>
                  </a:lnTo>
                  <a:lnTo>
                    <a:pt x="1259" y="208"/>
                  </a:lnTo>
                  <a:lnTo>
                    <a:pt x="1252" y="241"/>
                  </a:lnTo>
                  <a:lnTo>
                    <a:pt x="1245" y="273"/>
                  </a:lnTo>
                  <a:lnTo>
                    <a:pt x="1237" y="305"/>
                  </a:lnTo>
                  <a:lnTo>
                    <a:pt x="1228" y="336"/>
                  </a:lnTo>
                  <a:lnTo>
                    <a:pt x="1218" y="366"/>
                  </a:lnTo>
                  <a:lnTo>
                    <a:pt x="1207" y="396"/>
                  </a:lnTo>
                  <a:lnTo>
                    <a:pt x="1196" y="425"/>
                  </a:lnTo>
                  <a:lnTo>
                    <a:pt x="1184" y="454"/>
                  </a:lnTo>
                  <a:lnTo>
                    <a:pt x="1170" y="482"/>
                  </a:lnTo>
                  <a:lnTo>
                    <a:pt x="1157" y="509"/>
                  </a:lnTo>
                  <a:lnTo>
                    <a:pt x="1142" y="536"/>
                  </a:lnTo>
                  <a:lnTo>
                    <a:pt x="1127" y="564"/>
                  </a:lnTo>
                  <a:lnTo>
                    <a:pt x="1110" y="590"/>
                  </a:lnTo>
                  <a:lnTo>
                    <a:pt x="1091" y="618"/>
                  </a:lnTo>
                  <a:lnTo>
                    <a:pt x="1073" y="643"/>
                  </a:lnTo>
                  <a:lnTo>
                    <a:pt x="1053" y="670"/>
                  </a:lnTo>
                  <a:lnTo>
                    <a:pt x="1032" y="695"/>
                  </a:lnTo>
                  <a:lnTo>
                    <a:pt x="1012" y="721"/>
                  </a:lnTo>
                  <a:lnTo>
                    <a:pt x="989" y="746"/>
                  </a:lnTo>
                  <a:lnTo>
                    <a:pt x="966" y="770"/>
                  </a:lnTo>
                  <a:lnTo>
                    <a:pt x="942" y="794"/>
                  </a:lnTo>
                  <a:lnTo>
                    <a:pt x="917" y="818"/>
                  </a:lnTo>
                  <a:lnTo>
                    <a:pt x="891" y="841"/>
                  </a:lnTo>
                  <a:lnTo>
                    <a:pt x="864" y="864"/>
                  </a:lnTo>
                  <a:lnTo>
                    <a:pt x="837" y="886"/>
                  </a:lnTo>
                  <a:lnTo>
                    <a:pt x="809" y="908"/>
                  </a:lnTo>
                  <a:lnTo>
                    <a:pt x="4544" y="908"/>
                  </a:lnTo>
                  <a:close/>
                </a:path>
              </a:pathLst>
            </a:custGeom>
            <a:solidFill>
              <a:schemeClr val="bg1"/>
            </a:solidFill>
            <a:ln>
              <a:noFill/>
            </a:ln>
            <a:extLst>
              <a:ext uri="{91240B29-F687-4F45-9708-019B960494DF}">
                <a14:hiddenLine xmlns:a14="http://schemas.microsoft.com/office/drawing/2010/main" w="9525">
                  <a:solidFill>
                    <a:srgbClr val="000000"/>
                  </a:solidFill>
                  <a:round/>
                </a14:hiddenLine>
              </a:ext>
            </a:extLst>
          </p:spPr>
          <p:txBody>
            <a:bodyPr/>
            <a:lstStyle>
              <a:defPPr>
                <a:defRPr lang="zh-CN"/>
              </a:defPPr>
              <a:lvl1pPr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1pPr>
              <a:lvl2pPr marL="4572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2pPr>
              <a:lvl3pPr marL="9144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3pPr>
              <a:lvl4pPr marL="13716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4pPr>
              <a:lvl5pPr marL="18288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5pPr>
              <a:lvl6pPr marL="2286000" algn="l" defTabSz="914400" rtl="0" eaLnBrk="1" latinLnBrk="0" hangingPunct="1">
                <a:defRPr kern="1200">
                  <a:solidFill>
                    <a:schemeClr val="tx1"/>
                  </a:solidFill>
                  <a:latin typeface="Calibri" panose="020F0502020204030204" charset="0"/>
                  <a:ea typeface="宋体" panose="02010600030101010101" pitchFamily="2" charset="-122"/>
                  <a:cs typeface="+mn-cs"/>
                </a:defRPr>
              </a:lvl6pPr>
              <a:lvl7pPr marL="2743200" algn="l" defTabSz="914400" rtl="0" eaLnBrk="1" latinLnBrk="0" hangingPunct="1">
                <a:defRPr kern="1200">
                  <a:solidFill>
                    <a:schemeClr val="tx1"/>
                  </a:solidFill>
                  <a:latin typeface="Calibri" panose="020F0502020204030204" charset="0"/>
                  <a:ea typeface="宋体" panose="02010600030101010101" pitchFamily="2" charset="-122"/>
                  <a:cs typeface="+mn-cs"/>
                </a:defRPr>
              </a:lvl7pPr>
              <a:lvl8pPr marL="3200400" algn="l" defTabSz="914400" rtl="0" eaLnBrk="1" latinLnBrk="0" hangingPunct="1">
                <a:defRPr kern="1200">
                  <a:solidFill>
                    <a:schemeClr val="tx1"/>
                  </a:solidFill>
                  <a:latin typeface="Calibri" panose="020F0502020204030204" charset="0"/>
                  <a:ea typeface="宋体" panose="02010600030101010101" pitchFamily="2" charset="-122"/>
                  <a:cs typeface="+mn-cs"/>
                </a:defRPr>
              </a:lvl8pPr>
              <a:lvl9pPr marL="3657600" algn="l" defTabSz="914400" rtl="0" eaLnBrk="1" latinLnBrk="0" hangingPunct="1">
                <a:defRPr kern="1200">
                  <a:solidFill>
                    <a:schemeClr val="tx1"/>
                  </a:solidFill>
                  <a:latin typeface="Calibri" panose="020F0502020204030204" charset="0"/>
                  <a:ea typeface="宋体" panose="02010600030101010101" pitchFamily="2" charset="-122"/>
                  <a:cs typeface="+mn-cs"/>
                </a:defRPr>
              </a:lvl9pPr>
            </a:lstStyle>
            <a:p>
              <a:endParaRPr lang="zh-CN" altLang="en-US" dirty="0">
                <a:ea typeface="微软雅黑" panose="020B0503020204020204" pitchFamily="34" charset="-122"/>
              </a:endParaRPr>
            </a:p>
          </p:txBody>
        </p:sp>
        <p:sp>
          <p:nvSpPr>
            <p:cNvPr id="11" name="直线箭头"/>
            <p:cNvSpPr/>
            <p:nvPr/>
          </p:nvSpPr>
          <p:spPr>
            <a:xfrm>
              <a:off x="2007235" y="5638800"/>
              <a:ext cx="1151255" cy="137795"/>
            </a:xfrm>
            <a:custGeom>
              <a:avLst/>
              <a:gdLst>
                <a:gd name="connsiteX0" fmla="*/ 360040 w 576064"/>
                <a:gd name="connsiteY0" fmla="*/ 0 h 250588"/>
                <a:gd name="connsiteX1" fmla="*/ 576064 w 576064"/>
                <a:gd name="connsiteY1" fmla="*/ 125294 h 250588"/>
                <a:gd name="connsiteX2" fmla="*/ 360040 w 576064"/>
                <a:gd name="connsiteY2" fmla="*/ 250588 h 250588"/>
                <a:gd name="connsiteX3" fmla="*/ 360040 w 576064"/>
                <a:gd name="connsiteY3" fmla="*/ 143294 h 250588"/>
                <a:gd name="connsiteX4" fmla="*/ 0 w 576064"/>
                <a:gd name="connsiteY4" fmla="*/ 143294 h 250588"/>
                <a:gd name="connsiteX5" fmla="*/ 0 w 576064"/>
                <a:gd name="connsiteY5" fmla="*/ 107294 h 250588"/>
                <a:gd name="connsiteX6" fmla="*/ 360040 w 576064"/>
                <a:gd name="connsiteY6" fmla="*/ 107294 h 2505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576064" h="250588">
                  <a:moveTo>
                    <a:pt x="360040" y="0"/>
                  </a:moveTo>
                  <a:lnTo>
                    <a:pt x="576064" y="125294"/>
                  </a:lnTo>
                  <a:lnTo>
                    <a:pt x="360040" y="250588"/>
                  </a:lnTo>
                  <a:lnTo>
                    <a:pt x="360040" y="143294"/>
                  </a:lnTo>
                  <a:lnTo>
                    <a:pt x="0" y="143294"/>
                  </a:lnTo>
                  <a:lnTo>
                    <a:pt x="0" y="107294"/>
                  </a:lnTo>
                  <a:lnTo>
                    <a:pt x="360040" y="107294"/>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scene3d>
                <a:camera prst="orthographicFront"/>
                <a:lightRig rig="threePt" dir="t"/>
              </a:scene3d>
              <a:sp3d>
                <a:contourClr>
                  <a:srgbClr val="FFFFFF"/>
                </a:contourClr>
              </a:sp3d>
            </a:bodyPr>
            <a:lstStyle>
              <a:defPPr>
                <a:defRPr lang="zh-CN"/>
              </a:defPPr>
              <a:lvl1pPr algn="l" rtl="0" eaLnBrk="0" fontAlgn="base" hangingPunct="0">
                <a:spcBef>
                  <a:spcPct val="0"/>
                </a:spcBef>
                <a:spcAft>
                  <a:spcPct val="0"/>
                </a:spcAft>
                <a:defRPr kern="1200">
                  <a:solidFill>
                    <a:schemeClr val="lt1"/>
                  </a:solidFill>
                  <a:latin typeface="+mn-lt"/>
                  <a:ea typeface="+mn-ea"/>
                  <a:cs typeface="+mn-cs"/>
                </a:defRPr>
              </a:lvl1pPr>
              <a:lvl2pPr marL="457200" algn="l" rtl="0" eaLnBrk="0" fontAlgn="base" hangingPunct="0">
                <a:spcBef>
                  <a:spcPct val="0"/>
                </a:spcBef>
                <a:spcAft>
                  <a:spcPct val="0"/>
                </a:spcAft>
                <a:defRPr kern="1200">
                  <a:solidFill>
                    <a:schemeClr val="lt1"/>
                  </a:solidFill>
                  <a:latin typeface="+mn-lt"/>
                  <a:ea typeface="+mn-ea"/>
                  <a:cs typeface="+mn-cs"/>
                </a:defRPr>
              </a:lvl2pPr>
              <a:lvl3pPr marL="914400" algn="l" rtl="0" eaLnBrk="0" fontAlgn="base" hangingPunct="0">
                <a:spcBef>
                  <a:spcPct val="0"/>
                </a:spcBef>
                <a:spcAft>
                  <a:spcPct val="0"/>
                </a:spcAft>
                <a:defRPr kern="1200">
                  <a:solidFill>
                    <a:schemeClr val="lt1"/>
                  </a:solidFill>
                  <a:latin typeface="+mn-lt"/>
                  <a:ea typeface="+mn-ea"/>
                  <a:cs typeface="+mn-cs"/>
                </a:defRPr>
              </a:lvl3pPr>
              <a:lvl4pPr marL="1371600" algn="l" rtl="0" eaLnBrk="0" fontAlgn="base" hangingPunct="0">
                <a:spcBef>
                  <a:spcPct val="0"/>
                </a:spcBef>
                <a:spcAft>
                  <a:spcPct val="0"/>
                </a:spcAft>
                <a:defRPr kern="1200">
                  <a:solidFill>
                    <a:schemeClr val="lt1"/>
                  </a:solidFill>
                  <a:latin typeface="+mn-lt"/>
                  <a:ea typeface="+mn-ea"/>
                  <a:cs typeface="+mn-cs"/>
                </a:defRPr>
              </a:lvl4pPr>
              <a:lvl5pPr marL="1828800" algn="l" rtl="0" eaLnBrk="0" fontAlgn="base" hangingPunct="0">
                <a:spcBef>
                  <a:spcPct val="0"/>
                </a:spcBef>
                <a:spcAft>
                  <a:spcPct val="0"/>
                </a:spcAft>
                <a:defRPr kern="1200">
                  <a:solidFill>
                    <a:schemeClr val="lt1"/>
                  </a:solidFill>
                  <a:latin typeface="+mn-lt"/>
                  <a:ea typeface="+mn-ea"/>
                  <a:cs typeface="+mn-cs"/>
                </a:defRPr>
              </a:lvl5pPr>
              <a:lvl6pPr marL="2286000" algn="l" defTabSz="914400" rtl="0" eaLnBrk="1" latinLnBrk="0" hangingPunct="1">
                <a:defRPr kern="1200">
                  <a:solidFill>
                    <a:schemeClr val="lt1"/>
                  </a:solidFill>
                  <a:latin typeface="+mn-lt"/>
                  <a:ea typeface="+mn-ea"/>
                  <a:cs typeface="+mn-cs"/>
                </a:defRPr>
              </a:lvl6pPr>
              <a:lvl7pPr marL="2743200" algn="l" defTabSz="914400" rtl="0" eaLnBrk="1" latinLnBrk="0" hangingPunct="1">
                <a:defRPr kern="1200">
                  <a:solidFill>
                    <a:schemeClr val="lt1"/>
                  </a:solidFill>
                  <a:latin typeface="+mn-lt"/>
                  <a:ea typeface="+mn-ea"/>
                  <a:cs typeface="+mn-cs"/>
                </a:defRPr>
              </a:lvl7pPr>
              <a:lvl8pPr marL="3200400" algn="l" defTabSz="914400" rtl="0" eaLnBrk="1" latinLnBrk="0" hangingPunct="1">
                <a:defRPr kern="1200">
                  <a:solidFill>
                    <a:schemeClr val="lt1"/>
                  </a:solidFill>
                  <a:latin typeface="+mn-lt"/>
                  <a:ea typeface="+mn-ea"/>
                  <a:cs typeface="+mn-cs"/>
                </a:defRPr>
              </a:lvl8pPr>
              <a:lvl9pPr marL="3657600" algn="l" defTabSz="914400" rtl="0" eaLnBrk="1" latinLnBrk="0" hangingPunct="1">
                <a:defRPr kern="1200">
                  <a:solidFill>
                    <a:schemeClr val="lt1"/>
                  </a:solidFill>
                  <a:latin typeface="+mn-lt"/>
                  <a:ea typeface="+mn-ea"/>
                  <a:cs typeface="+mn-cs"/>
                </a:defRPr>
              </a:lvl9pPr>
            </a:lstStyle>
            <a:p>
              <a:pPr algn="ctr" eaLnBrk="1" fontAlgn="auto" hangingPunct="1">
                <a:spcBef>
                  <a:spcPts val="0"/>
                </a:spcBef>
                <a:spcAft>
                  <a:spcPts val="0"/>
                </a:spcAft>
                <a:defRPr/>
              </a:pPr>
              <a:endParaRPr lang="zh-CN" altLang="en-US">
                <a:solidFill>
                  <a:srgbClr val="FFFFFF"/>
                </a:solidFill>
              </a:endParaRPr>
            </a:p>
          </p:txBody>
        </p:sp>
        <p:sp>
          <p:nvSpPr>
            <p:cNvPr id="15" name="矩形 14">
              <a:extLst>
                <a:ext uri="{FF2B5EF4-FFF2-40B4-BE49-F238E27FC236}">
                  <a16:creationId xmlns:a16="http://schemas.microsoft.com/office/drawing/2014/main" id="{DBB97BEF-6B6E-56E1-1FC8-80CC4F2AF5FB}"/>
                </a:ext>
              </a:extLst>
            </p:cNvPr>
            <p:cNvSpPr/>
            <p:nvPr/>
          </p:nvSpPr>
          <p:spPr>
            <a:xfrm>
              <a:off x="821094" y="2435290"/>
              <a:ext cx="2259926" cy="33394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t" anchorCtr="0"/>
            <a:lstStyle/>
            <a:p>
              <a:pPr algn="ctr"/>
              <a:r>
                <a:rPr lang="zh-CN" altLang="en-US" sz="1600" dirty="0">
                  <a:solidFill>
                    <a:schemeClr val="tx1"/>
                  </a:solidFill>
                </a:rPr>
                <a:t>自动售水系统</a:t>
              </a:r>
            </a:p>
          </p:txBody>
        </p:sp>
        <p:sp>
          <p:nvSpPr>
            <p:cNvPr id="19" name="椭圆 18">
              <a:extLst>
                <a:ext uri="{FF2B5EF4-FFF2-40B4-BE49-F238E27FC236}">
                  <a16:creationId xmlns:a16="http://schemas.microsoft.com/office/drawing/2014/main" id="{3C3BECD8-68D9-6FA2-9A75-58BA7067A01B}"/>
                </a:ext>
              </a:extLst>
            </p:cNvPr>
            <p:cNvSpPr/>
            <p:nvPr/>
          </p:nvSpPr>
          <p:spPr>
            <a:xfrm>
              <a:off x="1493857" y="3063008"/>
              <a:ext cx="914400" cy="34671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tx1"/>
                  </a:solidFill>
                </a:rPr>
                <a:t>一元</a:t>
              </a:r>
            </a:p>
          </p:txBody>
        </p:sp>
        <p:sp>
          <p:nvSpPr>
            <p:cNvPr id="20" name="椭圆 19">
              <a:extLst>
                <a:ext uri="{FF2B5EF4-FFF2-40B4-BE49-F238E27FC236}">
                  <a16:creationId xmlns:a16="http://schemas.microsoft.com/office/drawing/2014/main" id="{E0281BC6-38C2-AB8C-7DED-1899655B5F46}"/>
                </a:ext>
              </a:extLst>
            </p:cNvPr>
            <p:cNvSpPr/>
            <p:nvPr/>
          </p:nvSpPr>
          <p:spPr>
            <a:xfrm>
              <a:off x="1493857" y="3875406"/>
              <a:ext cx="914400" cy="34671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tx1"/>
                  </a:solidFill>
                </a:rPr>
                <a:t>五角</a:t>
              </a:r>
            </a:p>
          </p:txBody>
        </p:sp>
        <p:sp>
          <p:nvSpPr>
            <p:cNvPr id="21" name="椭圆 20">
              <a:extLst>
                <a:ext uri="{FF2B5EF4-FFF2-40B4-BE49-F238E27FC236}">
                  <a16:creationId xmlns:a16="http://schemas.microsoft.com/office/drawing/2014/main" id="{E755BC3B-B261-7047-2352-48DF0AACA606}"/>
                </a:ext>
              </a:extLst>
            </p:cNvPr>
            <p:cNvSpPr/>
            <p:nvPr/>
          </p:nvSpPr>
          <p:spPr>
            <a:xfrm>
              <a:off x="1493857" y="4560109"/>
              <a:ext cx="914400" cy="34671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tx1"/>
                  </a:solidFill>
                </a:rPr>
                <a:t>退币</a:t>
              </a:r>
            </a:p>
          </p:txBody>
        </p:sp>
        <p:sp>
          <p:nvSpPr>
            <p:cNvPr id="22" name="椭圆 21">
              <a:extLst>
                <a:ext uri="{FF2B5EF4-FFF2-40B4-BE49-F238E27FC236}">
                  <a16:creationId xmlns:a16="http://schemas.microsoft.com/office/drawing/2014/main" id="{36F8D5E5-F8EF-A449-5623-C8D90AA6C9C1}"/>
                </a:ext>
              </a:extLst>
            </p:cNvPr>
            <p:cNvSpPr/>
            <p:nvPr/>
          </p:nvSpPr>
          <p:spPr>
            <a:xfrm>
              <a:off x="1493857" y="5234648"/>
              <a:ext cx="914400" cy="34671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tx1"/>
                  </a:solidFill>
                </a:rPr>
                <a:t>取款</a:t>
              </a:r>
            </a:p>
          </p:txBody>
        </p:sp>
        <p:pic>
          <p:nvPicPr>
            <p:cNvPr id="23" name="图片 155">
              <a:extLst>
                <a:ext uri="{FF2B5EF4-FFF2-40B4-BE49-F238E27FC236}">
                  <a16:creationId xmlns:a16="http://schemas.microsoft.com/office/drawing/2014/main" id="{59474438-C477-08F6-9E31-64F71640B6F0}"/>
                </a:ext>
              </a:extLst>
            </p:cNvPr>
            <p:cNvPicPr>
              <a:picLocks noChangeAspect="1"/>
            </p:cNvPicPr>
            <p:nvPr/>
          </p:nvPicPr>
          <p:blipFill>
            <a:blip r:embed="rId3" cstate="print"/>
            <a:stretch>
              <a:fillRect/>
            </a:stretch>
          </p:blipFill>
          <p:spPr>
            <a:xfrm>
              <a:off x="275368" y="2990936"/>
              <a:ext cx="283210" cy="490855"/>
            </a:xfrm>
            <a:prstGeom prst="rect">
              <a:avLst/>
            </a:prstGeom>
            <a:noFill/>
            <a:ln w="9525">
              <a:noFill/>
            </a:ln>
          </p:spPr>
        </p:pic>
        <p:pic>
          <p:nvPicPr>
            <p:cNvPr id="24" name="图片 155">
              <a:extLst>
                <a:ext uri="{FF2B5EF4-FFF2-40B4-BE49-F238E27FC236}">
                  <a16:creationId xmlns:a16="http://schemas.microsoft.com/office/drawing/2014/main" id="{92A65600-0C45-7001-059D-9E64BAE4A12C}"/>
                </a:ext>
              </a:extLst>
            </p:cNvPr>
            <p:cNvPicPr>
              <a:picLocks noChangeAspect="1"/>
            </p:cNvPicPr>
            <p:nvPr/>
          </p:nvPicPr>
          <p:blipFill>
            <a:blip r:embed="rId3" cstate="print"/>
            <a:stretch>
              <a:fillRect/>
            </a:stretch>
          </p:blipFill>
          <p:spPr>
            <a:xfrm>
              <a:off x="275368" y="3803334"/>
              <a:ext cx="283210" cy="490855"/>
            </a:xfrm>
            <a:prstGeom prst="rect">
              <a:avLst/>
            </a:prstGeom>
            <a:noFill/>
            <a:ln w="9525">
              <a:noFill/>
            </a:ln>
          </p:spPr>
        </p:pic>
        <p:pic>
          <p:nvPicPr>
            <p:cNvPr id="25" name="图片 155">
              <a:extLst>
                <a:ext uri="{FF2B5EF4-FFF2-40B4-BE49-F238E27FC236}">
                  <a16:creationId xmlns:a16="http://schemas.microsoft.com/office/drawing/2014/main" id="{15608162-3136-EF69-49A9-1B849E421806}"/>
                </a:ext>
              </a:extLst>
            </p:cNvPr>
            <p:cNvPicPr>
              <a:picLocks noChangeAspect="1"/>
            </p:cNvPicPr>
            <p:nvPr/>
          </p:nvPicPr>
          <p:blipFill>
            <a:blip r:embed="rId3" cstate="print"/>
            <a:stretch>
              <a:fillRect/>
            </a:stretch>
          </p:blipFill>
          <p:spPr>
            <a:xfrm>
              <a:off x="272140" y="5162576"/>
              <a:ext cx="283210" cy="490855"/>
            </a:xfrm>
            <a:prstGeom prst="rect">
              <a:avLst/>
            </a:prstGeom>
            <a:noFill/>
            <a:ln w="9525">
              <a:noFill/>
            </a:ln>
          </p:spPr>
        </p:pic>
        <p:pic>
          <p:nvPicPr>
            <p:cNvPr id="26" name="图片 155">
              <a:extLst>
                <a:ext uri="{FF2B5EF4-FFF2-40B4-BE49-F238E27FC236}">
                  <a16:creationId xmlns:a16="http://schemas.microsoft.com/office/drawing/2014/main" id="{58CF81FD-CA8F-0379-8107-140AEEFEFDC5}"/>
                </a:ext>
              </a:extLst>
            </p:cNvPr>
            <p:cNvPicPr>
              <a:picLocks noChangeAspect="1"/>
            </p:cNvPicPr>
            <p:nvPr/>
          </p:nvPicPr>
          <p:blipFill>
            <a:blip r:embed="rId3" cstate="print"/>
            <a:stretch>
              <a:fillRect/>
            </a:stretch>
          </p:blipFill>
          <p:spPr>
            <a:xfrm>
              <a:off x="3317359" y="4488037"/>
              <a:ext cx="283210" cy="490855"/>
            </a:xfrm>
            <a:prstGeom prst="rect">
              <a:avLst/>
            </a:prstGeom>
            <a:noFill/>
            <a:ln w="9525">
              <a:noFill/>
            </a:ln>
          </p:spPr>
        </p:pic>
        <p:cxnSp>
          <p:nvCxnSpPr>
            <p:cNvPr id="28" name="直接连接符 27">
              <a:extLst>
                <a:ext uri="{FF2B5EF4-FFF2-40B4-BE49-F238E27FC236}">
                  <a16:creationId xmlns:a16="http://schemas.microsoft.com/office/drawing/2014/main" id="{12CF4993-2398-17E7-7FB1-404ECB6F68BE}"/>
                </a:ext>
              </a:extLst>
            </p:cNvPr>
            <p:cNvCxnSpPr>
              <a:stCxn id="23" idx="3"/>
              <a:endCxn id="19" idx="2"/>
            </p:cNvCxnSpPr>
            <p:nvPr/>
          </p:nvCxnSpPr>
          <p:spPr>
            <a:xfrm flipV="1">
              <a:off x="558578" y="3236363"/>
              <a:ext cx="935279" cy="1"/>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1" name="直接连接符 30">
              <a:extLst>
                <a:ext uri="{FF2B5EF4-FFF2-40B4-BE49-F238E27FC236}">
                  <a16:creationId xmlns:a16="http://schemas.microsoft.com/office/drawing/2014/main" id="{AC90266C-D4D2-9206-5CCB-3BD063C6CE40}"/>
                </a:ext>
              </a:extLst>
            </p:cNvPr>
            <p:cNvCxnSpPr>
              <a:stCxn id="24" idx="3"/>
              <a:endCxn id="20" idx="2"/>
            </p:cNvCxnSpPr>
            <p:nvPr/>
          </p:nvCxnSpPr>
          <p:spPr>
            <a:xfrm flipV="1">
              <a:off x="558578" y="4048761"/>
              <a:ext cx="935279" cy="1"/>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3" name="直接连接符 32">
              <a:extLst>
                <a:ext uri="{FF2B5EF4-FFF2-40B4-BE49-F238E27FC236}">
                  <a16:creationId xmlns:a16="http://schemas.microsoft.com/office/drawing/2014/main" id="{9625D61B-694A-D1C2-B97E-D08409E36134}"/>
                </a:ext>
              </a:extLst>
            </p:cNvPr>
            <p:cNvCxnSpPr>
              <a:stCxn id="25" idx="3"/>
              <a:endCxn id="22" idx="2"/>
            </p:cNvCxnSpPr>
            <p:nvPr/>
          </p:nvCxnSpPr>
          <p:spPr>
            <a:xfrm flipV="1">
              <a:off x="555350" y="5408003"/>
              <a:ext cx="938507" cy="1"/>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5" name="直接连接符 34">
              <a:extLst>
                <a:ext uri="{FF2B5EF4-FFF2-40B4-BE49-F238E27FC236}">
                  <a16:creationId xmlns:a16="http://schemas.microsoft.com/office/drawing/2014/main" id="{D6C09536-0851-8984-AFBC-26926197BF88}"/>
                </a:ext>
              </a:extLst>
            </p:cNvPr>
            <p:cNvCxnSpPr>
              <a:stCxn id="21" idx="6"/>
              <a:endCxn id="26" idx="1"/>
            </p:cNvCxnSpPr>
            <p:nvPr/>
          </p:nvCxnSpPr>
          <p:spPr>
            <a:xfrm>
              <a:off x="2408257" y="4733464"/>
              <a:ext cx="909102" cy="1"/>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36" name="文本框 35">
              <a:extLst>
                <a:ext uri="{FF2B5EF4-FFF2-40B4-BE49-F238E27FC236}">
                  <a16:creationId xmlns:a16="http://schemas.microsoft.com/office/drawing/2014/main" id="{2247B20C-1056-5EAF-7062-E7D312C5B981}"/>
                </a:ext>
              </a:extLst>
            </p:cNvPr>
            <p:cNvSpPr txBox="1"/>
            <p:nvPr/>
          </p:nvSpPr>
          <p:spPr>
            <a:xfrm>
              <a:off x="3187095" y="4955114"/>
              <a:ext cx="543739" cy="307777"/>
            </a:xfrm>
            <a:prstGeom prst="rect">
              <a:avLst/>
            </a:prstGeom>
            <a:noFill/>
          </p:spPr>
          <p:txBody>
            <a:bodyPr wrap="none" rtlCol="0">
              <a:spAutoFit/>
            </a:bodyPr>
            <a:lstStyle/>
            <a:p>
              <a:r>
                <a:rPr lang="zh-CN" altLang="en-US" sz="1400" dirty="0"/>
                <a:t>顾客</a:t>
              </a:r>
            </a:p>
          </p:txBody>
        </p:sp>
        <p:sp>
          <p:nvSpPr>
            <p:cNvPr id="37" name="文本框 36">
              <a:extLst>
                <a:ext uri="{FF2B5EF4-FFF2-40B4-BE49-F238E27FC236}">
                  <a16:creationId xmlns:a16="http://schemas.microsoft.com/office/drawing/2014/main" id="{B83502EE-9F15-369B-37D9-9A267E9D5791}"/>
                </a:ext>
              </a:extLst>
            </p:cNvPr>
            <p:cNvSpPr txBox="1"/>
            <p:nvPr/>
          </p:nvSpPr>
          <p:spPr>
            <a:xfrm>
              <a:off x="145104" y="3426928"/>
              <a:ext cx="543739" cy="307777"/>
            </a:xfrm>
            <a:prstGeom prst="rect">
              <a:avLst/>
            </a:prstGeom>
            <a:noFill/>
          </p:spPr>
          <p:txBody>
            <a:bodyPr wrap="none" rtlCol="0">
              <a:spAutoFit/>
            </a:bodyPr>
            <a:lstStyle/>
            <a:p>
              <a:r>
                <a:rPr lang="zh-CN" altLang="en-US" sz="1400" dirty="0"/>
                <a:t>顾客</a:t>
              </a:r>
            </a:p>
          </p:txBody>
        </p:sp>
        <p:sp>
          <p:nvSpPr>
            <p:cNvPr id="39" name="文本框 38">
              <a:extLst>
                <a:ext uri="{FF2B5EF4-FFF2-40B4-BE49-F238E27FC236}">
                  <a16:creationId xmlns:a16="http://schemas.microsoft.com/office/drawing/2014/main" id="{57C2CE5A-C4FB-DE0B-91EF-EC740328E84E}"/>
                </a:ext>
              </a:extLst>
            </p:cNvPr>
            <p:cNvSpPr txBox="1"/>
            <p:nvPr/>
          </p:nvSpPr>
          <p:spPr>
            <a:xfrm>
              <a:off x="145104" y="4252211"/>
              <a:ext cx="543739" cy="307777"/>
            </a:xfrm>
            <a:prstGeom prst="rect">
              <a:avLst/>
            </a:prstGeom>
            <a:noFill/>
          </p:spPr>
          <p:txBody>
            <a:bodyPr wrap="none" rtlCol="0">
              <a:spAutoFit/>
            </a:bodyPr>
            <a:lstStyle/>
            <a:p>
              <a:r>
                <a:rPr lang="zh-CN" altLang="en-US" sz="1400" dirty="0"/>
                <a:t>顾客</a:t>
              </a:r>
            </a:p>
          </p:txBody>
        </p:sp>
        <p:sp>
          <p:nvSpPr>
            <p:cNvPr id="41" name="文本框 40">
              <a:extLst>
                <a:ext uri="{FF2B5EF4-FFF2-40B4-BE49-F238E27FC236}">
                  <a16:creationId xmlns:a16="http://schemas.microsoft.com/office/drawing/2014/main" id="{136AE3F3-846A-34AB-DC92-CE78DB769717}"/>
                </a:ext>
              </a:extLst>
            </p:cNvPr>
            <p:cNvSpPr txBox="1"/>
            <p:nvPr/>
          </p:nvSpPr>
          <p:spPr>
            <a:xfrm>
              <a:off x="52108" y="5656512"/>
              <a:ext cx="723275" cy="307777"/>
            </a:xfrm>
            <a:prstGeom prst="rect">
              <a:avLst/>
            </a:prstGeom>
            <a:noFill/>
          </p:spPr>
          <p:txBody>
            <a:bodyPr wrap="none" rtlCol="0">
              <a:spAutoFit/>
            </a:bodyPr>
            <a:lstStyle/>
            <a:p>
              <a:r>
                <a:rPr lang="zh-CN" altLang="en-US" sz="1400" dirty="0"/>
                <a:t>收银员</a:t>
              </a:r>
            </a:p>
          </p:txBody>
        </p:sp>
      </p:grpSp>
    </p:spTree>
  </p:cSld>
  <p:clrMapOvr>
    <a:masterClrMapping/>
  </p:clrMapOvr>
  <p:transition>
    <p:pull dir="d"/>
  </p:transition>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694801" y="360000"/>
            <a:ext cx="5401200" cy="523220"/>
          </a:xfrm>
        </p:spPr>
        <p:txBody>
          <a:bodyPr>
            <a:normAutofit/>
          </a:bodyPr>
          <a:lstStyle/>
          <a:p>
            <a:r>
              <a:rPr lang="en-US" altLang="en-US" dirty="0">
                <a:sym typeface="+mn-ea"/>
              </a:rPr>
              <a:t>6.3 </a:t>
            </a:r>
            <a:r>
              <a:rPr lang="en-US" altLang="zh-CN" dirty="0">
                <a:sym typeface="+mn-ea"/>
              </a:rPr>
              <a:t>UML</a:t>
            </a:r>
            <a:r>
              <a:rPr lang="zh-CN" altLang="en-US" dirty="0">
                <a:sym typeface="+mn-ea"/>
              </a:rPr>
              <a:t>图</a:t>
            </a:r>
            <a:endParaRPr lang="zh-CN" altLang="en-US" dirty="0"/>
          </a:p>
        </p:txBody>
      </p:sp>
      <p:sp>
        <p:nvSpPr>
          <p:cNvPr id="8" name="文本占位符 7">
            <a:extLst>
              <a:ext uri="{FF2B5EF4-FFF2-40B4-BE49-F238E27FC236}">
                <a16:creationId xmlns:a16="http://schemas.microsoft.com/office/drawing/2014/main" id="{8B2D29BC-B1F6-0A8C-9F56-CFF4E01ACDC5}"/>
              </a:ext>
            </a:extLst>
          </p:cNvPr>
          <p:cNvSpPr>
            <a:spLocks noGrp="1"/>
          </p:cNvSpPr>
          <p:nvPr>
            <p:ph type="body" sz="quarter" idx="10"/>
          </p:nvPr>
        </p:nvSpPr>
        <p:spPr>
          <a:xfrm>
            <a:off x="900001" y="1322832"/>
            <a:ext cx="5196000" cy="400110"/>
          </a:xfrm>
        </p:spPr>
        <p:txBody>
          <a:bodyPr/>
          <a:lstStyle/>
          <a:p>
            <a:r>
              <a:rPr lang="en-US" altLang="zh-CN" dirty="0"/>
              <a:t>6.3.1 </a:t>
            </a:r>
            <a:r>
              <a:rPr lang="zh-CN" altLang="en-US" dirty="0"/>
              <a:t>用例图</a:t>
            </a:r>
          </a:p>
        </p:txBody>
      </p:sp>
      <p:cxnSp>
        <p:nvCxnSpPr>
          <p:cNvPr id="9" name="直接箭头连接符 8"/>
          <p:cNvCxnSpPr/>
          <p:nvPr/>
        </p:nvCxnSpPr>
        <p:spPr>
          <a:xfrm>
            <a:off x="1962785" y="5095240"/>
            <a:ext cx="1084580" cy="1905"/>
          </a:xfrm>
          <a:prstGeom prst="straightConnector1">
            <a:avLst/>
          </a:prstGeom>
          <a:ln>
            <a:solidFill>
              <a:schemeClr val="bg1"/>
            </a:solidFill>
            <a:tailEnd type="arrow"/>
          </a:ln>
        </p:spPr>
        <p:style>
          <a:lnRef idx="1">
            <a:schemeClr val="accent1"/>
          </a:lnRef>
          <a:fillRef idx="0">
            <a:schemeClr val="accent1"/>
          </a:fillRef>
          <a:effectRef idx="0">
            <a:schemeClr val="accent1"/>
          </a:effectRef>
          <a:fontRef idx="minor">
            <a:schemeClr val="tx1"/>
          </a:fontRef>
        </p:style>
      </p:cxnSp>
      <p:sp>
        <p:nvSpPr>
          <p:cNvPr id="90" name="右箭头"/>
          <p:cNvSpPr/>
          <p:nvPr/>
        </p:nvSpPr>
        <p:spPr>
          <a:xfrm flipH="1">
            <a:off x="1962785" y="4332605"/>
            <a:ext cx="1118235" cy="137160"/>
          </a:xfrm>
          <a:custGeom>
            <a:avLst/>
            <a:gdLst>
              <a:gd name="connsiteX0" fmla="*/ 1240677 w 4290025"/>
              <a:gd name="connsiteY0" fmla="*/ 0 h 1695451"/>
              <a:gd name="connsiteX1" fmla="*/ 1749568 w 4290025"/>
              <a:gd name="connsiteY1" fmla="*/ 0 h 1695451"/>
              <a:gd name="connsiteX2" fmla="*/ 776733 w 4290025"/>
              <a:gd name="connsiteY2" fmla="*/ 1329431 h 1695451"/>
              <a:gd name="connsiteX3" fmla="*/ 4290025 w 4290025"/>
              <a:gd name="connsiteY3" fmla="*/ 1329431 h 1695451"/>
              <a:gd name="connsiteX4" fmla="*/ 4290025 w 4290025"/>
              <a:gd name="connsiteY4" fmla="*/ 1695451 h 1695451"/>
              <a:gd name="connsiteX5" fmla="*/ 0 w 4290025"/>
              <a:gd name="connsiteY5" fmla="*/ 1695451 h 16954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290025" h="1695451">
                <a:moveTo>
                  <a:pt x="1240677" y="0"/>
                </a:moveTo>
                <a:lnTo>
                  <a:pt x="1749568" y="0"/>
                </a:lnTo>
                <a:lnTo>
                  <a:pt x="776733" y="1329431"/>
                </a:lnTo>
                <a:lnTo>
                  <a:pt x="4290025" y="1329431"/>
                </a:lnTo>
                <a:lnTo>
                  <a:pt x="4290025" y="1695451"/>
                </a:lnTo>
                <a:lnTo>
                  <a:pt x="0" y="1695451"/>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scene3d>
              <a:camera prst="orthographicFront"/>
              <a:lightRig rig="threePt" dir="t"/>
            </a:scene3d>
            <a:sp3d>
              <a:contourClr>
                <a:srgbClr val="FFFFFF"/>
              </a:contourClr>
            </a:sp3d>
          </a:bodyPr>
          <a:lstStyle>
            <a:defPPr>
              <a:defRPr lang="zh-CN"/>
            </a:defPPr>
            <a:lvl1pPr algn="l" rtl="0" eaLnBrk="0" fontAlgn="base" hangingPunct="0">
              <a:spcBef>
                <a:spcPct val="0"/>
              </a:spcBef>
              <a:spcAft>
                <a:spcPct val="0"/>
              </a:spcAft>
              <a:defRPr kern="1200">
                <a:solidFill>
                  <a:schemeClr val="lt1"/>
                </a:solidFill>
                <a:latin typeface="+mn-lt"/>
                <a:ea typeface="+mn-ea"/>
                <a:cs typeface="+mn-cs"/>
              </a:defRPr>
            </a:lvl1pPr>
            <a:lvl2pPr marL="457200" algn="l" rtl="0" eaLnBrk="0" fontAlgn="base" hangingPunct="0">
              <a:spcBef>
                <a:spcPct val="0"/>
              </a:spcBef>
              <a:spcAft>
                <a:spcPct val="0"/>
              </a:spcAft>
              <a:defRPr kern="1200">
                <a:solidFill>
                  <a:schemeClr val="lt1"/>
                </a:solidFill>
                <a:latin typeface="+mn-lt"/>
                <a:ea typeface="+mn-ea"/>
                <a:cs typeface="+mn-cs"/>
              </a:defRPr>
            </a:lvl2pPr>
            <a:lvl3pPr marL="914400" algn="l" rtl="0" eaLnBrk="0" fontAlgn="base" hangingPunct="0">
              <a:spcBef>
                <a:spcPct val="0"/>
              </a:spcBef>
              <a:spcAft>
                <a:spcPct val="0"/>
              </a:spcAft>
              <a:defRPr kern="1200">
                <a:solidFill>
                  <a:schemeClr val="lt1"/>
                </a:solidFill>
                <a:latin typeface="+mn-lt"/>
                <a:ea typeface="+mn-ea"/>
                <a:cs typeface="+mn-cs"/>
              </a:defRPr>
            </a:lvl3pPr>
            <a:lvl4pPr marL="1371600" algn="l" rtl="0" eaLnBrk="0" fontAlgn="base" hangingPunct="0">
              <a:spcBef>
                <a:spcPct val="0"/>
              </a:spcBef>
              <a:spcAft>
                <a:spcPct val="0"/>
              </a:spcAft>
              <a:defRPr kern="1200">
                <a:solidFill>
                  <a:schemeClr val="lt1"/>
                </a:solidFill>
                <a:latin typeface="+mn-lt"/>
                <a:ea typeface="+mn-ea"/>
                <a:cs typeface="+mn-cs"/>
              </a:defRPr>
            </a:lvl4pPr>
            <a:lvl5pPr marL="1828800" algn="l" rtl="0" eaLnBrk="0" fontAlgn="base" hangingPunct="0">
              <a:spcBef>
                <a:spcPct val="0"/>
              </a:spcBef>
              <a:spcAft>
                <a:spcPct val="0"/>
              </a:spcAft>
              <a:defRPr kern="1200">
                <a:solidFill>
                  <a:schemeClr val="lt1"/>
                </a:solidFill>
                <a:latin typeface="+mn-lt"/>
                <a:ea typeface="+mn-ea"/>
                <a:cs typeface="+mn-cs"/>
              </a:defRPr>
            </a:lvl5pPr>
            <a:lvl6pPr marL="2286000" algn="l" defTabSz="914400" rtl="0" eaLnBrk="1" latinLnBrk="0" hangingPunct="1">
              <a:defRPr kern="1200">
                <a:solidFill>
                  <a:schemeClr val="lt1"/>
                </a:solidFill>
                <a:latin typeface="+mn-lt"/>
                <a:ea typeface="+mn-ea"/>
                <a:cs typeface="+mn-cs"/>
              </a:defRPr>
            </a:lvl6pPr>
            <a:lvl7pPr marL="2743200" algn="l" defTabSz="914400" rtl="0" eaLnBrk="1" latinLnBrk="0" hangingPunct="1">
              <a:defRPr kern="1200">
                <a:solidFill>
                  <a:schemeClr val="lt1"/>
                </a:solidFill>
                <a:latin typeface="+mn-lt"/>
                <a:ea typeface="+mn-ea"/>
                <a:cs typeface="+mn-cs"/>
              </a:defRPr>
            </a:lvl7pPr>
            <a:lvl8pPr marL="3200400" algn="l" defTabSz="914400" rtl="0" eaLnBrk="1" latinLnBrk="0" hangingPunct="1">
              <a:defRPr kern="1200">
                <a:solidFill>
                  <a:schemeClr val="lt1"/>
                </a:solidFill>
                <a:latin typeface="+mn-lt"/>
                <a:ea typeface="+mn-ea"/>
                <a:cs typeface="+mn-cs"/>
              </a:defRPr>
            </a:lvl8pPr>
            <a:lvl9pPr marL="3657600" algn="l" defTabSz="914400" rtl="0" eaLnBrk="1" latinLnBrk="0" hangingPunct="1">
              <a:defRPr kern="1200">
                <a:solidFill>
                  <a:schemeClr val="lt1"/>
                </a:solidFill>
                <a:latin typeface="+mn-lt"/>
                <a:ea typeface="+mn-ea"/>
                <a:cs typeface="+mn-cs"/>
              </a:defRPr>
            </a:lvl9pPr>
          </a:lstStyle>
          <a:p>
            <a:pPr algn="ctr" eaLnBrk="1" fontAlgn="auto" hangingPunct="1">
              <a:spcBef>
                <a:spcPts val="0"/>
              </a:spcBef>
              <a:spcAft>
                <a:spcPts val="0"/>
              </a:spcAft>
              <a:defRPr/>
            </a:pPr>
            <a:endParaRPr lang="zh-CN" altLang="en-US">
              <a:solidFill>
                <a:srgbClr val="FFFFFF"/>
              </a:solidFill>
            </a:endParaRPr>
          </a:p>
        </p:txBody>
      </p:sp>
      <p:sp>
        <p:nvSpPr>
          <p:cNvPr id="2050" name="双向箭头"/>
          <p:cNvSpPr/>
          <p:nvPr/>
        </p:nvSpPr>
        <p:spPr bwMode="auto">
          <a:xfrm>
            <a:off x="1885950" y="5639435"/>
            <a:ext cx="1120140" cy="137160"/>
          </a:xfrm>
          <a:custGeom>
            <a:avLst/>
            <a:gdLst>
              <a:gd name="T0" fmla="*/ 227471085 w 5356"/>
              <a:gd name="T1" fmla="*/ 228095693 h 2003"/>
              <a:gd name="T2" fmla="*/ 227471085 w 5356"/>
              <a:gd name="T3" fmla="*/ 228095693 h 2003"/>
              <a:gd name="T4" fmla="*/ 227471085 w 5356"/>
              <a:gd name="T5" fmla="*/ 228095693 h 2003"/>
              <a:gd name="T6" fmla="*/ 227471085 w 5356"/>
              <a:gd name="T7" fmla="*/ 228095693 h 2003"/>
              <a:gd name="T8" fmla="*/ 227471085 w 5356"/>
              <a:gd name="T9" fmla="*/ 228095693 h 2003"/>
              <a:gd name="T10" fmla="*/ 227471085 w 5356"/>
              <a:gd name="T11" fmla="*/ 228095693 h 2003"/>
              <a:gd name="T12" fmla="*/ 227471085 w 5356"/>
              <a:gd name="T13" fmla="*/ 228095693 h 2003"/>
              <a:gd name="T14" fmla="*/ 227471085 w 5356"/>
              <a:gd name="T15" fmla="*/ 228095693 h 2003"/>
              <a:gd name="T16" fmla="*/ 227471085 w 5356"/>
              <a:gd name="T17" fmla="*/ 228095693 h 2003"/>
              <a:gd name="T18" fmla="*/ 227471085 w 5356"/>
              <a:gd name="T19" fmla="*/ 228095693 h 2003"/>
              <a:gd name="T20" fmla="*/ 227471085 w 5356"/>
              <a:gd name="T21" fmla="*/ 228095693 h 2003"/>
              <a:gd name="T22" fmla="*/ 227471085 w 5356"/>
              <a:gd name="T23" fmla="*/ 228095693 h 2003"/>
              <a:gd name="T24" fmla="*/ 227471085 w 5356"/>
              <a:gd name="T25" fmla="*/ 228095693 h 2003"/>
              <a:gd name="T26" fmla="*/ 227471085 w 5356"/>
              <a:gd name="T27" fmla="*/ 228095693 h 2003"/>
              <a:gd name="T28" fmla="*/ 227471085 w 5356"/>
              <a:gd name="T29" fmla="*/ 228095693 h 2003"/>
              <a:gd name="T30" fmla="*/ 227471085 w 5356"/>
              <a:gd name="T31" fmla="*/ 228095693 h 2003"/>
              <a:gd name="T32" fmla="*/ 227471085 w 5356"/>
              <a:gd name="T33" fmla="*/ 228095693 h 2003"/>
              <a:gd name="T34" fmla="*/ 227471085 w 5356"/>
              <a:gd name="T35" fmla="*/ 228095693 h 2003"/>
              <a:gd name="T36" fmla="*/ 227471085 w 5356"/>
              <a:gd name="T37" fmla="*/ 228095693 h 2003"/>
              <a:gd name="T38" fmla="*/ 227471085 w 5356"/>
              <a:gd name="T39" fmla="*/ 228095693 h 2003"/>
              <a:gd name="T40" fmla="*/ 227471085 w 5356"/>
              <a:gd name="T41" fmla="*/ 228095693 h 2003"/>
              <a:gd name="T42" fmla="*/ 227471085 w 5356"/>
              <a:gd name="T43" fmla="*/ 228095693 h 2003"/>
              <a:gd name="T44" fmla="*/ 227471085 w 5356"/>
              <a:gd name="T45" fmla="*/ 228095693 h 2003"/>
              <a:gd name="T46" fmla="*/ 227471085 w 5356"/>
              <a:gd name="T47" fmla="*/ 228095693 h 2003"/>
              <a:gd name="T48" fmla="*/ 227471085 w 5356"/>
              <a:gd name="T49" fmla="*/ 228095693 h 2003"/>
              <a:gd name="T50" fmla="*/ 227471085 w 5356"/>
              <a:gd name="T51" fmla="*/ 228095693 h 2003"/>
              <a:gd name="T52" fmla="*/ 227471085 w 5356"/>
              <a:gd name="T53" fmla="*/ 228095693 h 2003"/>
              <a:gd name="T54" fmla="*/ 227471085 w 5356"/>
              <a:gd name="T55" fmla="*/ 228095693 h 2003"/>
              <a:gd name="T56" fmla="*/ 227471085 w 5356"/>
              <a:gd name="T57" fmla="*/ 228095693 h 2003"/>
              <a:gd name="T58" fmla="*/ 227471085 w 5356"/>
              <a:gd name="T59" fmla="*/ 228095693 h 2003"/>
              <a:gd name="T60" fmla="*/ 227471085 w 5356"/>
              <a:gd name="T61" fmla="*/ 228095693 h 2003"/>
              <a:gd name="T62" fmla="*/ 227471085 w 5356"/>
              <a:gd name="T63" fmla="*/ 228095693 h 2003"/>
              <a:gd name="T64" fmla="*/ 227471085 w 5356"/>
              <a:gd name="T65" fmla="*/ 228095693 h 2003"/>
              <a:gd name="T66" fmla="*/ 227471085 w 5356"/>
              <a:gd name="T67" fmla="*/ 228095693 h 2003"/>
              <a:gd name="T68" fmla="*/ 227471085 w 5356"/>
              <a:gd name="T69" fmla="*/ 228095693 h 2003"/>
              <a:gd name="T70" fmla="*/ 227471085 w 5356"/>
              <a:gd name="T71" fmla="*/ 228095693 h 2003"/>
              <a:gd name="T72" fmla="*/ 227471085 w 5356"/>
              <a:gd name="T73" fmla="*/ 228095693 h 2003"/>
              <a:gd name="T74" fmla="*/ 227471085 w 5356"/>
              <a:gd name="T75" fmla="*/ 228095693 h 2003"/>
              <a:gd name="T76" fmla="*/ 227471085 w 5356"/>
              <a:gd name="T77" fmla="*/ 228095693 h 2003"/>
              <a:gd name="T78" fmla="*/ 227471085 w 5356"/>
              <a:gd name="T79" fmla="*/ 228095693 h 2003"/>
              <a:gd name="T80" fmla="*/ 227471085 w 5356"/>
              <a:gd name="T81" fmla="*/ 228095693 h 2003"/>
              <a:gd name="T82" fmla="*/ 227471085 w 5356"/>
              <a:gd name="T83" fmla="*/ 228095693 h 2003"/>
              <a:gd name="T84" fmla="*/ 227471085 w 5356"/>
              <a:gd name="T85" fmla="*/ 228095693 h 2003"/>
              <a:gd name="T86" fmla="*/ 227471085 w 5356"/>
              <a:gd name="T87" fmla="*/ 228095693 h 2003"/>
              <a:gd name="T88" fmla="*/ 227471085 w 5356"/>
              <a:gd name="T89" fmla="*/ 228095693 h 2003"/>
              <a:gd name="T90" fmla="*/ 227471085 w 5356"/>
              <a:gd name="T91" fmla="*/ 228095693 h 2003"/>
              <a:gd name="T92" fmla="*/ 227471085 w 5356"/>
              <a:gd name="T93" fmla="*/ 228095693 h 2003"/>
              <a:gd name="T94" fmla="*/ 227471085 w 5356"/>
              <a:gd name="T95" fmla="*/ 228095693 h 2003"/>
              <a:gd name="T96" fmla="*/ 227471085 w 5356"/>
              <a:gd name="T97" fmla="*/ 228095693 h 2003"/>
              <a:gd name="T98" fmla="*/ 227471085 w 5356"/>
              <a:gd name="T99" fmla="*/ 228095693 h 2003"/>
              <a:gd name="T100" fmla="*/ 227471085 w 5356"/>
              <a:gd name="T101" fmla="*/ 228095693 h 2003"/>
              <a:gd name="T102" fmla="*/ 227471085 w 5356"/>
              <a:gd name="T103" fmla="*/ 228095693 h 2003"/>
              <a:gd name="T104" fmla="*/ 227471085 w 5356"/>
              <a:gd name="T105" fmla="*/ 228095693 h 2003"/>
              <a:gd name="T106" fmla="*/ 227471085 w 5356"/>
              <a:gd name="T107" fmla="*/ 228095693 h 2003"/>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Lst>
            <a:ahLst/>
            <a:cxnLst>
              <a:cxn ang="T108">
                <a:pos x="T0" y="T1"/>
              </a:cxn>
              <a:cxn ang="T109">
                <a:pos x="T2" y="T3"/>
              </a:cxn>
              <a:cxn ang="T110">
                <a:pos x="T4" y="T5"/>
              </a:cxn>
              <a:cxn ang="T111">
                <a:pos x="T6" y="T7"/>
              </a:cxn>
              <a:cxn ang="T112">
                <a:pos x="T8" y="T9"/>
              </a:cxn>
              <a:cxn ang="T113">
                <a:pos x="T10" y="T11"/>
              </a:cxn>
              <a:cxn ang="T114">
                <a:pos x="T12" y="T13"/>
              </a:cxn>
              <a:cxn ang="T115">
                <a:pos x="T14" y="T15"/>
              </a:cxn>
              <a:cxn ang="T116">
                <a:pos x="T16" y="T17"/>
              </a:cxn>
              <a:cxn ang="T117">
                <a:pos x="T18" y="T19"/>
              </a:cxn>
              <a:cxn ang="T118">
                <a:pos x="T20" y="T21"/>
              </a:cxn>
              <a:cxn ang="T119">
                <a:pos x="T22" y="T23"/>
              </a:cxn>
              <a:cxn ang="T120">
                <a:pos x="T24" y="T25"/>
              </a:cxn>
              <a:cxn ang="T121">
                <a:pos x="T26" y="T27"/>
              </a:cxn>
              <a:cxn ang="T122">
                <a:pos x="T28" y="T29"/>
              </a:cxn>
              <a:cxn ang="T123">
                <a:pos x="T30" y="T31"/>
              </a:cxn>
              <a:cxn ang="T124">
                <a:pos x="T32" y="T33"/>
              </a:cxn>
              <a:cxn ang="T125">
                <a:pos x="T34" y="T35"/>
              </a:cxn>
              <a:cxn ang="T126">
                <a:pos x="T36" y="T37"/>
              </a:cxn>
              <a:cxn ang="T127">
                <a:pos x="T38" y="T39"/>
              </a:cxn>
              <a:cxn ang="T128">
                <a:pos x="T40" y="T41"/>
              </a:cxn>
              <a:cxn ang="T129">
                <a:pos x="T42" y="T43"/>
              </a:cxn>
              <a:cxn ang="T130">
                <a:pos x="T44" y="T45"/>
              </a:cxn>
              <a:cxn ang="T131">
                <a:pos x="T46" y="T47"/>
              </a:cxn>
              <a:cxn ang="T132">
                <a:pos x="T48" y="T49"/>
              </a:cxn>
              <a:cxn ang="T133">
                <a:pos x="T50" y="T51"/>
              </a:cxn>
              <a:cxn ang="T134">
                <a:pos x="T52" y="T53"/>
              </a:cxn>
              <a:cxn ang="T135">
                <a:pos x="T54" y="T55"/>
              </a:cxn>
              <a:cxn ang="T136">
                <a:pos x="T56" y="T57"/>
              </a:cxn>
              <a:cxn ang="T137">
                <a:pos x="T58" y="T59"/>
              </a:cxn>
              <a:cxn ang="T138">
                <a:pos x="T60" y="T61"/>
              </a:cxn>
              <a:cxn ang="T139">
                <a:pos x="T62" y="T63"/>
              </a:cxn>
              <a:cxn ang="T140">
                <a:pos x="T64" y="T65"/>
              </a:cxn>
              <a:cxn ang="T141">
                <a:pos x="T66" y="T67"/>
              </a:cxn>
              <a:cxn ang="T142">
                <a:pos x="T68" y="T69"/>
              </a:cxn>
              <a:cxn ang="T143">
                <a:pos x="T70" y="T71"/>
              </a:cxn>
              <a:cxn ang="T144">
                <a:pos x="T72" y="T73"/>
              </a:cxn>
              <a:cxn ang="T145">
                <a:pos x="T74" y="T75"/>
              </a:cxn>
              <a:cxn ang="T146">
                <a:pos x="T76" y="T77"/>
              </a:cxn>
              <a:cxn ang="T147">
                <a:pos x="T78" y="T79"/>
              </a:cxn>
              <a:cxn ang="T148">
                <a:pos x="T80" y="T81"/>
              </a:cxn>
              <a:cxn ang="T149">
                <a:pos x="T82" y="T83"/>
              </a:cxn>
              <a:cxn ang="T150">
                <a:pos x="T84" y="T85"/>
              </a:cxn>
              <a:cxn ang="T151">
                <a:pos x="T86" y="T87"/>
              </a:cxn>
              <a:cxn ang="T152">
                <a:pos x="T88" y="T89"/>
              </a:cxn>
              <a:cxn ang="T153">
                <a:pos x="T90" y="T91"/>
              </a:cxn>
              <a:cxn ang="T154">
                <a:pos x="T92" y="T93"/>
              </a:cxn>
              <a:cxn ang="T155">
                <a:pos x="T94" y="T95"/>
              </a:cxn>
              <a:cxn ang="T156">
                <a:pos x="T96" y="T97"/>
              </a:cxn>
              <a:cxn ang="T157">
                <a:pos x="T98" y="T99"/>
              </a:cxn>
              <a:cxn ang="T158">
                <a:pos x="T100" y="T101"/>
              </a:cxn>
              <a:cxn ang="T159">
                <a:pos x="T102" y="T103"/>
              </a:cxn>
              <a:cxn ang="T160">
                <a:pos x="T104" y="T105"/>
              </a:cxn>
              <a:cxn ang="T161">
                <a:pos x="T106" y="T107"/>
              </a:cxn>
            </a:cxnLst>
            <a:rect l="0" t="0" r="r" b="b"/>
            <a:pathLst>
              <a:path w="5356" h="2003">
                <a:moveTo>
                  <a:pt x="4544" y="908"/>
                </a:moveTo>
                <a:lnTo>
                  <a:pt x="4544" y="908"/>
                </a:lnTo>
                <a:lnTo>
                  <a:pt x="4516" y="886"/>
                </a:lnTo>
                <a:lnTo>
                  <a:pt x="4488" y="864"/>
                </a:lnTo>
                <a:lnTo>
                  <a:pt x="4462" y="841"/>
                </a:lnTo>
                <a:lnTo>
                  <a:pt x="4437" y="818"/>
                </a:lnTo>
                <a:lnTo>
                  <a:pt x="4411" y="794"/>
                </a:lnTo>
                <a:lnTo>
                  <a:pt x="4387" y="770"/>
                </a:lnTo>
                <a:lnTo>
                  <a:pt x="4364" y="746"/>
                </a:lnTo>
                <a:lnTo>
                  <a:pt x="4342" y="721"/>
                </a:lnTo>
                <a:lnTo>
                  <a:pt x="4320" y="695"/>
                </a:lnTo>
                <a:lnTo>
                  <a:pt x="4300" y="670"/>
                </a:lnTo>
                <a:lnTo>
                  <a:pt x="4280" y="643"/>
                </a:lnTo>
                <a:lnTo>
                  <a:pt x="4262" y="618"/>
                </a:lnTo>
                <a:lnTo>
                  <a:pt x="4244" y="590"/>
                </a:lnTo>
                <a:lnTo>
                  <a:pt x="4227" y="564"/>
                </a:lnTo>
                <a:lnTo>
                  <a:pt x="4211" y="536"/>
                </a:lnTo>
                <a:lnTo>
                  <a:pt x="4196" y="509"/>
                </a:lnTo>
                <a:lnTo>
                  <a:pt x="4182" y="482"/>
                </a:lnTo>
                <a:lnTo>
                  <a:pt x="4170" y="454"/>
                </a:lnTo>
                <a:lnTo>
                  <a:pt x="4157" y="425"/>
                </a:lnTo>
                <a:lnTo>
                  <a:pt x="4146" y="396"/>
                </a:lnTo>
                <a:lnTo>
                  <a:pt x="4135" y="366"/>
                </a:lnTo>
                <a:lnTo>
                  <a:pt x="4126" y="336"/>
                </a:lnTo>
                <a:lnTo>
                  <a:pt x="4117" y="305"/>
                </a:lnTo>
                <a:lnTo>
                  <a:pt x="4109" y="273"/>
                </a:lnTo>
                <a:lnTo>
                  <a:pt x="4102" y="241"/>
                </a:lnTo>
                <a:lnTo>
                  <a:pt x="4095" y="208"/>
                </a:lnTo>
                <a:lnTo>
                  <a:pt x="4089" y="175"/>
                </a:lnTo>
                <a:lnTo>
                  <a:pt x="4085" y="141"/>
                </a:lnTo>
                <a:lnTo>
                  <a:pt x="4081" y="107"/>
                </a:lnTo>
                <a:lnTo>
                  <a:pt x="4079" y="72"/>
                </a:lnTo>
                <a:lnTo>
                  <a:pt x="4077" y="36"/>
                </a:lnTo>
                <a:lnTo>
                  <a:pt x="4075" y="0"/>
                </a:lnTo>
                <a:lnTo>
                  <a:pt x="4102" y="0"/>
                </a:lnTo>
                <a:lnTo>
                  <a:pt x="4166" y="69"/>
                </a:lnTo>
                <a:lnTo>
                  <a:pt x="4232" y="137"/>
                </a:lnTo>
                <a:lnTo>
                  <a:pt x="4300" y="204"/>
                </a:lnTo>
                <a:lnTo>
                  <a:pt x="4369" y="269"/>
                </a:lnTo>
                <a:lnTo>
                  <a:pt x="4440" y="334"/>
                </a:lnTo>
                <a:lnTo>
                  <a:pt x="4513" y="398"/>
                </a:lnTo>
                <a:lnTo>
                  <a:pt x="4586" y="460"/>
                </a:lnTo>
                <a:lnTo>
                  <a:pt x="4662" y="523"/>
                </a:lnTo>
                <a:lnTo>
                  <a:pt x="4739" y="584"/>
                </a:lnTo>
                <a:lnTo>
                  <a:pt x="4820" y="645"/>
                </a:lnTo>
                <a:lnTo>
                  <a:pt x="4903" y="704"/>
                </a:lnTo>
                <a:lnTo>
                  <a:pt x="4989" y="764"/>
                </a:lnTo>
                <a:lnTo>
                  <a:pt x="5076" y="824"/>
                </a:lnTo>
                <a:lnTo>
                  <a:pt x="5167" y="884"/>
                </a:lnTo>
                <a:lnTo>
                  <a:pt x="5260" y="943"/>
                </a:lnTo>
                <a:lnTo>
                  <a:pt x="5356" y="1002"/>
                </a:lnTo>
                <a:lnTo>
                  <a:pt x="5356" y="1029"/>
                </a:lnTo>
                <a:lnTo>
                  <a:pt x="5260" y="1085"/>
                </a:lnTo>
                <a:lnTo>
                  <a:pt x="5167" y="1143"/>
                </a:lnTo>
                <a:lnTo>
                  <a:pt x="5076" y="1200"/>
                </a:lnTo>
                <a:lnTo>
                  <a:pt x="4989" y="1259"/>
                </a:lnTo>
                <a:lnTo>
                  <a:pt x="4903" y="1318"/>
                </a:lnTo>
                <a:lnTo>
                  <a:pt x="4820" y="1376"/>
                </a:lnTo>
                <a:lnTo>
                  <a:pt x="4739" y="1435"/>
                </a:lnTo>
                <a:lnTo>
                  <a:pt x="4662" y="1495"/>
                </a:lnTo>
                <a:lnTo>
                  <a:pt x="4586" y="1556"/>
                </a:lnTo>
                <a:lnTo>
                  <a:pt x="4513" y="1617"/>
                </a:lnTo>
                <a:lnTo>
                  <a:pt x="4440" y="1680"/>
                </a:lnTo>
                <a:lnTo>
                  <a:pt x="4369" y="1743"/>
                </a:lnTo>
                <a:lnTo>
                  <a:pt x="4300" y="1808"/>
                </a:lnTo>
                <a:lnTo>
                  <a:pt x="4232" y="1872"/>
                </a:lnTo>
                <a:lnTo>
                  <a:pt x="4166" y="1938"/>
                </a:lnTo>
                <a:lnTo>
                  <a:pt x="4102" y="2003"/>
                </a:lnTo>
                <a:lnTo>
                  <a:pt x="4075" y="2003"/>
                </a:lnTo>
                <a:lnTo>
                  <a:pt x="4077" y="1969"/>
                </a:lnTo>
                <a:lnTo>
                  <a:pt x="4079" y="1934"/>
                </a:lnTo>
                <a:lnTo>
                  <a:pt x="4081" y="1900"/>
                </a:lnTo>
                <a:lnTo>
                  <a:pt x="4085" y="1866"/>
                </a:lnTo>
                <a:lnTo>
                  <a:pt x="4089" y="1834"/>
                </a:lnTo>
                <a:lnTo>
                  <a:pt x="4095" y="1802"/>
                </a:lnTo>
                <a:lnTo>
                  <a:pt x="4102" y="1770"/>
                </a:lnTo>
                <a:lnTo>
                  <a:pt x="4109" y="1739"/>
                </a:lnTo>
                <a:lnTo>
                  <a:pt x="4117" y="1708"/>
                </a:lnTo>
                <a:lnTo>
                  <a:pt x="4126" y="1678"/>
                </a:lnTo>
                <a:lnTo>
                  <a:pt x="4135" y="1648"/>
                </a:lnTo>
                <a:lnTo>
                  <a:pt x="4146" y="1619"/>
                </a:lnTo>
                <a:lnTo>
                  <a:pt x="4157" y="1590"/>
                </a:lnTo>
                <a:lnTo>
                  <a:pt x="4170" y="1563"/>
                </a:lnTo>
                <a:lnTo>
                  <a:pt x="4182" y="1535"/>
                </a:lnTo>
                <a:lnTo>
                  <a:pt x="4196" y="1509"/>
                </a:lnTo>
                <a:lnTo>
                  <a:pt x="4211" y="1481"/>
                </a:lnTo>
                <a:lnTo>
                  <a:pt x="4227" y="1455"/>
                </a:lnTo>
                <a:lnTo>
                  <a:pt x="4244" y="1428"/>
                </a:lnTo>
                <a:lnTo>
                  <a:pt x="4262" y="1403"/>
                </a:lnTo>
                <a:lnTo>
                  <a:pt x="4280" y="1376"/>
                </a:lnTo>
                <a:lnTo>
                  <a:pt x="4300" y="1351"/>
                </a:lnTo>
                <a:lnTo>
                  <a:pt x="4320" y="1327"/>
                </a:lnTo>
                <a:lnTo>
                  <a:pt x="4342" y="1302"/>
                </a:lnTo>
                <a:lnTo>
                  <a:pt x="4364" y="1277"/>
                </a:lnTo>
                <a:lnTo>
                  <a:pt x="4387" y="1254"/>
                </a:lnTo>
                <a:lnTo>
                  <a:pt x="4411" y="1230"/>
                </a:lnTo>
                <a:lnTo>
                  <a:pt x="4437" y="1207"/>
                </a:lnTo>
                <a:lnTo>
                  <a:pt x="4462" y="1185"/>
                </a:lnTo>
                <a:lnTo>
                  <a:pt x="4488" y="1163"/>
                </a:lnTo>
                <a:lnTo>
                  <a:pt x="4516" y="1142"/>
                </a:lnTo>
                <a:lnTo>
                  <a:pt x="4544" y="1120"/>
                </a:lnTo>
                <a:lnTo>
                  <a:pt x="809" y="1120"/>
                </a:lnTo>
                <a:lnTo>
                  <a:pt x="837" y="1142"/>
                </a:lnTo>
                <a:lnTo>
                  <a:pt x="864" y="1163"/>
                </a:lnTo>
                <a:lnTo>
                  <a:pt x="891" y="1185"/>
                </a:lnTo>
                <a:lnTo>
                  <a:pt x="917" y="1207"/>
                </a:lnTo>
                <a:lnTo>
                  <a:pt x="942" y="1230"/>
                </a:lnTo>
                <a:lnTo>
                  <a:pt x="966" y="1254"/>
                </a:lnTo>
                <a:lnTo>
                  <a:pt x="989" y="1277"/>
                </a:lnTo>
                <a:lnTo>
                  <a:pt x="1012" y="1302"/>
                </a:lnTo>
                <a:lnTo>
                  <a:pt x="1032" y="1326"/>
                </a:lnTo>
                <a:lnTo>
                  <a:pt x="1053" y="1351"/>
                </a:lnTo>
                <a:lnTo>
                  <a:pt x="1073" y="1376"/>
                </a:lnTo>
                <a:lnTo>
                  <a:pt x="1091" y="1402"/>
                </a:lnTo>
                <a:lnTo>
                  <a:pt x="1110" y="1427"/>
                </a:lnTo>
                <a:lnTo>
                  <a:pt x="1127" y="1452"/>
                </a:lnTo>
                <a:lnTo>
                  <a:pt x="1142" y="1479"/>
                </a:lnTo>
                <a:lnTo>
                  <a:pt x="1157" y="1505"/>
                </a:lnTo>
                <a:lnTo>
                  <a:pt x="1170" y="1533"/>
                </a:lnTo>
                <a:lnTo>
                  <a:pt x="1184" y="1560"/>
                </a:lnTo>
                <a:lnTo>
                  <a:pt x="1196" y="1589"/>
                </a:lnTo>
                <a:lnTo>
                  <a:pt x="1207" y="1618"/>
                </a:lnTo>
                <a:lnTo>
                  <a:pt x="1218" y="1648"/>
                </a:lnTo>
                <a:lnTo>
                  <a:pt x="1228" y="1677"/>
                </a:lnTo>
                <a:lnTo>
                  <a:pt x="1237" y="1708"/>
                </a:lnTo>
                <a:lnTo>
                  <a:pt x="1245" y="1739"/>
                </a:lnTo>
                <a:lnTo>
                  <a:pt x="1252" y="1770"/>
                </a:lnTo>
                <a:lnTo>
                  <a:pt x="1259" y="1802"/>
                </a:lnTo>
                <a:lnTo>
                  <a:pt x="1265" y="1834"/>
                </a:lnTo>
                <a:lnTo>
                  <a:pt x="1269" y="1866"/>
                </a:lnTo>
                <a:lnTo>
                  <a:pt x="1273" y="1900"/>
                </a:lnTo>
                <a:lnTo>
                  <a:pt x="1276" y="1934"/>
                </a:lnTo>
                <a:lnTo>
                  <a:pt x="1279" y="1969"/>
                </a:lnTo>
                <a:lnTo>
                  <a:pt x="1280" y="2003"/>
                </a:lnTo>
                <a:lnTo>
                  <a:pt x="1251" y="2003"/>
                </a:lnTo>
                <a:lnTo>
                  <a:pt x="1187" y="1938"/>
                </a:lnTo>
                <a:lnTo>
                  <a:pt x="1121" y="1872"/>
                </a:lnTo>
                <a:lnTo>
                  <a:pt x="1054" y="1808"/>
                </a:lnTo>
                <a:lnTo>
                  <a:pt x="985" y="1743"/>
                </a:lnTo>
                <a:lnTo>
                  <a:pt x="915" y="1680"/>
                </a:lnTo>
                <a:lnTo>
                  <a:pt x="843" y="1618"/>
                </a:lnTo>
                <a:lnTo>
                  <a:pt x="769" y="1557"/>
                </a:lnTo>
                <a:lnTo>
                  <a:pt x="694" y="1497"/>
                </a:lnTo>
                <a:lnTo>
                  <a:pt x="616" y="1437"/>
                </a:lnTo>
                <a:lnTo>
                  <a:pt x="535" y="1377"/>
                </a:lnTo>
                <a:lnTo>
                  <a:pt x="453" y="1318"/>
                </a:lnTo>
                <a:lnTo>
                  <a:pt x="367" y="1259"/>
                </a:lnTo>
                <a:lnTo>
                  <a:pt x="279" y="1200"/>
                </a:lnTo>
                <a:lnTo>
                  <a:pt x="189" y="1143"/>
                </a:lnTo>
                <a:lnTo>
                  <a:pt x="96" y="1085"/>
                </a:lnTo>
                <a:lnTo>
                  <a:pt x="0" y="1029"/>
                </a:lnTo>
                <a:lnTo>
                  <a:pt x="0" y="1002"/>
                </a:lnTo>
                <a:lnTo>
                  <a:pt x="96" y="943"/>
                </a:lnTo>
                <a:lnTo>
                  <a:pt x="188" y="884"/>
                </a:lnTo>
                <a:lnTo>
                  <a:pt x="279" y="824"/>
                </a:lnTo>
                <a:lnTo>
                  <a:pt x="366" y="764"/>
                </a:lnTo>
                <a:lnTo>
                  <a:pt x="451" y="704"/>
                </a:lnTo>
                <a:lnTo>
                  <a:pt x="533" y="645"/>
                </a:lnTo>
                <a:lnTo>
                  <a:pt x="614" y="584"/>
                </a:lnTo>
                <a:lnTo>
                  <a:pt x="691" y="523"/>
                </a:lnTo>
                <a:lnTo>
                  <a:pt x="767" y="460"/>
                </a:lnTo>
                <a:lnTo>
                  <a:pt x="840" y="398"/>
                </a:lnTo>
                <a:lnTo>
                  <a:pt x="913" y="334"/>
                </a:lnTo>
                <a:lnTo>
                  <a:pt x="984" y="269"/>
                </a:lnTo>
                <a:lnTo>
                  <a:pt x="1053" y="204"/>
                </a:lnTo>
                <a:lnTo>
                  <a:pt x="1121" y="137"/>
                </a:lnTo>
                <a:lnTo>
                  <a:pt x="1187" y="69"/>
                </a:lnTo>
                <a:lnTo>
                  <a:pt x="1251" y="0"/>
                </a:lnTo>
                <a:lnTo>
                  <a:pt x="1280" y="0"/>
                </a:lnTo>
                <a:lnTo>
                  <a:pt x="1279" y="36"/>
                </a:lnTo>
                <a:lnTo>
                  <a:pt x="1276" y="72"/>
                </a:lnTo>
                <a:lnTo>
                  <a:pt x="1273" y="107"/>
                </a:lnTo>
                <a:lnTo>
                  <a:pt x="1269" y="141"/>
                </a:lnTo>
                <a:lnTo>
                  <a:pt x="1265" y="175"/>
                </a:lnTo>
                <a:lnTo>
                  <a:pt x="1259" y="208"/>
                </a:lnTo>
                <a:lnTo>
                  <a:pt x="1252" y="241"/>
                </a:lnTo>
                <a:lnTo>
                  <a:pt x="1245" y="273"/>
                </a:lnTo>
                <a:lnTo>
                  <a:pt x="1237" y="305"/>
                </a:lnTo>
                <a:lnTo>
                  <a:pt x="1228" y="336"/>
                </a:lnTo>
                <a:lnTo>
                  <a:pt x="1218" y="366"/>
                </a:lnTo>
                <a:lnTo>
                  <a:pt x="1207" y="396"/>
                </a:lnTo>
                <a:lnTo>
                  <a:pt x="1196" y="425"/>
                </a:lnTo>
                <a:lnTo>
                  <a:pt x="1184" y="454"/>
                </a:lnTo>
                <a:lnTo>
                  <a:pt x="1170" y="482"/>
                </a:lnTo>
                <a:lnTo>
                  <a:pt x="1157" y="509"/>
                </a:lnTo>
                <a:lnTo>
                  <a:pt x="1142" y="536"/>
                </a:lnTo>
                <a:lnTo>
                  <a:pt x="1127" y="564"/>
                </a:lnTo>
                <a:lnTo>
                  <a:pt x="1110" y="590"/>
                </a:lnTo>
                <a:lnTo>
                  <a:pt x="1091" y="618"/>
                </a:lnTo>
                <a:lnTo>
                  <a:pt x="1073" y="643"/>
                </a:lnTo>
                <a:lnTo>
                  <a:pt x="1053" y="670"/>
                </a:lnTo>
                <a:lnTo>
                  <a:pt x="1032" y="695"/>
                </a:lnTo>
                <a:lnTo>
                  <a:pt x="1012" y="721"/>
                </a:lnTo>
                <a:lnTo>
                  <a:pt x="989" y="746"/>
                </a:lnTo>
                <a:lnTo>
                  <a:pt x="966" y="770"/>
                </a:lnTo>
                <a:lnTo>
                  <a:pt x="942" y="794"/>
                </a:lnTo>
                <a:lnTo>
                  <a:pt x="917" y="818"/>
                </a:lnTo>
                <a:lnTo>
                  <a:pt x="891" y="841"/>
                </a:lnTo>
                <a:lnTo>
                  <a:pt x="864" y="864"/>
                </a:lnTo>
                <a:lnTo>
                  <a:pt x="837" y="886"/>
                </a:lnTo>
                <a:lnTo>
                  <a:pt x="809" y="908"/>
                </a:lnTo>
                <a:lnTo>
                  <a:pt x="4544" y="908"/>
                </a:lnTo>
                <a:close/>
              </a:path>
            </a:pathLst>
          </a:custGeom>
          <a:solidFill>
            <a:schemeClr val="bg1"/>
          </a:solidFill>
          <a:ln>
            <a:noFill/>
          </a:ln>
          <a:extLst>
            <a:ext uri="{91240B29-F687-4F45-9708-019B960494DF}">
              <a14:hiddenLine xmlns:a14="http://schemas.microsoft.com/office/drawing/2010/main" w="9525">
                <a:solidFill>
                  <a:srgbClr val="000000"/>
                </a:solidFill>
                <a:round/>
              </a14:hiddenLine>
            </a:ext>
          </a:extLst>
        </p:spPr>
        <p:txBody>
          <a:bodyPr/>
          <a:lstStyle>
            <a:defPPr>
              <a:defRPr lang="zh-CN"/>
            </a:defPPr>
            <a:lvl1pPr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1pPr>
            <a:lvl2pPr marL="4572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2pPr>
            <a:lvl3pPr marL="9144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3pPr>
            <a:lvl4pPr marL="13716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4pPr>
            <a:lvl5pPr marL="18288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5pPr>
            <a:lvl6pPr marL="2286000" algn="l" defTabSz="914400" rtl="0" eaLnBrk="1" latinLnBrk="0" hangingPunct="1">
              <a:defRPr kern="1200">
                <a:solidFill>
                  <a:schemeClr val="tx1"/>
                </a:solidFill>
                <a:latin typeface="Calibri" panose="020F0502020204030204" charset="0"/>
                <a:ea typeface="宋体" panose="02010600030101010101" pitchFamily="2" charset="-122"/>
                <a:cs typeface="+mn-cs"/>
              </a:defRPr>
            </a:lvl6pPr>
            <a:lvl7pPr marL="2743200" algn="l" defTabSz="914400" rtl="0" eaLnBrk="1" latinLnBrk="0" hangingPunct="1">
              <a:defRPr kern="1200">
                <a:solidFill>
                  <a:schemeClr val="tx1"/>
                </a:solidFill>
                <a:latin typeface="Calibri" panose="020F0502020204030204" charset="0"/>
                <a:ea typeface="宋体" panose="02010600030101010101" pitchFamily="2" charset="-122"/>
                <a:cs typeface="+mn-cs"/>
              </a:defRPr>
            </a:lvl7pPr>
            <a:lvl8pPr marL="3200400" algn="l" defTabSz="914400" rtl="0" eaLnBrk="1" latinLnBrk="0" hangingPunct="1">
              <a:defRPr kern="1200">
                <a:solidFill>
                  <a:schemeClr val="tx1"/>
                </a:solidFill>
                <a:latin typeface="Calibri" panose="020F0502020204030204" charset="0"/>
                <a:ea typeface="宋体" panose="02010600030101010101" pitchFamily="2" charset="-122"/>
                <a:cs typeface="+mn-cs"/>
              </a:defRPr>
            </a:lvl8pPr>
            <a:lvl9pPr marL="3657600" algn="l" defTabSz="914400" rtl="0" eaLnBrk="1" latinLnBrk="0" hangingPunct="1">
              <a:defRPr kern="1200">
                <a:solidFill>
                  <a:schemeClr val="tx1"/>
                </a:solidFill>
                <a:latin typeface="Calibri" panose="020F0502020204030204" charset="0"/>
                <a:ea typeface="宋体" panose="02010600030101010101" pitchFamily="2" charset="-122"/>
                <a:cs typeface="+mn-cs"/>
              </a:defRPr>
            </a:lvl9pPr>
          </a:lstStyle>
          <a:p>
            <a:endParaRPr lang="zh-CN" altLang="en-US" dirty="0">
              <a:ea typeface="微软雅黑" panose="020B0503020204020204" pitchFamily="34" charset="-122"/>
            </a:endParaRPr>
          </a:p>
        </p:txBody>
      </p:sp>
      <p:sp>
        <p:nvSpPr>
          <p:cNvPr id="11" name="直线箭头"/>
          <p:cNvSpPr/>
          <p:nvPr/>
        </p:nvSpPr>
        <p:spPr>
          <a:xfrm>
            <a:off x="2007235" y="5638800"/>
            <a:ext cx="1151255" cy="137795"/>
          </a:xfrm>
          <a:custGeom>
            <a:avLst/>
            <a:gdLst>
              <a:gd name="connsiteX0" fmla="*/ 360040 w 576064"/>
              <a:gd name="connsiteY0" fmla="*/ 0 h 250588"/>
              <a:gd name="connsiteX1" fmla="*/ 576064 w 576064"/>
              <a:gd name="connsiteY1" fmla="*/ 125294 h 250588"/>
              <a:gd name="connsiteX2" fmla="*/ 360040 w 576064"/>
              <a:gd name="connsiteY2" fmla="*/ 250588 h 250588"/>
              <a:gd name="connsiteX3" fmla="*/ 360040 w 576064"/>
              <a:gd name="connsiteY3" fmla="*/ 143294 h 250588"/>
              <a:gd name="connsiteX4" fmla="*/ 0 w 576064"/>
              <a:gd name="connsiteY4" fmla="*/ 143294 h 250588"/>
              <a:gd name="connsiteX5" fmla="*/ 0 w 576064"/>
              <a:gd name="connsiteY5" fmla="*/ 107294 h 250588"/>
              <a:gd name="connsiteX6" fmla="*/ 360040 w 576064"/>
              <a:gd name="connsiteY6" fmla="*/ 107294 h 2505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576064" h="250588">
                <a:moveTo>
                  <a:pt x="360040" y="0"/>
                </a:moveTo>
                <a:lnTo>
                  <a:pt x="576064" y="125294"/>
                </a:lnTo>
                <a:lnTo>
                  <a:pt x="360040" y="250588"/>
                </a:lnTo>
                <a:lnTo>
                  <a:pt x="360040" y="143294"/>
                </a:lnTo>
                <a:lnTo>
                  <a:pt x="0" y="143294"/>
                </a:lnTo>
                <a:lnTo>
                  <a:pt x="0" y="107294"/>
                </a:lnTo>
                <a:lnTo>
                  <a:pt x="360040" y="107294"/>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scene3d>
              <a:camera prst="orthographicFront"/>
              <a:lightRig rig="threePt" dir="t"/>
            </a:scene3d>
            <a:sp3d>
              <a:contourClr>
                <a:srgbClr val="FFFFFF"/>
              </a:contourClr>
            </a:sp3d>
          </a:bodyPr>
          <a:lstStyle>
            <a:defPPr>
              <a:defRPr lang="zh-CN"/>
            </a:defPPr>
            <a:lvl1pPr algn="l" rtl="0" eaLnBrk="0" fontAlgn="base" hangingPunct="0">
              <a:spcBef>
                <a:spcPct val="0"/>
              </a:spcBef>
              <a:spcAft>
                <a:spcPct val="0"/>
              </a:spcAft>
              <a:defRPr kern="1200">
                <a:solidFill>
                  <a:schemeClr val="lt1"/>
                </a:solidFill>
                <a:latin typeface="+mn-lt"/>
                <a:ea typeface="+mn-ea"/>
                <a:cs typeface="+mn-cs"/>
              </a:defRPr>
            </a:lvl1pPr>
            <a:lvl2pPr marL="457200" algn="l" rtl="0" eaLnBrk="0" fontAlgn="base" hangingPunct="0">
              <a:spcBef>
                <a:spcPct val="0"/>
              </a:spcBef>
              <a:spcAft>
                <a:spcPct val="0"/>
              </a:spcAft>
              <a:defRPr kern="1200">
                <a:solidFill>
                  <a:schemeClr val="lt1"/>
                </a:solidFill>
                <a:latin typeface="+mn-lt"/>
                <a:ea typeface="+mn-ea"/>
                <a:cs typeface="+mn-cs"/>
              </a:defRPr>
            </a:lvl2pPr>
            <a:lvl3pPr marL="914400" algn="l" rtl="0" eaLnBrk="0" fontAlgn="base" hangingPunct="0">
              <a:spcBef>
                <a:spcPct val="0"/>
              </a:spcBef>
              <a:spcAft>
                <a:spcPct val="0"/>
              </a:spcAft>
              <a:defRPr kern="1200">
                <a:solidFill>
                  <a:schemeClr val="lt1"/>
                </a:solidFill>
                <a:latin typeface="+mn-lt"/>
                <a:ea typeface="+mn-ea"/>
                <a:cs typeface="+mn-cs"/>
              </a:defRPr>
            </a:lvl3pPr>
            <a:lvl4pPr marL="1371600" algn="l" rtl="0" eaLnBrk="0" fontAlgn="base" hangingPunct="0">
              <a:spcBef>
                <a:spcPct val="0"/>
              </a:spcBef>
              <a:spcAft>
                <a:spcPct val="0"/>
              </a:spcAft>
              <a:defRPr kern="1200">
                <a:solidFill>
                  <a:schemeClr val="lt1"/>
                </a:solidFill>
                <a:latin typeface="+mn-lt"/>
                <a:ea typeface="+mn-ea"/>
                <a:cs typeface="+mn-cs"/>
              </a:defRPr>
            </a:lvl4pPr>
            <a:lvl5pPr marL="1828800" algn="l" rtl="0" eaLnBrk="0" fontAlgn="base" hangingPunct="0">
              <a:spcBef>
                <a:spcPct val="0"/>
              </a:spcBef>
              <a:spcAft>
                <a:spcPct val="0"/>
              </a:spcAft>
              <a:defRPr kern="1200">
                <a:solidFill>
                  <a:schemeClr val="lt1"/>
                </a:solidFill>
                <a:latin typeface="+mn-lt"/>
                <a:ea typeface="+mn-ea"/>
                <a:cs typeface="+mn-cs"/>
              </a:defRPr>
            </a:lvl5pPr>
            <a:lvl6pPr marL="2286000" algn="l" defTabSz="914400" rtl="0" eaLnBrk="1" latinLnBrk="0" hangingPunct="1">
              <a:defRPr kern="1200">
                <a:solidFill>
                  <a:schemeClr val="lt1"/>
                </a:solidFill>
                <a:latin typeface="+mn-lt"/>
                <a:ea typeface="+mn-ea"/>
                <a:cs typeface="+mn-cs"/>
              </a:defRPr>
            </a:lvl6pPr>
            <a:lvl7pPr marL="2743200" algn="l" defTabSz="914400" rtl="0" eaLnBrk="1" latinLnBrk="0" hangingPunct="1">
              <a:defRPr kern="1200">
                <a:solidFill>
                  <a:schemeClr val="lt1"/>
                </a:solidFill>
                <a:latin typeface="+mn-lt"/>
                <a:ea typeface="+mn-ea"/>
                <a:cs typeface="+mn-cs"/>
              </a:defRPr>
            </a:lvl7pPr>
            <a:lvl8pPr marL="3200400" algn="l" defTabSz="914400" rtl="0" eaLnBrk="1" latinLnBrk="0" hangingPunct="1">
              <a:defRPr kern="1200">
                <a:solidFill>
                  <a:schemeClr val="lt1"/>
                </a:solidFill>
                <a:latin typeface="+mn-lt"/>
                <a:ea typeface="+mn-ea"/>
                <a:cs typeface="+mn-cs"/>
              </a:defRPr>
            </a:lvl8pPr>
            <a:lvl9pPr marL="3657600" algn="l" defTabSz="914400" rtl="0" eaLnBrk="1" latinLnBrk="0" hangingPunct="1">
              <a:defRPr kern="1200">
                <a:solidFill>
                  <a:schemeClr val="lt1"/>
                </a:solidFill>
                <a:latin typeface="+mn-lt"/>
                <a:ea typeface="+mn-ea"/>
                <a:cs typeface="+mn-cs"/>
              </a:defRPr>
            </a:lvl9pPr>
          </a:lstStyle>
          <a:p>
            <a:pPr algn="ctr" eaLnBrk="1" fontAlgn="auto" hangingPunct="1">
              <a:spcBef>
                <a:spcPts val="0"/>
              </a:spcBef>
              <a:spcAft>
                <a:spcPts val="0"/>
              </a:spcAft>
              <a:defRPr/>
            </a:pPr>
            <a:endParaRPr lang="zh-CN" altLang="en-US">
              <a:solidFill>
                <a:srgbClr val="FFFFFF"/>
              </a:solidFill>
            </a:endParaRPr>
          </a:p>
        </p:txBody>
      </p:sp>
      <p:sp>
        <p:nvSpPr>
          <p:cNvPr id="28" name="Oval 15"/>
          <p:cNvSpPr>
            <a:spLocks noChangeArrowheads="1"/>
          </p:cNvSpPr>
          <p:nvPr>
            <p:custDataLst>
              <p:tags r:id="rId1"/>
            </p:custDataLst>
          </p:nvPr>
        </p:nvSpPr>
        <p:spPr bwMode="auto">
          <a:xfrm>
            <a:off x="1130935" y="2440305"/>
            <a:ext cx="3153410" cy="3182620"/>
          </a:xfrm>
          <a:prstGeom prst="ellipse">
            <a:avLst/>
          </a:prstGeom>
          <a:noFill/>
          <a:ln w="19050">
            <a:solidFill>
              <a:schemeClr val="accent1">
                <a:alpha val="50000"/>
              </a:schemeClr>
            </a:solidFill>
            <a:rou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nchor="ctr">
            <a:normAutofit/>
          </a:bodyPr>
          <a:lstStyle/>
          <a:p>
            <a:pPr>
              <a:defRPr/>
            </a:pPr>
            <a:endParaRPr lang="zh-CN" altLang="en-US" sz="1350" kern="0" dirty="0">
              <a:solidFill>
                <a:sysClr val="windowText" lastClr="000000"/>
              </a:solidFill>
            </a:endParaRPr>
          </a:p>
        </p:txBody>
      </p:sp>
      <p:sp>
        <p:nvSpPr>
          <p:cNvPr id="4" name="Line 16"/>
          <p:cNvSpPr>
            <a:spLocks noChangeShapeType="1"/>
          </p:cNvSpPr>
          <p:nvPr>
            <p:custDataLst>
              <p:tags r:id="rId2"/>
            </p:custDataLst>
          </p:nvPr>
        </p:nvSpPr>
        <p:spPr bwMode="gray">
          <a:xfrm>
            <a:off x="958215" y="4038600"/>
            <a:ext cx="3483610" cy="0"/>
          </a:xfrm>
          <a:prstGeom prst="line">
            <a:avLst/>
          </a:prstGeom>
          <a:noFill/>
          <a:ln w="28575">
            <a:solidFill>
              <a:schemeClr val="accent1">
                <a:alpha val="50000"/>
              </a:schemeClr>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normAutofit fontScale="25000" lnSpcReduction="20000"/>
          </a:bodyPr>
          <a:lstStyle/>
          <a:p>
            <a:pPr>
              <a:defRPr/>
            </a:pPr>
            <a:endParaRPr lang="zh-CN" altLang="en-US" sz="1350" kern="0" dirty="0">
              <a:solidFill>
                <a:sysClr val="windowText" lastClr="000000"/>
              </a:solidFill>
            </a:endParaRPr>
          </a:p>
        </p:txBody>
      </p:sp>
      <p:sp>
        <p:nvSpPr>
          <p:cNvPr id="32" name="Line 17"/>
          <p:cNvSpPr>
            <a:spLocks noChangeShapeType="1"/>
          </p:cNvSpPr>
          <p:nvPr>
            <p:custDataLst>
              <p:tags r:id="rId3"/>
            </p:custDataLst>
          </p:nvPr>
        </p:nvSpPr>
        <p:spPr bwMode="gray">
          <a:xfrm>
            <a:off x="2700020" y="2204720"/>
            <a:ext cx="0" cy="3663950"/>
          </a:xfrm>
          <a:prstGeom prst="line">
            <a:avLst/>
          </a:prstGeom>
          <a:noFill/>
          <a:ln w="28575">
            <a:solidFill>
              <a:schemeClr val="accent1">
                <a:alpha val="50000"/>
              </a:schemeClr>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normAutofit fontScale="25000" lnSpcReduction="20000"/>
          </a:bodyPr>
          <a:lstStyle/>
          <a:p>
            <a:pPr>
              <a:defRPr/>
            </a:pPr>
            <a:endParaRPr lang="zh-CN" altLang="en-US" sz="1350" kern="0" dirty="0">
              <a:solidFill>
                <a:sysClr val="windowText" lastClr="000000"/>
              </a:solidFill>
            </a:endParaRPr>
          </a:p>
        </p:txBody>
      </p:sp>
      <p:sp>
        <p:nvSpPr>
          <p:cNvPr id="36" name="Oval 10"/>
          <p:cNvSpPr>
            <a:spLocks noChangeArrowheads="1"/>
          </p:cNvSpPr>
          <p:nvPr>
            <p:custDataLst>
              <p:tags r:id="rId4"/>
            </p:custDataLst>
          </p:nvPr>
        </p:nvSpPr>
        <p:spPr bwMode="gray">
          <a:xfrm>
            <a:off x="1303655" y="2620645"/>
            <a:ext cx="2789555" cy="2811145"/>
          </a:xfrm>
          <a:prstGeom prst="ellipse">
            <a:avLst/>
          </a:prstGeom>
          <a:noFill/>
          <a:ln w="9525">
            <a:solidFill>
              <a:schemeClr val="accent1">
                <a:alpha val="50000"/>
              </a:schemeClr>
            </a:solidFill>
            <a:round/>
          </a:ln>
          <a:effectLst/>
          <a:extLst>
            <a:ext uri="{909E8E84-426E-40DD-AFC4-6F175D3DCCD1}">
              <a14:hiddenFill xmlns:a14="http://schemas.microsoft.com/office/drawing/2010/main">
                <a:solidFill>
                  <a:schemeClr val="accent1">
                    <a:alpha val="64999"/>
                  </a:schemeClr>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nchor="ctr">
            <a:normAutofit/>
          </a:bodyPr>
          <a:lstStyle/>
          <a:p>
            <a:pPr>
              <a:defRPr/>
            </a:pPr>
            <a:endParaRPr lang="zh-CN" altLang="en-US" sz="1350" kern="0" dirty="0">
              <a:solidFill>
                <a:sysClr val="windowText" lastClr="000000"/>
              </a:solidFill>
            </a:endParaRPr>
          </a:p>
        </p:txBody>
      </p:sp>
      <p:sp>
        <p:nvSpPr>
          <p:cNvPr id="40" name="Oval 13"/>
          <p:cNvSpPr>
            <a:spLocks noChangeArrowheads="1"/>
          </p:cNvSpPr>
          <p:nvPr>
            <p:custDataLst>
              <p:tags r:id="rId5"/>
            </p:custDataLst>
          </p:nvPr>
        </p:nvSpPr>
        <p:spPr bwMode="gray">
          <a:xfrm>
            <a:off x="1622425" y="2957830"/>
            <a:ext cx="2137410" cy="2181860"/>
          </a:xfrm>
          <a:prstGeom prst="ellipse">
            <a:avLst/>
          </a:prstGeom>
          <a:solidFill>
            <a:schemeClr val="accent1">
              <a:lumMod val="60000"/>
              <a:lumOff val="40000"/>
            </a:schemeClr>
          </a:solidFill>
          <a:ln w="0">
            <a:noFill/>
          </a:ln>
          <a:effectLst/>
        </p:spPr>
        <p:txBody>
          <a:bodyPr wrap="square" anchor="ctr">
            <a:normAutofit/>
          </a:bodyPr>
          <a:lstStyle/>
          <a:p>
            <a:pPr>
              <a:defRPr/>
            </a:pPr>
            <a:endParaRPr lang="zh-CN" altLang="en-US" sz="1350" kern="0" dirty="0">
              <a:solidFill>
                <a:sysClr val="windowText" lastClr="000000"/>
              </a:solidFill>
            </a:endParaRPr>
          </a:p>
        </p:txBody>
      </p:sp>
      <p:sp>
        <p:nvSpPr>
          <p:cNvPr id="41" name="KSO_GT1"/>
          <p:cNvSpPr>
            <a:spLocks noChangeArrowheads="1"/>
          </p:cNvSpPr>
          <p:nvPr>
            <p:custDataLst>
              <p:tags r:id="rId6"/>
            </p:custDataLst>
          </p:nvPr>
        </p:nvSpPr>
        <p:spPr bwMode="gray">
          <a:xfrm>
            <a:off x="2007235" y="3350260"/>
            <a:ext cx="1368425" cy="1397635"/>
          </a:xfrm>
          <a:prstGeom prst="ellipse">
            <a:avLst/>
          </a:prstGeom>
          <a:solidFill>
            <a:schemeClr val="accent1"/>
          </a:solidFill>
          <a:ln>
            <a:noFill/>
          </a:ln>
          <a:effectLst/>
        </p:spPr>
        <p:txBody>
          <a:bodyPr wrap="square" lIns="0" tIns="0" rIns="0" bIns="0" anchor="ctr">
            <a:normAutofit/>
          </a:bodyPr>
          <a:lstStyle/>
          <a:p>
            <a:pPr algn="ctr">
              <a:defRPr/>
            </a:pPr>
            <a:r>
              <a:rPr lang="zh-CN" altLang="en-US" sz="2800" kern="0" dirty="0">
                <a:solidFill>
                  <a:schemeClr val="bg1"/>
                </a:solidFill>
                <a:latin typeface="+mj-lt"/>
                <a:ea typeface="+mj-ea"/>
                <a:cs typeface="+mj-cs"/>
              </a:rPr>
              <a:t>用例</a:t>
            </a:r>
          </a:p>
        </p:txBody>
      </p:sp>
      <p:sp>
        <p:nvSpPr>
          <p:cNvPr id="43" name="Oval 19"/>
          <p:cNvSpPr>
            <a:spLocks noChangeArrowheads="1"/>
          </p:cNvSpPr>
          <p:nvPr>
            <p:custDataLst>
              <p:tags r:id="rId7"/>
            </p:custDataLst>
          </p:nvPr>
        </p:nvSpPr>
        <p:spPr bwMode="gray">
          <a:xfrm>
            <a:off x="3121025" y="2386330"/>
            <a:ext cx="251460" cy="251460"/>
          </a:xfrm>
          <a:prstGeom prst="ellipse">
            <a:avLst/>
          </a:prstGeom>
          <a:solidFill>
            <a:schemeClr val="accent1"/>
          </a:solidFill>
          <a:ln w="12700">
            <a:solidFill>
              <a:schemeClr val="bg1"/>
            </a:solidFill>
            <a:round/>
          </a:ln>
          <a:effectLst/>
        </p:spPr>
        <p:txBody>
          <a:bodyPr wrap="square" anchor="ctr">
            <a:normAutofit fontScale="55000" lnSpcReduction="20000"/>
          </a:bodyPr>
          <a:lstStyle/>
          <a:p>
            <a:pPr>
              <a:defRPr/>
            </a:pPr>
            <a:endParaRPr lang="zh-CN" altLang="en-US" sz="1350" kern="0" dirty="0">
              <a:solidFill>
                <a:sysClr val="windowText" lastClr="000000"/>
              </a:solidFill>
            </a:endParaRPr>
          </a:p>
        </p:txBody>
      </p:sp>
      <p:sp>
        <p:nvSpPr>
          <p:cNvPr id="5" name="文本框 4"/>
          <p:cNvSpPr txBox="1"/>
          <p:nvPr>
            <p:custDataLst>
              <p:tags r:id="rId8"/>
            </p:custDataLst>
          </p:nvPr>
        </p:nvSpPr>
        <p:spPr>
          <a:xfrm>
            <a:off x="3608070" y="2210435"/>
            <a:ext cx="7013575" cy="640080"/>
          </a:xfrm>
          <a:prstGeom prst="rect">
            <a:avLst/>
          </a:prstGeom>
          <a:noFill/>
        </p:spPr>
        <p:txBody>
          <a:bodyPr wrap="square" lIns="0" rIns="0">
            <a:normAutofit/>
          </a:bodyPr>
          <a:lstStyle/>
          <a:p>
            <a:pPr>
              <a:lnSpc>
                <a:spcPct val="130000"/>
              </a:lnSpc>
              <a:spcBef>
                <a:spcPts val="600"/>
              </a:spcBef>
              <a:defRPr/>
            </a:pPr>
            <a:r>
              <a:rPr lang="zh-CN" altLang="en-US" dirty="0"/>
              <a:t>用例是一个类，它代表一类功能而不是使用该功能的某一具体实例。</a:t>
            </a:r>
          </a:p>
        </p:txBody>
      </p:sp>
      <p:sp>
        <p:nvSpPr>
          <p:cNvPr id="46" name="Oval 19"/>
          <p:cNvSpPr>
            <a:spLocks noChangeArrowheads="1"/>
          </p:cNvSpPr>
          <p:nvPr>
            <p:custDataLst>
              <p:tags r:id="rId9"/>
            </p:custDataLst>
          </p:nvPr>
        </p:nvSpPr>
        <p:spPr bwMode="gray">
          <a:xfrm>
            <a:off x="3805555" y="3145155"/>
            <a:ext cx="251460" cy="251460"/>
          </a:xfrm>
          <a:prstGeom prst="ellipse">
            <a:avLst/>
          </a:prstGeom>
          <a:solidFill>
            <a:schemeClr val="accent1"/>
          </a:solidFill>
          <a:ln w="12700">
            <a:solidFill>
              <a:schemeClr val="bg1"/>
            </a:solidFill>
            <a:round/>
          </a:ln>
          <a:effectLst/>
        </p:spPr>
        <p:txBody>
          <a:bodyPr wrap="square" anchor="ctr">
            <a:normAutofit fontScale="55000" lnSpcReduction="20000"/>
          </a:bodyPr>
          <a:lstStyle/>
          <a:p>
            <a:pPr>
              <a:defRPr/>
            </a:pPr>
            <a:endParaRPr lang="zh-CN" altLang="en-US" sz="1350" kern="0" dirty="0">
              <a:solidFill>
                <a:sysClr val="windowText" lastClr="000000"/>
              </a:solidFill>
            </a:endParaRPr>
          </a:p>
        </p:txBody>
      </p:sp>
      <p:sp>
        <p:nvSpPr>
          <p:cNvPr id="47" name="文本框 46"/>
          <p:cNvSpPr txBox="1"/>
          <p:nvPr>
            <p:custDataLst>
              <p:tags r:id="rId10"/>
            </p:custDataLst>
          </p:nvPr>
        </p:nvSpPr>
        <p:spPr>
          <a:xfrm>
            <a:off x="4277360" y="3007360"/>
            <a:ext cx="6617970" cy="487680"/>
          </a:xfrm>
          <a:prstGeom prst="rect">
            <a:avLst/>
          </a:prstGeom>
          <a:noFill/>
        </p:spPr>
        <p:txBody>
          <a:bodyPr wrap="square" lIns="0" rIns="0">
            <a:normAutofit/>
          </a:bodyPr>
          <a:lstStyle/>
          <a:p>
            <a:pPr>
              <a:lnSpc>
                <a:spcPct val="130000"/>
              </a:lnSpc>
              <a:spcBef>
                <a:spcPts val="600"/>
              </a:spcBef>
              <a:defRPr/>
            </a:pPr>
            <a:r>
              <a:rPr lang="zh-CN" altLang="en-US" dirty="0"/>
              <a:t>用例代表某些用户可见的功能，实现一个具体用户目标。</a:t>
            </a:r>
          </a:p>
        </p:txBody>
      </p:sp>
      <p:sp>
        <p:nvSpPr>
          <p:cNvPr id="49" name="Oval 19"/>
          <p:cNvSpPr>
            <a:spLocks noChangeArrowheads="1"/>
          </p:cNvSpPr>
          <p:nvPr>
            <p:custDataLst>
              <p:tags r:id="rId11"/>
            </p:custDataLst>
          </p:nvPr>
        </p:nvSpPr>
        <p:spPr bwMode="gray">
          <a:xfrm>
            <a:off x="4144010" y="3909695"/>
            <a:ext cx="251460" cy="251460"/>
          </a:xfrm>
          <a:prstGeom prst="ellipse">
            <a:avLst/>
          </a:prstGeom>
          <a:solidFill>
            <a:schemeClr val="accent1"/>
          </a:solidFill>
          <a:ln w="12700">
            <a:solidFill>
              <a:schemeClr val="bg1"/>
            </a:solidFill>
            <a:round/>
          </a:ln>
          <a:effectLst/>
        </p:spPr>
        <p:txBody>
          <a:bodyPr wrap="square" anchor="ctr">
            <a:normAutofit fontScale="55000" lnSpcReduction="20000"/>
          </a:bodyPr>
          <a:lstStyle/>
          <a:p>
            <a:pPr>
              <a:defRPr/>
            </a:pPr>
            <a:endParaRPr lang="zh-CN" altLang="en-US" sz="1350" kern="0" dirty="0">
              <a:solidFill>
                <a:sysClr val="windowText" lastClr="000000"/>
              </a:solidFill>
            </a:endParaRPr>
          </a:p>
        </p:txBody>
      </p:sp>
      <p:sp>
        <p:nvSpPr>
          <p:cNvPr id="50" name="文本框 49"/>
          <p:cNvSpPr txBox="1"/>
          <p:nvPr>
            <p:custDataLst>
              <p:tags r:id="rId12"/>
            </p:custDataLst>
          </p:nvPr>
        </p:nvSpPr>
        <p:spPr>
          <a:xfrm>
            <a:off x="4644390" y="3804285"/>
            <a:ext cx="6251575" cy="487680"/>
          </a:xfrm>
          <a:prstGeom prst="rect">
            <a:avLst/>
          </a:prstGeom>
          <a:noFill/>
        </p:spPr>
        <p:txBody>
          <a:bodyPr wrap="square" lIns="0" rIns="0">
            <a:normAutofit/>
          </a:bodyPr>
          <a:lstStyle/>
          <a:p>
            <a:pPr>
              <a:lnSpc>
                <a:spcPct val="130000"/>
              </a:lnSpc>
              <a:spcBef>
                <a:spcPts val="600"/>
              </a:spcBef>
              <a:defRPr/>
            </a:pPr>
            <a:r>
              <a:rPr lang="zh-CN" altLang="en-US" dirty="0"/>
              <a:t>用例由执行者激活，并提供确切的值给执行者。</a:t>
            </a:r>
          </a:p>
        </p:txBody>
      </p:sp>
      <p:sp>
        <p:nvSpPr>
          <p:cNvPr id="53" name="Oval 19"/>
          <p:cNvSpPr>
            <a:spLocks noChangeArrowheads="1"/>
          </p:cNvSpPr>
          <p:nvPr>
            <p:custDataLst>
              <p:tags r:id="rId13"/>
            </p:custDataLst>
          </p:nvPr>
        </p:nvSpPr>
        <p:spPr bwMode="gray">
          <a:xfrm>
            <a:off x="3805555" y="4693920"/>
            <a:ext cx="251460" cy="251460"/>
          </a:xfrm>
          <a:prstGeom prst="ellipse">
            <a:avLst/>
          </a:prstGeom>
          <a:solidFill>
            <a:schemeClr val="accent1"/>
          </a:solidFill>
          <a:ln w="12700">
            <a:solidFill>
              <a:schemeClr val="bg1"/>
            </a:solidFill>
            <a:round/>
          </a:ln>
          <a:effectLst/>
        </p:spPr>
        <p:txBody>
          <a:bodyPr wrap="square" anchor="ctr">
            <a:normAutofit fontScale="55000" lnSpcReduction="20000"/>
          </a:bodyPr>
          <a:lstStyle/>
          <a:p>
            <a:pPr>
              <a:defRPr/>
            </a:pPr>
            <a:endParaRPr lang="zh-CN" altLang="en-US" sz="1350" kern="0" dirty="0">
              <a:solidFill>
                <a:sysClr val="windowText" lastClr="000000"/>
              </a:solidFill>
            </a:endParaRPr>
          </a:p>
        </p:txBody>
      </p:sp>
      <p:sp>
        <p:nvSpPr>
          <p:cNvPr id="54" name="文本框 53"/>
          <p:cNvSpPr txBox="1"/>
          <p:nvPr>
            <p:custDataLst>
              <p:tags r:id="rId14"/>
            </p:custDataLst>
          </p:nvPr>
        </p:nvSpPr>
        <p:spPr>
          <a:xfrm>
            <a:off x="4307205" y="4601210"/>
            <a:ext cx="6846570" cy="487680"/>
          </a:xfrm>
          <a:prstGeom prst="rect">
            <a:avLst/>
          </a:prstGeom>
          <a:noFill/>
        </p:spPr>
        <p:txBody>
          <a:bodyPr wrap="square" lIns="0" rIns="0">
            <a:normAutofit/>
          </a:bodyPr>
          <a:lstStyle/>
          <a:p>
            <a:pPr>
              <a:lnSpc>
                <a:spcPct val="130000"/>
              </a:lnSpc>
              <a:spcBef>
                <a:spcPts val="600"/>
              </a:spcBef>
              <a:defRPr/>
            </a:pPr>
            <a:r>
              <a:rPr lang="zh-CN" altLang="en-US" dirty="0"/>
              <a:t>用例可大可小，但必须是对一个具体用户目标实现的完整描述。</a:t>
            </a:r>
          </a:p>
        </p:txBody>
      </p:sp>
      <p:sp>
        <p:nvSpPr>
          <p:cNvPr id="56" name="Oval 19"/>
          <p:cNvSpPr>
            <a:spLocks noChangeArrowheads="1"/>
          </p:cNvSpPr>
          <p:nvPr>
            <p:custDataLst>
              <p:tags r:id="rId15"/>
            </p:custDataLst>
          </p:nvPr>
        </p:nvSpPr>
        <p:spPr bwMode="gray">
          <a:xfrm>
            <a:off x="3122930" y="5436870"/>
            <a:ext cx="251460" cy="251460"/>
          </a:xfrm>
          <a:prstGeom prst="ellipse">
            <a:avLst/>
          </a:prstGeom>
          <a:solidFill>
            <a:schemeClr val="accent1"/>
          </a:solidFill>
          <a:ln w="12700">
            <a:solidFill>
              <a:schemeClr val="bg1"/>
            </a:solidFill>
            <a:round/>
          </a:ln>
          <a:effectLst/>
        </p:spPr>
        <p:txBody>
          <a:bodyPr wrap="square" anchor="ctr">
            <a:normAutofit fontScale="55000" lnSpcReduction="20000"/>
          </a:bodyPr>
          <a:lstStyle/>
          <a:p>
            <a:pPr>
              <a:defRPr/>
            </a:pPr>
            <a:endParaRPr lang="zh-CN" altLang="en-US" sz="1350" kern="0" dirty="0">
              <a:solidFill>
                <a:sysClr val="windowText" lastClr="000000"/>
              </a:solidFill>
            </a:endParaRPr>
          </a:p>
        </p:txBody>
      </p:sp>
      <p:sp>
        <p:nvSpPr>
          <p:cNvPr id="57" name="文本框 56"/>
          <p:cNvSpPr txBox="1"/>
          <p:nvPr>
            <p:custDataLst>
              <p:tags r:id="rId16"/>
            </p:custDataLst>
          </p:nvPr>
        </p:nvSpPr>
        <p:spPr>
          <a:xfrm>
            <a:off x="3585210" y="5398135"/>
            <a:ext cx="8141970" cy="487680"/>
          </a:xfrm>
          <a:prstGeom prst="rect">
            <a:avLst/>
          </a:prstGeom>
          <a:noFill/>
        </p:spPr>
        <p:txBody>
          <a:bodyPr wrap="square" lIns="0" rIns="0">
            <a:normAutofit/>
          </a:bodyPr>
          <a:lstStyle/>
          <a:p>
            <a:pPr>
              <a:lnSpc>
                <a:spcPct val="130000"/>
              </a:lnSpc>
              <a:spcBef>
                <a:spcPts val="600"/>
              </a:spcBef>
              <a:defRPr/>
            </a:pPr>
            <a:r>
              <a:rPr lang="zh-CN" altLang="en-US" dirty="0"/>
              <a:t>用例之间存在一定的关系，如一般－特殊关系、包含关系（特殊的依赖关系）。</a:t>
            </a:r>
          </a:p>
        </p:txBody>
      </p:sp>
      <p:sp>
        <p:nvSpPr>
          <p:cNvPr id="167" name="圆角矩形"/>
          <p:cNvSpPr/>
          <p:nvPr/>
        </p:nvSpPr>
        <p:spPr>
          <a:xfrm>
            <a:off x="6546215" y="824865"/>
            <a:ext cx="5318760" cy="721995"/>
          </a:xfrm>
          <a:prstGeom prst="roundRect">
            <a:avLst/>
          </a:prstGeom>
          <a:solidFill>
            <a:schemeClr val="accent3">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scene3d>
              <a:camera prst="orthographicFront"/>
              <a:lightRig rig="threePt" dir="t"/>
            </a:scene3d>
            <a:sp3d>
              <a:contourClr>
                <a:srgbClr val="FFFFFF"/>
              </a:contourClr>
            </a:sp3d>
          </a:bodyPr>
          <a:lstStyle>
            <a:defPPr>
              <a:defRPr lang="zh-CN"/>
            </a:defPPr>
            <a:lvl1pPr algn="l" rtl="0" eaLnBrk="0" fontAlgn="base" hangingPunct="0">
              <a:spcBef>
                <a:spcPct val="0"/>
              </a:spcBef>
              <a:spcAft>
                <a:spcPct val="0"/>
              </a:spcAft>
              <a:defRPr kern="1200">
                <a:solidFill>
                  <a:schemeClr val="lt1"/>
                </a:solidFill>
                <a:latin typeface="+mn-lt"/>
                <a:ea typeface="+mn-ea"/>
                <a:cs typeface="+mn-cs"/>
              </a:defRPr>
            </a:lvl1pPr>
            <a:lvl2pPr marL="457200" algn="l" rtl="0" eaLnBrk="0" fontAlgn="base" hangingPunct="0">
              <a:spcBef>
                <a:spcPct val="0"/>
              </a:spcBef>
              <a:spcAft>
                <a:spcPct val="0"/>
              </a:spcAft>
              <a:defRPr kern="1200">
                <a:solidFill>
                  <a:schemeClr val="lt1"/>
                </a:solidFill>
                <a:latin typeface="+mn-lt"/>
                <a:ea typeface="+mn-ea"/>
                <a:cs typeface="+mn-cs"/>
              </a:defRPr>
            </a:lvl2pPr>
            <a:lvl3pPr marL="914400" algn="l" rtl="0" eaLnBrk="0" fontAlgn="base" hangingPunct="0">
              <a:spcBef>
                <a:spcPct val="0"/>
              </a:spcBef>
              <a:spcAft>
                <a:spcPct val="0"/>
              </a:spcAft>
              <a:defRPr kern="1200">
                <a:solidFill>
                  <a:schemeClr val="lt1"/>
                </a:solidFill>
                <a:latin typeface="+mn-lt"/>
                <a:ea typeface="+mn-ea"/>
                <a:cs typeface="+mn-cs"/>
              </a:defRPr>
            </a:lvl3pPr>
            <a:lvl4pPr marL="1371600" algn="l" rtl="0" eaLnBrk="0" fontAlgn="base" hangingPunct="0">
              <a:spcBef>
                <a:spcPct val="0"/>
              </a:spcBef>
              <a:spcAft>
                <a:spcPct val="0"/>
              </a:spcAft>
              <a:defRPr kern="1200">
                <a:solidFill>
                  <a:schemeClr val="lt1"/>
                </a:solidFill>
                <a:latin typeface="+mn-lt"/>
                <a:ea typeface="+mn-ea"/>
                <a:cs typeface="+mn-cs"/>
              </a:defRPr>
            </a:lvl4pPr>
            <a:lvl5pPr marL="1828800" algn="l" rtl="0" eaLnBrk="0" fontAlgn="base" hangingPunct="0">
              <a:spcBef>
                <a:spcPct val="0"/>
              </a:spcBef>
              <a:spcAft>
                <a:spcPct val="0"/>
              </a:spcAft>
              <a:defRPr kern="1200">
                <a:solidFill>
                  <a:schemeClr val="lt1"/>
                </a:solidFill>
                <a:latin typeface="+mn-lt"/>
                <a:ea typeface="+mn-ea"/>
                <a:cs typeface="+mn-cs"/>
              </a:defRPr>
            </a:lvl5pPr>
            <a:lvl6pPr marL="2286000" algn="l" defTabSz="914400" rtl="0" eaLnBrk="1" latinLnBrk="0" hangingPunct="1">
              <a:defRPr kern="1200">
                <a:solidFill>
                  <a:schemeClr val="lt1"/>
                </a:solidFill>
                <a:latin typeface="+mn-lt"/>
                <a:ea typeface="+mn-ea"/>
                <a:cs typeface="+mn-cs"/>
              </a:defRPr>
            </a:lvl6pPr>
            <a:lvl7pPr marL="2743200" algn="l" defTabSz="914400" rtl="0" eaLnBrk="1" latinLnBrk="0" hangingPunct="1">
              <a:defRPr kern="1200">
                <a:solidFill>
                  <a:schemeClr val="lt1"/>
                </a:solidFill>
                <a:latin typeface="+mn-lt"/>
                <a:ea typeface="+mn-ea"/>
                <a:cs typeface="+mn-cs"/>
              </a:defRPr>
            </a:lvl7pPr>
            <a:lvl8pPr marL="3200400" algn="l" defTabSz="914400" rtl="0" eaLnBrk="1" latinLnBrk="0" hangingPunct="1">
              <a:defRPr kern="1200">
                <a:solidFill>
                  <a:schemeClr val="lt1"/>
                </a:solidFill>
                <a:latin typeface="+mn-lt"/>
                <a:ea typeface="+mn-ea"/>
                <a:cs typeface="+mn-cs"/>
              </a:defRPr>
            </a:lvl8pPr>
            <a:lvl9pPr marL="3657600" algn="l" defTabSz="914400" rtl="0" eaLnBrk="1" latinLnBrk="0" hangingPunct="1">
              <a:defRPr kern="1200">
                <a:solidFill>
                  <a:schemeClr val="lt1"/>
                </a:solidFill>
                <a:latin typeface="+mn-lt"/>
                <a:ea typeface="+mn-ea"/>
                <a:cs typeface="+mn-cs"/>
              </a:defRPr>
            </a:lvl9pPr>
          </a:lstStyle>
          <a:p>
            <a:pPr algn="l" eaLnBrk="1" fontAlgn="auto" hangingPunct="1">
              <a:spcBef>
                <a:spcPts val="0"/>
              </a:spcBef>
              <a:spcAft>
                <a:spcPts val="0"/>
              </a:spcAft>
              <a:defRPr/>
            </a:pPr>
            <a:r>
              <a:rPr lang="en-US" altLang="zh-CN">
                <a:solidFill>
                  <a:schemeClr val="bg2">
                    <a:lumMod val="50000"/>
                  </a:schemeClr>
                </a:solidFill>
              </a:rPr>
              <a:t>   </a:t>
            </a:r>
            <a:endParaRPr lang="zh-CN" altLang="en-US">
              <a:solidFill>
                <a:schemeClr val="bg2">
                  <a:lumMod val="50000"/>
                </a:schemeClr>
              </a:solidFill>
            </a:endParaRPr>
          </a:p>
        </p:txBody>
      </p:sp>
      <p:sp>
        <p:nvSpPr>
          <p:cNvPr id="13" name="学士帽"/>
          <p:cNvSpPr/>
          <p:nvPr/>
        </p:nvSpPr>
        <p:spPr bwMode="auto">
          <a:xfrm>
            <a:off x="6351270" y="611505"/>
            <a:ext cx="670560" cy="472440"/>
          </a:xfrm>
          <a:custGeom>
            <a:avLst/>
            <a:gdLst>
              <a:gd name="T0" fmla="*/ 1395067 w 3931"/>
              <a:gd name="T1" fmla="*/ 589725 h 2392"/>
              <a:gd name="T2" fmla="*/ 928365 w 3931"/>
              <a:gd name="T3" fmla="*/ 389484 h 2392"/>
              <a:gd name="T4" fmla="*/ 403040 w 3931"/>
              <a:gd name="T5" fmla="*/ 589725 h 2392"/>
              <a:gd name="T6" fmla="*/ 256480 w 3931"/>
              <a:gd name="T7" fmla="*/ 528782 h 2392"/>
              <a:gd name="T8" fmla="*/ 256480 w 3931"/>
              <a:gd name="T9" fmla="*/ 708403 h 2392"/>
              <a:gd name="T10" fmla="*/ 296326 w 3931"/>
              <a:gd name="T11" fmla="*/ 763389 h 2392"/>
              <a:gd name="T12" fmla="*/ 255564 w 3931"/>
              <a:gd name="T13" fmla="*/ 818375 h 2392"/>
              <a:gd name="T14" fmla="*/ 299074 w 3931"/>
              <a:gd name="T15" fmla="*/ 1011742 h 2392"/>
              <a:gd name="T16" fmla="*/ 170834 w 3931"/>
              <a:gd name="T17" fmla="*/ 1011742 h 2392"/>
              <a:gd name="T18" fmla="*/ 214802 w 3931"/>
              <a:gd name="T19" fmla="*/ 817458 h 2392"/>
              <a:gd name="T20" fmla="*/ 179078 w 3931"/>
              <a:gd name="T21" fmla="*/ 763389 h 2392"/>
              <a:gd name="T22" fmla="*/ 213428 w 3931"/>
              <a:gd name="T23" fmla="*/ 709777 h 2392"/>
              <a:gd name="T24" fmla="*/ 213428 w 3931"/>
              <a:gd name="T25" fmla="*/ 510911 h 2392"/>
              <a:gd name="T26" fmla="*/ 0 w 3931"/>
              <a:gd name="T27" fmla="*/ 421559 h 2392"/>
              <a:gd name="T28" fmla="*/ 938899 w 3931"/>
              <a:gd name="T29" fmla="*/ 0 h 2392"/>
              <a:gd name="T30" fmla="*/ 1800397 w 3931"/>
              <a:gd name="T31" fmla="*/ 427058 h 2392"/>
              <a:gd name="T32" fmla="*/ 1395067 w 3931"/>
              <a:gd name="T33" fmla="*/ 589725 h 2392"/>
              <a:gd name="T34" fmla="*/ 917831 w 3931"/>
              <a:gd name="T35" fmla="*/ 491208 h 2392"/>
              <a:gd name="T36" fmla="*/ 1341481 w 3931"/>
              <a:gd name="T37" fmla="*/ 635088 h 2392"/>
              <a:gd name="T38" fmla="*/ 1341481 w 3931"/>
              <a:gd name="T39" fmla="*/ 983791 h 2392"/>
              <a:gd name="T40" fmla="*/ 896306 w 3931"/>
              <a:gd name="T41" fmla="*/ 1096054 h 2392"/>
              <a:gd name="T42" fmla="*/ 503342 w 3931"/>
              <a:gd name="T43" fmla="*/ 983791 h 2392"/>
              <a:gd name="T44" fmla="*/ 503342 w 3931"/>
              <a:gd name="T45" fmla="*/ 635088 h 2392"/>
              <a:gd name="T46" fmla="*/ 917831 w 3931"/>
              <a:gd name="T47" fmla="*/ 491208 h 2392"/>
              <a:gd name="T48" fmla="*/ 912335 w 3931"/>
              <a:gd name="T49" fmla="*/ 1031904 h 2392"/>
              <a:gd name="T50" fmla="*/ 1254003 w 3931"/>
              <a:gd name="T51" fmla="*/ 946675 h 2392"/>
              <a:gd name="T52" fmla="*/ 912335 w 3931"/>
              <a:gd name="T53" fmla="*/ 860989 h 2392"/>
              <a:gd name="T54" fmla="*/ 571126 w 3931"/>
              <a:gd name="T55" fmla="*/ 946675 h 2392"/>
              <a:gd name="T56" fmla="*/ 912335 w 3931"/>
              <a:gd name="T57" fmla="*/ 1031904 h 2392"/>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Lst>
            <a:ahLst/>
            <a:cxnLst>
              <a:cxn ang="T58">
                <a:pos x="T0" y="T1"/>
              </a:cxn>
              <a:cxn ang="T59">
                <a:pos x="T2" y="T3"/>
              </a:cxn>
              <a:cxn ang="T60">
                <a:pos x="T4" y="T5"/>
              </a:cxn>
              <a:cxn ang="T61">
                <a:pos x="T6" y="T7"/>
              </a:cxn>
              <a:cxn ang="T62">
                <a:pos x="T8" y="T9"/>
              </a:cxn>
              <a:cxn ang="T63">
                <a:pos x="T10" y="T11"/>
              </a:cxn>
              <a:cxn ang="T64">
                <a:pos x="T12" y="T13"/>
              </a:cxn>
              <a:cxn ang="T65">
                <a:pos x="T14" y="T15"/>
              </a:cxn>
              <a:cxn ang="T66">
                <a:pos x="T16" y="T17"/>
              </a:cxn>
              <a:cxn ang="T67">
                <a:pos x="T18" y="T19"/>
              </a:cxn>
              <a:cxn ang="T68">
                <a:pos x="T20" y="T21"/>
              </a:cxn>
              <a:cxn ang="T69">
                <a:pos x="T22" y="T23"/>
              </a:cxn>
              <a:cxn ang="T70">
                <a:pos x="T24" y="T25"/>
              </a:cxn>
              <a:cxn ang="T71">
                <a:pos x="T26" y="T27"/>
              </a:cxn>
              <a:cxn ang="T72">
                <a:pos x="T28" y="T29"/>
              </a:cxn>
              <a:cxn ang="T73">
                <a:pos x="T30" y="T31"/>
              </a:cxn>
              <a:cxn ang="T74">
                <a:pos x="T32" y="T33"/>
              </a:cxn>
              <a:cxn ang="T75">
                <a:pos x="T34" y="T35"/>
              </a:cxn>
              <a:cxn ang="T76">
                <a:pos x="T36" y="T37"/>
              </a:cxn>
              <a:cxn ang="T77">
                <a:pos x="T38" y="T39"/>
              </a:cxn>
              <a:cxn ang="T78">
                <a:pos x="T40" y="T41"/>
              </a:cxn>
              <a:cxn ang="T79">
                <a:pos x="T42" y="T43"/>
              </a:cxn>
              <a:cxn ang="T80">
                <a:pos x="T44" y="T45"/>
              </a:cxn>
              <a:cxn ang="T81">
                <a:pos x="T46" y="T47"/>
              </a:cxn>
              <a:cxn ang="T82">
                <a:pos x="T48" y="T49"/>
              </a:cxn>
              <a:cxn ang="T83">
                <a:pos x="T50" y="T51"/>
              </a:cxn>
              <a:cxn ang="T84">
                <a:pos x="T52" y="T53"/>
              </a:cxn>
              <a:cxn ang="T85">
                <a:pos x="T54" y="T55"/>
              </a:cxn>
              <a:cxn ang="T86">
                <a:pos x="T56" y="T57"/>
              </a:cxn>
            </a:cxnLst>
            <a:rect l="0" t="0" r="r" b="b"/>
            <a:pathLst>
              <a:path w="3931" h="2392">
                <a:moveTo>
                  <a:pt x="3046" y="1287"/>
                </a:moveTo>
                <a:cubicBezTo>
                  <a:pt x="3046" y="1287"/>
                  <a:pt x="2618" y="850"/>
                  <a:pt x="2027" y="850"/>
                </a:cubicBezTo>
                <a:cubicBezTo>
                  <a:pt x="1450" y="850"/>
                  <a:pt x="880" y="1287"/>
                  <a:pt x="880" y="1287"/>
                </a:cubicBezTo>
                <a:cubicBezTo>
                  <a:pt x="560" y="1154"/>
                  <a:pt x="560" y="1154"/>
                  <a:pt x="560" y="1154"/>
                </a:cubicBezTo>
                <a:cubicBezTo>
                  <a:pt x="560" y="1546"/>
                  <a:pt x="560" y="1546"/>
                  <a:pt x="560" y="1546"/>
                </a:cubicBezTo>
                <a:cubicBezTo>
                  <a:pt x="610" y="1563"/>
                  <a:pt x="647" y="1610"/>
                  <a:pt x="647" y="1666"/>
                </a:cubicBezTo>
                <a:cubicBezTo>
                  <a:pt x="647" y="1723"/>
                  <a:pt x="609" y="1769"/>
                  <a:pt x="558" y="1786"/>
                </a:cubicBezTo>
                <a:cubicBezTo>
                  <a:pt x="653" y="2208"/>
                  <a:pt x="653" y="2208"/>
                  <a:pt x="653" y="2208"/>
                </a:cubicBezTo>
                <a:cubicBezTo>
                  <a:pt x="373" y="2208"/>
                  <a:pt x="373" y="2208"/>
                  <a:pt x="373" y="2208"/>
                </a:cubicBezTo>
                <a:cubicBezTo>
                  <a:pt x="469" y="1784"/>
                  <a:pt x="469" y="1784"/>
                  <a:pt x="469" y="1784"/>
                </a:cubicBezTo>
                <a:cubicBezTo>
                  <a:pt x="423" y="1764"/>
                  <a:pt x="391" y="1719"/>
                  <a:pt x="391" y="1666"/>
                </a:cubicBezTo>
                <a:cubicBezTo>
                  <a:pt x="391" y="1614"/>
                  <a:pt x="422" y="1570"/>
                  <a:pt x="466" y="1549"/>
                </a:cubicBezTo>
                <a:cubicBezTo>
                  <a:pt x="466" y="1115"/>
                  <a:pt x="466" y="1115"/>
                  <a:pt x="466" y="1115"/>
                </a:cubicBezTo>
                <a:cubicBezTo>
                  <a:pt x="0" y="920"/>
                  <a:pt x="0" y="920"/>
                  <a:pt x="0" y="920"/>
                </a:cubicBezTo>
                <a:cubicBezTo>
                  <a:pt x="2050" y="0"/>
                  <a:pt x="2050" y="0"/>
                  <a:pt x="2050" y="0"/>
                </a:cubicBezTo>
                <a:cubicBezTo>
                  <a:pt x="3931" y="932"/>
                  <a:pt x="3931" y="932"/>
                  <a:pt x="3931" y="932"/>
                </a:cubicBezTo>
                <a:lnTo>
                  <a:pt x="3046" y="1287"/>
                </a:lnTo>
                <a:close/>
                <a:moveTo>
                  <a:pt x="2004" y="1072"/>
                </a:moveTo>
                <a:cubicBezTo>
                  <a:pt x="2598" y="1072"/>
                  <a:pt x="2929" y="1386"/>
                  <a:pt x="2929" y="1386"/>
                </a:cubicBezTo>
                <a:cubicBezTo>
                  <a:pt x="2929" y="2147"/>
                  <a:pt x="2929" y="2147"/>
                  <a:pt x="2929" y="2147"/>
                </a:cubicBezTo>
                <a:cubicBezTo>
                  <a:pt x="2929" y="2147"/>
                  <a:pt x="2586" y="2392"/>
                  <a:pt x="1957" y="2392"/>
                </a:cubicBezTo>
                <a:cubicBezTo>
                  <a:pt x="1328" y="2392"/>
                  <a:pt x="1099" y="2147"/>
                  <a:pt x="1099" y="2147"/>
                </a:cubicBezTo>
                <a:cubicBezTo>
                  <a:pt x="1099" y="1386"/>
                  <a:pt x="1099" y="1386"/>
                  <a:pt x="1099" y="1386"/>
                </a:cubicBezTo>
                <a:cubicBezTo>
                  <a:pt x="1099" y="1386"/>
                  <a:pt x="1410" y="1072"/>
                  <a:pt x="2004" y="1072"/>
                </a:cubicBezTo>
                <a:close/>
                <a:moveTo>
                  <a:pt x="1992" y="2252"/>
                </a:moveTo>
                <a:cubicBezTo>
                  <a:pt x="2404" y="2252"/>
                  <a:pt x="2738" y="2168"/>
                  <a:pt x="2738" y="2066"/>
                </a:cubicBezTo>
                <a:cubicBezTo>
                  <a:pt x="2738" y="1963"/>
                  <a:pt x="2404" y="1879"/>
                  <a:pt x="1992" y="1879"/>
                </a:cubicBezTo>
                <a:cubicBezTo>
                  <a:pt x="1581" y="1879"/>
                  <a:pt x="1247" y="1963"/>
                  <a:pt x="1247" y="2066"/>
                </a:cubicBezTo>
                <a:cubicBezTo>
                  <a:pt x="1247" y="2168"/>
                  <a:pt x="1581" y="2252"/>
                  <a:pt x="1992" y="2252"/>
                </a:cubicBezTo>
                <a:close/>
              </a:path>
            </a:pathLst>
          </a:custGeom>
          <a:solidFill>
            <a:schemeClr val="accent5">
              <a:lumMod val="75000"/>
            </a:schemeClr>
          </a:solidFill>
          <a:ln>
            <a:noFill/>
          </a:ln>
          <a:extLst>
            <a:ext uri="{91240B29-F687-4F45-9708-019B960494DF}">
              <a14:hiddenLine xmlns:a14="http://schemas.microsoft.com/office/drawing/2010/main" w="9525">
                <a:solidFill>
                  <a:srgbClr val="000000"/>
                </a:solidFill>
                <a:round/>
              </a14:hiddenLine>
            </a:ext>
          </a:extLst>
        </p:spPr>
        <p:txBody>
          <a:bodyPr anchor="ctr" anchorCtr="1"/>
          <a:lstStyle>
            <a:defPPr>
              <a:defRPr lang="zh-CN"/>
            </a:defPPr>
            <a:lvl1pPr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1pPr>
            <a:lvl2pPr marL="4572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2pPr>
            <a:lvl3pPr marL="9144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3pPr>
            <a:lvl4pPr marL="13716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4pPr>
            <a:lvl5pPr marL="18288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5pPr>
            <a:lvl6pPr marL="2286000" algn="l" defTabSz="914400" rtl="0" eaLnBrk="1" latinLnBrk="0" hangingPunct="1">
              <a:defRPr kern="1200">
                <a:solidFill>
                  <a:schemeClr val="tx1"/>
                </a:solidFill>
                <a:latin typeface="Calibri" panose="020F0502020204030204" charset="0"/>
                <a:ea typeface="宋体" panose="02010600030101010101" pitchFamily="2" charset="-122"/>
                <a:cs typeface="+mn-cs"/>
              </a:defRPr>
            </a:lvl6pPr>
            <a:lvl7pPr marL="2743200" algn="l" defTabSz="914400" rtl="0" eaLnBrk="1" latinLnBrk="0" hangingPunct="1">
              <a:defRPr kern="1200">
                <a:solidFill>
                  <a:schemeClr val="tx1"/>
                </a:solidFill>
                <a:latin typeface="Calibri" panose="020F0502020204030204" charset="0"/>
                <a:ea typeface="宋体" panose="02010600030101010101" pitchFamily="2" charset="-122"/>
                <a:cs typeface="+mn-cs"/>
              </a:defRPr>
            </a:lvl7pPr>
            <a:lvl8pPr marL="3200400" algn="l" defTabSz="914400" rtl="0" eaLnBrk="1" latinLnBrk="0" hangingPunct="1">
              <a:defRPr kern="1200">
                <a:solidFill>
                  <a:schemeClr val="tx1"/>
                </a:solidFill>
                <a:latin typeface="Calibri" panose="020F0502020204030204" charset="0"/>
                <a:ea typeface="宋体" panose="02010600030101010101" pitchFamily="2" charset="-122"/>
                <a:cs typeface="+mn-cs"/>
              </a:defRPr>
            </a:lvl8pPr>
            <a:lvl9pPr marL="3657600" algn="l" defTabSz="914400" rtl="0" eaLnBrk="1" latinLnBrk="0" hangingPunct="1">
              <a:defRPr kern="1200">
                <a:solidFill>
                  <a:schemeClr val="tx1"/>
                </a:solidFill>
                <a:latin typeface="Calibri" panose="020F0502020204030204" charset="0"/>
                <a:ea typeface="宋体" panose="02010600030101010101" pitchFamily="2" charset="-122"/>
                <a:cs typeface="+mn-cs"/>
              </a:defRPr>
            </a:lvl9pPr>
          </a:lstStyle>
          <a:p>
            <a:endParaRPr lang="zh-CN" altLang="en-US" dirty="0">
              <a:ea typeface="微软雅黑" panose="020B0503020204020204" pitchFamily="34" charset="-122"/>
            </a:endParaRPr>
          </a:p>
        </p:txBody>
      </p:sp>
      <p:sp>
        <p:nvSpPr>
          <p:cNvPr id="35" name="文本框 34"/>
          <p:cNvSpPr txBox="1"/>
          <p:nvPr/>
        </p:nvSpPr>
        <p:spPr>
          <a:xfrm>
            <a:off x="6828790" y="997902"/>
            <a:ext cx="5036185" cy="375920"/>
          </a:xfrm>
          <a:prstGeom prst="rect">
            <a:avLst/>
          </a:prstGeom>
          <a:noFill/>
        </p:spPr>
        <p:txBody>
          <a:bodyPr wrap="square" rtlCol="0">
            <a:spAutoFit/>
          </a:bodyPr>
          <a:lstStyle/>
          <a:p>
            <a:pPr marL="0" indent="0" algn="l" fontAlgn="auto">
              <a:lnSpc>
                <a:spcPct val="110000"/>
              </a:lnSpc>
            </a:pPr>
            <a:r>
              <a:rPr lang="en-US" altLang="zh-CN" dirty="0">
                <a:solidFill>
                  <a:schemeClr val="bg2">
                    <a:lumMod val="50000"/>
                  </a:schemeClr>
                </a:solidFill>
                <a:sym typeface="+mn-ea"/>
              </a:rPr>
              <a:t>     </a:t>
            </a:r>
            <a:r>
              <a:rPr dirty="0">
                <a:latin typeface="微软雅黑" panose="020B0503020204020204" charset="-122"/>
                <a:ea typeface="微软雅黑" panose="020B0503020204020204" charset="-122"/>
                <a:sym typeface="+mn-ea"/>
              </a:rPr>
              <a:t> </a:t>
            </a:r>
            <a:r>
              <a:rPr lang="en-US" dirty="0">
                <a:latin typeface="微软雅黑" panose="020B0503020204020204" charset="-122"/>
                <a:ea typeface="微软雅黑" panose="020B0503020204020204" charset="-122"/>
                <a:sym typeface="+mn-ea"/>
              </a:rPr>
              <a:t> </a:t>
            </a:r>
            <a:r>
              <a:rPr dirty="0" err="1">
                <a:solidFill>
                  <a:schemeClr val="tx1"/>
                </a:solidFill>
                <a:latin typeface="微软雅黑" panose="020B0503020204020204" charset="-122"/>
                <a:ea typeface="微软雅黑" panose="020B0503020204020204" charset="-122"/>
                <a:sym typeface="+mn-ea"/>
              </a:rPr>
              <a:t>用例用椭圆</a:t>
            </a:r>
            <a:r>
              <a:rPr lang="zh-CN" altLang="en-US" dirty="0">
                <a:solidFill>
                  <a:schemeClr val="tx1"/>
                </a:solidFill>
                <a:latin typeface="微软雅黑" panose="020B0503020204020204" charset="-122"/>
                <a:ea typeface="微软雅黑" panose="020B0503020204020204" charset="-122"/>
                <a:sym typeface="+mn-ea"/>
              </a:rPr>
              <a:t>（</a:t>
            </a:r>
            <a:r>
              <a:rPr lang="en-US" dirty="0">
                <a:solidFill>
                  <a:schemeClr val="tx1"/>
                </a:solidFill>
                <a:latin typeface="微软雅黑" panose="020B0503020204020204" charset="-122"/>
                <a:ea typeface="微软雅黑" panose="020B0503020204020204" charset="-122"/>
                <a:sym typeface="+mn-ea"/>
              </a:rPr>
              <a:t> </a:t>
            </a:r>
            <a:r>
              <a:rPr dirty="0">
                <a:solidFill>
                  <a:schemeClr val="tx1"/>
                </a:solidFill>
                <a:latin typeface="微软雅黑" panose="020B0503020204020204" charset="-122"/>
                <a:ea typeface="微软雅黑" panose="020B0503020204020204" charset="-122"/>
                <a:sym typeface="+mn-ea"/>
              </a:rPr>
              <a:t>      </a:t>
            </a:r>
            <a:r>
              <a:rPr lang="en-US" dirty="0">
                <a:solidFill>
                  <a:schemeClr val="tx1"/>
                </a:solidFill>
                <a:latin typeface="微软雅黑" panose="020B0503020204020204" charset="-122"/>
                <a:ea typeface="微软雅黑" panose="020B0503020204020204" charset="-122"/>
                <a:sym typeface="+mn-ea"/>
              </a:rPr>
              <a:t> </a:t>
            </a:r>
            <a:r>
              <a:rPr lang="zh-CN" altLang="en-US" dirty="0">
                <a:solidFill>
                  <a:schemeClr val="tx1"/>
                </a:solidFill>
                <a:latin typeface="微软雅黑" panose="020B0503020204020204" charset="-122"/>
                <a:ea typeface="微软雅黑" panose="020B0503020204020204" charset="-122"/>
                <a:sym typeface="+mn-ea"/>
              </a:rPr>
              <a:t>）</a:t>
            </a:r>
            <a:r>
              <a:rPr dirty="0" err="1">
                <a:solidFill>
                  <a:schemeClr val="tx1"/>
                </a:solidFill>
                <a:latin typeface="微软雅黑" panose="020B0503020204020204" charset="-122"/>
                <a:ea typeface="微软雅黑" panose="020B0503020204020204" charset="-122"/>
                <a:sym typeface="+mn-ea"/>
              </a:rPr>
              <a:t>表示</a:t>
            </a:r>
            <a:r>
              <a:rPr dirty="0">
                <a:solidFill>
                  <a:schemeClr val="tx1"/>
                </a:solidFill>
                <a:latin typeface="微软雅黑" panose="020B0503020204020204" charset="-122"/>
                <a:ea typeface="微软雅黑" panose="020B0503020204020204" charset="-122"/>
                <a:sym typeface="+mn-ea"/>
              </a:rPr>
              <a:t>。</a:t>
            </a:r>
          </a:p>
        </p:txBody>
      </p:sp>
      <p:pic>
        <p:nvPicPr>
          <p:cNvPr id="6" name="图片 154"/>
          <p:cNvPicPr>
            <a:picLocks noChangeAspect="1"/>
          </p:cNvPicPr>
          <p:nvPr/>
        </p:nvPicPr>
        <p:blipFill>
          <a:blip r:embed="rId18" cstate="print"/>
          <a:stretch>
            <a:fillRect/>
          </a:stretch>
        </p:blipFill>
        <p:spPr>
          <a:xfrm>
            <a:off x="8767908" y="1026160"/>
            <a:ext cx="445135" cy="319405"/>
          </a:xfrm>
          <a:prstGeom prst="rect">
            <a:avLst/>
          </a:prstGeom>
          <a:noFill/>
          <a:ln w="9525">
            <a:noFill/>
          </a:ln>
        </p:spPr>
      </p:pic>
    </p:spTree>
  </p:cSld>
  <p:clrMapOvr>
    <a:masterClrMapping/>
  </p:clrMapOvr>
  <p:transition>
    <p:diamond/>
  </p:transition>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694801" y="360000"/>
            <a:ext cx="5401200" cy="523220"/>
          </a:xfrm>
        </p:spPr>
        <p:txBody>
          <a:bodyPr>
            <a:normAutofit/>
          </a:bodyPr>
          <a:lstStyle/>
          <a:p>
            <a:r>
              <a:rPr lang="en-US" altLang="en-US" dirty="0">
                <a:sym typeface="+mn-ea"/>
              </a:rPr>
              <a:t>6.3 </a:t>
            </a:r>
            <a:r>
              <a:rPr lang="en-US" altLang="zh-CN" dirty="0">
                <a:sym typeface="+mn-ea"/>
              </a:rPr>
              <a:t>UML</a:t>
            </a:r>
            <a:r>
              <a:rPr lang="zh-CN" altLang="en-US" dirty="0">
                <a:sym typeface="+mn-ea"/>
              </a:rPr>
              <a:t>图</a:t>
            </a:r>
            <a:endParaRPr lang="zh-CN" altLang="en-US" dirty="0"/>
          </a:p>
        </p:txBody>
      </p:sp>
      <p:sp>
        <p:nvSpPr>
          <p:cNvPr id="5" name="文本占位符 4">
            <a:extLst>
              <a:ext uri="{FF2B5EF4-FFF2-40B4-BE49-F238E27FC236}">
                <a16:creationId xmlns:a16="http://schemas.microsoft.com/office/drawing/2014/main" id="{02436DB0-50CD-7B3C-3369-848C2AEB5291}"/>
              </a:ext>
            </a:extLst>
          </p:cNvPr>
          <p:cNvSpPr>
            <a:spLocks noGrp="1"/>
          </p:cNvSpPr>
          <p:nvPr>
            <p:ph type="body" sz="quarter" idx="10"/>
          </p:nvPr>
        </p:nvSpPr>
        <p:spPr>
          <a:xfrm>
            <a:off x="900001" y="1322832"/>
            <a:ext cx="5196000" cy="400110"/>
          </a:xfrm>
        </p:spPr>
        <p:txBody>
          <a:bodyPr/>
          <a:lstStyle/>
          <a:p>
            <a:r>
              <a:rPr lang="en-US" altLang="zh-CN" dirty="0"/>
              <a:t>6.3.1 </a:t>
            </a:r>
            <a:r>
              <a:rPr lang="zh-CN" altLang="en-US" dirty="0"/>
              <a:t>用例图</a:t>
            </a:r>
          </a:p>
        </p:txBody>
      </p:sp>
      <p:cxnSp>
        <p:nvCxnSpPr>
          <p:cNvPr id="9" name="直接箭头连接符 8"/>
          <p:cNvCxnSpPr/>
          <p:nvPr/>
        </p:nvCxnSpPr>
        <p:spPr>
          <a:xfrm>
            <a:off x="1962785" y="5095240"/>
            <a:ext cx="1084580" cy="1905"/>
          </a:xfrm>
          <a:prstGeom prst="straightConnector1">
            <a:avLst/>
          </a:prstGeom>
          <a:ln>
            <a:solidFill>
              <a:schemeClr val="bg1"/>
            </a:solidFill>
            <a:tailEnd type="arrow"/>
          </a:ln>
        </p:spPr>
        <p:style>
          <a:lnRef idx="1">
            <a:schemeClr val="accent1"/>
          </a:lnRef>
          <a:fillRef idx="0">
            <a:schemeClr val="accent1"/>
          </a:fillRef>
          <a:effectRef idx="0">
            <a:schemeClr val="accent1"/>
          </a:effectRef>
          <a:fontRef idx="minor">
            <a:schemeClr val="tx1"/>
          </a:fontRef>
        </p:style>
      </p:cxnSp>
      <p:sp>
        <p:nvSpPr>
          <p:cNvPr id="90" name="右箭头"/>
          <p:cNvSpPr/>
          <p:nvPr/>
        </p:nvSpPr>
        <p:spPr>
          <a:xfrm flipH="1">
            <a:off x="1962785" y="4332605"/>
            <a:ext cx="1118235" cy="137160"/>
          </a:xfrm>
          <a:custGeom>
            <a:avLst/>
            <a:gdLst>
              <a:gd name="connsiteX0" fmla="*/ 1240677 w 4290025"/>
              <a:gd name="connsiteY0" fmla="*/ 0 h 1695451"/>
              <a:gd name="connsiteX1" fmla="*/ 1749568 w 4290025"/>
              <a:gd name="connsiteY1" fmla="*/ 0 h 1695451"/>
              <a:gd name="connsiteX2" fmla="*/ 776733 w 4290025"/>
              <a:gd name="connsiteY2" fmla="*/ 1329431 h 1695451"/>
              <a:gd name="connsiteX3" fmla="*/ 4290025 w 4290025"/>
              <a:gd name="connsiteY3" fmla="*/ 1329431 h 1695451"/>
              <a:gd name="connsiteX4" fmla="*/ 4290025 w 4290025"/>
              <a:gd name="connsiteY4" fmla="*/ 1695451 h 1695451"/>
              <a:gd name="connsiteX5" fmla="*/ 0 w 4290025"/>
              <a:gd name="connsiteY5" fmla="*/ 1695451 h 16954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290025" h="1695451">
                <a:moveTo>
                  <a:pt x="1240677" y="0"/>
                </a:moveTo>
                <a:lnTo>
                  <a:pt x="1749568" y="0"/>
                </a:lnTo>
                <a:lnTo>
                  <a:pt x="776733" y="1329431"/>
                </a:lnTo>
                <a:lnTo>
                  <a:pt x="4290025" y="1329431"/>
                </a:lnTo>
                <a:lnTo>
                  <a:pt x="4290025" y="1695451"/>
                </a:lnTo>
                <a:lnTo>
                  <a:pt x="0" y="1695451"/>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scene3d>
              <a:camera prst="orthographicFront"/>
              <a:lightRig rig="threePt" dir="t"/>
            </a:scene3d>
            <a:sp3d>
              <a:contourClr>
                <a:srgbClr val="FFFFFF"/>
              </a:contourClr>
            </a:sp3d>
          </a:bodyPr>
          <a:lstStyle>
            <a:defPPr>
              <a:defRPr lang="zh-CN"/>
            </a:defPPr>
            <a:lvl1pPr algn="l" rtl="0" eaLnBrk="0" fontAlgn="base" hangingPunct="0">
              <a:spcBef>
                <a:spcPct val="0"/>
              </a:spcBef>
              <a:spcAft>
                <a:spcPct val="0"/>
              </a:spcAft>
              <a:defRPr kern="1200">
                <a:solidFill>
                  <a:schemeClr val="lt1"/>
                </a:solidFill>
                <a:latin typeface="+mn-lt"/>
                <a:ea typeface="+mn-ea"/>
                <a:cs typeface="+mn-cs"/>
              </a:defRPr>
            </a:lvl1pPr>
            <a:lvl2pPr marL="457200" algn="l" rtl="0" eaLnBrk="0" fontAlgn="base" hangingPunct="0">
              <a:spcBef>
                <a:spcPct val="0"/>
              </a:spcBef>
              <a:spcAft>
                <a:spcPct val="0"/>
              </a:spcAft>
              <a:defRPr kern="1200">
                <a:solidFill>
                  <a:schemeClr val="lt1"/>
                </a:solidFill>
                <a:latin typeface="+mn-lt"/>
                <a:ea typeface="+mn-ea"/>
                <a:cs typeface="+mn-cs"/>
              </a:defRPr>
            </a:lvl2pPr>
            <a:lvl3pPr marL="914400" algn="l" rtl="0" eaLnBrk="0" fontAlgn="base" hangingPunct="0">
              <a:spcBef>
                <a:spcPct val="0"/>
              </a:spcBef>
              <a:spcAft>
                <a:spcPct val="0"/>
              </a:spcAft>
              <a:defRPr kern="1200">
                <a:solidFill>
                  <a:schemeClr val="lt1"/>
                </a:solidFill>
                <a:latin typeface="+mn-lt"/>
                <a:ea typeface="+mn-ea"/>
                <a:cs typeface="+mn-cs"/>
              </a:defRPr>
            </a:lvl3pPr>
            <a:lvl4pPr marL="1371600" algn="l" rtl="0" eaLnBrk="0" fontAlgn="base" hangingPunct="0">
              <a:spcBef>
                <a:spcPct val="0"/>
              </a:spcBef>
              <a:spcAft>
                <a:spcPct val="0"/>
              </a:spcAft>
              <a:defRPr kern="1200">
                <a:solidFill>
                  <a:schemeClr val="lt1"/>
                </a:solidFill>
                <a:latin typeface="+mn-lt"/>
                <a:ea typeface="+mn-ea"/>
                <a:cs typeface="+mn-cs"/>
              </a:defRPr>
            </a:lvl4pPr>
            <a:lvl5pPr marL="1828800" algn="l" rtl="0" eaLnBrk="0" fontAlgn="base" hangingPunct="0">
              <a:spcBef>
                <a:spcPct val="0"/>
              </a:spcBef>
              <a:spcAft>
                <a:spcPct val="0"/>
              </a:spcAft>
              <a:defRPr kern="1200">
                <a:solidFill>
                  <a:schemeClr val="lt1"/>
                </a:solidFill>
                <a:latin typeface="+mn-lt"/>
                <a:ea typeface="+mn-ea"/>
                <a:cs typeface="+mn-cs"/>
              </a:defRPr>
            </a:lvl5pPr>
            <a:lvl6pPr marL="2286000" algn="l" defTabSz="914400" rtl="0" eaLnBrk="1" latinLnBrk="0" hangingPunct="1">
              <a:defRPr kern="1200">
                <a:solidFill>
                  <a:schemeClr val="lt1"/>
                </a:solidFill>
                <a:latin typeface="+mn-lt"/>
                <a:ea typeface="+mn-ea"/>
                <a:cs typeface="+mn-cs"/>
              </a:defRPr>
            </a:lvl6pPr>
            <a:lvl7pPr marL="2743200" algn="l" defTabSz="914400" rtl="0" eaLnBrk="1" latinLnBrk="0" hangingPunct="1">
              <a:defRPr kern="1200">
                <a:solidFill>
                  <a:schemeClr val="lt1"/>
                </a:solidFill>
                <a:latin typeface="+mn-lt"/>
                <a:ea typeface="+mn-ea"/>
                <a:cs typeface="+mn-cs"/>
              </a:defRPr>
            </a:lvl7pPr>
            <a:lvl8pPr marL="3200400" algn="l" defTabSz="914400" rtl="0" eaLnBrk="1" latinLnBrk="0" hangingPunct="1">
              <a:defRPr kern="1200">
                <a:solidFill>
                  <a:schemeClr val="lt1"/>
                </a:solidFill>
                <a:latin typeface="+mn-lt"/>
                <a:ea typeface="+mn-ea"/>
                <a:cs typeface="+mn-cs"/>
              </a:defRPr>
            </a:lvl8pPr>
            <a:lvl9pPr marL="3657600" algn="l" defTabSz="914400" rtl="0" eaLnBrk="1" latinLnBrk="0" hangingPunct="1">
              <a:defRPr kern="1200">
                <a:solidFill>
                  <a:schemeClr val="lt1"/>
                </a:solidFill>
                <a:latin typeface="+mn-lt"/>
                <a:ea typeface="+mn-ea"/>
                <a:cs typeface="+mn-cs"/>
              </a:defRPr>
            </a:lvl9pPr>
          </a:lstStyle>
          <a:p>
            <a:pPr algn="ctr" eaLnBrk="1" fontAlgn="auto" hangingPunct="1">
              <a:spcBef>
                <a:spcPts val="0"/>
              </a:spcBef>
              <a:spcAft>
                <a:spcPts val="0"/>
              </a:spcAft>
              <a:defRPr/>
            </a:pPr>
            <a:endParaRPr lang="zh-CN" altLang="en-US">
              <a:solidFill>
                <a:srgbClr val="FFFFFF"/>
              </a:solidFill>
            </a:endParaRPr>
          </a:p>
        </p:txBody>
      </p:sp>
      <p:sp>
        <p:nvSpPr>
          <p:cNvPr id="2050" name="双向箭头"/>
          <p:cNvSpPr/>
          <p:nvPr/>
        </p:nvSpPr>
        <p:spPr bwMode="auto">
          <a:xfrm>
            <a:off x="1885950" y="5639435"/>
            <a:ext cx="1120140" cy="137160"/>
          </a:xfrm>
          <a:custGeom>
            <a:avLst/>
            <a:gdLst>
              <a:gd name="T0" fmla="*/ 227471085 w 5356"/>
              <a:gd name="T1" fmla="*/ 228095693 h 2003"/>
              <a:gd name="T2" fmla="*/ 227471085 w 5356"/>
              <a:gd name="T3" fmla="*/ 228095693 h 2003"/>
              <a:gd name="T4" fmla="*/ 227471085 w 5356"/>
              <a:gd name="T5" fmla="*/ 228095693 h 2003"/>
              <a:gd name="T6" fmla="*/ 227471085 w 5356"/>
              <a:gd name="T7" fmla="*/ 228095693 h 2003"/>
              <a:gd name="T8" fmla="*/ 227471085 w 5356"/>
              <a:gd name="T9" fmla="*/ 228095693 h 2003"/>
              <a:gd name="T10" fmla="*/ 227471085 w 5356"/>
              <a:gd name="T11" fmla="*/ 228095693 h 2003"/>
              <a:gd name="T12" fmla="*/ 227471085 w 5356"/>
              <a:gd name="T13" fmla="*/ 228095693 h 2003"/>
              <a:gd name="T14" fmla="*/ 227471085 w 5356"/>
              <a:gd name="T15" fmla="*/ 228095693 h 2003"/>
              <a:gd name="T16" fmla="*/ 227471085 w 5356"/>
              <a:gd name="T17" fmla="*/ 228095693 h 2003"/>
              <a:gd name="T18" fmla="*/ 227471085 w 5356"/>
              <a:gd name="T19" fmla="*/ 228095693 h 2003"/>
              <a:gd name="T20" fmla="*/ 227471085 w 5356"/>
              <a:gd name="T21" fmla="*/ 228095693 h 2003"/>
              <a:gd name="T22" fmla="*/ 227471085 w 5356"/>
              <a:gd name="T23" fmla="*/ 228095693 h 2003"/>
              <a:gd name="T24" fmla="*/ 227471085 w 5356"/>
              <a:gd name="T25" fmla="*/ 228095693 h 2003"/>
              <a:gd name="T26" fmla="*/ 227471085 w 5356"/>
              <a:gd name="T27" fmla="*/ 228095693 h 2003"/>
              <a:gd name="T28" fmla="*/ 227471085 w 5356"/>
              <a:gd name="T29" fmla="*/ 228095693 h 2003"/>
              <a:gd name="T30" fmla="*/ 227471085 w 5356"/>
              <a:gd name="T31" fmla="*/ 228095693 h 2003"/>
              <a:gd name="T32" fmla="*/ 227471085 w 5356"/>
              <a:gd name="T33" fmla="*/ 228095693 h 2003"/>
              <a:gd name="T34" fmla="*/ 227471085 w 5356"/>
              <a:gd name="T35" fmla="*/ 228095693 h 2003"/>
              <a:gd name="T36" fmla="*/ 227471085 w 5356"/>
              <a:gd name="T37" fmla="*/ 228095693 h 2003"/>
              <a:gd name="T38" fmla="*/ 227471085 w 5356"/>
              <a:gd name="T39" fmla="*/ 228095693 h 2003"/>
              <a:gd name="T40" fmla="*/ 227471085 w 5356"/>
              <a:gd name="T41" fmla="*/ 228095693 h 2003"/>
              <a:gd name="T42" fmla="*/ 227471085 w 5356"/>
              <a:gd name="T43" fmla="*/ 228095693 h 2003"/>
              <a:gd name="T44" fmla="*/ 227471085 w 5356"/>
              <a:gd name="T45" fmla="*/ 228095693 h 2003"/>
              <a:gd name="T46" fmla="*/ 227471085 w 5356"/>
              <a:gd name="T47" fmla="*/ 228095693 h 2003"/>
              <a:gd name="T48" fmla="*/ 227471085 w 5356"/>
              <a:gd name="T49" fmla="*/ 228095693 h 2003"/>
              <a:gd name="T50" fmla="*/ 227471085 w 5356"/>
              <a:gd name="T51" fmla="*/ 228095693 h 2003"/>
              <a:gd name="T52" fmla="*/ 227471085 w 5356"/>
              <a:gd name="T53" fmla="*/ 228095693 h 2003"/>
              <a:gd name="T54" fmla="*/ 227471085 w 5356"/>
              <a:gd name="T55" fmla="*/ 228095693 h 2003"/>
              <a:gd name="T56" fmla="*/ 227471085 w 5356"/>
              <a:gd name="T57" fmla="*/ 228095693 h 2003"/>
              <a:gd name="T58" fmla="*/ 227471085 w 5356"/>
              <a:gd name="T59" fmla="*/ 228095693 h 2003"/>
              <a:gd name="T60" fmla="*/ 227471085 w 5356"/>
              <a:gd name="T61" fmla="*/ 228095693 h 2003"/>
              <a:gd name="T62" fmla="*/ 227471085 w 5356"/>
              <a:gd name="T63" fmla="*/ 228095693 h 2003"/>
              <a:gd name="T64" fmla="*/ 227471085 w 5356"/>
              <a:gd name="T65" fmla="*/ 228095693 h 2003"/>
              <a:gd name="T66" fmla="*/ 227471085 w 5356"/>
              <a:gd name="T67" fmla="*/ 228095693 h 2003"/>
              <a:gd name="T68" fmla="*/ 227471085 w 5356"/>
              <a:gd name="T69" fmla="*/ 228095693 h 2003"/>
              <a:gd name="T70" fmla="*/ 227471085 w 5356"/>
              <a:gd name="T71" fmla="*/ 228095693 h 2003"/>
              <a:gd name="T72" fmla="*/ 227471085 w 5356"/>
              <a:gd name="T73" fmla="*/ 228095693 h 2003"/>
              <a:gd name="T74" fmla="*/ 227471085 w 5356"/>
              <a:gd name="T75" fmla="*/ 228095693 h 2003"/>
              <a:gd name="T76" fmla="*/ 227471085 w 5356"/>
              <a:gd name="T77" fmla="*/ 228095693 h 2003"/>
              <a:gd name="T78" fmla="*/ 227471085 w 5356"/>
              <a:gd name="T79" fmla="*/ 228095693 h 2003"/>
              <a:gd name="T80" fmla="*/ 227471085 w 5356"/>
              <a:gd name="T81" fmla="*/ 228095693 h 2003"/>
              <a:gd name="T82" fmla="*/ 227471085 w 5356"/>
              <a:gd name="T83" fmla="*/ 228095693 h 2003"/>
              <a:gd name="T84" fmla="*/ 227471085 w 5356"/>
              <a:gd name="T85" fmla="*/ 228095693 h 2003"/>
              <a:gd name="T86" fmla="*/ 227471085 w 5356"/>
              <a:gd name="T87" fmla="*/ 228095693 h 2003"/>
              <a:gd name="T88" fmla="*/ 227471085 w 5356"/>
              <a:gd name="T89" fmla="*/ 228095693 h 2003"/>
              <a:gd name="T90" fmla="*/ 227471085 w 5356"/>
              <a:gd name="T91" fmla="*/ 228095693 h 2003"/>
              <a:gd name="T92" fmla="*/ 227471085 w 5356"/>
              <a:gd name="T93" fmla="*/ 228095693 h 2003"/>
              <a:gd name="T94" fmla="*/ 227471085 w 5356"/>
              <a:gd name="T95" fmla="*/ 228095693 h 2003"/>
              <a:gd name="T96" fmla="*/ 227471085 w 5356"/>
              <a:gd name="T97" fmla="*/ 228095693 h 2003"/>
              <a:gd name="T98" fmla="*/ 227471085 w 5356"/>
              <a:gd name="T99" fmla="*/ 228095693 h 2003"/>
              <a:gd name="T100" fmla="*/ 227471085 w 5356"/>
              <a:gd name="T101" fmla="*/ 228095693 h 2003"/>
              <a:gd name="T102" fmla="*/ 227471085 w 5356"/>
              <a:gd name="T103" fmla="*/ 228095693 h 2003"/>
              <a:gd name="T104" fmla="*/ 227471085 w 5356"/>
              <a:gd name="T105" fmla="*/ 228095693 h 2003"/>
              <a:gd name="T106" fmla="*/ 227471085 w 5356"/>
              <a:gd name="T107" fmla="*/ 228095693 h 2003"/>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Lst>
            <a:ahLst/>
            <a:cxnLst>
              <a:cxn ang="T108">
                <a:pos x="T0" y="T1"/>
              </a:cxn>
              <a:cxn ang="T109">
                <a:pos x="T2" y="T3"/>
              </a:cxn>
              <a:cxn ang="T110">
                <a:pos x="T4" y="T5"/>
              </a:cxn>
              <a:cxn ang="T111">
                <a:pos x="T6" y="T7"/>
              </a:cxn>
              <a:cxn ang="T112">
                <a:pos x="T8" y="T9"/>
              </a:cxn>
              <a:cxn ang="T113">
                <a:pos x="T10" y="T11"/>
              </a:cxn>
              <a:cxn ang="T114">
                <a:pos x="T12" y="T13"/>
              </a:cxn>
              <a:cxn ang="T115">
                <a:pos x="T14" y="T15"/>
              </a:cxn>
              <a:cxn ang="T116">
                <a:pos x="T16" y="T17"/>
              </a:cxn>
              <a:cxn ang="T117">
                <a:pos x="T18" y="T19"/>
              </a:cxn>
              <a:cxn ang="T118">
                <a:pos x="T20" y="T21"/>
              </a:cxn>
              <a:cxn ang="T119">
                <a:pos x="T22" y="T23"/>
              </a:cxn>
              <a:cxn ang="T120">
                <a:pos x="T24" y="T25"/>
              </a:cxn>
              <a:cxn ang="T121">
                <a:pos x="T26" y="T27"/>
              </a:cxn>
              <a:cxn ang="T122">
                <a:pos x="T28" y="T29"/>
              </a:cxn>
              <a:cxn ang="T123">
                <a:pos x="T30" y="T31"/>
              </a:cxn>
              <a:cxn ang="T124">
                <a:pos x="T32" y="T33"/>
              </a:cxn>
              <a:cxn ang="T125">
                <a:pos x="T34" y="T35"/>
              </a:cxn>
              <a:cxn ang="T126">
                <a:pos x="T36" y="T37"/>
              </a:cxn>
              <a:cxn ang="T127">
                <a:pos x="T38" y="T39"/>
              </a:cxn>
              <a:cxn ang="T128">
                <a:pos x="T40" y="T41"/>
              </a:cxn>
              <a:cxn ang="T129">
                <a:pos x="T42" y="T43"/>
              </a:cxn>
              <a:cxn ang="T130">
                <a:pos x="T44" y="T45"/>
              </a:cxn>
              <a:cxn ang="T131">
                <a:pos x="T46" y="T47"/>
              </a:cxn>
              <a:cxn ang="T132">
                <a:pos x="T48" y="T49"/>
              </a:cxn>
              <a:cxn ang="T133">
                <a:pos x="T50" y="T51"/>
              </a:cxn>
              <a:cxn ang="T134">
                <a:pos x="T52" y="T53"/>
              </a:cxn>
              <a:cxn ang="T135">
                <a:pos x="T54" y="T55"/>
              </a:cxn>
              <a:cxn ang="T136">
                <a:pos x="T56" y="T57"/>
              </a:cxn>
              <a:cxn ang="T137">
                <a:pos x="T58" y="T59"/>
              </a:cxn>
              <a:cxn ang="T138">
                <a:pos x="T60" y="T61"/>
              </a:cxn>
              <a:cxn ang="T139">
                <a:pos x="T62" y="T63"/>
              </a:cxn>
              <a:cxn ang="T140">
                <a:pos x="T64" y="T65"/>
              </a:cxn>
              <a:cxn ang="T141">
                <a:pos x="T66" y="T67"/>
              </a:cxn>
              <a:cxn ang="T142">
                <a:pos x="T68" y="T69"/>
              </a:cxn>
              <a:cxn ang="T143">
                <a:pos x="T70" y="T71"/>
              </a:cxn>
              <a:cxn ang="T144">
                <a:pos x="T72" y="T73"/>
              </a:cxn>
              <a:cxn ang="T145">
                <a:pos x="T74" y="T75"/>
              </a:cxn>
              <a:cxn ang="T146">
                <a:pos x="T76" y="T77"/>
              </a:cxn>
              <a:cxn ang="T147">
                <a:pos x="T78" y="T79"/>
              </a:cxn>
              <a:cxn ang="T148">
                <a:pos x="T80" y="T81"/>
              </a:cxn>
              <a:cxn ang="T149">
                <a:pos x="T82" y="T83"/>
              </a:cxn>
              <a:cxn ang="T150">
                <a:pos x="T84" y="T85"/>
              </a:cxn>
              <a:cxn ang="T151">
                <a:pos x="T86" y="T87"/>
              </a:cxn>
              <a:cxn ang="T152">
                <a:pos x="T88" y="T89"/>
              </a:cxn>
              <a:cxn ang="T153">
                <a:pos x="T90" y="T91"/>
              </a:cxn>
              <a:cxn ang="T154">
                <a:pos x="T92" y="T93"/>
              </a:cxn>
              <a:cxn ang="T155">
                <a:pos x="T94" y="T95"/>
              </a:cxn>
              <a:cxn ang="T156">
                <a:pos x="T96" y="T97"/>
              </a:cxn>
              <a:cxn ang="T157">
                <a:pos x="T98" y="T99"/>
              </a:cxn>
              <a:cxn ang="T158">
                <a:pos x="T100" y="T101"/>
              </a:cxn>
              <a:cxn ang="T159">
                <a:pos x="T102" y="T103"/>
              </a:cxn>
              <a:cxn ang="T160">
                <a:pos x="T104" y="T105"/>
              </a:cxn>
              <a:cxn ang="T161">
                <a:pos x="T106" y="T107"/>
              </a:cxn>
            </a:cxnLst>
            <a:rect l="0" t="0" r="r" b="b"/>
            <a:pathLst>
              <a:path w="5356" h="2003">
                <a:moveTo>
                  <a:pt x="4544" y="908"/>
                </a:moveTo>
                <a:lnTo>
                  <a:pt x="4544" y="908"/>
                </a:lnTo>
                <a:lnTo>
                  <a:pt x="4516" y="886"/>
                </a:lnTo>
                <a:lnTo>
                  <a:pt x="4488" y="864"/>
                </a:lnTo>
                <a:lnTo>
                  <a:pt x="4462" y="841"/>
                </a:lnTo>
                <a:lnTo>
                  <a:pt x="4437" y="818"/>
                </a:lnTo>
                <a:lnTo>
                  <a:pt x="4411" y="794"/>
                </a:lnTo>
                <a:lnTo>
                  <a:pt x="4387" y="770"/>
                </a:lnTo>
                <a:lnTo>
                  <a:pt x="4364" y="746"/>
                </a:lnTo>
                <a:lnTo>
                  <a:pt x="4342" y="721"/>
                </a:lnTo>
                <a:lnTo>
                  <a:pt x="4320" y="695"/>
                </a:lnTo>
                <a:lnTo>
                  <a:pt x="4300" y="670"/>
                </a:lnTo>
                <a:lnTo>
                  <a:pt x="4280" y="643"/>
                </a:lnTo>
                <a:lnTo>
                  <a:pt x="4262" y="618"/>
                </a:lnTo>
                <a:lnTo>
                  <a:pt x="4244" y="590"/>
                </a:lnTo>
                <a:lnTo>
                  <a:pt x="4227" y="564"/>
                </a:lnTo>
                <a:lnTo>
                  <a:pt x="4211" y="536"/>
                </a:lnTo>
                <a:lnTo>
                  <a:pt x="4196" y="509"/>
                </a:lnTo>
                <a:lnTo>
                  <a:pt x="4182" y="482"/>
                </a:lnTo>
                <a:lnTo>
                  <a:pt x="4170" y="454"/>
                </a:lnTo>
                <a:lnTo>
                  <a:pt x="4157" y="425"/>
                </a:lnTo>
                <a:lnTo>
                  <a:pt x="4146" y="396"/>
                </a:lnTo>
                <a:lnTo>
                  <a:pt x="4135" y="366"/>
                </a:lnTo>
                <a:lnTo>
                  <a:pt x="4126" y="336"/>
                </a:lnTo>
                <a:lnTo>
                  <a:pt x="4117" y="305"/>
                </a:lnTo>
                <a:lnTo>
                  <a:pt x="4109" y="273"/>
                </a:lnTo>
                <a:lnTo>
                  <a:pt x="4102" y="241"/>
                </a:lnTo>
                <a:lnTo>
                  <a:pt x="4095" y="208"/>
                </a:lnTo>
                <a:lnTo>
                  <a:pt x="4089" y="175"/>
                </a:lnTo>
                <a:lnTo>
                  <a:pt x="4085" y="141"/>
                </a:lnTo>
                <a:lnTo>
                  <a:pt x="4081" y="107"/>
                </a:lnTo>
                <a:lnTo>
                  <a:pt x="4079" y="72"/>
                </a:lnTo>
                <a:lnTo>
                  <a:pt x="4077" y="36"/>
                </a:lnTo>
                <a:lnTo>
                  <a:pt x="4075" y="0"/>
                </a:lnTo>
                <a:lnTo>
                  <a:pt x="4102" y="0"/>
                </a:lnTo>
                <a:lnTo>
                  <a:pt x="4166" y="69"/>
                </a:lnTo>
                <a:lnTo>
                  <a:pt x="4232" y="137"/>
                </a:lnTo>
                <a:lnTo>
                  <a:pt x="4300" y="204"/>
                </a:lnTo>
                <a:lnTo>
                  <a:pt x="4369" y="269"/>
                </a:lnTo>
                <a:lnTo>
                  <a:pt x="4440" y="334"/>
                </a:lnTo>
                <a:lnTo>
                  <a:pt x="4513" y="398"/>
                </a:lnTo>
                <a:lnTo>
                  <a:pt x="4586" y="460"/>
                </a:lnTo>
                <a:lnTo>
                  <a:pt x="4662" y="523"/>
                </a:lnTo>
                <a:lnTo>
                  <a:pt x="4739" y="584"/>
                </a:lnTo>
                <a:lnTo>
                  <a:pt x="4820" y="645"/>
                </a:lnTo>
                <a:lnTo>
                  <a:pt x="4903" y="704"/>
                </a:lnTo>
                <a:lnTo>
                  <a:pt x="4989" y="764"/>
                </a:lnTo>
                <a:lnTo>
                  <a:pt x="5076" y="824"/>
                </a:lnTo>
                <a:lnTo>
                  <a:pt x="5167" y="884"/>
                </a:lnTo>
                <a:lnTo>
                  <a:pt x="5260" y="943"/>
                </a:lnTo>
                <a:lnTo>
                  <a:pt x="5356" y="1002"/>
                </a:lnTo>
                <a:lnTo>
                  <a:pt x="5356" y="1029"/>
                </a:lnTo>
                <a:lnTo>
                  <a:pt x="5260" y="1085"/>
                </a:lnTo>
                <a:lnTo>
                  <a:pt x="5167" y="1143"/>
                </a:lnTo>
                <a:lnTo>
                  <a:pt x="5076" y="1200"/>
                </a:lnTo>
                <a:lnTo>
                  <a:pt x="4989" y="1259"/>
                </a:lnTo>
                <a:lnTo>
                  <a:pt x="4903" y="1318"/>
                </a:lnTo>
                <a:lnTo>
                  <a:pt x="4820" y="1376"/>
                </a:lnTo>
                <a:lnTo>
                  <a:pt x="4739" y="1435"/>
                </a:lnTo>
                <a:lnTo>
                  <a:pt x="4662" y="1495"/>
                </a:lnTo>
                <a:lnTo>
                  <a:pt x="4586" y="1556"/>
                </a:lnTo>
                <a:lnTo>
                  <a:pt x="4513" y="1617"/>
                </a:lnTo>
                <a:lnTo>
                  <a:pt x="4440" y="1680"/>
                </a:lnTo>
                <a:lnTo>
                  <a:pt x="4369" y="1743"/>
                </a:lnTo>
                <a:lnTo>
                  <a:pt x="4300" y="1808"/>
                </a:lnTo>
                <a:lnTo>
                  <a:pt x="4232" y="1872"/>
                </a:lnTo>
                <a:lnTo>
                  <a:pt x="4166" y="1938"/>
                </a:lnTo>
                <a:lnTo>
                  <a:pt x="4102" y="2003"/>
                </a:lnTo>
                <a:lnTo>
                  <a:pt x="4075" y="2003"/>
                </a:lnTo>
                <a:lnTo>
                  <a:pt x="4077" y="1969"/>
                </a:lnTo>
                <a:lnTo>
                  <a:pt x="4079" y="1934"/>
                </a:lnTo>
                <a:lnTo>
                  <a:pt x="4081" y="1900"/>
                </a:lnTo>
                <a:lnTo>
                  <a:pt x="4085" y="1866"/>
                </a:lnTo>
                <a:lnTo>
                  <a:pt x="4089" y="1834"/>
                </a:lnTo>
                <a:lnTo>
                  <a:pt x="4095" y="1802"/>
                </a:lnTo>
                <a:lnTo>
                  <a:pt x="4102" y="1770"/>
                </a:lnTo>
                <a:lnTo>
                  <a:pt x="4109" y="1739"/>
                </a:lnTo>
                <a:lnTo>
                  <a:pt x="4117" y="1708"/>
                </a:lnTo>
                <a:lnTo>
                  <a:pt x="4126" y="1678"/>
                </a:lnTo>
                <a:lnTo>
                  <a:pt x="4135" y="1648"/>
                </a:lnTo>
                <a:lnTo>
                  <a:pt x="4146" y="1619"/>
                </a:lnTo>
                <a:lnTo>
                  <a:pt x="4157" y="1590"/>
                </a:lnTo>
                <a:lnTo>
                  <a:pt x="4170" y="1563"/>
                </a:lnTo>
                <a:lnTo>
                  <a:pt x="4182" y="1535"/>
                </a:lnTo>
                <a:lnTo>
                  <a:pt x="4196" y="1509"/>
                </a:lnTo>
                <a:lnTo>
                  <a:pt x="4211" y="1481"/>
                </a:lnTo>
                <a:lnTo>
                  <a:pt x="4227" y="1455"/>
                </a:lnTo>
                <a:lnTo>
                  <a:pt x="4244" y="1428"/>
                </a:lnTo>
                <a:lnTo>
                  <a:pt x="4262" y="1403"/>
                </a:lnTo>
                <a:lnTo>
                  <a:pt x="4280" y="1376"/>
                </a:lnTo>
                <a:lnTo>
                  <a:pt x="4300" y="1351"/>
                </a:lnTo>
                <a:lnTo>
                  <a:pt x="4320" y="1327"/>
                </a:lnTo>
                <a:lnTo>
                  <a:pt x="4342" y="1302"/>
                </a:lnTo>
                <a:lnTo>
                  <a:pt x="4364" y="1277"/>
                </a:lnTo>
                <a:lnTo>
                  <a:pt x="4387" y="1254"/>
                </a:lnTo>
                <a:lnTo>
                  <a:pt x="4411" y="1230"/>
                </a:lnTo>
                <a:lnTo>
                  <a:pt x="4437" y="1207"/>
                </a:lnTo>
                <a:lnTo>
                  <a:pt x="4462" y="1185"/>
                </a:lnTo>
                <a:lnTo>
                  <a:pt x="4488" y="1163"/>
                </a:lnTo>
                <a:lnTo>
                  <a:pt x="4516" y="1142"/>
                </a:lnTo>
                <a:lnTo>
                  <a:pt x="4544" y="1120"/>
                </a:lnTo>
                <a:lnTo>
                  <a:pt x="809" y="1120"/>
                </a:lnTo>
                <a:lnTo>
                  <a:pt x="837" y="1142"/>
                </a:lnTo>
                <a:lnTo>
                  <a:pt x="864" y="1163"/>
                </a:lnTo>
                <a:lnTo>
                  <a:pt x="891" y="1185"/>
                </a:lnTo>
                <a:lnTo>
                  <a:pt x="917" y="1207"/>
                </a:lnTo>
                <a:lnTo>
                  <a:pt x="942" y="1230"/>
                </a:lnTo>
                <a:lnTo>
                  <a:pt x="966" y="1254"/>
                </a:lnTo>
                <a:lnTo>
                  <a:pt x="989" y="1277"/>
                </a:lnTo>
                <a:lnTo>
                  <a:pt x="1012" y="1302"/>
                </a:lnTo>
                <a:lnTo>
                  <a:pt x="1032" y="1326"/>
                </a:lnTo>
                <a:lnTo>
                  <a:pt x="1053" y="1351"/>
                </a:lnTo>
                <a:lnTo>
                  <a:pt x="1073" y="1376"/>
                </a:lnTo>
                <a:lnTo>
                  <a:pt x="1091" y="1402"/>
                </a:lnTo>
                <a:lnTo>
                  <a:pt x="1110" y="1427"/>
                </a:lnTo>
                <a:lnTo>
                  <a:pt x="1127" y="1452"/>
                </a:lnTo>
                <a:lnTo>
                  <a:pt x="1142" y="1479"/>
                </a:lnTo>
                <a:lnTo>
                  <a:pt x="1157" y="1505"/>
                </a:lnTo>
                <a:lnTo>
                  <a:pt x="1170" y="1533"/>
                </a:lnTo>
                <a:lnTo>
                  <a:pt x="1184" y="1560"/>
                </a:lnTo>
                <a:lnTo>
                  <a:pt x="1196" y="1589"/>
                </a:lnTo>
                <a:lnTo>
                  <a:pt x="1207" y="1618"/>
                </a:lnTo>
                <a:lnTo>
                  <a:pt x="1218" y="1648"/>
                </a:lnTo>
                <a:lnTo>
                  <a:pt x="1228" y="1677"/>
                </a:lnTo>
                <a:lnTo>
                  <a:pt x="1237" y="1708"/>
                </a:lnTo>
                <a:lnTo>
                  <a:pt x="1245" y="1739"/>
                </a:lnTo>
                <a:lnTo>
                  <a:pt x="1252" y="1770"/>
                </a:lnTo>
                <a:lnTo>
                  <a:pt x="1259" y="1802"/>
                </a:lnTo>
                <a:lnTo>
                  <a:pt x="1265" y="1834"/>
                </a:lnTo>
                <a:lnTo>
                  <a:pt x="1269" y="1866"/>
                </a:lnTo>
                <a:lnTo>
                  <a:pt x="1273" y="1900"/>
                </a:lnTo>
                <a:lnTo>
                  <a:pt x="1276" y="1934"/>
                </a:lnTo>
                <a:lnTo>
                  <a:pt x="1279" y="1969"/>
                </a:lnTo>
                <a:lnTo>
                  <a:pt x="1280" y="2003"/>
                </a:lnTo>
                <a:lnTo>
                  <a:pt x="1251" y="2003"/>
                </a:lnTo>
                <a:lnTo>
                  <a:pt x="1187" y="1938"/>
                </a:lnTo>
                <a:lnTo>
                  <a:pt x="1121" y="1872"/>
                </a:lnTo>
                <a:lnTo>
                  <a:pt x="1054" y="1808"/>
                </a:lnTo>
                <a:lnTo>
                  <a:pt x="985" y="1743"/>
                </a:lnTo>
                <a:lnTo>
                  <a:pt x="915" y="1680"/>
                </a:lnTo>
                <a:lnTo>
                  <a:pt x="843" y="1618"/>
                </a:lnTo>
                <a:lnTo>
                  <a:pt x="769" y="1557"/>
                </a:lnTo>
                <a:lnTo>
                  <a:pt x="694" y="1497"/>
                </a:lnTo>
                <a:lnTo>
                  <a:pt x="616" y="1437"/>
                </a:lnTo>
                <a:lnTo>
                  <a:pt x="535" y="1377"/>
                </a:lnTo>
                <a:lnTo>
                  <a:pt x="453" y="1318"/>
                </a:lnTo>
                <a:lnTo>
                  <a:pt x="367" y="1259"/>
                </a:lnTo>
                <a:lnTo>
                  <a:pt x="279" y="1200"/>
                </a:lnTo>
                <a:lnTo>
                  <a:pt x="189" y="1143"/>
                </a:lnTo>
                <a:lnTo>
                  <a:pt x="96" y="1085"/>
                </a:lnTo>
                <a:lnTo>
                  <a:pt x="0" y="1029"/>
                </a:lnTo>
                <a:lnTo>
                  <a:pt x="0" y="1002"/>
                </a:lnTo>
                <a:lnTo>
                  <a:pt x="96" y="943"/>
                </a:lnTo>
                <a:lnTo>
                  <a:pt x="188" y="884"/>
                </a:lnTo>
                <a:lnTo>
                  <a:pt x="279" y="824"/>
                </a:lnTo>
                <a:lnTo>
                  <a:pt x="366" y="764"/>
                </a:lnTo>
                <a:lnTo>
                  <a:pt x="451" y="704"/>
                </a:lnTo>
                <a:lnTo>
                  <a:pt x="533" y="645"/>
                </a:lnTo>
                <a:lnTo>
                  <a:pt x="614" y="584"/>
                </a:lnTo>
                <a:lnTo>
                  <a:pt x="691" y="523"/>
                </a:lnTo>
                <a:lnTo>
                  <a:pt x="767" y="460"/>
                </a:lnTo>
                <a:lnTo>
                  <a:pt x="840" y="398"/>
                </a:lnTo>
                <a:lnTo>
                  <a:pt x="913" y="334"/>
                </a:lnTo>
                <a:lnTo>
                  <a:pt x="984" y="269"/>
                </a:lnTo>
                <a:lnTo>
                  <a:pt x="1053" y="204"/>
                </a:lnTo>
                <a:lnTo>
                  <a:pt x="1121" y="137"/>
                </a:lnTo>
                <a:lnTo>
                  <a:pt x="1187" y="69"/>
                </a:lnTo>
                <a:lnTo>
                  <a:pt x="1251" y="0"/>
                </a:lnTo>
                <a:lnTo>
                  <a:pt x="1280" y="0"/>
                </a:lnTo>
                <a:lnTo>
                  <a:pt x="1279" y="36"/>
                </a:lnTo>
                <a:lnTo>
                  <a:pt x="1276" y="72"/>
                </a:lnTo>
                <a:lnTo>
                  <a:pt x="1273" y="107"/>
                </a:lnTo>
                <a:lnTo>
                  <a:pt x="1269" y="141"/>
                </a:lnTo>
                <a:lnTo>
                  <a:pt x="1265" y="175"/>
                </a:lnTo>
                <a:lnTo>
                  <a:pt x="1259" y="208"/>
                </a:lnTo>
                <a:lnTo>
                  <a:pt x="1252" y="241"/>
                </a:lnTo>
                <a:lnTo>
                  <a:pt x="1245" y="273"/>
                </a:lnTo>
                <a:lnTo>
                  <a:pt x="1237" y="305"/>
                </a:lnTo>
                <a:lnTo>
                  <a:pt x="1228" y="336"/>
                </a:lnTo>
                <a:lnTo>
                  <a:pt x="1218" y="366"/>
                </a:lnTo>
                <a:lnTo>
                  <a:pt x="1207" y="396"/>
                </a:lnTo>
                <a:lnTo>
                  <a:pt x="1196" y="425"/>
                </a:lnTo>
                <a:lnTo>
                  <a:pt x="1184" y="454"/>
                </a:lnTo>
                <a:lnTo>
                  <a:pt x="1170" y="482"/>
                </a:lnTo>
                <a:lnTo>
                  <a:pt x="1157" y="509"/>
                </a:lnTo>
                <a:lnTo>
                  <a:pt x="1142" y="536"/>
                </a:lnTo>
                <a:lnTo>
                  <a:pt x="1127" y="564"/>
                </a:lnTo>
                <a:lnTo>
                  <a:pt x="1110" y="590"/>
                </a:lnTo>
                <a:lnTo>
                  <a:pt x="1091" y="618"/>
                </a:lnTo>
                <a:lnTo>
                  <a:pt x="1073" y="643"/>
                </a:lnTo>
                <a:lnTo>
                  <a:pt x="1053" y="670"/>
                </a:lnTo>
                <a:lnTo>
                  <a:pt x="1032" y="695"/>
                </a:lnTo>
                <a:lnTo>
                  <a:pt x="1012" y="721"/>
                </a:lnTo>
                <a:lnTo>
                  <a:pt x="989" y="746"/>
                </a:lnTo>
                <a:lnTo>
                  <a:pt x="966" y="770"/>
                </a:lnTo>
                <a:lnTo>
                  <a:pt x="942" y="794"/>
                </a:lnTo>
                <a:lnTo>
                  <a:pt x="917" y="818"/>
                </a:lnTo>
                <a:lnTo>
                  <a:pt x="891" y="841"/>
                </a:lnTo>
                <a:lnTo>
                  <a:pt x="864" y="864"/>
                </a:lnTo>
                <a:lnTo>
                  <a:pt x="837" y="886"/>
                </a:lnTo>
                <a:lnTo>
                  <a:pt x="809" y="908"/>
                </a:lnTo>
                <a:lnTo>
                  <a:pt x="4544" y="908"/>
                </a:lnTo>
                <a:close/>
              </a:path>
            </a:pathLst>
          </a:custGeom>
          <a:solidFill>
            <a:schemeClr val="bg1"/>
          </a:solidFill>
          <a:ln>
            <a:noFill/>
          </a:ln>
          <a:extLst>
            <a:ext uri="{91240B29-F687-4F45-9708-019B960494DF}">
              <a14:hiddenLine xmlns:a14="http://schemas.microsoft.com/office/drawing/2010/main" w="9525">
                <a:solidFill>
                  <a:srgbClr val="000000"/>
                </a:solidFill>
                <a:round/>
              </a14:hiddenLine>
            </a:ext>
          </a:extLst>
        </p:spPr>
        <p:txBody>
          <a:bodyPr/>
          <a:lstStyle>
            <a:defPPr>
              <a:defRPr lang="zh-CN"/>
            </a:defPPr>
            <a:lvl1pPr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1pPr>
            <a:lvl2pPr marL="4572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2pPr>
            <a:lvl3pPr marL="9144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3pPr>
            <a:lvl4pPr marL="13716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4pPr>
            <a:lvl5pPr marL="18288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5pPr>
            <a:lvl6pPr marL="2286000" algn="l" defTabSz="914400" rtl="0" eaLnBrk="1" latinLnBrk="0" hangingPunct="1">
              <a:defRPr kern="1200">
                <a:solidFill>
                  <a:schemeClr val="tx1"/>
                </a:solidFill>
                <a:latin typeface="Calibri" panose="020F0502020204030204" charset="0"/>
                <a:ea typeface="宋体" panose="02010600030101010101" pitchFamily="2" charset="-122"/>
                <a:cs typeface="+mn-cs"/>
              </a:defRPr>
            </a:lvl6pPr>
            <a:lvl7pPr marL="2743200" algn="l" defTabSz="914400" rtl="0" eaLnBrk="1" latinLnBrk="0" hangingPunct="1">
              <a:defRPr kern="1200">
                <a:solidFill>
                  <a:schemeClr val="tx1"/>
                </a:solidFill>
                <a:latin typeface="Calibri" panose="020F0502020204030204" charset="0"/>
                <a:ea typeface="宋体" panose="02010600030101010101" pitchFamily="2" charset="-122"/>
                <a:cs typeface="+mn-cs"/>
              </a:defRPr>
            </a:lvl7pPr>
            <a:lvl8pPr marL="3200400" algn="l" defTabSz="914400" rtl="0" eaLnBrk="1" latinLnBrk="0" hangingPunct="1">
              <a:defRPr kern="1200">
                <a:solidFill>
                  <a:schemeClr val="tx1"/>
                </a:solidFill>
                <a:latin typeface="Calibri" panose="020F0502020204030204" charset="0"/>
                <a:ea typeface="宋体" panose="02010600030101010101" pitchFamily="2" charset="-122"/>
                <a:cs typeface="+mn-cs"/>
              </a:defRPr>
            </a:lvl8pPr>
            <a:lvl9pPr marL="3657600" algn="l" defTabSz="914400" rtl="0" eaLnBrk="1" latinLnBrk="0" hangingPunct="1">
              <a:defRPr kern="1200">
                <a:solidFill>
                  <a:schemeClr val="tx1"/>
                </a:solidFill>
                <a:latin typeface="Calibri" panose="020F0502020204030204" charset="0"/>
                <a:ea typeface="宋体" panose="02010600030101010101" pitchFamily="2" charset="-122"/>
                <a:cs typeface="+mn-cs"/>
              </a:defRPr>
            </a:lvl9pPr>
          </a:lstStyle>
          <a:p>
            <a:endParaRPr lang="zh-CN" altLang="en-US" dirty="0">
              <a:ea typeface="微软雅黑" panose="020B0503020204020204" pitchFamily="34" charset="-122"/>
            </a:endParaRPr>
          </a:p>
        </p:txBody>
      </p:sp>
      <p:sp>
        <p:nvSpPr>
          <p:cNvPr id="11" name="直线箭头"/>
          <p:cNvSpPr/>
          <p:nvPr/>
        </p:nvSpPr>
        <p:spPr>
          <a:xfrm>
            <a:off x="2007235" y="5638800"/>
            <a:ext cx="1151255" cy="137795"/>
          </a:xfrm>
          <a:custGeom>
            <a:avLst/>
            <a:gdLst>
              <a:gd name="connsiteX0" fmla="*/ 360040 w 576064"/>
              <a:gd name="connsiteY0" fmla="*/ 0 h 250588"/>
              <a:gd name="connsiteX1" fmla="*/ 576064 w 576064"/>
              <a:gd name="connsiteY1" fmla="*/ 125294 h 250588"/>
              <a:gd name="connsiteX2" fmla="*/ 360040 w 576064"/>
              <a:gd name="connsiteY2" fmla="*/ 250588 h 250588"/>
              <a:gd name="connsiteX3" fmla="*/ 360040 w 576064"/>
              <a:gd name="connsiteY3" fmla="*/ 143294 h 250588"/>
              <a:gd name="connsiteX4" fmla="*/ 0 w 576064"/>
              <a:gd name="connsiteY4" fmla="*/ 143294 h 250588"/>
              <a:gd name="connsiteX5" fmla="*/ 0 w 576064"/>
              <a:gd name="connsiteY5" fmla="*/ 107294 h 250588"/>
              <a:gd name="connsiteX6" fmla="*/ 360040 w 576064"/>
              <a:gd name="connsiteY6" fmla="*/ 107294 h 2505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576064" h="250588">
                <a:moveTo>
                  <a:pt x="360040" y="0"/>
                </a:moveTo>
                <a:lnTo>
                  <a:pt x="576064" y="125294"/>
                </a:lnTo>
                <a:lnTo>
                  <a:pt x="360040" y="250588"/>
                </a:lnTo>
                <a:lnTo>
                  <a:pt x="360040" y="143294"/>
                </a:lnTo>
                <a:lnTo>
                  <a:pt x="0" y="143294"/>
                </a:lnTo>
                <a:lnTo>
                  <a:pt x="0" y="107294"/>
                </a:lnTo>
                <a:lnTo>
                  <a:pt x="360040" y="107294"/>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scene3d>
              <a:camera prst="orthographicFront"/>
              <a:lightRig rig="threePt" dir="t"/>
            </a:scene3d>
            <a:sp3d>
              <a:contourClr>
                <a:srgbClr val="FFFFFF"/>
              </a:contourClr>
            </a:sp3d>
          </a:bodyPr>
          <a:lstStyle>
            <a:defPPr>
              <a:defRPr lang="zh-CN"/>
            </a:defPPr>
            <a:lvl1pPr algn="l" rtl="0" eaLnBrk="0" fontAlgn="base" hangingPunct="0">
              <a:spcBef>
                <a:spcPct val="0"/>
              </a:spcBef>
              <a:spcAft>
                <a:spcPct val="0"/>
              </a:spcAft>
              <a:defRPr kern="1200">
                <a:solidFill>
                  <a:schemeClr val="lt1"/>
                </a:solidFill>
                <a:latin typeface="+mn-lt"/>
                <a:ea typeface="+mn-ea"/>
                <a:cs typeface="+mn-cs"/>
              </a:defRPr>
            </a:lvl1pPr>
            <a:lvl2pPr marL="457200" algn="l" rtl="0" eaLnBrk="0" fontAlgn="base" hangingPunct="0">
              <a:spcBef>
                <a:spcPct val="0"/>
              </a:spcBef>
              <a:spcAft>
                <a:spcPct val="0"/>
              </a:spcAft>
              <a:defRPr kern="1200">
                <a:solidFill>
                  <a:schemeClr val="lt1"/>
                </a:solidFill>
                <a:latin typeface="+mn-lt"/>
                <a:ea typeface="+mn-ea"/>
                <a:cs typeface="+mn-cs"/>
              </a:defRPr>
            </a:lvl2pPr>
            <a:lvl3pPr marL="914400" algn="l" rtl="0" eaLnBrk="0" fontAlgn="base" hangingPunct="0">
              <a:spcBef>
                <a:spcPct val="0"/>
              </a:spcBef>
              <a:spcAft>
                <a:spcPct val="0"/>
              </a:spcAft>
              <a:defRPr kern="1200">
                <a:solidFill>
                  <a:schemeClr val="lt1"/>
                </a:solidFill>
                <a:latin typeface="+mn-lt"/>
                <a:ea typeface="+mn-ea"/>
                <a:cs typeface="+mn-cs"/>
              </a:defRPr>
            </a:lvl3pPr>
            <a:lvl4pPr marL="1371600" algn="l" rtl="0" eaLnBrk="0" fontAlgn="base" hangingPunct="0">
              <a:spcBef>
                <a:spcPct val="0"/>
              </a:spcBef>
              <a:spcAft>
                <a:spcPct val="0"/>
              </a:spcAft>
              <a:defRPr kern="1200">
                <a:solidFill>
                  <a:schemeClr val="lt1"/>
                </a:solidFill>
                <a:latin typeface="+mn-lt"/>
                <a:ea typeface="+mn-ea"/>
                <a:cs typeface="+mn-cs"/>
              </a:defRPr>
            </a:lvl4pPr>
            <a:lvl5pPr marL="1828800" algn="l" rtl="0" eaLnBrk="0" fontAlgn="base" hangingPunct="0">
              <a:spcBef>
                <a:spcPct val="0"/>
              </a:spcBef>
              <a:spcAft>
                <a:spcPct val="0"/>
              </a:spcAft>
              <a:defRPr kern="1200">
                <a:solidFill>
                  <a:schemeClr val="lt1"/>
                </a:solidFill>
                <a:latin typeface="+mn-lt"/>
                <a:ea typeface="+mn-ea"/>
                <a:cs typeface="+mn-cs"/>
              </a:defRPr>
            </a:lvl5pPr>
            <a:lvl6pPr marL="2286000" algn="l" defTabSz="914400" rtl="0" eaLnBrk="1" latinLnBrk="0" hangingPunct="1">
              <a:defRPr kern="1200">
                <a:solidFill>
                  <a:schemeClr val="lt1"/>
                </a:solidFill>
                <a:latin typeface="+mn-lt"/>
                <a:ea typeface="+mn-ea"/>
                <a:cs typeface="+mn-cs"/>
              </a:defRPr>
            </a:lvl6pPr>
            <a:lvl7pPr marL="2743200" algn="l" defTabSz="914400" rtl="0" eaLnBrk="1" latinLnBrk="0" hangingPunct="1">
              <a:defRPr kern="1200">
                <a:solidFill>
                  <a:schemeClr val="lt1"/>
                </a:solidFill>
                <a:latin typeface="+mn-lt"/>
                <a:ea typeface="+mn-ea"/>
                <a:cs typeface="+mn-cs"/>
              </a:defRPr>
            </a:lvl7pPr>
            <a:lvl8pPr marL="3200400" algn="l" defTabSz="914400" rtl="0" eaLnBrk="1" latinLnBrk="0" hangingPunct="1">
              <a:defRPr kern="1200">
                <a:solidFill>
                  <a:schemeClr val="lt1"/>
                </a:solidFill>
                <a:latin typeface="+mn-lt"/>
                <a:ea typeface="+mn-ea"/>
                <a:cs typeface="+mn-cs"/>
              </a:defRPr>
            </a:lvl8pPr>
            <a:lvl9pPr marL="3657600" algn="l" defTabSz="914400" rtl="0" eaLnBrk="1" latinLnBrk="0" hangingPunct="1">
              <a:defRPr kern="1200">
                <a:solidFill>
                  <a:schemeClr val="lt1"/>
                </a:solidFill>
                <a:latin typeface="+mn-lt"/>
                <a:ea typeface="+mn-ea"/>
                <a:cs typeface="+mn-cs"/>
              </a:defRPr>
            </a:lvl9pPr>
          </a:lstStyle>
          <a:p>
            <a:pPr algn="ctr" eaLnBrk="1" fontAlgn="auto" hangingPunct="1">
              <a:spcBef>
                <a:spcPts val="0"/>
              </a:spcBef>
              <a:spcAft>
                <a:spcPts val="0"/>
              </a:spcAft>
              <a:defRPr/>
            </a:pPr>
            <a:endParaRPr lang="zh-CN" altLang="en-US">
              <a:solidFill>
                <a:srgbClr val="FFFFFF"/>
              </a:solidFill>
            </a:endParaRPr>
          </a:p>
        </p:txBody>
      </p:sp>
      <p:sp>
        <p:nvSpPr>
          <p:cNvPr id="27" name="Oval 15"/>
          <p:cNvSpPr>
            <a:spLocks noChangeArrowheads="1"/>
          </p:cNvSpPr>
          <p:nvPr>
            <p:custDataLst>
              <p:tags r:id="rId1"/>
            </p:custDataLst>
          </p:nvPr>
        </p:nvSpPr>
        <p:spPr bwMode="auto">
          <a:xfrm>
            <a:off x="1798955" y="2409825"/>
            <a:ext cx="3153410" cy="3182620"/>
          </a:xfrm>
          <a:prstGeom prst="ellipse">
            <a:avLst/>
          </a:prstGeom>
          <a:noFill/>
          <a:ln w="19050">
            <a:solidFill>
              <a:srgbClr val="4F5A71">
                <a:alpha val="50000"/>
              </a:srgbClr>
            </a:solidFill>
            <a:round/>
          </a:ln>
          <a:effectLst/>
          <a:extLst>
            <a:ext uri="{909E8E84-426E-40DD-AFC4-6F175D3DCCD1}">
              <a14:hiddenFill xmlns:a14="http://schemas.microsoft.com/office/drawing/2010/main">
                <a:solidFill>
                  <a:srgbClr val="4F5A71"/>
                </a:solidFill>
              </a14:hiddenFill>
            </a:ext>
            <a:ext uri="{AF507438-7753-43E0-B8FC-AC1667EBCBE1}">
              <a14:hiddenEffects xmlns:a14="http://schemas.microsoft.com/office/drawing/2010/main">
                <a:effectLst>
                  <a:outerShdw dist="35921" dir="2700000" algn="ctr" rotWithShape="0">
                    <a:srgbClr val="FFFFFF"/>
                  </a:outerShdw>
                </a:effectLst>
              </a14:hiddenEffects>
            </a:ext>
          </a:extLst>
        </p:spPr>
        <p:txBody>
          <a:bodyPr wrap="square" anchor="ctr">
            <a:normAutofit/>
          </a:bodyPr>
          <a:lstStyle/>
          <a:p>
            <a:pPr>
              <a:defRPr/>
            </a:pPr>
            <a:endParaRPr lang="zh-CN" altLang="en-US" sz="1350" kern="0" dirty="0">
              <a:solidFill>
                <a:sysClr val="windowText" lastClr="000000"/>
              </a:solidFill>
            </a:endParaRPr>
          </a:p>
        </p:txBody>
      </p:sp>
      <p:sp>
        <p:nvSpPr>
          <p:cNvPr id="6" name="Line 16"/>
          <p:cNvSpPr>
            <a:spLocks noChangeShapeType="1"/>
          </p:cNvSpPr>
          <p:nvPr>
            <p:custDataLst>
              <p:tags r:id="rId2"/>
            </p:custDataLst>
          </p:nvPr>
        </p:nvSpPr>
        <p:spPr bwMode="gray">
          <a:xfrm>
            <a:off x="1626235" y="4008120"/>
            <a:ext cx="3483610" cy="0"/>
          </a:xfrm>
          <a:prstGeom prst="line">
            <a:avLst/>
          </a:prstGeom>
          <a:noFill/>
          <a:ln w="28575">
            <a:solidFill>
              <a:srgbClr val="4F5A71">
                <a:alpha val="50000"/>
              </a:srgbClr>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FFFFFF"/>
                  </a:outerShdw>
                </a:effectLst>
              </a14:hiddenEffects>
            </a:ext>
          </a:extLst>
        </p:spPr>
        <p:txBody>
          <a:bodyPr wrap="square">
            <a:normAutofit fontScale="25000" lnSpcReduction="20000"/>
          </a:bodyPr>
          <a:lstStyle/>
          <a:p>
            <a:pPr>
              <a:defRPr/>
            </a:pPr>
            <a:endParaRPr lang="zh-CN" altLang="en-US" sz="1350" kern="0" dirty="0">
              <a:solidFill>
                <a:sysClr val="windowText" lastClr="000000"/>
              </a:solidFill>
            </a:endParaRPr>
          </a:p>
        </p:txBody>
      </p:sp>
      <p:sp>
        <p:nvSpPr>
          <p:cNvPr id="7" name="Line 17"/>
          <p:cNvSpPr>
            <a:spLocks noChangeShapeType="1"/>
          </p:cNvSpPr>
          <p:nvPr>
            <p:custDataLst>
              <p:tags r:id="rId3"/>
            </p:custDataLst>
          </p:nvPr>
        </p:nvSpPr>
        <p:spPr bwMode="gray">
          <a:xfrm>
            <a:off x="3368040" y="2174240"/>
            <a:ext cx="0" cy="3663950"/>
          </a:xfrm>
          <a:prstGeom prst="line">
            <a:avLst/>
          </a:prstGeom>
          <a:noFill/>
          <a:ln w="28575">
            <a:solidFill>
              <a:srgbClr val="4F5A71">
                <a:alpha val="50000"/>
              </a:srgbClr>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FFFFFF"/>
                  </a:outerShdw>
                </a:effectLst>
              </a14:hiddenEffects>
            </a:ext>
          </a:extLst>
        </p:spPr>
        <p:txBody>
          <a:bodyPr wrap="square">
            <a:normAutofit fontScale="25000" lnSpcReduction="20000"/>
          </a:bodyPr>
          <a:lstStyle/>
          <a:p>
            <a:pPr>
              <a:defRPr/>
            </a:pPr>
            <a:endParaRPr lang="zh-CN" altLang="en-US" sz="1350" kern="0" dirty="0">
              <a:solidFill>
                <a:sysClr val="windowText" lastClr="000000"/>
              </a:solidFill>
            </a:endParaRPr>
          </a:p>
        </p:txBody>
      </p:sp>
      <p:sp>
        <p:nvSpPr>
          <p:cNvPr id="31" name="Oval 10"/>
          <p:cNvSpPr>
            <a:spLocks noChangeArrowheads="1"/>
          </p:cNvSpPr>
          <p:nvPr>
            <p:custDataLst>
              <p:tags r:id="rId4"/>
            </p:custDataLst>
          </p:nvPr>
        </p:nvSpPr>
        <p:spPr bwMode="gray">
          <a:xfrm>
            <a:off x="1971675" y="2590165"/>
            <a:ext cx="2789555" cy="2811145"/>
          </a:xfrm>
          <a:prstGeom prst="ellipse">
            <a:avLst/>
          </a:prstGeom>
          <a:noFill/>
          <a:ln w="9525">
            <a:solidFill>
              <a:srgbClr val="4F5A71">
                <a:alpha val="50000"/>
              </a:srgbClr>
            </a:solidFill>
            <a:round/>
          </a:ln>
          <a:effectLst/>
          <a:extLst>
            <a:ext uri="{909E8E84-426E-40DD-AFC4-6F175D3DCCD1}">
              <a14:hiddenFill xmlns:a14="http://schemas.microsoft.com/office/drawing/2010/main">
                <a:solidFill>
                  <a:srgbClr val="4F5A71">
                    <a:alpha val="64999"/>
                  </a:srgbClr>
                </a:solidFill>
              </a14:hiddenFill>
            </a:ext>
            <a:ext uri="{AF507438-7753-43E0-B8FC-AC1667EBCBE1}">
              <a14:hiddenEffects xmlns:a14="http://schemas.microsoft.com/office/drawing/2010/main">
                <a:effectLst>
                  <a:outerShdw dist="35921" dir="2700000" algn="ctr" rotWithShape="0">
                    <a:srgbClr val="FFFFFF"/>
                  </a:outerShdw>
                </a:effectLst>
              </a14:hiddenEffects>
            </a:ext>
          </a:extLst>
        </p:spPr>
        <p:txBody>
          <a:bodyPr wrap="square" anchor="ctr">
            <a:normAutofit/>
          </a:bodyPr>
          <a:lstStyle/>
          <a:p>
            <a:pPr>
              <a:defRPr/>
            </a:pPr>
            <a:endParaRPr lang="zh-CN" altLang="en-US" sz="1350" kern="0" dirty="0">
              <a:solidFill>
                <a:sysClr val="windowText" lastClr="000000"/>
              </a:solidFill>
            </a:endParaRPr>
          </a:p>
        </p:txBody>
      </p:sp>
      <p:sp>
        <p:nvSpPr>
          <p:cNvPr id="8" name="Oval 13"/>
          <p:cNvSpPr>
            <a:spLocks noChangeArrowheads="1"/>
          </p:cNvSpPr>
          <p:nvPr>
            <p:custDataLst>
              <p:tags r:id="rId5"/>
            </p:custDataLst>
          </p:nvPr>
        </p:nvSpPr>
        <p:spPr bwMode="gray">
          <a:xfrm>
            <a:off x="2290445" y="2927350"/>
            <a:ext cx="2137410" cy="2181860"/>
          </a:xfrm>
          <a:prstGeom prst="ellipse">
            <a:avLst/>
          </a:prstGeom>
          <a:solidFill>
            <a:srgbClr val="4F5A71">
              <a:lumMod val="60000"/>
              <a:lumOff val="40000"/>
            </a:srgbClr>
          </a:solidFill>
          <a:ln w="0">
            <a:noFill/>
          </a:ln>
          <a:effectLst/>
        </p:spPr>
        <p:txBody>
          <a:bodyPr wrap="square" anchor="ctr">
            <a:normAutofit/>
          </a:bodyPr>
          <a:lstStyle/>
          <a:p>
            <a:pPr>
              <a:defRPr/>
            </a:pPr>
            <a:endParaRPr lang="zh-CN" altLang="en-US" sz="1350" kern="0" dirty="0">
              <a:solidFill>
                <a:sysClr val="windowText" lastClr="000000"/>
              </a:solidFill>
            </a:endParaRPr>
          </a:p>
        </p:txBody>
      </p:sp>
      <p:sp>
        <p:nvSpPr>
          <p:cNvPr id="10" name="KSO_GT1"/>
          <p:cNvSpPr>
            <a:spLocks noChangeArrowheads="1"/>
          </p:cNvSpPr>
          <p:nvPr>
            <p:custDataLst>
              <p:tags r:id="rId6"/>
            </p:custDataLst>
          </p:nvPr>
        </p:nvSpPr>
        <p:spPr bwMode="gray">
          <a:xfrm>
            <a:off x="2675255" y="3319780"/>
            <a:ext cx="1368425" cy="1397635"/>
          </a:xfrm>
          <a:prstGeom prst="ellipse">
            <a:avLst/>
          </a:prstGeom>
          <a:solidFill>
            <a:srgbClr val="4F5A71"/>
          </a:solidFill>
          <a:ln>
            <a:noFill/>
          </a:ln>
          <a:effectLst/>
        </p:spPr>
        <p:txBody>
          <a:bodyPr wrap="square" lIns="0" tIns="0" rIns="0" bIns="0" anchor="ctr">
            <a:normAutofit/>
          </a:bodyPr>
          <a:lstStyle/>
          <a:p>
            <a:pPr algn="ctr">
              <a:defRPr/>
            </a:pPr>
            <a:r>
              <a:rPr lang="zh-CN" altLang="en-US" sz="2400" kern="0" dirty="0">
                <a:solidFill>
                  <a:srgbClr val="FFFFFF"/>
                </a:solidFill>
                <a:latin typeface="微软雅黑 Light" panose="020B0502040204020203" pitchFamily="34" charset="-122"/>
                <a:ea typeface="黑体" panose="02010609060101010101" pitchFamily="49" charset="-122"/>
                <a:cs typeface="+mn-ea"/>
              </a:rPr>
              <a:t>执行者</a:t>
            </a:r>
          </a:p>
        </p:txBody>
      </p:sp>
      <p:sp>
        <p:nvSpPr>
          <p:cNvPr id="13" name="Oval 19"/>
          <p:cNvSpPr>
            <a:spLocks noChangeArrowheads="1"/>
          </p:cNvSpPr>
          <p:nvPr>
            <p:custDataLst>
              <p:tags r:id="rId7"/>
            </p:custDataLst>
          </p:nvPr>
        </p:nvSpPr>
        <p:spPr bwMode="gray">
          <a:xfrm>
            <a:off x="3789045" y="2355850"/>
            <a:ext cx="251460" cy="251460"/>
          </a:xfrm>
          <a:prstGeom prst="ellipse">
            <a:avLst/>
          </a:prstGeom>
          <a:solidFill>
            <a:srgbClr val="4F5A71"/>
          </a:solidFill>
          <a:ln w="12700">
            <a:solidFill>
              <a:srgbClr val="FFFFFF"/>
            </a:solidFill>
            <a:round/>
          </a:ln>
          <a:effectLst/>
        </p:spPr>
        <p:txBody>
          <a:bodyPr wrap="square" anchor="ctr">
            <a:normAutofit fontScale="55000" lnSpcReduction="20000"/>
          </a:bodyPr>
          <a:lstStyle/>
          <a:p>
            <a:pPr>
              <a:defRPr/>
            </a:pPr>
            <a:endParaRPr lang="zh-CN" altLang="en-US" sz="1350" kern="0" dirty="0">
              <a:solidFill>
                <a:sysClr val="windowText" lastClr="000000"/>
              </a:solidFill>
            </a:endParaRPr>
          </a:p>
        </p:txBody>
      </p:sp>
      <p:sp>
        <p:nvSpPr>
          <p:cNvPr id="42" name="文本框 41"/>
          <p:cNvSpPr txBox="1"/>
          <p:nvPr>
            <p:custDataLst>
              <p:tags r:id="rId8"/>
            </p:custDataLst>
          </p:nvPr>
        </p:nvSpPr>
        <p:spPr>
          <a:xfrm>
            <a:off x="4276090" y="2179955"/>
            <a:ext cx="4515485" cy="487680"/>
          </a:xfrm>
          <a:prstGeom prst="rect">
            <a:avLst/>
          </a:prstGeom>
          <a:noFill/>
        </p:spPr>
        <p:txBody>
          <a:bodyPr wrap="square" lIns="0" rIns="0">
            <a:normAutofit/>
          </a:bodyPr>
          <a:lstStyle/>
          <a:p>
            <a:pPr>
              <a:lnSpc>
                <a:spcPct val="130000"/>
              </a:lnSpc>
              <a:spcBef>
                <a:spcPts val="600"/>
              </a:spcBef>
              <a:defRPr/>
            </a:pPr>
            <a:r>
              <a:rPr lang="zh-CN" altLang="en-US" dirty="0"/>
              <a:t>执行者实际上就是类。</a:t>
            </a:r>
          </a:p>
        </p:txBody>
      </p:sp>
      <p:sp>
        <p:nvSpPr>
          <p:cNvPr id="44" name="Oval 19"/>
          <p:cNvSpPr>
            <a:spLocks noChangeArrowheads="1"/>
          </p:cNvSpPr>
          <p:nvPr>
            <p:custDataLst>
              <p:tags r:id="rId9"/>
            </p:custDataLst>
          </p:nvPr>
        </p:nvSpPr>
        <p:spPr bwMode="gray">
          <a:xfrm>
            <a:off x="4553585" y="3380105"/>
            <a:ext cx="251460" cy="251460"/>
          </a:xfrm>
          <a:prstGeom prst="ellipse">
            <a:avLst/>
          </a:prstGeom>
          <a:solidFill>
            <a:srgbClr val="4F5A71"/>
          </a:solidFill>
          <a:ln w="12700">
            <a:solidFill>
              <a:srgbClr val="FFFFFF"/>
            </a:solidFill>
            <a:round/>
          </a:ln>
          <a:effectLst/>
        </p:spPr>
        <p:txBody>
          <a:bodyPr wrap="square" anchor="ctr">
            <a:normAutofit fontScale="55000" lnSpcReduction="20000"/>
          </a:bodyPr>
          <a:lstStyle/>
          <a:p>
            <a:pPr>
              <a:defRPr/>
            </a:pPr>
            <a:endParaRPr lang="zh-CN" altLang="en-US" sz="1350" kern="0" dirty="0">
              <a:solidFill>
                <a:sysClr val="windowText" lastClr="000000"/>
              </a:solidFill>
            </a:endParaRPr>
          </a:p>
        </p:txBody>
      </p:sp>
      <p:sp>
        <p:nvSpPr>
          <p:cNvPr id="45" name="文本框 44"/>
          <p:cNvSpPr txBox="1"/>
          <p:nvPr>
            <p:custDataLst>
              <p:tags r:id="rId10"/>
            </p:custDataLst>
          </p:nvPr>
        </p:nvSpPr>
        <p:spPr>
          <a:xfrm>
            <a:off x="5025390" y="3242310"/>
            <a:ext cx="5185410" cy="487680"/>
          </a:xfrm>
          <a:prstGeom prst="rect">
            <a:avLst/>
          </a:prstGeom>
          <a:noFill/>
        </p:spPr>
        <p:txBody>
          <a:bodyPr wrap="square" lIns="0" rIns="0">
            <a:normAutofit/>
          </a:bodyPr>
          <a:lstStyle/>
          <a:p>
            <a:pPr>
              <a:lnSpc>
                <a:spcPct val="130000"/>
              </a:lnSpc>
              <a:spcBef>
                <a:spcPts val="600"/>
              </a:spcBef>
              <a:defRPr/>
            </a:pPr>
            <a:r>
              <a:rPr lang="zh-CN" altLang="en-US" dirty="0"/>
              <a:t>执行者是与系统交互的人或物。</a:t>
            </a:r>
          </a:p>
        </p:txBody>
      </p:sp>
      <p:sp>
        <p:nvSpPr>
          <p:cNvPr id="14" name="Oval 19"/>
          <p:cNvSpPr>
            <a:spLocks noChangeArrowheads="1"/>
          </p:cNvSpPr>
          <p:nvPr>
            <p:custDataLst>
              <p:tags r:id="rId11"/>
            </p:custDataLst>
          </p:nvPr>
        </p:nvSpPr>
        <p:spPr bwMode="gray">
          <a:xfrm>
            <a:off x="4553585" y="4406900"/>
            <a:ext cx="251460" cy="251460"/>
          </a:xfrm>
          <a:prstGeom prst="ellipse">
            <a:avLst/>
          </a:prstGeom>
          <a:solidFill>
            <a:srgbClr val="4F5A71"/>
          </a:solidFill>
          <a:ln w="12700">
            <a:solidFill>
              <a:srgbClr val="FFFFFF"/>
            </a:solidFill>
            <a:round/>
          </a:ln>
          <a:effectLst/>
        </p:spPr>
        <p:txBody>
          <a:bodyPr wrap="square" anchor="ctr">
            <a:normAutofit fontScale="55000" lnSpcReduction="20000"/>
          </a:bodyPr>
          <a:lstStyle/>
          <a:p>
            <a:pPr>
              <a:defRPr/>
            </a:pPr>
            <a:endParaRPr lang="zh-CN" altLang="en-US" sz="1350" kern="0" dirty="0">
              <a:solidFill>
                <a:sysClr val="windowText" lastClr="000000"/>
              </a:solidFill>
            </a:endParaRPr>
          </a:p>
        </p:txBody>
      </p:sp>
      <p:sp>
        <p:nvSpPr>
          <p:cNvPr id="52" name="文本框 51"/>
          <p:cNvSpPr txBox="1"/>
          <p:nvPr>
            <p:custDataLst>
              <p:tags r:id="rId12"/>
            </p:custDataLst>
          </p:nvPr>
        </p:nvSpPr>
        <p:spPr>
          <a:xfrm>
            <a:off x="5055870" y="4314825"/>
            <a:ext cx="5292725" cy="487680"/>
          </a:xfrm>
          <a:prstGeom prst="rect">
            <a:avLst/>
          </a:prstGeom>
          <a:noFill/>
        </p:spPr>
        <p:txBody>
          <a:bodyPr wrap="square" lIns="0" rIns="0">
            <a:normAutofit/>
          </a:bodyPr>
          <a:lstStyle/>
          <a:p>
            <a:pPr>
              <a:lnSpc>
                <a:spcPct val="130000"/>
              </a:lnSpc>
              <a:spcBef>
                <a:spcPts val="600"/>
              </a:spcBef>
              <a:defRPr/>
            </a:pPr>
            <a:r>
              <a:rPr lang="zh-CN" altLang="en-US" dirty="0"/>
              <a:t>执行者是能够使用某个功能的一类人或物。</a:t>
            </a:r>
          </a:p>
        </p:txBody>
      </p:sp>
      <p:sp>
        <p:nvSpPr>
          <p:cNvPr id="15" name="Oval 19"/>
          <p:cNvSpPr>
            <a:spLocks noChangeArrowheads="1"/>
          </p:cNvSpPr>
          <p:nvPr>
            <p:custDataLst>
              <p:tags r:id="rId13"/>
            </p:custDataLst>
          </p:nvPr>
        </p:nvSpPr>
        <p:spPr bwMode="gray">
          <a:xfrm>
            <a:off x="3790950" y="5406390"/>
            <a:ext cx="251460" cy="251460"/>
          </a:xfrm>
          <a:prstGeom prst="ellipse">
            <a:avLst/>
          </a:prstGeom>
          <a:solidFill>
            <a:srgbClr val="4F5A71"/>
          </a:solidFill>
          <a:ln w="12700">
            <a:solidFill>
              <a:srgbClr val="FFFFFF"/>
            </a:solidFill>
            <a:round/>
          </a:ln>
          <a:effectLst/>
        </p:spPr>
        <p:txBody>
          <a:bodyPr wrap="square" anchor="ctr">
            <a:normAutofit fontScale="55000" lnSpcReduction="20000"/>
          </a:bodyPr>
          <a:lstStyle/>
          <a:p>
            <a:pPr>
              <a:defRPr/>
            </a:pPr>
            <a:endParaRPr lang="zh-CN" altLang="en-US" sz="1350" kern="0" dirty="0">
              <a:solidFill>
                <a:sysClr val="windowText" lastClr="000000"/>
              </a:solidFill>
            </a:endParaRPr>
          </a:p>
        </p:txBody>
      </p:sp>
      <p:sp>
        <p:nvSpPr>
          <p:cNvPr id="55" name="文本框 54"/>
          <p:cNvSpPr txBox="1"/>
          <p:nvPr>
            <p:custDataLst>
              <p:tags r:id="rId14"/>
            </p:custDataLst>
          </p:nvPr>
        </p:nvSpPr>
        <p:spPr>
          <a:xfrm>
            <a:off x="4253230" y="5367655"/>
            <a:ext cx="6419850" cy="487680"/>
          </a:xfrm>
          <a:prstGeom prst="rect">
            <a:avLst/>
          </a:prstGeom>
          <a:noFill/>
        </p:spPr>
        <p:txBody>
          <a:bodyPr wrap="square" lIns="0" rIns="0">
            <a:normAutofit/>
          </a:bodyPr>
          <a:lstStyle/>
          <a:p>
            <a:pPr>
              <a:lnSpc>
                <a:spcPct val="130000"/>
              </a:lnSpc>
              <a:spcBef>
                <a:spcPts val="600"/>
              </a:spcBef>
              <a:defRPr/>
            </a:pPr>
            <a:r>
              <a:rPr lang="zh-CN" altLang="en-US" dirty="0"/>
              <a:t>执行者之间可以有一般－特殊关系。</a:t>
            </a:r>
          </a:p>
        </p:txBody>
      </p:sp>
      <p:sp>
        <p:nvSpPr>
          <p:cNvPr id="167" name="圆角矩形"/>
          <p:cNvSpPr/>
          <p:nvPr/>
        </p:nvSpPr>
        <p:spPr>
          <a:xfrm>
            <a:off x="6546215" y="824865"/>
            <a:ext cx="5318760" cy="780415"/>
          </a:xfrm>
          <a:prstGeom prst="roundRect">
            <a:avLst/>
          </a:prstGeom>
          <a:solidFill>
            <a:schemeClr val="accent3">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scene3d>
              <a:camera prst="orthographicFront"/>
              <a:lightRig rig="threePt" dir="t"/>
            </a:scene3d>
            <a:sp3d>
              <a:contourClr>
                <a:srgbClr val="FFFFFF"/>
              </a:contourClr>
            </a:sp3d>
          </a:bodyPr>
          <a:lstStyle>
            <a:defPPr>
              <a:defRPr lang="zh-CN"/>
            </a:defPPr>
            <a:lvl1pPr algn="l" rtl="0" eaLnBrk="0" fontAlgn="base" hangingPunct="0">
              <a:spcBef>
                <a:spcPct val="0"/>
              </a:spcBef>
              <a:spcAft>
                <a:spcPct val="0"/>
              </a:spcAft>
              <a:defRPr kern="1200">
                <a:solidFill>
                  <a:schemeClr val="lt1"/>
                </a:solidFill>
                <a:latin typeface="+mn-lt"/>
                <a:ea typeface="+mn-ea"/>
                <a:cs typeface="+mn-cs"/>
              </a:defRPr>
            </a:lvl1pPr>
            <a:lvl2pPr marL="457200" algn="l" rtl="0" eaLnBrk="0" fontAlgn="base" hangingPunct="0">
              <a:spcBef>
                <a:spcPct val="0"/>
              </a:spcBef>
              <a:spcAft>
                <a:spcPct val="0"/>
              </a:spcAft>
              <a:defRPr kern="1200">
                <a:solidFill>
                  <a:schemeClr val="lt1"/>
                </a:solidFill>
                <a:latin typeface="+mn-lt"/>
                <a:ea typeface="+mn-ea"/>
                <a:cs typeface="+mn-cs"/>
              </a:defRPr>
            </a:lvl2pPr>
            <a:lvl3pPr marL="914400" algn="l" rtl="0" eaLnBrk="0" fontAlgn="base" hangingPunct="0">
              <a:spcBef>
                <a:spcPct val="0"/>
              </a:spcBef>
              <a:spcAft>
                <a:spcPct val="0"/>
              </a:spcAft>
              <a:defRPr kern="1200">
                <a:solidFill>
                  <a:schemeClr val="lt1"/>
                </a:solidFill>
                <a:latin typeface="+mn-lt"/>
                <a:ea typeface="+mn-ea"/>
                <a:cs typeface="+mn-cs"/>
              </a:defRPr>
            </a:lvl3pPr>
            <a:lvl4pPr marL="1371600" algn="l" rtl="0" eaLnBrk="0" fontAlgn="base" hangingPunct="0">
              <a:spcBef>
                <a:spcPct val="0"/>
              </a:spcBef>
              <a:spcAft>
                <a:spcPct val="0"/>
              </a:spcAft>
              <a:defRPr kern="1200">
                <a:solidFill>
                  <a:schemeClr val="lt1"/>
                </a:solidFill>
                <a:latin typeface="+mn-lt"/>
                <a:ea typeface="+mn-ea"/>
                <a:cs typeface="+mn-cs"/>
              </a:defRPr>
            </a:lvl4pPr>
            <a:lvl5pPr marL="1828800" algn="l" rtl="0" eaLnBrk="0" fontAlgn="base" hangingPunct="0">
              <a:spcBef>
                <a:spcPct val="0"/>
              </a:spcBef>
              <a:spcAft>
                <a:spcPct val="0"/>
              </a:spcAft>
              <a:defRPr kern="1200">
                <a:solidFill>
                  <a:schemeClr val="lt1"/>
                </a:solidFill>
                <a:latin typeface="+mn-lt"/>
                <a:ea typeface="+mn-ea"/>
                <a:cs typeface="+mn-cs"/>
              </a:defRPr>
            </a:lvl5pPr>
            <a:lvl6pPr marL="2286000" algn="l" defTabSz="914400" rtl="0" eaLnBrk="1" latinLnBrk="0" hangingPunct="1">
              <a:defRPr kern="1200">
                <a:solidFill>
                  <a:schemeClr val="lt1"/>
                </a:solidFill>
                <a:latin typeface="+mn-lt"/>
                <a:ea typeface="+mn-ea"/>
                <a:cs typeface="+mn-cs"/>
              </a:defRPr>
            </a:lvl6pPr>
            <a:lvl7pPr marL="2743200" algn="l" defTabSz="914400" rtl="0" eaLnBrk="1" latinLnBrk="0" hangingPunct="1">
              <a:defRPr kern="1200">
                <a:solidFill>
                  <a:schemeClr val="lt1"/>
                </a:solidFill>
                <a:latin typeface="+mn-lt"/>
                <a:ea typeface="+mn-ea"/>
                <a:cs typeface="+mn-cs"/>
              </a:defRPr>
            </a:lvl7pPr>
            <a:lvl8pPr marL="3200400" algn="l" defTabSz="914400" rtl="0" eaLnBrk="1" latinLnBrk="0" hangingPunct="1">
              <a:defRPr kern="1200">
                <a:solidFill>
                  <a:schemeClr val="lt1"/>
                </a:solidFill>
                <a:latin typeface="+mn-lt"/>
                <a:ea typeface="+mn-ea"/>
                <a:cs typeface="+mn-cs"/>
              </a:defRPr>
            </a:lvl8pPr>
            <a:lvl9pPr marL="3657600" algn="l" defTabSz="914400" rtl="0" eaLnBrk="1" latinLnBrk="0" hangingPunct="1">
              <a:defRPr kern="1200">
                <a:solidFill>
                  <a:schemeClr val="lt1"/>
                </a:solidFill>
                <a:latin typeface="+mn-lt"/>
                <a:ea typeface="+mn-ea"/>
                <a:cs typeface="+mn-cs"/>
              </a:defRPr>
            </a:lvl9pPr>
          </a:lstStyle>
          <a:p>
            <a:pPr algn="l" eaLnBrk="1" fontAlgn="auto" hangingPunct="1">
              <a:spcBef>
                <a:spcPts val="0"/>
              </a:spcBef>
              <a:spcAft>
                <a:spcPts val="0"/>
              </a:spcAft>
              <a:defRPr/>
            </a:pPr>
            <a:r>
              <a:rPr lang="en-US" altLang="zh-CN">
                <a:solidFill>
                  <a:schemeClr val="bg2">
                    <a:lumMod val="50000"/>
                  </a:schemeClr>
                </a:solidFill>
              </a:rPr>
              <a:t>   </a:t>
            </a:r>
            <a:endParaRPr lang="zh-CN" altLang="en-US">
              <a:solidFill>
                <a:schemeClr val="bg2">
                  <a:lumMod val="50000"/>
                </a:schemeClr>
              </a:solidFill>
            </a:endParaRPr>
          </a:p>
        </p:txBody>
      </p:sp>
      <p:sp>
        <p:nvSpPr>
          <p:cNvPr id="16" name="学士帽"/>
          <p:cNvSpPr/>
          <p:nvPr/>
        </p:nvSpPr>
        <p:spPr bwMode="auto">
          <a:xfrm>
            <a:off x="6351270" y="611505"/>
            <a:ext cx="670560" cy="472440"/>
          </a:xfrm>
          <a:custGeom>
            <a:avLst/>
            <a:gdLst>
              <a:gd name="T0" fmla="*/ 1395067 w 3931"/>
              <a:gd name="T1" fmla="*/ 589725 h 2392"/>
              <a:gd name="T2" fmla="*/ 928365 w 3931"/>
              <a:gd name="T3" fmla="*/ 389484 h 2392"/>
              <a:gd name="T4" fmla="*/ 403040 w 3931"/>
              <a:gd name="T5" fmla="*/ 589725 h 2392"/>
              <a:gd name="T6" fmla="*/ 256480 w 3931"/>
              <a:gd name="T7" fmla="*/ 528782 h 2392"/>
              <a:gd name="T8" fmla="*/ 256480 w 3931"/>
              <a:gd name="T9" fmla="*/ 708403 h 2392"/>
              <a:gd name="T10" fmla="*/ 296326 w 3931"/>
              <a:gd name="T11" fmla="*/ 763389 h 2392"/>
              <a:gd name="T12" fmla="*/ 255564 w 3931"/>
              <a:gd name="T13" fmla="*/ 818375 h 2392"/>
              <a:gd name="T14" fmla="*/ 299074 w 3931"/>
              <a:gd name="T15" fmla="*/ 1011742 h 2392"/>
              <a:gd name="T16" fmla="*/ 170834 w 3931"/>
              <a:gd name="T17" fmla="*/ 1011742 h 2392"/>
              <a:gd name="T18" fmla="*/ 214802 w 3931"/>
              <a:gd name="T19" fmla="*/ 817458 h 2392"/>
              <a:gd name="T20" fmla="*/ 179078 w 3931"/>
              <a:gd name="T21" fmla="*/ 763389 h 2392"/>
              <a:gd name="T22" fmla="*/ 213428 w 3931"/>
              <a:gd name="T23" fmla="*/ 709777 h 2392"/>
              <a:gd name="T24" fmla="*/ 213428 w 3931"/>
              <a:gd name="T25" fmla="*/ 510911 h 2392"/>
              <a:gd name="T26" fmla="*/ 0 w 3931"/>
              <a:gd name="T27" fmla="*/ 421559 h 2392"/>
              <a:gd name="T28" fmla="*/ 938899 w 3931"/>
              <a:gd name="T29" fmla="*/ 0 h 2392"/>
              <a:gd name="T30" fmla="*/ 1800397 w 3931"/>
              <a:gd name="T31" fmla="*/ 427058 h 2392"/>
              <a:gd name="T32" fmla="*/ 1395067 w 3931"/>
              <a:gd name="T33" fmla="*/ 589725 h 2392"/>
              <a:gd name="T34" fmla="*/ 917831 w 3931"/>
              <a:gd name="T35" fmla="*/ 491208 h 2392"/>
              <a:gd name="T36" fmla="*/ 1341481 w 3931"/>
              <a:gd name="T37" fmla="*/ 635088 h 2392"/>
              <a:gd name="T38" fmla="*/ 1341481 w 3931"/>
              <a:gd name="T39" fmla="*/ 983791 h 2392"/>
              <a:gd name="T40" fmla="*/ 896306 w 3931"/>
              <a:gd name="T41" fmla="*/ 1096054 h 2392"/>
              <a:gd name="T42" fmla="*/ 503342 w 3931"/>
              <a:gd name="T43" fmla="*/ 983791 h 2392"/>
              <a:gd name="T44" fmla="*/ 503342 w 3931"/>
              <a:gd name="T45" fmla="*/ 635088 h 2392"/>
              <a:gd name="T46" fmla="*/ 917831 w 3931"/>
              <a:gd name="T47" fmla="*/ 491208 h 2392"/>
              <a:gd name="T48" fmla="*/ 912335 w 3931"/>
              <a:gd name="T49" fmla="*/ 1031904 h 2392"/>
              <a:gd name="T50" fmla="*/ 1254003 w 3931"/>
              <a:gd name="T51" fmla="*/ 946675 h 2392"/>
              <a:gd name="T52" fmla="*/ 912335 w 3931"/>
              <a:gd name="T53" fmla="*/ 860989 h 2392"/>
              <a:gd name="T54" fmla="*/ 571126 w 3931"/>
              <a:gd name="T55" fmla="*/ 946675 h 2392"/>
              <a:gd name="T56" fmla="*/ 912335 w 3931"/>
              <a:gd name="T57" fmla="*/ 1031904 h 2392"/>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Lst>
            <a:ahLst/>
            <a:cxnLst>
              <a:cxn ang="T58">
                <a:pos x="T0" y="T1"/>
              </a:cxn>
              <a:cxn ang="T59">
                <a:pos x="T2" y="T3"/>
              </a:cxn>
              <a:cxn ang="T60">
                <a:pos x="T4" y="T5"/>
              </a:cxn>
              <a:cxn ang="T61">
                <a:pos x="T6" y="T7"/>
              </a:cxn>
              <a:cxn ang="T62">
                <a:pos x="T8" y="T9"/>
              </a:cxn>
              <a:cxn ang="T63">
                <a:pos x="T10" y="T11"/>
              </a:cxn>
              <a:cxn ang="T64">
                <a:pos x="T12" y="T13"/>
              </a:cxn>
              <a:cxn ang="T65">
                <a:pos x="T14" y="T15"/>
              </a:cxn>
              <a:cxn ang="T66">
                <a:pos x="T16" y="T17"/>
              </a:cxn>
              <a:cxn ang="T67">
                <a:pos x="T18" y="T19"/>
              </a:cxn>
              <a:cxn ang="T68">
                <a:pos x="T20" y="T21"/>
              </a:cxn>
              <a:cxn ang="T69">
                <a:pos x="T22" y="T23"/>
              </a:cxn>
              <a:cxn ang="T70">
                <a:pos x="T24" y="T25"/>
              </a:cxn>
              <a:cxn ang="T71">
                <a:pos x="T26" y="T27"/>
              </a:cxn>
              <a:cxn ang="T72">
                <a:pos x="T28" y="T29"/>
              </a:cxn>
              <a:cxn ang="T73">
                <a:pos x="T30" y="T31"/>
              </a:cxn>
              <a:cxn ang="T74">
                <a:pos x="T32" y="T33"/>
              </a:cxn>
              <a:cxn ang="T75">
                <a:pos x="T34" y="T35"/>
              </a:cxn>
              <a:cxn ang="T76">
                <a:pos x="T36" y="T37"/>
              </a:cxn>
              <a:cxn ang="T77">
                <a:pos x="T38" y="T39"/>
              </a:cxn>
              <a:cxn ang="T78">
                <a:pos x="T40" y="T41"/>
              </a:cxn>
              <a:cxn ang="T79">
                <a:pos x="T42" y="T43"/>
              </a:cxn>
              <a:cxn ang="T80">
                <a:pos x="T44" y="T45"/>
              </a:cxn>
              <a:cxn ang="T81">
                <a:pos x="T46" y="T47"/>
              </a:cxn>
              <a:cxn ang="T82">
                <a:pos x="T48" y="T49"/>
              </a:cxn>
              <a:cxn ang="T83">
                <a:pos x="T50" y="T51"/>
              </a:cxn>
              <a:cxn ang="T84">
                <a:pos x="T52" y="T53"/>
              </a:cxn>
              <a:cxn ang="T85">
                <a:pos x="T54" y="T55"/>
              </a:cxn>
              <a:cxn ang="T86">
                <a:pos x="T56" y="T57"/>
              </a:cxn>
            </a:cxnLst>
            <a:rect l="0" t="0" r="r" b="b"/>
            <a:pathLst>
              <a:path w="3931" h="2392">
                <a:moveTo>
                  <a:pt x="3046" y="1287"/>
                </a:moveTo>
                <a:cubicBezTo>
                  <a:pt x="3046" y="1287"/>
                  <a:pt x="2618" y="850"/>
                  <a:pt x="2027" y="850"/>
                </a:cubicBezTo>
                <a:cubicBezTo>
                  <a:pt x="1450" y="850"/>
                  <a:pt x="880" y="1287"/>
                  <a:pt x="880" y="1287"/>
                </a:cubicBezTo>
                <a:cubicBezTo>
                  <a:pt x="560" y="1154"/>
                  <a:pt x="560" y="1154"/>
                  <a:pt x="560" y="1154"/>
                </a:cubicBezTo>
                <a:cubicBezTo>
                  <a:pt x="560" y="1546"/>
                  <a:pt x="560" y="1546"/>
                  <a:pt x="560" y="1546"/>
                </a:cubicBezTo>
                <a:cubicBezTo>
                  <a:pt x="610" y="1563"/>
                  <a:pt x="647" y="1610"/>
                  <a:pt x="647" y="1666"/>
                </a:cubicBezTo>
                <a:cubicBezTo>
                  <a:pt x="647" y="1723"/>
                  <a:pt x="609" y="1769"/>
                  <a:pt x="558" y="1786"/>
                </a:cubicBezTo>
                <a:cubicBezTo>
                  <a:pt x="653" y="2208"/>
                  <a:pt x="653" y="2208"/>
                  <a:pt x="653" y="2208"/>
                </a:cubicBezTo>
                <a:cubicBezTo>
                  <a:pt x="373" y="2208"/>
                  <a:pt x="373" y="2208"/>
                  <a:pt x="373" y="2208"/>
                </a:cubicBezTo>
                <a:cubicBezTo>
                  <a:pt x="469" y="1784"/>
                  <a:pt x="469" y="1784"/>
                  <a:pt x="469" y="1784"/>
                </a:cubicBezTo>
                <a:cubicBezTo>
                  <a:pt x="423" y="1764"/>
                  <a:pt x="391" y="1719"/>
                  <a:pt x="391" y="1666"/>
                </a:cubicBezTo>
                <a:cubicBezTo>
                  <a:pt x="391" y="1614"/>
                  <a:pt x="422" y="1570"/>
                  <a:pt x="466" y="1549"/>
                </a:cubicBezTo>
                <a:cubicBezTo>
                  <a:pt x="466" y="1115"/>
                  <a:pt x="466" y="1115"/>
                  <a:pt x="466" y="1115"/>
                </a:cubicBezTo>
                <a:cubicBezTo>
                  <a:pt x="0" y="920"/>
                  <a:pt x="0" y="920"/>
                  <a:pt x="0" y="920"/>
                </a:cubicBezTo>
                <a:cubicBezTo>
                  <a:pt x="2050" y="0"/>
                  <a:pt x="2050" y="0"/>
                  <a:pt x="2050" y="0"/>
                </a:cubicBezTo>
                <a:cubicBezTo>
                  <a:pt x="3931" y="932"/>
                  <a:pt x="3931" y="932"/>
                  <a:pt x="3931" y="932"/>
                </a:cubicBezTo>
                <a:lnTo>
                  <a:pt x="3046" y="1287"/>
                </a:lnTo>
                <a:close/>
                <a:moveTo>
                  <a:pt x="2004" y="1072"/>
                </a:moveTo>
                <a:cubicBezTo>
                  <a:pt x="2598" y="1072"/>
                  <a:pt x="2929" y="1386"/>
                  <a:pt x="2929" y="1386"/>
                </a:cubicBezTo>
                <a:cubicBezTo>
                  <a:pt x="2929" y="2147"/>
                  <a:pt x="2929" y="2147"/>
                  <a:pt x="2929" y="2147"/>
                </a:cubicBezTo>
                <a:cubicBezTo>
                  <a:pt x="2929" y="2147"/>
                  <a:pt x="2586" y="2392"/>
                  <a:pt x="1957" y="2392"/>
                </a:cubicBezTo>
                <a:cubicBezTo>
                  <a:pt x="1328" y="2392"/>
                  <a:pt x="1099" y="2147"/>
                  <a:pt x="1099" y="2147"/>
                </a:cubicBezTo>
                <a:cubicBezTo>
                  <a:pt x="1099" y="1386"/>
                  <a:pt x="1099" y="1386"/>
                  <a:pt x="1099" y="1386"/>
                </a:cubicBezTo>
                <a:cubicBezTo>
                  <a:pt x="1099" y="1386"/>
                  <a:pt x="1410" y="1072"/>
                  <a:pt x="2004" y="1072"/>
                </a:cubicBezTo>
                <a:close/>
                <a:moveTo>
                  <a:pt x="1992" y="2252"/>
                </a:moveTo>
                <a:cubicBezTo>
                  <a:pt x="2404" y="2252"/>
                  <a:pt x="2738" y="2168"/>
                  <a:pt x="2738" y="2066"/>
                </a:cubicBezTo>
                <a:cubicBezTo>
                  <a:pt x="2738" y="1963"/>
                  <a:pt x="2404" y="1879"/>
                  <a:pt x="1992" y="1879"/>
                </a:cubicBezTo>
                <a:cubicBezTo>
                  <a:pt x="1581" y="1879"/>
                  <a:pt x="1247" y="1963"/>
                  <a:pt x="1247" y="2066"/>
                </a:cubicBezTo>
                <a:cubicBezTo>
                  <a:pt x="1247" y="2168"/>
                  <a:pt x="1581" y="2252"/>
                  <a:pt x="1992" y="2252"/>
                </a:cubicBezTo>
                <a:close/>
              </a:path>
            </a:pathLst>
          </a:custGeom>
          <a:solidFill>
            <a:schemeClr val="accent5">
              <a:lumMod val="75000"/>
            </a:schemeClr>
          </a:solidFill>
          <a:ln>
            <a:noFill/>
          </a:ln>
          <a:extLst>
            <a:ext uri="{91240B29-F687-4F45-9708-019B960494DF}">
              <a14:hiddenLine xmlns:a14="http://schemas.microsoft.com/office/drawing/2010/main" w="9525">
                <a:solidFill>
                  <a:srgbClr val="000000"/>
                </a:solidFill>
                <a:round/>
              </a14:hiddenLine>
            </a:ext>
          </a:extLst>
        </p:spPr>
        <p:txBody>
          <a:bodyPr anchor="ctr" anchorCtr="1"/>
          <a:lstStyle>
            <a:defPPr>
              <a:defRPr lang="zh-CN"/>
            </a:defPPr>
            <a:lvl1pPr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1pPr>
            <a:lvl2pPr marL="4572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2pPr>
            <a:lvl3pPr marL="9144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3pPr>
            <a:lvl4pPr marL="13716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4pPr>
            <a:lvl5pPr marL="18288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5pPr>
            <a:lvl6pPr marL="2286000" algn="l" defTabSz="914400" rtl="0" eaLnBrk="1" latinLnBrk="0" hangingPunct="1">
              <a:defRPr kern="1200">
                <a:solidFill>
                  <a:schemeClr val="tx1"/>
                </a:solidFill>
                <a:latin typeface="Calibri" panose="020F0502020204030204" charset="0"/>
                <a:ea typeface="宋体" panose="02010600030101010101" pitchFamily="2" charset="-122"/>
                <a:cs typeface="+mn-cs"/>
              </a:defRPr>
            </a:lvl6pPr>
            <a:lvl7pPr marL="2743200" algn="l" defTabSz="914400" rtl="0" eaLnBrk="1" latinLnBrk="0" hangingPunct="1">
              <a:defRPr kern="1200">
                <a:solidFill>
                  <a:schemeClr val="tx1"/>
                </a:solidFill>
                <a:latin typeface="Calibri" panose="020F0502020204030204" charset="0"/>
                <a:ea typeface="宋体" panose="02010600030101010101" pitchFamily="2" charset="-122"/>
                <a:cs typeface="+mn-cs"/>
              </a:defRPr>
            </a:lvl7pPr>
            <a:lvl8pPr marL="3200400" algn="l" defTabSz="914400" rtl="0" eaLnBrk="1" latinLnBrk="0" hangingPunct="1">
              <a:defRPr kern="1200">
                <a:solidFill>
                  <a:schemeClr val="tx1"/>
                </a:solidFill>
                <a:latin typeface="Calibri" panose="020F0502020204030204" charset="0"/>
                <a:ea typeface="宋体" panose="02010600030101010101" pitchFamily="2" charset="-122"/>
                <a:cs typeface="+mn-cs"/>
              </a:defRPr>
            </a:lvl8pPr>
            <a:lvl9pPr marL="3657600" algn="l" defTabSz="914400" rtl="0" eaLnBrk="1" latinLnBrk="0" hangingPunct="1">
              <a:defRPr kern="1200">
                <a:solidFill>
                  <a:schemeClr val="tx1"/>
                </a:solidFill>
                <a:latin typeface="Calibri" panose="020F0502020204030204" charset="0"/>
                <a:ea typeface="宋体" panose="02010600030101010101" pitchFamily="2" charset="-122"/>
                <a:cs typeface="+mn-cs"/>
              </a:defRPr>
            </a:lvl9pPr>
          </a:lstStyle>
          <a:p>
            <a:endParaRPr lang="zh-CN" altLang="en-US" dirty="0">
              <a:ea typeface="微软雅黑" panose="020B0503020204020204" pitchFamily="34" charset="-122"/>
            </a:endParaRPr>
          </a:p>
        </p:txBody>
      </p:sp>
      <p:sp>
        <p:nvSpPr>
          <p:cNvPr id="35" name="文本框 34"/>
          <p:cNvSpPr txBox="1"/>
          <p:nvPr/>
        </p:nvSpPr>
        <p:spPr>
          <a:xfrm>
            <a:off x="6482715" y="1027168"/>
            <a:ext cx="5404485" cy="375809"/>
          </a:xfrm>
          <a:prstGeom prst="rect">
            <a:avLst/>
          </a:prstGeom>
          <a:noFill/>
        </p:spPr>
        <p:txBody>
          <a:bodyPr wrap="square" rtlCol="0">
            <a:spAutoFit/>
          </a:bodyPr>
          <a:lstStyle/>
          <a:p>
            <a:pPr marL="0" indent="0" algn="l" fontAlgn="auto">
              <a:lnSpc>
                <a:spcPct val="110000"/>
              </a:lnSpc>
            </a:pPr>
            <a:r>
              <a:rPr lang="en-US" dirty="0">
                <a:solidFill>
                  <a:schemeClr val="tx1"/>
                </a:solidFill>
                <a:latin typeface="微软雅黑" panose="020B0503020204020204" charset="-122"/>
                <a:ea typeface="微软雅黑" panose="020B0503020204020204" charset="-122"/>
                <a:sym typeface="+mn-ea"/>
              </a:rPr>
              <a:t>   </a:t>
            </a:r>
            <a:r>
              <a:rPr dirty="0">
                <a:solidFill>
                  <a:schemeClr val="tx1"/>
                </a:solidFill>
                <a:latin typeface="微软雅黑" panose="020B0503020204020204" charset="-122"/>
                <a:ea typeface="微软雅黑" panose="020B0503020204020204" charset="-122"/>
                <a:sym typeface="+mn-ea"/>
              </a:rPr>
              <a:t>执行者也称角色，用一个人形图案（     ）表示。</a:t>
            </a:r>
          </a:p>
        </p:txBody>
      </p:sp>
      <p:pic>
        <p:nvPicPr>
          <p:cNvPr id="2" name="图片 155"/>
          <p:cNvPicPr>
            <a:picLocks noChangeAspect="1"/>
          </p:cNvPicPr>
          <p:nvPr/>
        </p:nvPicPr>
        <p:blipFill>
          <a:blip r:embed="rId16" cstate="print"/>
          <a:stretch>
            <a:fillRect/>
          </a:stretch>
        </p:blipFill>
        <p:spPr>
          <a:xfrm>
            <a:off x="10486106" y="969645"/>
            <a:ext cx="283210" cy="490855"/>
          </a:xfrm>
          <a:prstGeom prst="rect">
            <a:avLst/>
          </a:prstGeom>
          <a:noFill/>
          <a:ln w="9525">
            <a:noFill/>
          </a:ln>
        </p:spPr>
      </p:pic>
    </p:spTree>
  </p:cSld>
  <p:clrMapOvr>
    <a:masterClrMapping/>
  </p:clrMapOvr>
  <p:transition>
    <p:diamond/>
  </p:transition>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694801" y="360000"/>
            <a:ext cx="5401200" cy="523220"/>
          </a:xfrm>
        </p:spPr>
        <p:txBody>
          <a:bodyPr>
            <a:normAutofit/>
          </a:bodyPr>
          <a:lstStyle/>
          <a:p>
            <a:r>
              <a:rPr lang="en-US" altLang="en-US" dirty="0">
                <a:sym typeface="+mn-ea"/>
              </a:rPr>
              <a:t>6.3 </a:t>
            </a:r>
            <a:r>
              <a:rPr lang="en-US" altLang="zh-CN" dirty="0">
                <a:sym typeface="+mn-ea"/>
              </a:rPr>
              <a:t>UML</a:t>
            </a:r>
            <a:r>
              <a:rPr lang="zh-CN" altLang="en-US" dirty="0">
                <a:sym typeface="+mn-ea"/>
              </a:rPr>
              <a:t>图</a:t>
            </a:r>
            <a:endParaRPr lang="zh-CN" altLang="en-US" dirty="0"/>
          </a:p>
        </p:txBody>
      </p:sp>
      <p:sp>
        <p:nvSpPr>
          <p:cNvPr id="9" name="文本占位符 8">
            <a:extLst>
              <a:ext uri="{FF2B5EF4-FFF2-40B4-BE49-F238E27FC236}">
                <a16:creationId xmlns:a16="http://schemas.microsoft.com/office/drawing/2014/main" id="{B66D6281-42A3-F5A2-EABE-36BD52F4BD6D}"/>
              </a:ext>
            </a:extLst>
          </p:cNvPr>
          <p:cNvSpPr>
            <a:spLocks noGrp="1"/>
          </p:cNvSpPr>
          <p:nvPr>
            <p:ph type="body" sz="quarter" idx="10"/>
          </p:nvPr>
        </p:nvSpPr>
        <p:spPr>
          <a:xfrm>
            <a:off x="900001" y="1322832"/>
            <a:ext cx="5196000" cy="400110"/>
          </a:xfrm>
        </p:spPr>
        <p:txBody>
          <a:bodyPr/>
          <a:lstStyle/>
          <a:p>
            <a:r>
              <a:rPr lang="en-US" altLang="zh-CN" dirty="0"/>
              <a:t>6.3.1 </a:t>
            </a:r>
            <a:r>
              <a:rPr lang="zh-CN" altLang="en-US" dirty="0"/>
              <a:t>用例图</a:t>
            </a:r>
          </a:p>
        </p:txBody>
      </p:sp>
      <p:grpSp>
        <p:nvGrpSpPr>
          <p:cNvPr id="5" name="组合 4"/>
          <p:cNvGrpSpPr/>
          <p:nvPr/>
        </p:nvGrpSpPr>
        <p:grpSpPr>
          <a:xfrm>
            <a:off x="0" y="2506345"/>
            <a:ext cx="12192000" cy="3171825"/>
            <a:chOff x="0" y="3947"/>
            <a:chExt cx="19200" cy="4995"/>
          </a:xfrm>
        </p:grpSpPr>
        <p:sp>
          <p:nvSpPr>
            <p:cNvPr id="6" name="矩形 5"/>
            <p:cNvSpPr/>
            <p:nvPr/>
          </p:nvSpPr>
          <p:spPr>
            <a:xfrm>
              <a:off x="0" y="3947"/>
              <a:ext cx="19200" cy="4995"/>
            </a:xfrm>
            <a:prstGeom prst="rect">
              <a:avLst/>
            </a:prstGeom>
            <a:solidFill>
              <a:schemeClr val="accent3">
                <a:lumMod val="75000"/>
              </a:schemeClr>
            </a:solidFill>
            <a:ln>
              <a:solidFill>
                <a:srgbClr val="00B0F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2" name="组合 1"/>
            <p:cNvGrpSpPr/>
            <p:nvPr/>
          </p:nvGrpSpPr>
          <p:grpSpPr>
            <a:xfrm>
              <a:off x="1188" y="4559"/>
              <a:ext cx="17610" cy="3770"/>
              <a:chOff x="1188" y="4559"/>
              <a:chExt cx="17610" cy="3770"/>
            </a:xfrm>
          </p:grpSpPr>
          <p:sp>
            <p:nvSpPr>
              <p:cNvPr id="7" name="矩形 6"/>
              <p:cNvSpPr/>
              <p:nvPr/>
            </p:nvSpPr>
            <p:spPr>
              <a:xfrm>
                <a:off x="1188" y="4559"/>
                <a:ext cx="10281" cy="3770"/>
              </a:xfrm>
              <a:prstGeom prst="rect">
                <a:avLst/>
              </a:prstGeom>
            </p:spPr>
            <p:txBody>
              <a:bodyPr wrap="square">
                <a:spAutoFit/>
              </a:bodyPr>
              <a:lstStyle/>
              <a:p>
                <a:pPr indent="457200">
                  <a:lnSpc>
                    <a:spcPct val="120000"/>
                  </a:lnSpc>
                  <a:defRPr/>
                </a:pPr>
                <a:r>
                  <a:rPr dirty="0">
                    <a:solidFill>
                      <a:schemeClr val="bg1"/>
                    </a:solidFill>
                    <a:ea typeface="微软雅黑" panose="020B0503020204020204" charset="-122"/>
                  </a:rPr>
                  <a:t>执行者和用例之间要交换信息，称为通信联系。执行者与用例之间用线段连接，表示两者之间进行通信联系。</a:t>
                </a:r>
              </a:p>
              <a:p>
                <a:pPr indent="457200">
                  <a:lnSpc>
                    <a:spcPct val="120000"/>
                  </a:lnSpc>
                  <a:defRPr/>
                </a:pPr>
                <a:r>
                  <a:rPr dirty="0">
                    <a:solidFill>
                      <a:schemeClr val="bg1"/>
                    </a:solidFill>
                    <a:ea typeface="微软雅黑" panose="020B0503020204020204" charset="-122"/>
                  </a:rPr>
                  <a:t>执行者不一定是一个具体的人，可能是使用该系统的其他系统或设备等，但都用人形图案来表示。执行者激活用例，并与用例交换信息。单个执行者可与多个用例联系；反过来，一个用例也可与多个执行者联系。对于同一个用例，不同执行者起的作用也可以不同。</a:t>
                </a:r>
              </a:p>
            </p:txBody>
          </p:sp>
          <p:pic>
            <p:nvPicPr>
              <p:cNvPr id="4" name="图片 3" descr="A000220150318F01PPIC.png"/>
              <p:cNvPicPr>
                <a:picLocks noChangeAspect="1"/>
              </p:cNvPicPr>
              <p:nvPr/>
            </p:nvPicPr>
            <p:blipFill>
              <a:blip r:embed="rId2" cstate="print"/>
              <a:stretch>
                <a:fillRect/>
              </a:stretch>
            </p:blipFill>
            <p:spPr>
              <a:xfrm>
                <a:off x="11917" y="4560"/>
                <a:ext cx="6881" cy="3132"/>
              </a:xfrm>
              <a:prstGeom prst="rect">
                <a:avLst/>
              </a:prstGeom>
            </p:spPr>
          </p:pic>
        </p:grpSp>
      </p:grpSp>
    </p:spTree>
  </p:cSld>
  <p:clrMapOvr>
    <a:masterClrMapping/>
  </p:clrMapOvr>
  <p:transition>
    <p:diamond/>
  </p:transition>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694801" y="360000"/>
            <a:ext cx="5401200" cy="523220"/>
          </a:xfrm>
        </p:spPr>
        <p:txBody>
          <a:bodyPr>
            <a:normAutofit/>
          </a:bodyPr>
          <a:lstStyle/>
          <a:p>
            <a:r>
              <a:rPr lang="en-US" altLang="en-US" dirty="0">
                <a:sym typeface="+mn-ea"/>
              </a:rPr>
              <a:t>6.3 </a:t>
            </a:r>
            <a:r>
              <a:rPr lang="en-US" altLang="zh-CN" dirty="0">
                <a:sym typeface="+mn-ea"/>
              </a:rPr>
              <a:t>UML</a:t>
            </a:r>
            <a:r>
              <a:rPr lang="zh-CN" altLang="en-US" dirty="0">
                <a:sym typeface="+mn-ea"/>
              </a:rPr>
              <a:t>图</a:t>
            </a:r>
            <a:endParaRPr lang="zh-CN" altLang="en-US" dirty="0"/>
          </a:p>
        </p:txBody>
      </p:sp>
      <p:sp>
        <p:nvSpPr>
          <p:cNvPr id="8" name="文本占位符 7">
            <a:extLst>
              <a:ext uri="{FF2B5EF4-FFF2-40B4-BE49-F238E27FC236}">
                <a16:creationId xmlns:a16="http://schemas.microsoft.com/office/drawing/2014/main" id="{2A2B351C-5058-ED0B-5BD9-1BE69E9C05C7}"/>
              </a:ext>
            </a:extLst>
          </p:cNvPr>
          <p:cNvSpPr>
            <a:spLocks noGrp="1"/>
          </p:cNvSpPr>
          <p:nvPr>
            <p:ph type="body" sz="quarter" idx="10"/>
          </p:nvPr>
        </p:nvSpPr>
        <p:spPr>
          <a:xfrm>
            <a:off x="900001" y="1322832"/>
            <a:ext cx="5196000" cy="400110"/>
          </a:xfrm>
        </p:spPr>
        <p:txBody>
          <a:bodyPr/>
          <a:lstStyle/>
          <a:p>
            <a:r>
              <a:rPr lang="en-US" altLang="zh-CN" dirty="0"/>
              <a:t>6.3.1 </a:t>
            </a:r>
            <a:r>
              <a:rPr lang="zh-CN" altLang="en-US" dirty="0"/>
              <a:t>用例图</a:t>
            </a:r>
          </a:p>
        </p:txBody>
      </p:sp>
      <p:cxnSp>
        <p:nvCxnSpPr>
          <p:cNvPr id="9" name="直接箭头连接符 8"/>
          <p:cNvCxnSpPr/>
          <p:nvPr/>
        </p:nvCxnSpPr>
        <p:spPr>
          <a:xfrm>
            <a:off x="1962785" y="5095240"/>
            <a:ext cx="1084580" cy="1905"/>
          </a:xfrm>
          <a:prstGeom prst="straightConnector1">
            <a:avLst/>
          </a:prstGeom>
          <a:ln>
            <a:solidFill>
              <a:schemeClr val="bg1"/>
            </a:solidFill>
            <a:tailEnd type="arrow"/>
          </a:ln>
        </p:spPr>
        <p:style>
          <a:lnRef idx="1">
            <a:schemeClr val="accent1"/>
          </a:lnRef>
          <a:fillRef idx="0">
            <a:schemeClr val="accent1"/>
          </a:fillRef>
          <a:effectRef idx="0">
            <a:schemeClr val="accent1"/>
          </a:effectRef>
          <a:fontRef idx="minor">
            <a:schemeClr val="tx1"/>
          </a:fontRef>
        </p:style>
      </p:cxnSp>
      <p:sp>
        <p:nvSpPr>
          <p:cNvPr id="90" name="右箭头"/>
          <p:cNvSpPr/>
          <p:nvPr/>
        </p:nvSpPr>
        <p:spPr>
          <a:xfrm flipH="1">
            <a:off x="1962785" y="4332605"/>
            <a:ext cx="1118235" cy="137160"/>
          </a:xfrm>
          <a:custGeom>
            <a:avLst/>
            <a:gdLst>
              <a:gd name="connsiteX0" fmla="*/ 1240677 w 4290025"/>
              <a:gd name="connsiteY0" fmla="*/ 0 h 1695451"/>
              <a:gd name="connsiteX1" fmla="*/ 1749568 w 4290025"/>
              <a:gd name="connsiteY1" fmla="*/ 0 h 1695451"/>
              <a:gd name="connsiteX2" fmla="*/ 776733 w 4290025"/>
              <a:gd name="connsiteY2" fmla="*/ 1329431 h 1695451"/>
              <a:gd name="connsiteX3" fmla="*/ 4290025 w 4290025"/>
              <a:gd name="connsiteY3" fmla="*/ 1329431 h 1695451"/>
              <a:gd name="connsiteX4" fmla="*/ 4290025 w 4290025"/>
              <a:gd name="connsiteY4" fmla="*/ 1695451 h 1695451"/>
              <a:gd name="connsiteX5" fmla="*/ 0 w 4290025"/>
              <a:gd name="connsiteY5" fmla="*/ 1695451 h 16954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290025" h="1695451">
                <a:moveTo>
                  <a:pt x="1240677" y="0"/>
                </a:moveTo>
                <a:lnTo>
                  <a:pt x="1749568" y="0"/>
                </a:lnTo>
                <a:lnTo>
                  <a:pt x="776733" y="1329431"/>
                </a:lnTo>
                <a:lnTo>
                  <a:pt x="4290025" y="1329431"/>
                </a:lnTo>
                <a:lnTo>
                  <a:pt x="4290025" y="1695451"/>
                </a:lnTo>
                <a:lnTo>
                  <a:pt x="0" y="1695451"/>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scene3d>
              <a:camera prst="orthographicFront"/>
              <a:lightRig rig="threePt" dir="t"/>
            </a:scene3d>
            <a:sp3d>
              <a:contourClr>
                <a:srgbClr val="FFFFFF"/>
              </a:contourClr>
            </a:sp3d>
          </a:bodyPr>
          <a:lstStyle>
            <a:defPPr>
              <a:defRPr lang="zh-CN"/>
            </a:defPPr>
            <a:lvl1pPr algn="l" rtl="0" eaLnBrk="0" fontAlgn="base" hangingPunct="0">
              <a:spcBef>
                <a:spcPct val="0"/>
              </a:spcBef>
              <a:spcAft>
                <a:spcPct val="0"/>
              </a:spcAft>
              <a:defRPr kern="1200">
                <a:solidFill>
                  <a:schemeClr val="lt1"/>
                </a:solidFill>
                <a:latin typeface="+mn-lt"/>
                <a:ea typeface="+mn-ea"/>
                <a:cs typeface="+mn-cs"/>
              </a:defRPr>
            </a:lvl1pPr>
            <a:lvl2pPr marL="457200" algn="l" rtl="0" eaLnBrk="0" fontAlgn="base" hangingPunct="0">
              <a:spcBef>
                <a:spcPct val="0"/>
              </a:spcBef>
              <a:spcAft>
                <a:spcPct val="0"/>
              </a:spcAft>
              <a:defRPr kern="1200">
                <a:solidFill>
                  <a:schemeClr val="lt1"/>
                </a:solidFill>
                <a:latin typeface="+mn-lt"/>
                <a:ea typeface="+mn-ea"/>
                <a:cs typeface="+mn-cs"/>
              </a:defRPr>
            </a:lvl2pPr>
            <a:lvl3pPr marL="914400" algn="l" rtl="0" eaLnBrk="0" fontAlgn="base" hangingPunct="0">
              <a:spcBef>
                <a:spcPct val="0"/>
              </a:spcBef>
              <a:spcAft>
                <a:spcPct val="0"/>
              </a:spcAft>
              <a:defRPr kern="1200">
                <a:solidFill>
                  <a:schemeClr val="lt1"/>
                </a:solidFill>
                <a:latin typeface="+mn-lt"/>
                <a:ea typeface="+mn-ea"/>
                <a:cs typeface="+mn-cs"/>
              </a:defRPr>
            </a:lvl3pPr>
            <a:lvl4pPr marL="1371600" algn="l" rtl="0" eaLnBrk="0" fontAlgn="base" hangingPunct="0">
              <a:spcBef>
                <a:spcPct val="0"/>
              </a:spcBef>
              <a:spcAft>
                <a:spcPct val="0"/>
              </a:spcAft>
              <a:defRPr kern="1200">
                <a:solidFill>
                  <a:schemeClr val="lt1"/>
                </a:solidFill>
                <a:latin typeface="+mn-lt"/>
                <a:ea typeface="+mn-ea"/>
                <a:cs typeface="+mn-cs"/>
              </a:defRPr>
            </a:lvl4pPr>
            <a:lvl5pPr marL="1828800" algn="l" rtl="0" eaLnBrk="0" fontAlgn="base" hangingPunct="0">
              <a:spcBef>
                <a:spcPct val="0"/>
              </a:spcBef>
              <a:spcAft>
                <a:spcPct val="0"/>
              </a:spcAft>
              <a:defRPr kern="1200">
                <a:solidFill>
                  <a:schemeClr val="lt1"/>
                </a:solidFill>
                <a:latin typeface="+mn-lt"/>
                <a:ea typeface="+mn-ea"/>
                <a:cs typeface="+mn-cs"/>
              </a:defRPr>
            </a:lvl5pPr>
            <a:lvl6pPr marL="2286000" algn="l" defTabSz="914400" rtl="0" eaLnBrk="1" latinLnBrk="0" hangingPunct="1">
              <a:defRPr kern="1200">
                <a:solidFill>
                  <a:schemeClr val="lt1"/>
                </a:solidFill>
                <a:latin typeface="+mn-lt"/>
                <a:ea typeface="+mn-ea"/>
                <a:cs typeface="+mn-cs"/>
              </a:defRPr>
            </a:lvl6pPr>
            <a:lvl7pPr marL="2743200" algn="l" defTabSz="914400" rtl="0" eaLnBrk="1" latinLnBrk="0" hangingPunct="1">
              <a:defRPr kern="1200">
                <a:solidFill>
                  <a:schemeClr val="lt1"/>
                </a:solidFill>
                <a:latin typeface="+mn-lt"/>
                <a:ea typeface="+mn-ea"/>
                <a:cs typeface="+mn-cs"/>
              </a:defRPr>
            </a:lvl7pPr>
            <a:lvl8pPr marL="3200400" algn="l" defTabSz="914400" rtl="0" eaLnBrk="1" latinLnBrk="0" hangingPunct="1">
              <a:defRPr kern="1200">
                <a:solidFill>
                  <a:schemeClr val="lt1"/>
                </a:solidFill>
                <a:latin typeface="+mn-lt"/>
                <a:ea typeface="+mn-ea"/>
                <a:cs typeface="+mn-cs"/>
              </a:defRPr>
            </a:lvl8pPr>
            <a:lvl9pPr marL="3657600" algn="l" defTabSz="914400" rtl="0" eaLnBrk="1" latinLnBrk="0" hangingPunct="1">
              <a:defRPr kern="1200">
                <a:solidFill>
                  <a:schemeClr val="lt1"/>
                </a:solidFill>
                <a:latin typeface="+mn-lt"/>
                <a:ea typeface="+mn-ea"/>
                <a:cs typeface="+mn-cs"/>
              </a:defRPr>
            </a:lvl9pPr>
          </a:lstStyle>
          <a:p>
            <a:pPr algn="ctr" eaLnBrk="1" fontAlgn="auto" hangingPunct="1">
              <a:spcBef>
                <a:spcPts val="0"/>
              </a:spcBef>
              <a:spcAft>
                <a:spcPts val="0"/>
              </a:spcAft>
              <a:defRPr/>
            </a:pPr>
            <a:endParaRPr lang="zh-CN" altLang="en-US">
              <a:solidFill>
                <a:srgbClr val="FFFFFF"/>
              </a:solidFill>
            </a:endParaRPr>
          </a:p>
        </p:txBody>
      </p:sp>
      <p:grpSp>
        <p:nvGrpSpPr>
          <p:cNvPr id="12" name="组合 11"/>
          <p:cNvGrpSpPr/>
          <p:nvPr/>
        </p:nvGrpSpPr>
        <p:grpSpPr>
          <a:xfrm>
            <a:off x="1885950" y="5638800"/>
            <a:ext cx="1271905" cy="137795"/>
            <a:chOff x="3091" y="8880"/>
            <a:chExt cx="2003" cy="217"/>
          </a:xfrm>
        </p:grpSpPr>
        <p:sp>
          <p:nvSpPr>
            <p:cNvPr id="2050" name="双向箭头"/>
            <p:cNvSpPr/>
            <p:nvPr/>
          </p:nvSpPr>
          <p:spPr bwMode="auto">
            <a:xfrm>
              <a:off x="3091" y="8881"/>
              <a:ext cx="1764" cy="216"/>
            </a:xfrm>
            <a:custGeom>
              <a:avLst/>
              <a:gdLst>
                <a:gd name="T0" fmla="*/ 227471085 w 5356"/>
                <a:gd name="T1" fmla="*/ 228095693 h 2003"/>
                <a:gd name="T2" fmla="*/ 227471085 w 5356"/>
                <a:gd name="T3" fmla="*/ 228095693 h 2003"/>
                <a:gd name="T4" fmla="*/ 227471085 w 5356"/>
                <a:gd name="T5" fmla="*/ 228095693 h 2003"/>
                <a:gd name="T6" fmla="*/ 227471085 w 5356"/>
                <a:gd name="T7" fmla="*/ 228095693 h 2003"/>
                <a:gd name="T8" fmla="*/ 227471085 w 5356"/>
                <a:gd name="T9" fmla="*/ 228095693 h 2003"/>
                <a:gd name="T10" fmla="*/ 227471085 w 5356"/>
                <a:gd name="T11" fmla="*/ 228095693 h 2003"/>
                <a:gd name="T12" fmla="*/ 227471085 w 5356"/>
                <a:gd name="T13" fmla="*/ 228095693 h 2003"/>
                <a:gd name="T14" fmla="*/ 227471085 w 5356"/>
                <a:gd name="T15" fmla="*/ 228095693 h 2003"/>
                <a:gd name="T16" fmla="*/ 227471085 w 5356"/>
                <a:gd name="T17" fmla="*/ 228095693 h 2003"/>
                <a:gd name="T18" fmla="*/ 227471085 w 5356"/>
                <a:gd name="T19" fmla="*/ 228095693 h 2003"/>
                <a:gd name="T20" fmla="*/ 227471085 w 5356"/>
                <a:gd name="T21" fmla="*/ 228095693 h 2003"/>
                <a:gd name="T22" fmla="*/ 227471085 w 5356"/>
                <a:gd name="T23" fmla="*/ 228095693 h 2003"/>
                <a:gd name="T24" fmla="*/ 227471085 w 5356"/>
                <a:gd name="T25" fmla="*/ 228095693 h 2003"/>
                <a:gd name="T26" fmla="*/ 227471085 w 5356"/>
                <a:gd name="T27" fmla="*/ 228095693 h 2003"/>
                <a:gd name="T28" fmla="*/ 227471085 w 5356"/>
                <a:gd name="T29" fmla="*/ 228095693 h 2003"/>
                <a:gd name="T30" fmla="*/ 227471085 w 5356"/>
                <a:gd name="T31" fmla="*/ 228095693 h 2003"/>
                <a:gd name="T32" fmla="*/ 227471085 w 5356"/>
                <a:gd name="T33" fmla="*/ 228095693 h 2003"/>
                <a:gd name="T34" fmla="*/ 227471085 w 5356"/>
                <a:gd name="T35" fmla="*/ 228095693 h 2003"/>
                <a:gd name="T36" fmla="*/ 227471085 w 5356"/>
                <a:gd name="T37" fmla="*/ 228095693 h 2003"/>
                <a:gd name="T38" fmla="*/ 227471085 w 5356"/>
                <a:gd name="T39" fmla="*/ 228095693 h 2003"/>
                <a:gd name="T40" fmla="*/ 227471085 w 5356"/>
                <a:gd name="T41" fmla="*/ 228095693 h 2003"/>
                <a:gd name="T42" fmla="*/ 227471085 w 5356"/>
                <a:gd name="T43" fmla="*/ 228095693 h 2003"/>
                <a:gd name="T44" fmla="*/ 227471085 w 5356"/>
                <a:gd name="T45" fmla="*/ 228095693 h 2003"/>
                <a:gd name="T46" fmla="*/ 227471085 w 5356"/>
                <a:gd name="T47" fmla="*/ 228095693 h 2003"/>
                <a:gd name="T48" fmla="*/ 227471085 w 5356"/>
                <a:gd name="T49" fmla="*/ 228095693 h 2003"/>
                <a:gd name="T50" fmla="*/ 227471085 w 5356"/>
                <a:gd name="T51" fmla="*/ 228095693 h 2003"/>
                <a:gd name="T52" fmla="*/ 227471085 w 5356"/>
                <a:gd name="T53" fmla="*/ 228095693 h 2003"/>
                <a:gd name="T54" fmla="*/ 227471085 w 5356"/>
                <a:gd name="T55" fmla="*/ 228095693 h 2003"/>
                <a:gd name="T56" fmla="*/ 227471085 w 5356"/>
                <a:gd name="T57" fmla="*/ 228095693 h 2003"/>
                <a:gd name="T58" fmla="*/ 227471085 w 5356"/>
                <a:gd name="T59" fmla="*/ 228095693 h 2003"/>
                <a:gd name="T60" fmla="*/ 227471085 w 5356"/>
                <a:gd name="T61" fmla="*/ 228095693 h 2003"/>
                <a:gd name="T62" fmla="*/ 227471085 w 5356"/>
                <a:gd name="T63" fmla="*/ 228095693 h 2003"/>
                <a:gd name="T64" fmla="*/ 227471085 w 5356"/>
                <a:gd name="T65" fmla="*/ 228095693 h 2003"/>
                <a:gd name="T66" fmla="*/ 227471085 w 5356"/>
                <a:gd name="T67" fmla="*/ 228095693 h 2003"/>
                <a:gd name="T68" fmla="*/ 227471085 w 5356"/>
                <a:gd name="T69" fmla="*/ 228095693 h 2003"/>
                <a:gd name="T70" fmla="*/ 227471085 w 5356"/>
                <a:gd name="T71" fmla="*/ 228095693 h 2003"/>
                <a:gd name="T72" fmla="*/ 227471085 w 5356"/>
                <a:gd name="T73" fmla="*/ 228095693 h 2003"/>
                <a:gd name="T74" fmla="*/ 227471085 w 5356"/>
                <a:gd name="T75" fmla="*/ 228095693 h 2003"/>
                <a:gd name="T76" fmla="*/ 227471085 w 5356"/>
                <a:gd name="T77" fmla="*/ 228095693 h 2003"/>
                <a:gd name="T78" fmla="*/ 227471085 w 5356"/>
                <a:gd name="T79" fmla="*/ 228095693 h 2003"/>
                <a:gd name="T80" fmla="*/ 227471085 w 5356"/>
                <a:gd name="T81" fmla="*/ 228095693 h 2003"/>
                <a:gd name="T82" fmla="*/ 227471085 w 5356"/>
                <a:gd name="T83" fmla="*/ 228095693 h 2003"/>
                <a:gd name="T84" fmla="*/ 227471085 w 5356"/>
                <a:gd name="T85" fmla="*/ 228095693 h 2003"/>
                <a:gd name="T86" fmla="*/ 227471085 w 5356"/>
                <a:gd name="T87" fmla="*/ 228095693 h 2003"/>
                <a:gd name="T88" fmla="*/ 227471085 w 5356"/>
                <a:gd name="T89" fmla="*/ 228095693 h 2003"/>
                <a:gd name="T90" fmla="*/ 227471085 w 5356"/>
                <a:gd name="T91" fmla="*/ 228095693 h 2003"/>
                <a:gd name="T92" fmla="*/ 227471085 w 5356"/>
                <a:gd name="T93" fmla="*/ 228095693 h 2003"/>
                <a:gd name="T94" fmla="*/ 227471085 w 5356"/>
                <a:gd name="T95" fmla="*/ 228095693 h 2003"/>
                <a:gd name="T96" fmla="*/ 227471085 w 5356"/>
                <a:gd name="T97" fmla="*/ 228095693 h 2003"/>
                <a:gd name="T98" fmla="*/ 227471085 w 5356"/>
                <a:gd name="T99" fmla="*/ 228095693 h 2003"/>
                <a:gd name="T100" fmla="*/ 227471085 w 5356"/>
                <a:gd name="T101" fmla="*/ 228095693 h 2003"/>
                <a:gd name="T102" fmla="*/ 227471085 w 5356"/>
                <a:gd name="T103" fmla="*/ 228095693 h 2003"/>
                <a:gd name="T104" fmla="*/ 227471085 w 5356"/>
                <a:gd name="T105" fmla="*/ 228095693 h 2003"/>
                <a:gd name="T106" fmla="*/ 227471085 w 5356"/>
                <a:gd name="T107" fmla="*/ 228095693 h 2003"/>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Lst>
              <a:ahLst/>
              <a:cxnLst>
                <a:cxn ang="T108">
                  <a:pos x="T0" y="T1"/>
                </a:cxn>
                <a:cxn ang="T109">
                  <a:pos x="T2" y="T3"/>
                </a:cxn>
                <a:cxn ang="T110">
                  <a:pos x="T4" y="T5"/>
                </a:cxn>
                <a:cxn ang="T111">
                  <a:pos x="T6" y="T7"/>
                </a:cxn>
                <a:cxn ang="T112">
                  <a:pos x="T8" y="T9"/>
                </a:cxn>
                <a:cxn ang="T113">
                  <a:pos x="T10" y="T11"/>
                </a:cxn>
                <a:cxn ang="T114">
                  <a:pos x="T12" y="T13"/>
                </a:cxn>
                <a:cxn ang="T115">
                  <a:pos x="T14" y="T15"/>
                </a:cxn>
                <a:cxn ang="T116">
                  <a:pos x="T16" y="T17"/>
                </a:cxn>
                <a:cxn ang="T117">
                  <a:pos x="T18" y="T19"/>
                </a:cxn>
                <a:cxn ang="T118">
                  <a:pos x="T20" y="T21"/>
                </a:cxn>
                <a:cxn ang="T119">
                  <a:pos x="T22" y="T23"/>
                </a:cxn>
                <a:cxn ang="T120">
                  <a:pos x="T24" y="T25"/>
                </a:cxn>
                <a:cxn ang="T121">
                  <a:pos x="T26" y="T27"/>
                </a:cxn>
                <a:cxn ang="T122">
                  <a:pos x="T28" y="T29"/>
                </a:cxn>
                <a:cxn ang="T123">
                  <a:pos x="T30" y="T31"/>
                </a:cxn>
                <a:cxn ang="T124">
                  <a:pos x="T32" y="T33"/>
                </a:cxn>
                <a:cxn ang="T125">
                  <a:pos x="T34" y="T35"/>
                </a:cxn>
                <a:cxn ang="T126">
                  <a:pos x="T36" y="T37"/>
                </a:cxn>
                <a:cxn ang="T127">
                  <a:pos x="T38" y="T39"/>
                </a:cxn>
                <a:cxn ang="T128">
                  <a:pos x="T40" y="T41"/>
                </a:cxn>
                <a:cxn ang="T129">
                  <a:pos x="T42" y="T43"/>
                </a:cxn>
                <a:cxn ang="T130">
                  <a:pos x="T44" y="T45"/>
                </a:cxn>
                <a:cxn ang="T131">
                  <a:pos x="T46" y="T47"/>
                </a:cxn>
                <a:cxn ang="T132">
                  <a:pos x="T48" y="T49"/>
                </a:cxn>
                <a:cxn ang="T133">
                  <a:pos x="T50" y="T51"/>
                </a:cxn>
                <a:cxn ang="T134">
                  <a:pos x="T52" y="T53"/>
                </a:cxn>
                <a:cxn ang="T135">
                  <a:pos x="T54" y="T55"/>
                </a:cxn>
                <a:cxn ang="T136">
                  <a:pos x="T56" y="T57"/>
                </a:cxn>
                <a:cxn ang="T137">
                  <a:pos x="T58" y="T59"/>
                </a:cxn>
                <a:cxn ang="T138">
                  <a:pos x="T60" y="T61"/>
                </a:cxn>
                <a:cxn ang="T139">
                  <a:pos x="T62" y="T63"/>
                </a:cxn>
                <a:cxn ang="T140">
                  <a:pos x="T64" y="T65"/>
                </a:cxn>
                <a:cxn ang="T141">
                  <a:pos x="T66" y="T67"/>
                </a:cxn>
                <a:cxn ang="T142">
                  <a:pos x="T68" y="T69"/>
                </a:cxn>
                <a:cxn ang="T143">
                  <a:pos x="T70" y="T71"/>
                </a:cxn>
                <a:cxn ang="T144">
                  <a:pos x="T72" y="T73"/>
                </a:cxn>
                <a:cxn ang="T145">
                  <a:pos x="T74" y="T75"/>
                </a:cxn>
                <a:cxn ang="T146">
                  <a:pos x="T76" y="T77"/>
                </a:cxn>
                <a:cxn ang="T147">
                  <a:pos x="T78" y="T79"/>
                </a:cxn>
                <a:cxn ang="T148">
                  <a:pos x="T80" y="T81"/>
                </a:cxn>
                <a:cxn ang="T149">
                  <a:pos x="T82" y="T83"/>
                </a:cxn>
                <a:cxn ang="T150">
                  <a:pos x="T84" y="T85"/>
                </a:cxn>
                <a:cxn ang="T151">
                  <a:pos x="T86" y="T87"/>
                </a:cxn>
                <a:cxn ang="T152">
                  <a:pos x="T88" y="T89"/>
                </a:cxn>
                <a:cxn ang="T153">
                  <a:pos x="T90" y="T91"/>
                </a:cxn>
                <a:cxn ang="T154">
                  <a:pos x="T92" y="T93"/>
                </a:cxn>
                <a:cxn ang="T155">
                  <a:pos x="T94" y="T95"/>
                </a:cxn>
                <a:cxn ang="T156">
                  <a:pos x="T96" y="T97"/>
                </a:cxn>
                <a:cxn ang="T157">
                  <a:pos x="T98" y="T99"/>
                </a:cxn>
                <a:cxn ang="T158">
                  <a:pos x="T100" y="T101"/>
                </a:cxn>
                <a:cxn ang="T159">
                  <a:pos x="T102" y="T103"/>
                </a:cxn>
                <a:cxn ang="T160">
                  <a:pos x="T104" y="T105"/>
                </a:cxn>
                <a:cxn ang="T161">
                  <a:pos x="T106" y="T107"/>
                </a:cxn>
              </a:cxnLst>
              <a:rect l="0" t="0" r="r" b="b"/>
              <a:pathLst>
                <a:path w="5356" h="2003">
                  <a:moveTo>
                    <a:pt x="4544" y="908"/>
                  </a:moveTo>
                  <a:lnTo>
                    <a:pt x="4544" y="908"/>
                  </a:lnTo>
                  <a:lnTo>
                    <a:pt x="4516" y="886"/>
                  </a:lnTo>
                  <a:lnTo>
                    <a:pt x="4488" y="864"/>
                  </a:lnTo>
                  <a:lnTo>
                    <a:pt x="4462" y="841"/>
                  </a:lnTo>
                  <a:lnTo>
                    <a:pt x="4437" y="818"/>
                  </a:lnTo>
                  <a:lnTo>
                    <a:pt x="4411" y="794"/>
                  </a:lnTo>
                  <a:lnTo>
                    <a:pt x="4387" y="770"/>
                  </a:lnTo>
                  <a:lnTo>
                    <a:pt x="4364" y="746"/>
                  </a:lnTo>
                  <a:lnTo>
                    <a:pt x="4342" y="721"/>
                  </a:lnTo>
                  <a:lnTo>
                    <a:pt x="4320" y="695"/>
                  </a:lnTo>
                  <a:lnTo>
                    <a:pt x="4300" y="670"/>
                  </a:lnTo>
                  <a:lnTo>
                    <a:pt x="4280" y="643"/>
                  </a:lnTo>
                  <a:lnTo>
                    <a:pt x="4262" y="618"/>
                  </a:lnTo>
                  <a:lnTo>
                    <a:pt x="4244" y="590"/>
                  </a:lnTo>
                  <a:lnTo>
                    <a:pt x="4227" y="564"/>
                  </a:lnTo>
                  <a:lnTo>
                    <a:pt x="4211" y="536"/>
                  </a:lnTo>
                  <a:lnTo>
                    <a:pt x="4196" y="509"/>
                  </a:lnTo>
                  <a:lnTo>
                    <a:pt x="4182" y="482"/>
                  </a:lnTo>
                  <a:lnTo>
                    <a:pt x="4170" y="454"/>
                  </a:lnTo>
                  <a:lnTo>
                    <a:pt x="4157" y="425"/>
                  </a:lnTo>
                  <a:lnTo>
                    <a:pt x="4146" y="396"/>
                  </a:lnTo>
                  <a:lnTo>
                    <a:pt x="4135" y="366"/>
                  </a:lnTo>
                  <a:lnTo>
                    <a:pt x="4126" y="336"/>
                  </a:lnTo>
                  <a:lnTo>
                    <a:pt x="4117" y="305"/>
                  </a:lnTo>
                  <a:lnTo>
                    <a:pt x="4109" y="273"/>
                  </a:lnTo>
                  <a:lnTo>
                    <a:pt x="4102" y="241"/>
                  </a:lnTo>
                  <a:lnTo>
                    <a:pt x="4095" y="208"/>
                  </a:lnTo>
                  <a:lnTo>
                    <a:pt x="4089" y="175"/>
                  </a:lnTo>
                  <a:lnTo>
                    <a:pt x="4085" y="141"/>
                  </a:lnTo>
                  <a:lnTo>
                    <a:pt x="4081" y="107"/>
                  </a:lnTo>
                  <a:lnTo>
                    <a:pt x="4079" y="72"/>
                  </a:lnTo>
                  <a:lnTo>
                    <a:pt x="4077" y="36"/>
                  </a:lnTo>
                  <a:lnTo>
                    <a:pt x="4075" y="0"/>
                  </a:lnTo>
                  <a:lnTo>
                    <a:pt x="4102" y="0"/>
                  </a:lnTo>
                  <a:lnTo>
                    <a:pt x="4166" y="69"/>
                  </a:lnTo>
                  <a:lnTo>
                    <a:pt x="4232" y="137"/>
                  </a:lnTo>
                  <a:lnTo>
                    <a:pt x="4300" y="204"/>
                  </a:lnTo>
                  <a:lnTo>
                    <a:pt x="4369" y="269"/>
                  </a:lnTo>
                  <a:lnTo>
                    <a:pt x="4440" y="334"/>
                  </a:lnTo>
                  <a:lnTo>
                    <a:pt x="4513" y="398"/>
                  </a:lnTo>
                  <a:lnTo>
                    <a:pt x="4586" y="460"/>
                  </a:lnTo>
                  <a:lnTo>
                    <a:pt x="4662" y="523"/>
                  </a:lnTo>
                  <a:lnTo>
                    <a:pt x="4739" y="584"/>
                  </a:lnTo>
                  <a:lnTo>
                    <a:pt x="4820" y="645"/>
                  </a:lnTo>
                  <a:lnTo>
                    <a:pt x="4903" y="704"/>
                  </a:lnTo>
                  <a:lnTo>
                    <a:pt x="4989" y="764"/>
                  </a:lnTo>
                  <a:lnTo>
                    <a:pt x="5076" y="824"/>
                  </a:lnTo>
                  <a:lnTo>
                    <a:pt x="5167" y="884"/>
                  </a:lnTo>
                  <a:lnTo>
                    <a:pt x="5260" y="943"/>
                  </a:lnTo>
                  <a:lnTo>
                    <a:pt x="5356" y="1002"/>
                  </a:lnTo>
                  <a:lnTo>
                    <a:pt x="5356" y="1029"/>
                  </a:lnTo>
                  <a:lnTo>
                    <a:pt x="5260" y="1085"/>
                  </a:lnTo>
                  <a:lnTo>
                    <a:pt x="5167" y="1143"/>
                  </a:lnTo>
                  <a:lnTo>
                    <a:pt x="5076" y="1200"/>
                  </a:lnTo>
                  <a:lnTo>
                    <a:pt x="4989" y="1259"/>
                  </a:lnTo>
                  <a:lnTo>
                    <a:pt x="4903" y="1318"/>
                  </a:lnTo>
                  <a:lnTo>
                    <a:pt x="4820" y="1376"/>
                  </a:lnTo>
                  <a:lnTo>
                    <a:pt x="4739" y="1435"/>
                  </a:lnTo>
                  <a:lnTo>
                    <a:pt x="4662" y="1495"/>
                  </a:lnTo>
                  <a:lnTo>
                    <a:pt x="4586" y="1556"/>
                  </a:lnTo>
                  <a:lnTo>
                    <a:pt x="4513" y="1617"/>
                  </a:lnTo>
                  <a:lnTo>
                    <a:pt x="4440" y="1680"/>
                  </a:lnTo>
                  <a:lnTo>
                    <a:pt x="4369" y="1743"/>
                  </a:lnTo>
                  <a:lnTo>
                    <a:pt x="4300" y="1808"/>
                  </a:lnTo>
                  <a:lnTo>
                    <a:pt x="4232" y="1872"/>
                  </a:lnTo>
                  <a:lnTo>
                    <a:pt x="4166" y="1938"/>
                  </a:lnTo>
                  <a:lnTo>
                    <a:pt x="4102" y="2003"/>
                  </a:lnTo>
                  <a:lnTo>
                    <a:pt x="4075" y="2003"/>
                  </a:lnTo>
                  <a:lnTo>
                    <a:pt x="4077" y="1969"/>
                  </a:lnTo>
                  <a:lnTo>
                    <a:pt x="4079" y="1934"/>
                  </a:lnTo>
                  <a:lnTo>
                    <a:pt x="4081" y="1900"/>
                  </a:lnTo>
                  <a:lnTo>
                    <a:pt x="4085" y="1866"/>
                  </a:lnTo>
                  <a:lnTo>
                    <a:pt x="4089" y="1834"/>
                  </a:lnTo>
                  <a:lnTo>
                    <a:pt x="4095" y="1802"/>
                  </a:lnTo>
                  <a:lnTo>
                    <a:pt x="4102" y="1770"/>
                  </a:lnTo>
                  <a:lnTo>
                    <a:pt x="4109" y="1739"/>
                  </a:lnTo>
                  <a:lnTo>
                    <a:pt x="4117" y="1708"/>
                  </a:lnTo>
                  <a:lnTo>
                    <a:pt x="4126" y="1678"/>
                  </a:lnTo>
                  <a:lnTo>
                    <a:pt x="4135" y="1648"/>
                  </a:lnTo>
                  <a:lnTo>
                    <a:pt x="4146" y="1619"/>
                  </a:lnTo>
                  <a:lnTo>
                    <a:pt x="4157" y="1590"/>
                  </a:lnTo>
                  <a:lnTo>
                    <a:pt x="4170" y="1563"/>
                  </a:lnTo>
                  <a:lnTo>
                    <a:pt x="4182" y="1535"/>
                  </a:lnTo>
                  <a:lnTo>
                    <a:pt x="4196" y="1509"/>
                  </a:lnTo>
                  <a:lnTo>
                    <a:pt x="4211" y="1481"/>
                  </a:lnTo>
                  <a:lnTo>
                    <a:pt x="4227" y="1455"/>
                  </a:lnTo>
                  <a:lnTo>
                    <a:pt x="4244" y="1428"/>
                  </a:lnTo>
                  <a:lnTo>
                    <a:pt x="4262" y="1403"/>
                  </a:lnTo>
                  <a:lnTo>
                    <a:pt x="4280" y="1376"/>
                  </a:lnTo>
                  <a:lnTo>
                    <a:pt x="4300" y="1351"/>
                  </a:lnTo>
                  <a:lnTo>
                    <a:pt x="4320" y="1327"/>
                  </a:lnTo>
                  <a:lnTo>
                    <a:pt x="4342" y="1302"/>
                  </a:lnTo>
                  <a:lnTo>
                    <a:pt x="4364" y="1277"/>
                  </a:lnTo>
                  <a:lnTo>
                    <a:pt x="4387" y="1254"/>
                  </a:lnTo>
                  <a:lnTo>
                    <a:pt x="4411" y="1230"/>
                  </a:lnTo>
                  <a:lnTo>
                    <a:pt x="4437" y="1207"/>
                  </a:lnTo>
                  <a:lnTo>
                    <a:pt x="4462" y="1185"/>
                  </a:lnTo>
                  <a:lnTo>
                    <a:pt x="4488" y="1163"/>
                  </a:lnTo>
                  <a:lnTo>
                    <a:pt x="4516" y="1142"/>
                  </a:lnTo>
                  <a:lnTo>
                    <a:pt x="4544" y="1120"/>
                  </a:lnTo>
                  <a:lnTo>
                    <a:pt x="809" y="1120"/>
                  </a:lnTo>
                  <a:lnTo>
                    <a:pt x="837" y="1142"/>
                  </a:lnTo>
                  <a:lnTo>
                    <a:pt x="864" y="1163"/>
                  </a:lnTo>
                  <a:lnTo>
                    <a:pt x="891" y="1185"/>
                  </a:lnTo>
                  <a:lnTo>
                    <a:pt x="917" y="1207"/>
                  </a:lnTo>
                  <a:lnTo>
                    <a:pt x="942" y="1230"/>
                  </a:lnTo>
                  <a:lnTo>
                    <a:pt x="966" y="1254"/>
                  </a:lnTo>
                  <a:lnTo>
                    <a:pt x="989" y="1277"/>
                  </a:lnTo>
                  <a:lnTo>
                    <a:pt x="1012" y="1302"/>
                  </a:lnTo>
                  <a:lnTo>
                    <a:pt x="1032" y="1326"/>
                  </a:lnTo>
                  <a:lnTo>
                    <a:pt x="1053" y="1351"/>
                  </a:lnTo>
                  <a:lnTo>
                    <a:pt x="1073" y="1376"/>
                  </a:lnTo>
                  <a:lnTo>
                    <a:pt x="1091" y="1402"/>
                  </a:lnTo>
                  <a:lnTo>
                    <a:pt x="1110" y="1427"/>
                  </a:lnTo>
                  <a:lnTo>
                    <a:pt x="1127" y="1452"/>
                  </a:lnTo>
                  <a:lnTo>
                    <a:pt x="1142" y="1479"/>
                  </a:lnTo>
                  <a:lnTo>
                    <a:pt x="1157" y="1505"/>
                  </a:lnTo>
                  <a:lnTo>
                    <a:pt x="1170" y="1533"/>
                  </a:lnTo>
                  <a:lnTo>
                    <a:pt x="1184" y="1560"/>
                  </a:lnTo>
                  <a:lnTo>
                    <a:pt x="1196" y="1589"/>
                  </a:lnTo>
                  <a:lnTo>
                    <a:pt x="1207" y="1618"/>
                  </a:lnTo>
                  <a:lnTo>
                    <a:pt x="1218" y="1648"/>
                  </a:lnTo>
                  <a:lnTo>
                    <a:pt x="1228" y="1677"/>
                  </a:lnTo>
                  <a:lnTo>
                    <a:pt x="1237" y="1708"/>
                  </a:lnTo>
                  <a:lnTo>
                    <a:pt x="1245" y="1739"/>
                  </a:lnTo>
                  <a:lnTo>
                    <a:pt x="1252" y="1770"/>
                  </a:lnTo>
                  <a:lnTo>
                    <a:pt x="1259" y="1802"/>
                  </a:lnTo>
                  <a:lnTo>
                    <a:pt x="1265" y="1834"/>
                  </a:lnTo>
                  <a:lnTo>
                    <a:pt x="1269" y="1866"/>
                  </a:lnTo>
                  <a:lnTo>
                    <a:pt x="1273" y="1900"/>
                  </a:lnTo>
                  <a:lnTo>
                    <a:pt x="1276" y="1934"/>
                  </a:lnTo>
                  <a:lnTo>
                    <a:pt x="1279" y="1969"/>
                  </a:lnTo>
                  <a:lnTo>
                    <a:pt x="1280" y="2003"/>
                  </a:lnTo>
                  <a:lnTo>
                    <a:pt x="1251" y="2003"/>
                  </a:lnTo>
                  <a:lnTo>
                    <a:pt x="1187" y="1938"/>
                  </a:lnTo>
                  <a:lnTo>
                    <a:pt x="1121" y="1872"/>
                  </a:lnTo>
                  <a:lnTo>
                    <a:pt x="1054" y="1808"/>
                  </a:lnTo>
                  <a:lnTo>
                    <a:pt x="985" y="1743"/>
                  </a:lnTo>
                  <a:lnTo>
                    <a:pt x="915" y="1680"/>
                  </a:lnTo>
                  <a:lnTo>
                    <a:pt x="843" y="1618"/>
                  </a:lnTo>
                  <a:lnTo>
                    <a:pt x="769" y="1557"/>
                  </a:lnTo>
                  <a:lnTo>
                    <a:pt x="694" y="1497"/>
                  </a:lnTo>
                  <a:lnTo>
                    <a:pt x="616" y="1437"/>
                  </a:lnTo>
                  <a:lnTo>
                    <a:pt x="535" y="1377"/>
                  </a:lnTo>
                  <a:lnTo>
                    <a:pt x="453" y="1318"/>
                  </a:lnTo>
                  <a:lnTo>
                    <a:pt x="367" y="1259"/>
                  </a:lnTo>
                  <a:lnTo>
                    <a:pt x="279" y="1200"/>
                  </a:lnTo>
                  <a:lnTo>
                    <a:pt x="189" y="1143"/>
                  </a:lnTo>
                  <a:lnTo>
                    <a:pt x="96" y="1085"/>
                  </a:lnTo>
                  <a:lnTo>
                    <a:pt x="0" y="1029"/>
                  </a:lnTo>
                  <a:lnTo>
                    <a:pt x="0" y="1002"/>
                  </a:lnTo>
                  <a:lnTo>
                    <a:pt x="96" y="943"/>
                  </a:lnTo>
                  <a:lnTo>
                    <a:pt x="188" y="884"/>
                  </a:lnTo>
                  <a:lnTo>
                    <a:pt x="279" y="824"/>
                  </a:lnTo>
                  <a:lnTo>
                    <a:pt x="366" y="764"/>
                  </a:lnTo>
                  <a:lnTo>
                    <a:pt x="451" y="704"/>
                  </a:lnTo>
                  <a:lnTo>
                    <a:pt x="533" y="645"/>
                  </a:lnTo>
                  <a:lnTo>
                    <a:pt x="614" y="584"/>
                  </a:lnTo>
                  <a:lnTo>
                    <a:pt x="691" y="523"/>
                  </a:lnTo>
                  <a:lnTo>
                    <a:pt x="767" y="460"/>
                  </a:lnTo>
                  <a:lnTo>
                    <a:pt x="840" y="398"/>
                  </a:lnTo>
                  <a:lnTo>
                    <a:pt x="913" y="334"/>
                  </a:lnTo>
                  <a:lnTo>
                    <a:pt x="984" y="269"/>
                  </a:lnTo>
                  <a:lnTo>
                    <a:pt x="1053" y="204"/>
                  </a:lnTo>
                  <a:lnTo>
                    <a:pt x="1121" y="137"/>
                  </a:lnTo>
                  <a:lnTo>
                    <a:pt x="1187" y="69"/>
                  </a:lnTo>
                  <a:lnTo>
                    <a:pt x="1251" y="0"/>
                  </a:lnTo>
                  <a:lnTo>
                    <a:pt x="1280" y="0"/>
                  </a:lnTo>
                  <a:lnTo>
                    <a:pt x="1279" y="36"/>
                  </a:lnTo>
                  <a:lnTo>
                    <a:pt x="1276" y="72"/>
                  </a:lnTo>
                  <a:lnTo>
                    <a:pt x="1273" y="107"/>
                  </a:lnTo>
                  <a:lnTo>
                    <a:pt x="1269" y="141"/>
                  </a:lnTo>
                  <a:lnTo>
                    <a:pt x="1265" y="175"/>
                  </a:lnTo>
                  <a:lnTo>
                    <a:pt x="1259" y="208"/>
                  </a:lnTo>
                  <a:lnTo>
                    <a:pt x="1252" y="241"/>
                  </a:lnTo>
                  <a:lnTo>
                    <a:pt x="1245" y="273"/>
                  </a:lnTo>
                  <a:lnTo>
                    <a:pt x="1237" y="305"/>
                  </a:lnTo>
                  <a:lnTo>
                    <a:pt x="1228" y="336"/>
                  </a:lnTo>
                  <a:lnTo>
                    <a:pt x="1218" y="366"/>
                  </a:lnTo>
                  <a:lnTo>
                    <a:pt x="1207" y="396"/>
                  </a:lnTo>
                  <a:lnTo>
                    <a:pt x="1196" y="425"/>
                  </a:lnTo>
                  <a:lnTo>
                    <a:pt x="1184" y="454"/>
                  </a:lnTo>
                  <a:lnTo>
                    <a:pt x="1170" y="482"/>
                  </a:lnTo>
                  <a:lnTo>
                    <a:pt x="1157" y="509"/>
                  </a:lnTo>
                  <a:lnTo>
                    <a:pt x="1142" y="536"/>
                  </a:lnTo>
                  <a:lnTo>
                    <a:pt x="1127" y="564"/>
                  </a:lnTo>
                  <a:lnTo>
                    <a:pt x="1110" y="590"/>
                  </a:lnTo>
                  <a:lnTo>
                    <a:pt x="1091" y="618"/>
                  </a:lnTo>
                  <a:lnTo>
                    <a:pt x="1073" y="643"/>
                  </a:lnTo>
                  <a:lnTo>
                    <a:pt x="1053" y="670"/>
                  </a:lnTo>
                  <a:lnTo>
                    <a:pt x="1032" y="695"/>
                  </a:lnTo>
                  <a:lnTo>
                    <a:pt x="1012" y="721"/>
                  </a:lnTo>
                  <a:lnTo>
                    <a:pt x="989" y="746"/>
                  </a:lnTo>
                  <a:lnTo>
                    <a:pt x="966" y="770"/>
                  </a:lnTo>
                  <a:lnTo>
                    <a:pt x="942" y="794"/>
                  </a:lnTo>
                  <a:lnTo>
                    <a:pt x="917" y="818"/>
                  </a:lnTo>
                  <a:lnTo>
                    <a:pt x="891" y="841"/>
                  </a:lnTo>
                  <a:lnTo>
                    <a:pt x="864" y="864"/>
                  </a:lnTo>
                  <a:lnTo>
                    <a:pt x="837" y="886"/>
                  </a:lnTo>
                  <a:lnTo>
                    <a:pt x="809" y="908"/>
                  </a:lnTo>
                  <a:lnTo>
                    <a:pt x="4544" y="908"/>
                  </a:lnTo>
                  <a:close/>
                </a:path>
              </a:pathLst>
            </a:custGeom>
            <a:solidFill>
              <a:schemeClr val="bg1"/>
            </a:solidFill>
            <a:ln>
              <a:noFill/>
            </a:ln>
            <a:extLst>
              <a:ext uri="{91240B29-F687-4F45-9708-019B960494DF}">
                <a14:hiddenLine xmlns:a14="http://schemas.microsoft.com/office/drawing/2010/main" w="9525">
                  <a:solidFill>
                    <a:srgbClr val="000000"/>
                  </a:solidFill>
                  <a:round/>
                </a14:hiddenLine>
              </a:ext>
            </a:extLst>
          </p:spPr>
          <p:txBody>
            <a:bodyPr/>
            <a:lstStyle>
              <a:defPPr>
                <a:defRPr lang="zh-CN"/>
              </a:defPPr>
              <a:lvl1pPr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1pPr>
              <a:lvl2pPr marL="4572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2pPr>
              <a:lvl3pPr marL="9144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3pPr>
              <a:lvl4pPr marL="13716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4pPr>
              <a:lvl5pPr marL="18288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5pPr>
              <a:lvl6pPr marL="2286000" algn="l" defTabSz="914400" rtl="0" eaLnBrk="1" latinLnBrk="0" hangingPunct="1">
                <a:defRPr kern="1200">
                  <a:solidFill>
                    <a:schemeClr val="tx1"/>
                  </a:solidFill>
                  <a:latin typeface="Calibri" panose="020F0502020204030204" charset="0"/>
                  <a:ea typeface="宋体" panose="02010600030101010101" pitchFamily="2" charset="-122"/>
                  <a:cs typeface="+mn-cs"/>
                </a:defRPr>
              </a:lvl6pPr>
              <a:lvl7pPr marL="2743200" algn="l" defTabSz="914400" rtl="0" eaLnBrk="1" latinLnBrk="0" hangingPunct="1">
                <a:defRPr kern="1200">
                  <a:solidFill>
                    <a:schemeClr val="tx1"/>
                  </a:solidFill>
                  <a:latin typeface="Calibri" panose="020F0502020204030204" charset="0"/>
                  <a:ea typeface="宋体" panose="02010600030101010101" pitchFamily="2" charset="-122"/>
                  <a:cs typeface="+mn-cs"/>
                </a:defRPr>
              </a:lvl7pPr>
              <a:lvl8pPr marL="3200400" algn="l" defTabSz="914400" rtl="0" eaLnBrk="1" latinLnBrk="0" hangingPunct="1">
                <a:defRPr kern="1200">
                  <a:solidFill>
                    <a:schemeClr val="tx1"/>
                  </a:solidFill>
                  <a:latin typeface="Calibri" panose="020F0502020204030204" charset="0"/>
                  <a:ea typeface="宋体" panose="02010600030101010101" pitchFamily="2" charset="-122"/>
                  <a:cs typeface="+mn-cs"/>
                </a:defRPr>
              </a:lvl8pPr>
              <a:lvl9pPr marL="3657600" algn="l" defTabSz="914400" rtl="0" eaLnBrk="1" latinLnBrk="0" hangingPunct="1">
                <a:defRPr kern="1200">
                  <a:solidFill>
                    <a:schemeClr val="tx1"/>
                  </a:solidFill>
                  <a:latin typeface="Calibri" panose="020F0502020204030204" charset="0"/>
                  <a:ea typeface="宋体" panose="02010600030101010101" pitchFamily="2" charset="-122"/>
                  <a:cs typeface="+mn-cs"/>
                </a:defRPr>
              </a:lvl9pPr>
            </a:lstStyle>
            <a:p>
              <a:endParaRPr lang="zh-CN" altLang="en-US" dirty="0">
                <a:ea typeface="微软雅黑" panose="020B0503020204020204" pitchFamily="34" charset="-122"/>
              </a:endParaRPr>
            </a:p>
          </p:txBody>
        </p:sp>
        <p:sp>
          <p:nvSpPr>
            <p:cNvPr id="11" name="直线箭头"/>
            <p:cNvSpPr/>
            <p:nvPr/>
          </p:nvSpPr>
          <p:spPr>
            <a:xfrm>
              <a:off x="3282" y="8880"/>
              <a:ext cx="1813" cy="217"/>
            </a:xfrm>
            <a:custGeom>
              <a:avLst/>
              <a:gdLst>
                <a:gd name="connsiteX0" fmla="*/ 360040 w 576064"/>
                <a:gd name="connsiteY0" fmla="*/ 0 h 250588"/>
                <a:gd name="connsiteX1" fmla="*/ 576064 w 576064"/>
                <a:gd name="connsiteY1" fmla="*/ 125294 h 250588"/>
                <a:gd name="connsiteX2" fmla="*/ 360040 w 576064"/>
                <a:gd name="connsiteY2" fmla="*/ 250588 h 250588"/>
                <a:gd name="connsiteX3" fmla="*/ 360040 w 576064"/>
                <a:gd name="connsiteY3" fmla="*/ 143294 h 250588"/>
                <a:gd name="connsiteX4" fmla="*/ 0 w 576064"/>
                <a:gd name="connsiteY4" fmla="*/ 143294 h 250588"/>
                <a:gd name="connsiteX5" fmla="*/ 0 w 576064"/>
                <a:gd name="connsiteY5" fmla="*/ 107294 h 250588"/>
                <a:gd name="connsiteX6" fmla="*/ 360040 w 576064"/>
                <a:gd name="connsiteY6" fmla="*/ 107294 h 2505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576064" h="250588">
                  <a:moveTo>
                    <a:pt x="360040" y="0"/>
                  </a:moveTo>
                  <a:lnTo>
                    <a:pt x="576064" y="125294"/>
                  </a:lnTo>
                  <a:lnTo>
                    <a:pt x="360040" y="250588"/>
                  </a:lnTo>
                  <a:lnTo>
                    <a:pt x="360040" y="143294"/>
                  </a:lnTo>
                  <a:lnTo>
                    <a:pt x="0" y="143294"/>
                  </a:lnTo>
                  <a:lnTo>
                    <a:pt x="0" y="107294"/>
                  </a:lnTo>
                  <a:lnTo>
                    <a:pt x="360040" y="107294"/>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scene3d>
                <a:camera prst="orthographicFront"/>
                <a:lightRig rig="threePt" dir="t"/>
              </a:scene3d>
              <a:sp3d>
                <a:contourClr>
                  <a:srgbClr val="FFFFFF"/>
                </a:contourClr>
              </a:sp3d>
            </a:bodyPr>
            <a:lstStyle>
              <a:defPPr>
                <a:defRPr lang="zh-CN"/>
              </a:defPPr>
              <a:lvl1pPr algn="l" rtl="0" eaLnBrk="0" fontAlgn="base" hangingPunct="0">
                <a:spcBef>
                  <a:spcPct val="0"/>
                </a:spcBef>
                <a:spcAft>
                  <a:spcPct val="0"/>
                </a:spcAft>
                <a:defRPr kern="1200">
                  <a:solidFill>
                    <a:schemeClr val="lt1"/>
                  </a:solidFill>
                  <a:latin typeface="+mn-lt"/>
                  <a:ea typeface="+mn-ea"/>
                  <a:cs typeface="+mn-cs"/>
                </a:defRPr>
              </a:lvl1pPr>
              <a:lvl2pPr marL="457200" algn="l" rtl="0" eaLnBrk="0" fontAlgn="base" hangingPunct="0">
                <a:spcBef>
                  <a:spcPct val="0"/>
                </a:spcBef>
                <a:spcAft>
                  <a:spcPct val="0"/>
                </a:spcAft>
                <a:defRPr kern="1200">
                  <a:solidFill>
                    <a:schemeClr val="lt1"/>
                  </a:solidFill>
                  <a:latin typeface="+mn-lt"/>
                  <a:ea typeface="+mn-ea"/>
                  <a:cs typeface="+mn-cs"/>
                </a:defRPr>
              </a:lvl2pPr>
              <a:lvl3pPr marL="914400" algn="l" rtl="0" eaLnBrk="0" fontAlgn="base" hangingPunct="0">
                <a:spcBef>
                  <a:spcPct val="0"/>
                </a:spcBef>
                <a:spcAft>
                  <a:spcPct val="0"/>
                </a:spcAft>
                <a:defRPr kern="1200">
                  <a:solidFill>
                    <a:schemeClr val="lt1"/>
                  </a:solidFill>
                  <a:latin typeface="+mn-lt"/>
                  <a:ea typeface="+mn-ea"/>
                  <a:cs typeface="+mn-cs"/>
                </a:defRPr>
              </a:lvl3pPr>
              <a:lvl4pPr marL="1371600" algn="l" rtl="0" eaLnBrk="0" fontAlgn="base" hangingPunct="0">
                <a:spcBef>
                  <a:spcPct val="0"/>
                </a:spcBef>
                <a:spcAft>
                  <a:spcPct val="0"/>
                </a:spcAft>
                <a:defRPr kern="1200">
                  <a:solidFill>
                    <a:schemeClr val="lt1"/>
                  </a:solidFill>
                  <a:latin typeface="+mn-lt"/>
                  <a:ea typeface="+mn-ea"/>
                  <a:cs typeface="+mn-cs"/>
                </a:defRPr>
              </a:lvl4pPr>
              <a:lvl5pPr marL="1828800" algn="l" rtl="0" eaLnBrk="0" fontAlgn="base" hangingPunct="0">
                <a:spcBef>
                  <a:spcPct val="0"/>
                </a:spcBef>
                <a:spcAft>
                  <a:spcPct val="0"/>
                </a:spcAft>
                <a:defRPr kern="1200">
                  <a:solidFill>
                    <a:schemeClr val="lt1"/>
                  </a:solidFill>
                  <a:latin typeface="+mn-lt"/>
                  <a:ea typeface="+mn-ea"/>
                  <a:cs typeface="+mn-cs"/>
                </a:defRPr>
              </a:lvl5pPr>
              <a:lvl6pPr marL="2286000" algn="l" defTabSz="914400" rtl="0" eaLnBrk="1" latinLnBrk="0" hangingPunct="1">
                <a:defRPr kern="1200">
                  <a:solidFill>
                    <a:schemeClr val="lt1"/>
                  </a:solidFill>
                  <a:latin typeface="+mn-lt"/>
                  <a:ea typeface="+mn-ea"/>
                  <a:cs typeface="+mn-cs"/>
                </a:defRPr>
              </a:lvl6pPr>
              <a:lvl7pPr marL="2743200" algn="l" defTabSz="914400" rtl="0" eaLnBrk="1" latinLnBrk="0" hangingPunct="1">
                <a:defRPr kern="1200">
                  <a:solidFill>
                    <a:schemeClr val="lt1"/>
                  </a:solidFill>
                  <a:latin typeface="+mn-lt"/>
                  <a:ea typeface="+mn-ea"/>
                  <a:cs typeface="+mn-cs"/>
                </a:defRPr>
              </a:lvl7pPr>
              <a:lvl8pPr marL="3200400" algn="l" defTabSz="914400" rtl="0" eaLnBrk="1" latinLnBrk="0" hangingPunct="1">
                <a:defRPr kern="1200">
                  <a:solidFill>
                    <a:schemeClr val="lt1"/>
                  </a:solidFill>
                  <a:latin typeface="+mn-lt"/>
                  <a:ea typeface="+mn-ea"/>
                  <a:cs typeface="+mn-cs"/>
                </a:defRPr>
              </a:lvl8pPr>
              <a:lvl9pPr marL="3657600" algn="l" defTabSz="914400" rtl="0" eaLnBrk="1" latinLnBrk="0" hangingPunct="1">
                <a:defRPr kern="1200">
                  <a:solidFill>
                    <a:schemeClr val="lt1"/>
                  </a:solidFill>
                  <a:latin typeface="+mn-lt"/>
                  <a:ea typeface="+mn-ea"/>
                  <a:cs typeface="+mn-cs"/>
                </a:defRPr>
              </a:lvl9pPr>
            </a:lstStyle>
            <a:p>
              <a:pPr algn="ctr" eaLnBrk="1" fontAlgn="auto" hangingPunct="1">
                <a:spcBef>
                  <a:spcPts val="0"/>
                </a:spcBef>
                <a:spcAft>
                  <a:spcPts val="0"/>
                </a:spcAft>
                <a:defRPr/>
              </a:pPr>
              <a:endParaRPr lang="zh-CN" altLang="en-US">
                <a:solidFill>
                  <a:srgbClr val="FFFFFF"/>
                </a:solidFill>
              </a:endParaRPr>
            </a:p>
          </p:txBody>
        </p:sp>
      </p:grpSp>
      <p:grpSp>
        <p:nvGrpSpPr>
          <p:cNvPr id="2" name="组合 1"/>
          <p:cNvGrpSpPr/>
          <p:nvPr/>
        </p:nvGrpSpPr>
        <p:grpSpPr>
          <a:xfrm>
            <a:off x="2744470" y="2642990"/>
            <a:ext cx="7276265" cy="3283048"/>
            <a:chOff x="2182286" y="2117725"/>
            <a:chExt cx="8483000" cy="4341395"/>
          </a:xfrm>
        </p:grpSpPr>
        <p:sp>
          <p:nvSpPr>
            <p:cNvPr id="4" name="MH_Other_1"/>
            <p:cNvSpPr/>
            <p:nvPr/>
          </p:nvSpPr>
          <p:spPr>
            <a:xfrm>
              <a:off x="2497668" y="2719473"/>
              <a:ext cx="5185833" cy="2519947"/>
            </a:xfrm>
            <a:custGeom>
              <a:avLst/>
              <a:gdLst>
                <a:gd name="connsiteX0" fmla="*/ 0 w 3718560"/>
                <a:gd name="connsiteY0" fmla="*/ 0 h 3518262"/>
                <a:gd name="connsiteX1" fmla="*/ 0 w 3718560"/>
                <a:gd name="connsiteY1" fmla="*/ 3509554 h 3518262"/>
                <a:gd name="connsiteX2" fmla="*/ 3718560 w 3718560"/>
                <a:gd name="connsiteY2" fmla="*/ 3518262 h 3518262"/>
                <a:gd name="connsiteX3" fmla="*/ 3718560 w 3718560"/>
                <a:gd name="connsiteY3" fmla="*/ 3518262 h 3518262"/>
              </a:gdLst>
              <a:ahLst/>
              <a:cxnLst>
                <a:cxn ang="0">
                  <a:pos x="connsiteX0" y="connsiteY0"/>
                </a:cxn>
                <a:cxn ang="0">
                  <a:pos x="connsiteX1" y="connsiteY1"/>
                </a:cxn>
                <a:cxn ang="0">
                  <a:pos x="connsiteX2" y="connsiteY2"/>
                </a:cxn>
                <a:cxn ang="0">
                  <a:pos x="connsiteX3" y="connsiteY3"/>
                </a:cxn>
              </a:cxnLst>
              <a:rect l="l" t="t" r="r" b="b"/>
              <a:pathLst>
                <a:path w="3718560" h="3518262">
                  <a:moveTo>
                    <a:pt x="0" y="0"/>
                  </a:moveTo>
                  <a:lnTo>
                    <a:pt x="0" y="3509554"/>
                  </a:lnTo>
                  <a:lnTo>
                    <a:pt x="3718560" y="3518262"/>
                  </a:lnTo>
                  <a:lnTo>
                    <a:pt x="3718560" y="3518262"/>
                  </a:lnTo>
                </a:path>
              </a:pathLst>
            </a:custGeom>
            <a:noFill/>
            <a:ln w="76200" cap="flat" cmpd="sng" algn="ctr">
              <a:solidFill>
                <a:srgbClr val="D10000"/>
              </a:solidFill>
              <a:prstDash val="solid"/>
              <a:miter lim="800000"/>
            </a:ln>
            <a:effectLst/>
          </p:spPr>
          <p:txBody>
            <a:bodyPr anchor="ctr"/>
            <a:lstStyle/>
            <a:p>
              <a:pPr algn="ctr" eaLnBrk="1" fontAlgn="auto" hangingPunct="1">
                <a:spcBef>
                  <a:spcPts val="0"/>
                </a:spcBef>
                <a:spcAft>
                  <a:spcPts val="0"/>
                </a:spcAft>
                <a:defRPr/>
              </a:pPr>
              <a:endParaRPr lang="zh-CN" altLang="en-US" kern="0" dirty="0">
                <a:solidFill>
                  <a:srgbClr val="FFFFFF"/>
                </a:solidFill>
                <a:latin typeface="微软雅黑 Light" panose="020B0502040204020203" pitchFamily="34" charset="-122"/>
                <a:ea typeface="微软雅黑" panose="020B0503020204020204" pitchFamily="34" charset="-122"/>
              </a:endParaRPr>
            </a:p>
          </p:txBody>
        </p:sp>
        <p:sp>
          <p:nvSpPr>
            <p:cNvPr id="5" name="MH_Desc_1"/>
            <p:cNvSpPr/>
            <p:nvPr/>
          </p:nvSpPr>
          <p:spPr>
            <a:xfrm>
              <a:off x="2182286" y="2117725"/>
              <a:ext cx="7970020" cy="4247311"/>
            </a:xfrm>
            <a:custGeom>
              <a:avLst/>
              <a:gdLst>
                <a:gd name="connsiteX0" fmla="*/ 5320937 w 5320937"/>
                <a:gd name="connsiteY0" fmla="*/ 1837508 h 4188823"/>
                <a:gd name="connsiteX1" fmla="*/ 5320937 w 5320937"/>
                <a:gd name="connsiteY1" fmla="*/ 0 h 4188823"/>
                <a:gd name="connsiteX2" fmla="*/ 0 w 5320937"/>
                <a:gd name="connsiteY2" fmla="*/ 0 h 4188823"/>
                <a:gd name="connsiteX3" fmla="*/ 0 w 5320937"/>
                <a:gd name="connsiteY3" fmla="*/ 3405051 h 4188823"/>
                <a:gd name="connsiteX4" fmla="*/ 2717075 w 5320937"/>
                <a:gd name="connsiteY4" fmla="*/ 3405051 h 4188823"/>
                <a:gd name="connsiteX5" fmla="*/ 3500847 w 5320937"/>
                <a:gd name="connsiteY5" fmla="*/ 4188823 h 4188823"/>
                <a:gd name="connsiteX6" fmla="*/ 3518263 w 5320937"/>
                <a:gd name="connsiteY6" fmla="*/ 4188823 h 418882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5320937" h="4188823">
                  <a:moveTo>
                    <a:pt x="5320937" y="1837508"/>
                  </a:moveTo>
                  <a:lnTo>
                    <a:pt x="5320937" y="0"/>
                  </a:lnTo>
                  <a:lnTo>
                    <a:pt x="0" y="0"/>
                  </a:lnTo>
                  <a:lnTo>
                    <a:pt x="0" y="3405051"/>
                  </a:lnTo>
                  <a:lnTo>
                    <a:pt x="2717075" y="3405051"/>
                  </a:lnTo>
                  <a:lnTo>
                    <a:pt x="3500847" y="4188823"/>
                  </a:lnTo>
                  <a:lnTo>
                    <a:pt x="3518263" y="4188823"/>
                  </a:lnTo>
                </a:path>
              </a:pathLst>
            </a:custGeom>
            <a:noFill/>
            <a:ln w="76200" cap="flat" cmpd="sng" algn="ctr">
              <a:solidFill>
                <a:srgbClr val="D10000"/>
              </a:solidFill>
              <a:prstDash val="solid"/>
              <a:miter lim="800000"/>
            </a:ln>
            <a:effectLst/>
          </p:spPr>
          <p:txBody>
            <a:bodyPr lIns="612000" tIns="216000" rIns="324000" bIns="1584000">
              <a:noAutofit/>
            </a:bodyPr>
            <a:lstStyle/>
            <a:p>
              <a:pPr indent="457200">
                <a:lnSpc>
                  <a:spcPct val="140000"/>
                </a:lnSpc>
              </a:pPr>
              <a:r>
                <a:rPr sz="2400" dirty="0">
                  <a:latin typeface="+mn-ea"/>
                </a:rPr>
                <a:t>脚本是用例的实例。脚本是系统的一次具体执行过程。用例图中应尽可能包含所有的脚本，才能较完整地从用户使用的角度来描述系统的功能。</a:t>
              </a:r>
            </a:p>
          </p:txBody>
        </p:sp>
        <p:sp>
          <p:nvSpPr>
            <p:cNvPr id="6" name="MH_Other_2"/>
            <p:cNvSpPr/>
            <p:nvPr/>
          </p:nvSpPr>
          <p:spPr bwMode="auto">
            <a:xfrm>
              <a:off x="7623635" y="4101683"/>
              <a:ext cx="3041651" cy="2357437"/>
            </a:xfrm>
            <a:custGeom>
              <a:avLst/>
              <a:gdLst>
                <a:gd name="T0" fmla="*/ 311438 w 1909763"/>
                <a:gd name="T1" fmla="*/ 1234671 h 1912938"/>
                <a:gd name="T2" fmla="*/ 423998 w 1909763"/>
                <a:gd name="T3" fmla="*/ 1256142 h 1912938"/>
                <a:gd name="T4" fmla="*/ 469528 w 1909763"/>
                <a:gd name="T5" fmla="*/ 1335710 h 1912938"/>
                <a:gd name="T6" fmla="*/ 530235 w 1909763"/>
                <a:gd name="T7" fmla="*/ 1396649 h 1912938"/>
                <a:gd name="T8" fmla="*/ 631728 w 1909763"/>
                <a:gd name="T9" fmla="*/ 1456326 h 1912938"/>
                <a:gd name="T10" fmla="*/ 647854 w 1909763"/>
                <a:gd name="T11" fmla="*/ 1533683 h 1912938"/>
                <a:gd name="T12" fmla="*/ 0 w 1909763"/>
                <a:gd name="T13" fmla="*/ 1905000 h 1912938"/>
                <a:gd name="T14" fmla="*/ 990076 w 1909763"/>
                <a:gd name="T15" fmla="*/ 547002 h 1912938"/>
                <a:gd name="T16" fmla="*/ 1084268 w 1909763"/>
                <a:gd name="T17" fmla="*/ 595709 h 1912938"/>
                <a:gd name="T18" fmla="*/ 1176565 w 1909763"/>
                <a:gd name="T19" fmla="*/ 667504 h 1912938"/>
                <a:gd name="T20" fmla="*/ 1294781 w 1909763"/>
                <a:gd name="T21" fmla="*/ 800657 h 1912938"/>
                <a:gd name="T22" fmla="*/ 1351992 w 1909763"/>
                <a:gd name="T23" fmla="*/ 906610 h 1912938"/>
                <a:gd name="T24" fmla="*/ 1367480 w 1909763"/>
                <a:gd name="T25" fmla="*/ 971447 h 1912938"/>
                <a:gd name="T26" fmla="*/ 741633 w 1909763"/>
                <a:gd name="T27" fmla="*/ 1521772 h 1912938"/>
                <a:gd name="T28" fmla="*/ 719507 w 1909763"/>
                <a:gd name="T29" fmla="*/ 1441437 h 1912938"/>
                <a:gd name="T30" fmla="*/ 689163 w 1909763"/>
                <a:gd name="T31" fmla="*/ 1362684 h 1912938"/>
                <a:gd name="T32" fmla="*/ 605717 w 1909763"/>
                <a:gd name="T33" fmla="*/ 1309233 h 1912938"/>
                <a:gd name="T34" fmla="*/ 554511 w 1909763"/>
                <a:gd name="T35" fmla="*/ 1257047 h 1912938"/>
                <a:gd name="T36" fmla="*/ 495403 w 1909763"/>
                <a:gd name="T37" fmla="*/ 1173233 h 1912938"/>
                <a:gd name="T38" fmla="*/ 414485 w 1909763"/>
                <a:gd name="T39" fmla="*/ 1167223 h 1912938"/>
                <a:gd name="T40" fmla="*/ 334200 w 1909763"/>
                <a:gd name="T41" fmla="*/ 1137810 h 1912938"/>
                <a:gd name="T42" fmla="*/ 1102115 w 1909763"/>
                <a:gd name="T43" fmla="*/ 389221 h 1912938"/>
                <a:gd name="T44" fmla="*/ 1182317 w 1909763"/>
                <a:gd name="T45" fmla="*/ 412935 h 1912938"/>
                <a:gd name="T46" fmla="*/ 1278052 w 1909763"/>
                <a:gd name="T47" fmla="*/ 467951 h 1912938"/>
                <a:gd name="T48" fmla="*/ 1390271 w 1909763"/>
                <a:gd name="T49" fmla="*/ 569762 h 1912938"/>
                <a:gd name="T50" fmla="*/ 1465401 w 1909763"/>
                <a:gd name="T51" fmla="*/ 674102 h 1912938"/>
                <a:gd name="T52" fmla="*/ 1496150 w 1909763"/>
                <a:gd name="T53" fmla="*/ 753148 h 1912938"/>
                <a:gd name="T54" fmla="*/ 1438773 w 1909763"/>
                <a:gd name="T55" fmla="*/ 874245 h 1912938"/>
                <a:gd name="T56" fmla="*/ 1394075 w 1909763"/>
                <a:gd name="T57" fmla="*/ 754728 h 1912938"/>
                <a:gd name="T58" fmla="*/ 1286611 w 1909763"/>
                <a:gd name="T59" fmla="*/ 617822 h 1912938"/>
                <a:gd name="T60" fmla="*/ 1182317 w 1909763"/>
                <a:gd name="T61" fmla="*/ 530239 h 1912938"/>
                <a:gd name="T62" fmla="*/ 1095458 w 1909763"/>
                <a:gd name="T63" fmla="*/ 479966 h 1912938"/>
                <a:gd name="T64" fmla="*/ 1079925 w 1909763"/>
                <a:gd name="T65" fmla="*/ 387324 h 1912938"/>
                <a:gd name="T66" fmla="*/ 1274840 w 1909763"/>
                <a:gd name="T67" fmla="*/ 248813 h 1912938"/>
                <a:gd name="T68" fmla="*/ 1361157 w 1909763"/>
                <a:gd name="T69" fmla="*/ 287000 h 1912938"/>
                <a:gd name="T70" fmla="*/ 1471820 w 1909763"/>
                <a:gd name="T71" fmla="*/ 367792 h 1912938"/>
                <a:gd name="T72" fmla="*/ 1577108 w 1909763"/>
                <a:gd name="T73" fmla="*/ 484246 h 1912938"/>
                <a:gd name="T74" fmla="*/ 1629910 w 1909763"/>
                <a:gd name="T75" fmla="*/ 580818 h 1912938"/>
                <a:gd name="T76" fmla="*/ 1646668 w 1909763"/>
                <a:gd name="T77" fmla="*/ 647723 h 1912938"/>
                <a:gd name="T78" fmla="*/ 1571733 w 1909763"/>
                <a:gd name="T79" fmla="*/ 701374 h 1912938"/>
                <a:gd name="T80" fmla="*/ 1500908 w 1909763"/>
                <a:gd name="T81" fmla="*/ 566932 h 1912938"/>
                <a:gd name="T82" fmla="*/ 1381077 w 1909763"/>
                <a:gd name="T83" fmla="*/ 437539 h 1912938"/>
                <a:gd name="T84" fmla="*/ 1277685 w 1909763"/>
                <a:gd name="T85" fmla="*/ 362111 h 1912938"/>
                <a:gd name="T86" fmla="*/ 1174610 w 1909763"/>
                <a:gd name="T87" fmla="*/ 313195 h 1912938"/>
                <a:gd name="T88" fmla="*/ 1571880 w 1909763"/>
                <a:gd name="T89" fmla="*/ 0 h 1912938"/>
                <a:gd name="T90" fmla="*/ 1674374 w 1909763"/>
                <a:gd name="T91" fmla="*/ 27868 h 1912938"/>
                <a:gd name="T92" fmla="*/ 1797116 w 1909763"/>
                <a:gd name="T93" fmla="*/ 110838 h 1912938"/>
                <a:gd name="T94" fmla="*/ 1880946 w 1909763"/>
                <a:gd name="T95" fmla="*/ 216927 h 1912938"/>
                <a:gd name="T96" fmla="*/ 1901825 w 1909763"/>
                <a:gd name="T97" fmla="*/ 315415 h 1912938"/>
                <a:gd name="T98" fmla="*/ 1879681 w 1909763"/>
                <a:gd name="T99" fmla="*/ 399018 h 1912938"/>
                <a:gd name="T100" fmla="*/ 1834128 w 1909763"/>
                <a:gd name="T101" fmla="*/ 461405 h 1912938"/>
                <a:gd name="T102" fmla="*/ 1716764 w 1909763"/>
                <a:gd name="T103" fmla="*/ 551026 h 1912938"/>
                <a:gd name="T104" fmla="*/ 1686079 w 1909763"/>
                <a:gd name="T105" fmla="*/ 466156 h 1912938"/>
                <a:gd name="T106" fmla="*/ 1635148 w 1909763"/>
                <a:gd name="T107" fmla="*/ 386034 h 1912938"/>
                <a:gd name="T108" fmla="*/ 1552899 w 1909763"/>
                <a:gd name="T109" fmla="*/ 297997 h 1912938"/>
                <a:gd name="T110" fmla="*/ 1465272 w 1909763"/>
                <a:gd name="T111" fmla="*/ 231811 h 1912938"/>
                <a:gd name="T112" fmla="*/ 1387135 w 1909763"/>
                <a:gd name="T113" fmla="*/ 193176 h 1912938"/>
                <a:gd name="T114" fmla="*/ 1324816 w 1909763"/>
                <a:gd name="T115" fmla="*/ 138389 h 1912938"/>
                <a:gd name="T116" fmla="*/ 1449455 w 1909763"/>
                <a:gd name="T117" fmla="*/ 33885 h 1912938"/>
                <a:gd name="T118" fmla="*/ 1518102 w 1909763"/>
                <a:gd name="T119" fmla="*/ 4750 h 1912938"/>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Lst>
              <a:ahLst/>
              <a:cxnLst>
                <a:cxn ang="T120">
                  <a:pos x="T0" y="T1"/>
                </a:cxn>
                <a:cxn ang="T121">
                  <a:pos x="T2" y="T3"/>
                </a:cxn>
                <a:cxn ang="T122">
                  <a:pos x="T4" y="T5"/>
                </a:cxn>
                <a:cxn ang="T123">
                  <a:pos x="T6" y="T7"/>
                </a:cxn>
                <a:cxn ang="T124">
                  <a:pos x="T8" y="T9"/>
                </a:cxn>
                <a:cxn ang="T125">
                  <a:pos x="T10" y="T11"/>
                </a:cxn>
                <a:cxn ang="T126">
                  <a:pos x="T12" y="T13"/>
                </a:cxn>
                <a:cxn ang="T127">
                  <a:pos x="T14" y="T15"/>
                </a:cxn>
                <a:cxn ang="T128">
                  <a:pos x="T16" y="T17"/>
                </a:cxn>
                <a:cxn ang="T129">
                  <a:pos x="T18" y="T19"/>
                </a:cxn>
                <a:cxn ang="T130">
                  <a:pos x="T20" y="T21"/>
                </a:cxn>
                <a:cxn ang="T131">
                  <a:pos x="T22" y="T23"/>
                </a:cxn>
                <a:cxn ang="T132">
                  <a:pos x="T24" y="T25"/>
                </a:cxn>
                <a:cxn ang="T133">
                  <a:pos x="T26" y="T27"/>
                </a:cxn>
                <a:cxn ang="T134">
                  <a:pos x="T28" y="T29"/>
                </a:cxn>
                <a:cxn ang="T135">
                  <a:pos x="T30" y="T31"/>
                </a:cxn>
                <a:cxn ang="T136">
                  <a:pos x="T32" y="T33"/>
                </a:cxn>
                <a:cxn ang="T137">
                  <a:pos x="T34" y="T35"/>
                </a:cxn>
                <a:cxn ang="T138">
                  <a:pos x="T36" y="T37"/>
                </a:cxn>
                <a:cxn ang="T139">
                  <a:pos x="T38" y="T39"/>
                </a:cxn>
                <a:cxn ang="T140">
                  <a:pos x="T40" y="T41"/>
                </a:cxn>
                <a:cxn ang="T141">
                  <a:pos x="T42" y="T43"/>
                </a:cxn>
                <a:cxn ang="T142">
                  <a:pos x="T44" y="T45"/>
                </a:cxn>
                <a:cxn ang="T143">
                  <a:pos x="T46" y="T47"/>
                </a:cxn>
                <a:cxn ang="T144">
                  <a:pos x="T48" y="T49"/>
                </a:cxn>
                <a:cxn ang="T145">
                  <a:pos x="T50" y="T51"/>
                </a:cxn>
                <a:cxn ang="T146">
                  <a:pos x="T52" y="T53"/>
                </a:cxn>
                <a:cxn ang="T147">
                  <a:pos x="T54" y="T55"/>
                </a:cxn>
                <a:cxn ang="T148">
                  <a:pos x="T56" y="T57"/>
                </a:cxn>
                <a:cxn ang="T149">
                  <a:pos x="T58" y="T59"/>
                </a:cxn>
                <a:cxn ang="T150">
                  <a:pos x="T60" y="T61"/>
                </a:cxn>
                <a:cxn ang="T151">
                  <a:pos x="T62" y="T63"/>
                </a:cxn>
                <a:cxn ang="T152">
                  <a:pos x="T64" y="T65"/>
                </a:cxn>
                <a:cxn ang="T153">
                  <a:pos x="T66" y="T67"/>
                </a:cxn>
                <a:cxn ang="T154">
                  <a:pos x="T68" y="T69"/>
                </a:cxn>
                <a:cxn ang="T155">
                  <a:pos x="T70" y="T71"/>
                </a:cxn>
                <a:cxn ang="T156">
                  <a:pos x="T72" y="T73"/>
                </a:cxn>
                <a:cxn ang="T157">
                  <a:pos x="T74" y="T75"/>
                </a:cxn>
                <a:cxn ang="T158">
                  <a:pos x="T76" y="T77"/>
                </a:cxn>
                <a:cxn ang="T159">
                  <a:pos x="T78" y="T79"/>
                </a:cxn>
                <a:cxn ang="T160">
                  <a:pos x="T80" y="T81"/>
                </a:cxn>
                <a:cxn ang="T161">
                  <a:pos x="T82" y="T83"/>
                </a:cxn>
                <a:cxn ang="T162">
                  <a:pos x="T84" y="T85"/>
                </a:cxn>
                <a:cxn ang="T163">
                  <a:pos x="T86" y="T87"/>
                </a:cxn>
                <a:cxn ang="T164">
                  <a:pos x="T88" y="T89"/>
                </a:cxn>
                <a:cxn ang="T165">
                  <a:pos x="T90" y="T91"/>
                </a:cxn>
                <a:cxn ang="T166">
                  <a:pos x="T92" y="T93"/>
                </a:cxn>
                <a:cxn ang="T167">
                  <a:pos x="T94" y="T95"/>
                </a:cxn>
                <a:cxn ang="T168">
                  <a:pos x="T96" y="T97"/>
                </a:cxn>
                <a:cxn ang="T169">
                  <a:pos x="T98" y="T99"/>
                </a:cxn>
                <a:cxn ang="T170">
                  <a:pos x="T100" y="T101"/>
                </a:cxn>
                <a:cxn ang="T171">
                  <a:pos x="T102" y="T103"/>
                </a:cxn>
                <a:cxn ang="T172">
                  <a:pos x="T104" y="T105"/>
                </a:cxn>
                <a:cxn ang="T173">
                  <a:pos x="T106" y="T107"/>
                </a:cxn>
                <a:cxn ang="T174">
                  <a:pos x="T108" y="T109"/>
                </a:cxn>
                <a:cxn ang="T175">
                  <a:pos x="T110" y="T111"/>
                </a:cxn>
                <a:cxn ang="T176">
                  <a:pos x="T112" y="T113"/>
                </a:cxn>
                <a:cxn ang="T177">
                  <a:pos x="T114" y="T115"/>
                </a:cxn>
                <a:cxn ang="T178">
                  <a:pos x="T116" y="T117"/>
                </a:cxn>
                <a:cxn ang="T179">
                  <a:pos x="T118" y="T119"/>
                </a:cxn>
              </a:cxnLst>
              <a:rect l="0" t="0" r="r" b="b"/>
              <a:pathLst>
                <a:path w="1909763" h="1912938">
                  <a:moveTo>
                    <a:pt x="275590" y="1223963"/>
                  </a:moveTo>
                  <a:lnTo>
                    <a:pt x="276860" y="1225231"/>
                  </a:lnTo>
                  <a:lnTo>
                    <a:pt x="281623" y="1228085"/>
                  </a:lnTo>
                  <a:lnTo>
                    <a:pt x="285433" y="1229987"/>
                  </a:lnTo>
                  <a:lnTo>
                    <a:pt x="290513" y="1232207"/>
                  </a:lnTo>
                  <a:lnTo>
                    <a:pt x="296545" y="1235060"/>
                  </a:lnTo>
                  <a:lnTo>
                    <a:pt x="304165" y="1237280"/>
                  </a:lnTo>
                  <a:lnTo>
                    <a:pt x="312738" y="1239816"/>
                  </a:lnTo>
                  <a:lnTo>
                    <a:pt x="323215" y="1242036"/>
                  </a:lnTo>
                  <a:lnTo>
                    <a:pt x="335280" y="1244255"/>
                  </a:lnTo>
                  <a:lnTo>
                    <a:pt x="348933" y="1246157"/>
                  </a:lnTo>
                  <a:lnTo>
                    <a:pt x="364173" y="1248060"/>
                  </a:lnTo>
                  <a:lnTo>
                    <a:pt x="381318" y="1249328"/>
                  </a:lnTo>
                  <a:lnTo>
                    <a:pt x="400368" y="1249962"/>
                  </a:lnTo>
                  <a:lnTo>
                    <a:pt x="421958" y="1250279"/>
                  </a:lnTo>
                  <a:lnTo>
                    <a:pt x="425768" y="1261376"/>
                  </a:lnTo>
                  <a:lnTo>
                    <a:pt x="430213" y="1272474"/>
                  </a:lnTo>
                  <a:lnTo>
                    <a:pt x="434658" y="1282937"/>
                  </a:lnTo>
                  <a:lnTo>
                    <a:pt x="440055" y="1293083"/>
                  </a:lnTo>
                  <a:lnTo>
                    <a:pt x="445453" y="1303229"/>
                  </a:lnTo>
                  <a:lnTo>
                    <a:pt x="451485" y="1313375"/>
                  </a:lnTo>
                  <a:lnTo>
                    <a:pt x="457835" y="1322886"/>
                  </a:lnTo>
                  <a:lnTo>
                    <a:pt x="464185" y="1332081"/>
                  </a:lnTo>
                  <a:lnTo>
                    <a:pt x="471488" y="1341276"/>
                  </a:lnTo>
                  <a:lnTo>
                    <a:pt x="478473" y="1349837"/>
                  </a:lnTo>
                  <a:lnTo>
                    <a:pt x="485775" y="1358080"/>
                  </a:lnTo>
                  <a:lnTo>
                    <a:pt x="493395" y="1366324"/>
                  </a:lnTo>
                  <a:lnTo>
                    <a:pt x="500698" y="1374250"/>
                  </a:lnTo>
                  <a:lnTo>
                    <a:pt x="508635" y="1381860"/>
                  </a:lnTo>
                  <a:lnTo>
                    <a:pt x="516573" y="1388835"/>
                  </a:lnTo>
                  <a:lnTo>
                    <a:pt x="524510" y="1395493"/>
                  </a:lnTo>
                  <a:lnTo>
                    <a:pt x="532448" y="1402469"/>
                  </a:lnTo>
                  <a:lnTo>
                    <a:pt x="540385" y="1408810"/>
                  </a:lnTo>
                  <a:lnTo>
                    <a:pt x="555943" y="1420541"/>
                  </a:lnTo>
                  <a:lnTo>
                    <a:pt x="571500" y="1430687"/>
                  </a:lnTo>
                  <a:lnTo>
                    <a:pt x="586105" y="1439565"/>
                  </a:lnTo>
                  <a:lnTo>
                    <a:pt x="600075" y="1447492"/>
                  </a:lnTo>
                  <a:lnTo>
                    <a:pt x="612775" y="1453833"/>
                  </a:lnTo>
                  <a:lnTo>
                    <a:pt x="624523" y="1458589"/>
                  </a:lnTo>
                  <a:lnTo>
                    <a:pt x="634365" y="1462394"/>
                  </a:lnTo>
                  <a:lnTo>
                    <a:pt x="634365" y="1467784"/>
                  </a:lnTo>
                  <a:lnTo>
                    <a:pt x="634683" y="1473808"/>
                  </a:lnTo>
                  <a:lnTo>
                    <a:pt x="635318" y="1479832"/>
                  </a:lnTo>
                  <a:lnTo>
                    <a:pt x="636270" y="1486173"/>
                  </a:lnTo>
                  <a:lnTo>
                    <a:pt x="638810" y="1499173"/>
                  </a:lnTo>
                  <a:lnTo>
                    <a:pt x="641668" y="1512489"/>
                  </a:lnTo>
                  <a:lnTo>
                    <a:pt x="645795" y="1526440"/>
                  </a:lnTo>
                  <a:lnTo>
                    <a:pt x="650558" y="1540074"/>
                  </a:lnTo>
                  <a:lnTo>
                    <a:pt x="655321" y="1553707"/>
                  </a:lnTo>
                  <a:lnTo>
                    <a:pt x="660083" y="1566707"/>
                  </a:lnTo>
                  <a:lnTo>
                    <a:pt x="665481" y="1579389"/>
                  </a:lnTo>
                  <a:lnTo>
                    <a:pt x="670243" y="1590803"/>
                  </a:lnTo>
                  <a:lnTo>
                    <a:pt x="679133" y="1610144"/>
                  </a:lnTo>
                  <a:lnTo>
                    <a:pt x="685165" y="1623144"/>
                  </a:lnTo>
                  <a:lnTo>
                    <a:pt x="687388" y="1627900"/>
                  </a:lnTo>
                  <a:lnTo>
                    <a:pt x="0" y="1912938"/>
                  </a:lnTo>
                  <a:lnTo>
                    <a:pt x="275590" y="1223963"/>
                  </a:lnTo>
                  <a:close/>
                  <a:moveTo>
                    <a:pt x="923427" y="530225"/>
                  </a:moveTo>
                  <a:lnTo>
                    <a:pt x="931362" y="531813"/>
                  </a:lnTo>
                  <a:lnTo>
                    <a:pt x="941201" y="533401"/>
                  </a:lnTo>
                  <a:lnTo>
                    <a:pt x="951993" y="536259"/>
                  </a:lnTo>
                  <a:lnTo>
                    <a:pt x="965007" y="539435"/>
                  </a:lnTo>
                  <a:lnTo>
                    <a:pt x="978972" y="544199"/>
                  </a:lnTo>
                  <a:lnTo>
                    <a:pt x="994208" y="549281"/>
                  </a:lnTo>
                  <a:lnTo>
                    <a:pt x="1010713" y="555950"/>
                  </a:lnTo>
                  <a:lnTo>
                    <a:pt x="1028805" y="564526"/>
                  </a:lnTo>
                  <a:lnTo>
                    <a:pt x="1038327" y="568972"/>
                  </a:lnTo>
                  <a:lnTo>
                    <a:pt x="1047849" y="574053"/>
                  </a:lnTo>
                  <a:lnTo>
                    <a:pt x="1057689" y="579453"/>
                  </a:lnTo>
                  <a:lnTo>
                    <a:pt x="1067845" y="585487"/>
                  </a:lnTo>
                  <a:lnTo>
                    <a:pt x="1078320" y="591521"/>
                  </a:lnTo>
                  <a:lnTo>
                    <a:pt x="1088794" y="598191"/>
                  </a:lnTo>
                  <a:lnTo>
                    <a:pt x="1099903" y="605495"/>
                  </a:lnTo>
                  <a:lnTo>
                    <a:pt x="1111012" y="613118"/>
                  </a:lnTo>
                  <a:lnTo>
                    <a:pt x="1122439" y="621058"/>
                  </a:lnTo>
                  <a:lnTo>
                    <a:pt x="1133548" y="630268"/>
                  </a:lnTo>
                  <a:lnTo>
                    <a:pt x="1145609" y="639161"/>
                  </a:lnTo>
                  <a:lnTo>
                    <a:pt x="1157353" y="649006"/>
                  </a:lnTo>
                  <a:lnTo>
                    <a:pt x="1169415" y="659487"/>
                  </a:lnTo>
                  <a:lnTo>
                    <a:pt x="1181476" y="670285"/>
                  </a:lnTo>
                  <a:lnTo>
                    <a:pt x="1193855" y="681719"/>
                  </a:lnTo>
                  <a:lnTo>
                    <a:pt x="1206234" y="693787"/>
                  </a:lnTo>
                  <a:lnTo>
                    <a:pt x="1224326" y="712208"/>
                  </a:lnTo>
                  <a:lnTo>
                    <a:pt x="1241148" y="730311"/>
                  </a:lnTo>
                  <a:lnTo>
                    <a:pt x="1257336" y="748731"/>
                  </a:lnTo>
                  <a:lnTo>
                    <a:pt x="1272888" y="767152"/>
                  </a:lnTo>
                  <a:lnTo>
                    <a:pt x="1287172" y="785573"/>
                  </a:lnTo>
                  <a:lnTo>
                    <a:pt x="1300185" y="803993"/>
                  </a:lnTo>
                  <a:lnTo>
                    <a:pt x="1312246" y="822096"/>
                  </a:lnTo>
                  <a:lnTo>
                    <a:pt x="1323356" y="840199"/>
                  </a:lnTo>
                  <a:lnTo>
                    <a:pt x="1333513" y="857984"/>
                  </a:lnTo>
                  <a:lnTo>
                    <a:pt x="1343035" y="875770"/>
                  </a:lnTo>
                  <a:lnTo>
                    <a:pt x="1346843" y="884345"/>
                  </a:lnTo>
                  <a:lnTo>
                    <a:pt x="1350970" y="892920"/>
                  </a:lnTo>
                  <a:lnTo>
                    <a:pt x="1354461" y="901813"/>
                  </a:lnTo>
                  <a:lnTo>
                    <a:pt x="1357635" y="910388"/>
                  </a:lnTo>
                  <a:lnTo>
                    <a:pt x="1360809" y="918963"/>
                  </a:lnTo>
                  <a:lnTo>
                    <a:pt x="1363349" y="927220"/>
                  </a:lnTo>
                  <a:lnTo>
                    <a:pt x="1365570" y="935478"/>
                  </a:lnTo>
                  <a:lnTo>
                    <a:pt x="1367792" y="943735"/>
                  </a:lnTo>
                  <a:lnTo>
                    <a:pt x="1369697" y="951675"/>
                  </a:lnTo>
                  <a:lnTo>
                    <a:pt x="1370966" y="959933"/>
                  </a:lnTo>
                  <a:lnTo>
                    <a:pt x="1372236" y="967873"/>
                  </a:lnTo>
                  <a:lnTo>
                    <a:pt x="1373188" y="975495"/>
                  </a:lnTo>
                  <a:lnTo>
                    <a:pt x="774247" y="1579563"/>
                  </a:lnTo>
                  <a:lnTo>
                    <a:pt x="771708" y="1576387"/>
                  </a:lnTo>
                  <a:lnTo>
                    <a:pt x="768851" y="1572258"/>
                  </a:lnTo>
                  <a:lnTo>
                    <a:pt x="765042" y="1566542"/>
                  </a:lnTo>
                  <a:lnTo>
                    <a:pt x="760281" y="1559237"/>
                  </a:lnTo>
                  <a:lnTo>
                    <a:pt x="755520" y="1550344"/>
                  </a:lnTo>
                  <a:lnTo>
                    <a:pt x="749807" y="1540181"/>
                  </a:lnTo>
                  <a:lnTo>
                    <a:pt x="744728" y="1528113"/>
                  </a:lnTo>
                  <a:lnTo>
                    <a:pt x="739333" y="1515091"/>
                  </a:lnTo>
                  <a:lnTo>
                    <a:pt x="734254" y="1500164"/>
                  </a:lnTo>
                  <a:lnTo>
                    <a:pt x="731715" y="1492224"/>
                  </a:lnTo>
                  <a:lnTo>
                    <a:pt x="729493" y="1483967"/>
                  </a:lnTo>
                  <a:lnTo>
                    <a:pt x="727271" y="1475392"/>
                  </a:lnTo>
                  <a:lnTo>
                    <a:pt x="725367" y="1466181"/>
                  </a:lnTo>
                  <a:lnTo>
                    <a:pt x="724097" y="1457289"/>
                  </a:lnTo>
                  <a:lnTo>
                    <a:pt x="722510" y="1447443"/>
                  </a:lnTo>
                  <a:lnTo>
                    <a:pt x="721241" y="1437280"/>
                  </a:lnTo>
                  <a:lnTo>
                    <a:pt x="720288" y="1427117"/>
                  </a:lnTo>
                  <a:lnTo>
                    <a:pt x="719336" y="1416319"/>
                  </a:lnTo>
                  <a:lnTo>
                    <a:pt x="719336" y="1405203"/>
                  </a:lnTo>
                  <a:lnTo>
                    <a:pt x="719336" y="1394087"/>
                  </a:lnTo>
                  <a:lnTo>
                    <a:pt x="719971" y="1382018"/>
                  </a:lnTo>
                  <a:lnTo>
                    <a:pt x="705688" y="1375349"/>
                  </a:lnTo>
                  <a:lnTo>
                    <a:pt x="692039" y="1368362"/>
                  </a:lnTo>
                  <a:lnTo>
                    <a:pt x="679343" y="1361692"/>
                  </a:lnTo>
                  <a:lnTo>
                    <a:pt x="667282" y="1355023"/>
                  </a:lnTo>
                  <a:lnTo>
                    <a:pt x="655855" y="1348035"/>
                  </a:lnTo>
                  <a:lnTo>
                    <a:pt x="645381" y="1341366"/>
                  </a:lnTo>
                  <a:lnTo>
                    <a:pt x="635224" y="1334696"/>
                  </a:lnTo>
                  <a:lnTo>
                    <a:pt x="625385" y="1327709"/>
                  </a:lnTo>
                  <a:lnTo>
                    <a:pt x="616497" y="1321357"/>
                  </a:lnTo>
                  <a:lnTo>
                    <a:pt x="608245" y="1314688"/>
                  </a:lnTo>
                  <a:lnTo>
                    <a:pt x="599992" y="1308018"/>
                  </a:lnTo>
                  <a:lnTo>
                    <a:pt x="592692" y="1301349"/>
                  </a:lnTo>
                  <a:lnTo>
                    <a:pt x="585709" y="1294679"/>
                  </a:lnTo>
                  <a:lnTo>
                    <a:pt x="579361" y="1288327"/>
                  </a:lnTo>
                  <a:lnTo>
                    <a:pt x="573013" y="1281975"/>
                  </a:lnTo>
                  <a:lnTo>
                    <a:pt x="567300" y="1275306"/>
                  </a:lnTo>
                  <a:lnTo>
                    <a:pt x="561904" y="1268636"/>
                  </a:lnTo>
                  <a:lnTo>
                    <a:pt x="556825" y="1262285"/>
                  </a:lnTo>
                  <a:lnTo>
                    <a:pt x="552064" y="1255933"/>
                  </a:lnTo>
                  <a:lnTo>
                    <a:pt x="547621" y="1249898"/>
                  </a:lnTo>
                  <a:lnTo>
                    <a:pt x="539686" y="1237194"/>
                  </a:lnTo>
                  <a:lnTo>
                    <a:pt x="532703" y="1224808"/>
                  </a:lnTo>
                  <a:lnTo>
                    <a:pt x="526355" y="1212739"/>
                  </a:lnTo>
                  <a:lnTo>
                    <a:pt x="520641" y="1200988"/>
                  </a:lnTo>
                  <a:lnTo>
                    <a:pt x="509850" y="1177804"/>
                  </a:lnTo>
                  <a:lnTo>
                    <a:pt x="497471" y="1178122"/>
                  </a:lnTo>
                  <a:lnTo>
                    <a:pt x="485727" y="1178122"/>
                  </a:lnTo>
                  <a:lnTo>
                    <a:pt x="474300" y="1178122"/>
                  </a:lnTo>
                  <a:lnTo>
                    <a:pt x="463509" y="1177804"/>
                  </a:lnTo>
                  <a:lnTo>
                    <a:pt x="453352" y="1177169"/>
                  </a:lnTo>
                  <a:lnTo>
                    <a:pt x="443512" y="1175898"/>
                  </a:lnTo>
                  <a:lnTo>
                    <a:pt x="433673" y="1174628"/>
                  </a:lnTo>
                  <a:lnTo>
                    <a:pt x="424785" y="1173675"/>
                  </a:lnTo>
                  <a:lnTo>
                    <a:pt x="416215" y="1172087"/>
                  </a:lnTo>
                  <a:lnTo>
                    <a:pt x="408280" y="1170182"/>
                  </a:lnTo>
                  <a:lnTo>
                    <a:pt x="393045" y="1167006"/>
                  </a:lnTo>
                  <a:lnTo>
                    <a:pt x="379714" y="1162877"/>
                  </a:lnTo>
                  <a:lnTo>
                    <a:pt x="367653" y="1158431"/>
                  </a:lnTo>
                  <a:lnTo>
                    <a:pt x="357496" y="1153984"/>
                  </a:lnTo>
                  <a:lnTo>
                    <a:pt x="348926" y="1149855"/>
                  </a:lnTo>
                  <a:lnTo>
                    <a:pt x="341308" y="1146044"/>
                  </a:lnTo>
                  <a:lnTo>
                    <a:pt x="335595" y="1142551"/>
                  </a:lnTo>
                  <a:lnTo>
                    <a:pt x="331151" y="1139375"/>
                  </a:lnTo>
                  <a:lnTo>
                    <a:pt x="327660" y="1137152"/>
                  </a:lnTo>
                  <a:lnTo>
                    <a:pt x="325438" y="1134928"/>
                  </a:lnTo>
                  <a:lnTo>
                    <a:pt x="923427" y="530225"/>
                  </a:lnTo>
                  <a:close/>
                  <a:moveTo>
                    <a:pt x="1084432" y="388938"/>
                  </a:moveTo>
                  <a:lnTo>
                    <a:pt x="1089844" y="389573"/>
                  </a:lnTo>
                  <a:lnTo>
                    <a:pt x="1097165" y="389891"/>
                  </a:lnTo>
                  <a:lnTo>
                    <a:pt x="1106715" y="390843"/>
                  </a:lnTo>
                  <a:lnTo>
                    <a:pt x="1118175" y="392748"/>
                  </a:lnTo>
                  <a:lnTo>
                    <a:pt x="1132499" y="396241"/>
                  </a:lnTo>
                  <a:lnTo>
                    <a:pt x="1140458" y="398146"/>
                  </a:lnTo>
                  <a:lnTo>
                    <a:pt x="1148734" y="400686"/>
                  </a:lnTo>
                  <a:lnTo>
                    <a:pt x="1157329" y="403226"/>
                  </a:lnTo>
                  <a:lnTo>
                    <a:pt x="1166879" y="406718"/>
                  </a:lnTo>
                  <a:lnTo>
                    <a:pt x="1176747" y="410528"/>
                  </a:lnTo>
                  <a:lnTo>
                    <a:pt x="1187252" y="414656"/>
                  </a:lnTo>
                  <a:lnTo>
                    <a:pt x="1197756" y="419418"/>
                  </a:lnTo>
                  <a:lnTo>
                    <a:pt x="1208579" y="424816"/>
                  </a:lnTo>
                  <a:lnTo>
                    <a:pt x="1220358" y="430848"/>
                  </a:lnTo>
                  <a:lnTo>
                    <a:pt x="1232136" y="437198"/>
                  </a:lnTo>
                  <a:lnTo>
                    <a:pt x="1244550" y="444183"/>
                  </a:lnTo>
                  <a:lnTo>
                    <a:pt x="1256965" y="452121"/>
                  </a:lnTo>
                  <a:lnTo>
                    <a:pt x="1270017" y="460376"/>
                  </a:lnTo>
                  <a:lnTo>
                    <a:pt x="1283386" y="469901"/>
                  </a:lnTo>
                  <a:lnTo>
                    <a:pt x="1296438" y="480061"/>
                  </a:lnTo>
                  <a:lnTo>
                    <a:pt x="1310444" y="490856"/>
                  </a:lnTo>
                  <a:lnTo>
                    <a:pt x="1324450" y="502286"/>
                  </a:lnTo>
                  <a:lnTo>
                    <a:pt x="1338775" y="514986"/>
                  </a:lnTo>
                  <a:lnTo>
                    <a:pt x="1353100" y="528003"/>
                  </a:lnTo>
                  <a:lnTo>
                    <a:pt x="1367743" y="542291"/>
                  </a:lnTo>
                  <a:lnTo>
                    <a:pt x="1382386" y="557531"/>
                  </a:lnTo>
                  <a:lnTo>
                    <a:pt x="1396074" y="572136"/>
                  </a:lnTo>
                  <a:lnTo>
                    <a:pt x="1408489" y="586423"/>
                  </a:lnTo>
                  <a:lnTo>
                    <a:pt x="1420267" y="600393"/>
                  </a:lnTo>
                  <a:lnTo>
                    <a:pt x="1430772" y="613728"/>
                  </a:lnTo>
                  <a:lnTo>
                    <a:pt x="1440640" y="627381"/>
                  </a:lnTo>
                  <a:lnTo>
                    <a:pt x="1449235" y="640081"/>
                  </a:lnTo>
                  <a:lnTo>
                    <a:pt x="1457511" y="653098"/>
                  </a:lnTo>
                  <a:lnTo>
                    <a:pt x="1464833" y="665163"/>
                  </a:lnTo>
                  <a:lnTo>
                    <a:pt x="1471517" y="676911"/>
                  </a:lnTo>
                  <a:lnTo>
                    <a:pt x="1477566" y="688341"/>
                  </a:lnTo>
                  <a:lnTo>
                    <a:pt x="1482341" y="699136"/>
                  </a:lnTo>
                  <a:lnTo>
                    <a:pt x="1487434" y="709613"/>
                  </a:lnTo>
                  <a:lnTo>
                    <a:pt x="1490935" y="720408"/>
                  </a:lnTo>
                  <a:lnTo>
                    <a:pt x="1494755" y="729616"/>
                  </a:lnTo>
                  <a:lnTo>
                    <a:pt x="1497939" y="739141"/>
                  </a:lnTo>
                  <a:lnTo>
                    <a:pt x="1500167" y="747713"/>
                  </a:lnTo>
                  <a:lnTo>
                    <a:pt x="1502395" y="756286"/>
                  </a:lnTo>
                  <a:lnTo>
                    <a:pt x="1503987" y="763906"/>
                  </a:lnTo>
                  <a:lnTo>
                    <a:pt x="1505260" y="771526"/>
                  </a:lnTo>
                  <a:lnTo>
                    <a:pt x="1507170" y="784543"/>
                  </a:lnTo>
                  <a:lnTo>
                    <a:pt x="1508125" y="795338"/>
                  </a:lnTo>
                  <a:lnTo>
                    <a:pt x="1508125" y="804228"/>
                  </a:lnTo>
                  <a:lnTo>
                    <a:pt x="1507807" y="810261"/>
                  </a:lnTo>
                  <a:lnTo>
                    <a:pt x="1506852" y="815341"/>
                  </a:lnTo>
                  <a:lnTo>
                    <a:pt x="1444778" y="877888"/>
                  </a:lnTo>
                  <a:lnTo>
                    <a:pt x="1442550" y="864553"/>
                  </a:lnTo>
                  <a:lnTo>
                    <a:pt x="1439048" y="851218"/>
                  </a:lnTo>
                  <a:lnTo>
                    <a:pt x="1435228" y="836296"/>
                  </a:lnTo>
                  <a:lnTo>
                    <a:pt x="1430135" y="821691"/>
                  </a:lnTo>
                  <a:lnTo>
                    <a:pt x="1424087" y="806451"/>
                  </a:lnTo>
                  <a:lnTo>
                    <a:pt x="1416765" y="790576"/>
                  </a:lnTo>
                  <a:lnTo>
                    <a:pt x="1408807" y="774383"/>
                  </a:lnTo>
                  <a:lnTo>
                    <a:pt x="1399894" y="757873"/>
                  </a:lnTo>
                  <a:lnTo>
                    <a:pt x="1390026" y="741363"/>
                  </a:lnTo>
                  <a:lnTo>
                    <a:pt x="1378884" y="724536"/>
                  </a:lnTo>
                  <a:lnTo>
                    <a:pt x="1367106" y="707073"/>
                  </a:lnTo>
                  <a:lnTo>
                    <a:pt x="1353737" y="689928"/>
                  </a:lnTo>
                  <a:lnTo>
                    <a:pt x="1340048" y="672466"/>
                  </a:lnTo>
                  <a:lnTo>
                    <a:pt x="1325087" y="655003"/>
                  </a:lnTo>
                  <a:lnTo>
                    <a:pt x="1308852" y="637541"/>
                  </a:lnTo>
                  <a:lnTo>
                    <a:pt x="1291981" y="620396"/>
                  </a:lnTo>
                  <a:lnTo>
                    <a:pt x="1278611" y="607061"/>
                  </a:lnTo>
                  <a:lnTo>
                    <a:pt x="1264923" y="594361"/>
                  </a:lnTo>
                  <a:lnTo>
                    <a:pt x="1251235" y="582296"/>
                  </a:lnTo>
                  <a:lnTo>
                    <a:pt x="1238184" y="570866"/>
                  </a:lnTo>
                  <a:lnTo>
                    <a:pt x="1224814" y="560388"/>
                  </a:lnTo>
                  <a:lnTo>
                    <a:pt x="1212081" y="550228"/>
                  </a:lnTo>
                  <a:lnTo>
                    <a:pt x="1199348" y="541021"/>
                  </a:lnTo>
                  <a:lnTo>
                    <a:pt x="1187252" y="532448"/>
                  </a:lnTo>
                  <a:lnTo>
                    <a:pt x="1175155" y="524511"/>
                  </a:lnTo>
                  <a:lnTo>
                    <a:pt x="1163059" y="516573"/>
                  </a:lnTo>
                  <a:lnTo>
                    <a:pt x="1151917" y="509588"/>
                  </a:lnTo>
                  <a:lnTo>
                    <a:pt x="1140776" y="502921"/>
                  </a:lnTo>
                  <a:lnTo>
                    <a:pt x="1129953" y="496888"/>
                  </a:lnTo>
                  <a:lnTo>
                    <a:pt x="1119766" y="491808"/>
                  </a:lnTo>
                  <a:lnTo>
                    <a:pt x="1109580" y="486411"/>
                  </a:lnTo>
                  <a:lnTo>
                    <a:pt x="1100030" y="481966"/>
                  </a:lnTo>
                  <a:lnTo>
                    <a:pt x="1082522" y="474028"/>
                  </a:lnTo>
                  <a:lnTo>
                    <a:pt x="1066287" y="467678"/>
                  </a:lnTo>
                  <a:lnTo>
                    <a:pt x="1052599" y="462598"/>
                  </a:lnTo>
                  <a:lnTo>
                    <a:pt x="1040821" y="459106"/>
                  </a:lnTo>
                  <a:lnTo>
                    <a:pt x="1031590" y="456248"/>
                  </a:lnTo>
                  <a:lnTo>
                    <a:pt x="1024905" y="454343"/>
                  </a:lnTo>
                  <a:lnTo>
                    <a:pt x="1019175" y="453391"/>
                  </a:lnTo>
                  <a:lnTo>
                    <a:pt x="1084432" y="388938"/>
                  </a:lnTo>
                  <a:close/>
                  <a:moveTo>
                    <a:pt x="1213168" y="238125"/>
                  </a:moveTo>
                  <a:lnTo>
                    <a:pt x="1218883" y="238125"/>
                  </a:lnTo>
                  <a:lnTo>
                    <a:pt x="1226186" y="238759"/>
                  </a:lnTo>
                  <a:lnTo>
                    <a:pt x="1236028" y="239709"/>
                  </a:lnTo>
                  <a:lnTo>
                    <a:pt x="1248411" y="242245"/>
                  </a:lnTo>
                  <a:lnTo>
                    <a:pt x="1263016" y="245414"/>
                  </a:lnTo>
                  <a:lnTo>
                    <a:pt x="1270953" y="247315"/>
                  </a:lnTo>
                  <a:lnTo>
                    <a:pt x="1280161" y="249850"/>
                  </a:lnTo>
                  <a:lnTo>
                    <a:pt x="1289051" y="253020"/>
                  </a:lnTo>
                  <a:lnTo>
                    <a:pt x="1298893" y="256506"/>
                  </a:lnTo>
                  <a:lnTo>
                    <a:pt x="1309053" y="260625"/>
                  </a:lnTo>
                  <a:lnTo>
                    <a:pt x="1319848" y="264745"/>
                  </a:lnTo>
                  <a:lnTo>
                    <a:pt x="1330961" y="269816"/>
                  </a:lnTo>
                  <a:lnTo>
                    <a:pt x="1342391" y="275203"/>
                  </a:lnTo>
                  <a:lnTo>
                    <a:pt x="1354456" y="281541"/>
                  </a:lnTo>
                  <a:lnTo>
                    <a:pt x="1366838" y="288196"/>
                  </a:lnTo>
                  <a:lnTo>
                    <a:pt x="1379538" y="295802"/>
                  </a:lnTo>
                  <a:lnTo>
                    <a:pt x="1392873" y="303725"/>
                  </a:lnTo>
                  <a:lnTo>
                    <a:pt x="1405891" y="312598"/>
                  </a:lnTo>
                  <a:lnTo>
                    <a:pt x="1419861" y="322422"/>
                  </a:lnTo>
                  <a:lnTo>
                    <a:pt x="1433831" y="332880"/>
                  </a:lnTo>
                  <a:lnTo>
                    <a:pt x="1448436" y="344289"/>
                  </a:lnTo>
                  <a:lnTo>
                    <a:pt x="1463041" y="356332"/>
                  </a:lnTo>
                  <a:lnTo>
                    <a:pt x="1477963" y="369325"/>
                  </a:lnTo>
                  <a:lnTo>
                    <a:pt x="1492886" y="383269"/>
                  </a:lnTo>
                  <a:lnTo>
                    <a:pt x="1508126" y="398164"/>
                  </a:lnTo>
                  <a:lnTo>
                    <a:pt x="1523366" y="413692"/>
                  </a:lnTo>
                  <a:lnTo>
                    <a:pt x="1537653" y="428587"/>
                  </a:lnTo>
                  <a:lnTo>
                    <a:pt x="1550353" y="443481"/>
                  </a:lnTo>
                  <a:lnTo>
                    <a:pt x="1562418" y="458376"/>
                  </a:lnTo>
                  <a:lnTo>
                    <a:pt x="1573848" y="472637"/>
                  </a:lnTo>
                  <a:lnTo>
                    <a:pt x="1583691" y="486264"/>
                  </a:lnTo>
                  <a:lnTo>
                    <a:pt x="1593216" y="499891"/>
                  </a:lnTo>
                  <a:lnTo>
                    <a:pt x="1601471" y="512884"/>
                  </a:lnTo>
                  <a:lnTo>
                    <a:pt x="1609091" y="525878"/>
                  </a:lnTo>
                  <a:lnTo>
                    <a:pt x="1616076" y="538237"/>
                  </a:lnTo>
                  <a:lnTo>
                    <a:pt x="1622108" y="549963"/>
                  </a:lnTo>
                  <a:lnTo>
                    <a:pt x="1627823" y="561371"/>
                  </a:lnTo>
                  <a:lnTo>
                    <a:pt x="1632268" y="572780"/>
                  </a:lnTo>
                  <a:lnTo>
                    <a:pt x="1636713" y="583238"/>
                  </a:lnTo>
                  <a:lnTo>
                    <a:pt x="1640206" y="593379"/>
                  </a:lnTo>
                  <a:lnTo>
                    <a:pt x="1643699" y="603203"/>
                  </a:lnTo>
                  <a:lnTo>
                    <a:pt x="1646239" y="612077"/>
                  </a:lnTo>
                  <a:lnTo>
                    <a:pt x="1648143" y="620633"/>
                  </a:lnTo>
                  <a:lnTo>
                    <a:pt x="1650049" y="628873"/>
                  </a:lnTo>
                  <a:lnTo>
                    <a:pt x="1651636" y="636478"/>
                  </a:lnTo>
                  <a:lnTo>
                    <a:pt x="1652589" y="643767"/>
                  </a:lnTo>
                  <a:lnTo>
                    <a:pt x="1653541" y="650422"/>
                  </a:lnTo>
                  <a:lnTo>
                    <a:pt x="1654176" y="661514"/>
                  </a:lnTo>
                  <a:lnTo>
                    <a:pt x="1654176" y="670705"/>
                  </a:lnTo>
                  <a:lnTo>
                    <a:pt x="1653859" y="677043"/>
                  </a:lnTo>
                  <a:lnTo>
                    <a:pt x="1652906" y="682747"/>
                  </a:lnTo>
                  <a:lnTo>
                    <a:pt x="1588136" y="747713"/>
                  </a:lnTo>
                  <a:lnTo>
                    <a:pt x="1585596" y="733769"/>
                  </a:lnTo>
                  <a:lnTo>
                    <a:pt x="1582421" y="719508"/>
                  </a:lnTo>
                  <a:lnTo>
                    <a:pt x="1578293" y="704297"/>
                  </a:lnTo>
                  <a:lnTo>
                    <a:pt x="1572896" y="689085"/>
                  </a:lnTo>
                  <a:lnTo>
                    <a:pt x="1566546" y="672923"/>
                  </a:lnTo>
                  <a:lnTo>
                    <a:pt x="1559561" y="656761"/>
                  </a:lnTo>
                  <a:lnTo>
                    <a:pt x="1550671" y="639964"/>
                  </a:lnTo>
                  <a:lnTo>
                    <a:pt x="1541463" y="622534"/>
                  </a:lnTo>
                  <a:lnTo>
                    <a:pt x="1531303" y="605105"/>
                  </a:lnTo>
                  <a:lnTo>
                    <a:pt x="1519556" y="587358"/>
                  </a:lnTo>
                  <a:lnTo>
                    <a:pt x="1507173" y="569294"/>
                  </a:lnTo>
                  <a:lnTo>
                    <a:pt x="1493521" y="551230"/>
                  </a:lnTo>
                  <a:lnTo>
                    <a:pt x="1479233" y="533166"/>
                  </a:lnTo>
                  <a:lnTo>
                    <a:pt x="1463676" y="514786"/>
                  </a:lnTo>
                  <a:lnTo>
                    <a:pt x="1446848" y="497039"/>
                  </a:lnTo>
                  <a:lnTo>
                    <a:pt x="1429386" y="478975"/>
                  </a:lnTo>
                  <a:lnTo>
                    <a:pt x="1415098" y="465031"/>
                  </a:lnTo>
                  <a:lnTo>
                    <a:pt x="1400811" y="451721"/>
                  </a:lnTo>
                  <a:lnTo>
                    <a:pt x="1386841" y="439362"/>
                  </a:lnTo>
                  <a:lnTo>
                    <a:pt x="1372871" y="427636"/>
                  </a:lnTo>
                  <a:lnTo>
                    <a:pt x="1359536" y="416544"/>
                  </a:lnTo>
                  <a:lnTo>
                    <a:pt x="1345883" y="406086"/>
                  </a:lnTo>
                  <a:lnTo>
                    <a:pt x="1332548" y="396262"/>
                  </a:lnTo>
                  <a:lnTo>
                    <a:pt x="1319848" y="387389"/>
                  </a:lnTo>
                  <a:lnTo>
                    <a:pt x="1307148" y="378832"/>
                  </a:lnTo>
                  <a:lnTo>
                    <a:pt x="1295083" y="370909"/>
                  </a:lnTo>
                  <a:lnTo>
                    <a:pt x="1283018" y="363620"/>
                  </a:lnTo>
                  <a:lnTo>
                    <a:pt x="1271271" y="356648"/>
                  </a:lnTo>
                  <a:lnTo>
                    <a:pt x="1260158" y="350627"/>
                  </a:lnTo>
                  <a:lnTo>
                    <a:pt x="1249681" y="344606"/>
                  </a:lnTo>
                  <a:lnTo>
                    <a:pt x="1239203" y="339219"/>
                  </a:lnTo>
                  <a:lnTo>
                    <a:pt x="1229361" y="334782"/>
                  </a:lnTo>
                  <a:lnTo>
                    <a:pt x="1210628" y="326542"/>
                  </a:lnTo>
                  <a:lnTo>
                    <a:pt x="1193801" y="319887"/>
                  </a:lnTo>
                  <a:lnTo>
                    <a:pt x="1179513" y="314500"/>
                  </a:lnTo>
                  <a:lnTo>
                    <a:pt x="1167766" y="310697"/>
                  </a:lnTo>
                  <a:lnTo>
                    <a:pt x="1157923" y="307845"/>
                  </a:lnTo>
                  <a:lnTo>
                    <a:pt x="1150621" y="306260"/>
                  </a:lnTo>
                  <a:lnTo>
                    <a:pt x="1144588" y="304992"/>
                  </a:lnTo>
                  <a:lnTo>
                    <a:pt x="1213168" y="238125"/>
                  </a:lnTo>
                  <a:close/>
                  <a:moveTo>
                    <a:pt x="1555569" y="0"/>
                  </a:moveTo>
                  <a:lnTo>
                    <a:pt x="1566687" y="0"/>
                  </a:lnTo>
                  <a:lnTo>
                    <a:pt x="1578441" y="0"/>
                  </a:lnTo>
                  <a:lnTo>
                    <a:pt x="1589876" y="1272"/>
                  </a:lnTo>
                  <a:lnTo>
                    <a:pt x="1601948" y="2862"/>
                  </a:lnTo>
                  <a:lnTo>
                    <a:pt x="1614337" y="5088"/>
                  </a:lnTo>
                  <a:lnTo>
                    <a:pt x="1627043" y="7950"/>
                  </a:lnTo>
                  <a:lnTo>
                    <a:pt x="1640385" y="11766"/>
                  </a:lnTo>
                  <a:lnTo>
                    <a:pt x="1653409" y="16218"/>
                  </a:lnTo>
                  <a:lnTo>
                    <a:pt x="1667386" y="21624"/>
                  </a:lnTo>
                  <a:lnTo>
                    <a:pt x="1681363" y="27984"/>
                  </a:lnTo>
                  <a:lnTo>
                    <a:pt x="1695976" y="35298"/>
                  </a:lnTo>
                  <a:lnTo>
                    <a:pt x="1710588" y="42930"/>
                  </a:lnTo>
                  <a:lnTo>
                    <a:pt x="1725836" y="52152"/>
                  </a:lnTo>
                  <a:lnTo>
                    <a:pt x="1741084" y="62010"/>
                  </a:lnTo>
                  <a:lnTo>
                    <a:pt x="1756649" y="72822"/>
                  </a:lnTo>
                  <a:lnTo>
                    <a:pt x="1772850" y="84588"/>
                  </a:lnTo>
                  <a:lnTo>
                    <a:pt x="1789051" y="97626"/>
                  </a:lnTo>
                  <a:lnTo>
                    <a:pt x="1804617" y="111300"/>
                  </a:lnTo>
                  <a:lnTo>
                    <a:pt x="1819547" y="124656"/>
                  </a:lnTo>
                  <a:lnTo>
                    <a:pt x="1832571" y="138330"/>
                  </a:lnTo>
                  <a:lnTo>
                    <a:pt x="1844642" y="151686"/>
                  </a:lnTo>
                  <a:lnTo>
                    <a:pt x="1856078" y="165042"/>
                  </a:lnTo>
                  <a:lnTo>
                    <a:pt x="1865608" y="178398"/>
                  </a:lnTo>
                  <a:lnTo>
                    <a:pt x="1874502" y="191755"/>
                  </a:lnTo>
                  <a:lnTo>
                    <a:pt x="1881809" y="204475"/>
                  </a:lnTo>
                  <a:lnTo>
                    <a:pt x="1888797" y="217831"/>
                  </a:lnTo>
                  <a:lnTo>
                    <a:pt x="1894197" y="230869"/>
                  </a:lnTo>
                  <a:lnTo>
                    <a:pt x="1898962" y="243907"/>
                  </a:lnTo>
                  <a:lnTo>
                    <a:pt x="1902457" y="256309"/>
                  </a:lnTo>
                  <a:lnTo>
                    <a:pt x="1905633" y="268711"/>
                  </a:lnTo>
                  <a:lnTo>
                    <a:pt x="1907857" y="281113"/>
                  </a:lnTo>
                  <a:lnTo>
                    <a:pt x="1908810" y="293197"/>
                  </a:lnTo>
                  <a:lnTo>
                    <a:pt x="1909763" y="305281"/>
                  </a:lnTo>
                  <a:lnTo>
                    <a:pt x="1909763" y="316729"/>
                  </a:lnTo>
                  <a:lnTo>
                    <a:pt x="1908492" y="328177"/>
                  </a:lnTo>
                  <a:lnTo>
                    <a:pt x="1907539" y="339307"/>
                  </a:lnTo>
                  <a:lnTo>
                    <a:pt x="1905316" y="350437"/>
                  </a:lnTo>
                  <a:lnTo>
                    <a:pt x="1902457" y="360931"/>
                  </a:lnTo>
                  <a:lnTo>
                    <a:pt x="1899598" y="371425"/>
                  </a:lnTo>
                  <a:lnTo>
                    <a:pt x="1895786" y="381601"/>
                  </a:lnTo>
                  <a:lnTo>
                    <a:pt x="1891656" y="391459"/>
                  </a:lnTo>
                  <a:lnTo>
                    <a:pt x="1887527" y="400681"/>
                  </a:lnTo>
                  <a:lnTo>
                    <a:pt x="1882762" y="409903"/>
                  </a:lnTo>
                  <a:lnTo>
                    <a:pt x="1877361" y="418490"/>
                  </a:lnTo>
                  <a:lnTo>
                    <a:pt x="1871643" y="426758"/>
                  </a:lnTo>
                  <a:lnTo>
                    <a:pt x="1865925" y="434708"/>
                  </a:lnTo>
                  <a:lnTo>
                    <a:pt x="1860208" y="442340"/>
                  </a:lnTo>
                  <a:lnTo>
                    <a:pt x="1854172" y="449336"/>
                  </a:lnTo>
                  <a:lnTo>
                    <a:pt x="1847501" y="456014"/>
                  </a:lnTo>
                  <a:lnTo>
                    <a:pt x="1841783" y="463328"/>
                  </a:lnTo>
                  <a:lnTo>
                    <a:pt x="1830983" y="476048"/>
                  </a:lnTo>
                  <a:lnTo>
                    <a:pt x="1801122" y="514208"/>
                  </a:lnTo>
                  <a:lnTo>
                    <a:pt x="1764909" y="560636"/>
                  </a:lnTo>
                  <a:lnTo>
                    <a:pt x="1730283" y="604838"/>
                  </a:lnTo>
                  <a:lnTo>
                    <a:pt x="1729648" y="593708"/>
                  </a:lnTo>
                  <a:lnTo>
                    <a:pt x="1728377" y="581306"/>
                  </a:lnTo>
                  <a:lnTo>
                    <a:pt x="1726471" y="567632"/>
                  </a:lnTo>
                  <a:lnTo>
                    <a:pt x="1723930" y="553322"/>
                  </a:lnTo>
                  <a:lnTo>
                    <a:pt x="1720118" y="537740"/>
                  </a:lnTo>
                  <a:lnTo>
                    <a:pt x="1715353" y="521840"/>
                  </a:lnTo>
                  <a:lnTo>
                    <a:pt x="1712494" y="513254"/>
                  </a:lnTo>
                  <a:lnTo>
                    <a:pt x="1709318" y="504668"/>
                  </a:lnTo>
                  <a:lnTo>
                    <a:pt x="1705823" y="496082"/>
                  </a:lnTo>
                  <a:lnTo>
                    <a:pt x="1702011" y="487178"/>
                  </a:lnTo>
                  <a:lnTo>
                    <a:pt x="1697882" y="477638"/>
                  </a:lnTo>
                  <a:lnTo>
                    <a:pt x="1693117" y="468098"/>
                  </a:lnTo>
                  <a:lnTo>
                    <a:pt x="1688034" y="458876"/>
                  </a:lnTo>
                  <a:lnTo>
                    <a:pt x="1682952" y="449018"/>
                  </a:lnTo>
                  <a:lnTo>
                    <a:pt x="1677234" y="439160"/>
                  </a:lnTo>
                  <a:lnTo>
                    <a:pt x="1670881" y="428984"/>
                  </a:lnTo>
                  <a:lnTo>
                    <a:pt x="1664527" y="418808"/>
                  </a:lnTo>
                  <a:lnTo>
                    <a:pt x="1657221" y="408631"/>
                  </a:lnTo>
                  <a:lnTo>
                    <a:pt x="1649915" y="398137"/>
                  </a:lnTo>
                  <a:lnTo>
                    <a:pt x="1641973" y="387643"/>
                  </a:lnTo>
                  <a:lnTo>
                    <a:pt x="1633079" y="376831"/>
                  </a:lnTo>
                  <a:lnTo>
                    <a:pt x="1624184" y="365701"/>
                  </a:lnTo>
                  <a:lnTo>
                    <a:pt x="1614337" y="354889"/>
                  </a:lnTo>
                  <a:lnTo>
                    <a:pt x="1604489" y="343441"/>
                  </a:lnTo>
                  <a:lnTo>
                    <a:pt x="1593688" y="332311"/>
                  </a:lnTo>
                  <a:lnTo>
                    <a:pt x="1582570" y="320863"/>
                  </a:lnTo>
                  <a:lnTo>
                    <a:pt x="1571134" y="310051"/>
                  </a:lnTo>
                  <a:lnTo>
                    <a:pt x="1559381" y="299239"/>
                  </a:lnTo>
                  <a:lnTo>
                    <a:pt x="1548263" y="289381"/>
                  </a:lnTo>
                  <a:lnTo>
                    <a:pt x="1536827" y="279523"/>
                  </a:lnTo>
                  <a:lnTo>
                    <a:pt x="1525709" y="270619"/>
                  </a:lnTo>
                  <a:lnTo>
                    <a:pt x="1514590" y="262351"/>
                  </a:lnTo>
                  <a:lnTo>
                    <a:pt x="1503472" y="254083"/>
                  </a:lnTo>
                  <a:lnTo>
                    <a:pt x="1492672" y="246451"/>
                  </a:lnTo>
                  <a:lnTo>
                    <a:pt x="1481871" y="239137"/>
                  </a:lnTo>
                  <a:lnTo>
                    <a:pt x="1471388" y="232777"/>
                  </a:lnTo>
                  <a:lnTo>
                    <a:pt x="1460905" y="226417"/>
                  </a:lnTo>
                  <a:lnTo>
                    <a:pt x="1450740" y="220693"/>
                  </a:lnTo>
                  <a:lnTo>
                    <a:pt x="1440575" y="215287"/>
                  </a:lnTo>
                  <a:lnTo>
                    <a:pt x="1430410" y="210199"/>
                  </a:lnTo>
                  <a:lnTo>
                    <a:pt x="1420562" y="205747"/>
                  </a:lnTo>
                  <a:lnTo>
                    <a:pt x="1411350" y="201613"/>
                  </a:lnTo>
                  <a:lnTo>
                    <a:pt x="1401820" y="197479"/>
                  </a:lnTo>
                  <a:lnTo>
                    <a:pt x="1392925" y="193981"/>
                  </a:lnTo>
                  <a:lnTo>
                    <a:pt x="1375136" y="187620"/>
                  </a:lnTo>
                  <a:lnTo>
                    <a:pt x="1358300" y="182850"/>
                  </a:lnTo>
                  <a:lnTo>
                    <a:pt x="1342417" y="178716"/>
                  </a:lnTo>
                  <a:lnTo>
                    <a:pt x="1327805" y="175536"/>
                  </a:lnTo>
                  <a:lnTo>
                    <a:pt x="1314145" y="173310"/>
                  </a:lnTo>
                  <a:lnTo>
                    <a:pt x="1301756" y="171720"/>
                  </a:lnTo>
                  <a:lnTo>
                    <a:pt x="1290638" y="171084"/>
                  </a:lnTo>
                  <a:lnTo>
                    <a:pt x="1330346" y="138966"/>
                  </a:lnTo>
                  <a:lnTo>
                    <a:pt x="1370689" y="105894"/>
                  </a:lnTo>
                  <a:lnTo>
                    <a:pt x="1405950" y="76638"/>
                  </a:lnTo>
                  <a:lnTo>
                    <a:pt x="1419609" y="64554"/>
                  </a:lnTo>
                  <a:lnTo>
                    <a:pt x="1429774" y="55650"/>
                  </a:lnTo>
                  <a:lnTo>
                    <a:pt x="1435810" y="49926"/>
                  </a:lnTo>
                  <a:lnTo>
                    <a:pt x="1442163" y="44520"/>
                  </a:lnTo>
                  <a:lnTo>
                    <a:pt x="1448834" y="39432"/>
                  </a:lnTo>
                  <a:lnTo>
                    <a:pt x="1455505" y="34026"/>
                  </a:lnTo>
                  <a:lnTo>
                    <a:pt x="1463129" y="29256"/>
                  </a:lnTo>
                  <a:lnTo>
                    <a:pt x="1470753" y="24486"/>
                  </a:lnTo>
                  <a:lnTo>
                    <a:pt x="1479012" y="20352"/>
                  </a:lnTo>
                  <a:lnTo>
                    <a:pt x="1487271" y="16218"/>
                  </a:lnTo>
                  <a:lnTo>
                    <a:pt x="1495848" y="13038"/>
                  </a:lnTo>
                  <a:lnTo>
                    <a:pt x="1505378" y="9540"/>
                  </a:lnTo>
                  <a:lnTo>
                    <a:pt x="1514590" y="6996"/>
                  </a:lnTo>
                  <a:lnTo>
                    <a:pt x="1524438" y="4770"/>
                  </a:lnTo>
                  <a:lnTo>
                    <a:pt x="1534285" y="2544"/>
                  </a:lnTo>
                  <a:lnTo>
                    <a:pt x="1544768" y="1272"/>
                  </a:lnTo>
                  <a:lnTo>
                    <a:pt x="1555569" y="0"/>
                  </a:lnTo>
                  <a:close/>
                </a:path>
              </a:pathLst>
            </a:custGeom>
            <a:solidFill>
              <a:srgbClr val="D10000"/>
            </a:solidFill>
            <a:ln>
              <a:noFill/>
            </a:ln>
            <a:extLst>
              <a:ext uri="{91240B29-F687-4F45-9708-019B960494DF}">
                <a14:hiddenLine xmlns:a14="http://schemas.microsoft.com/office/drawing/2010/main" w="9525">
                  <a:solidFill>
                    <a:srgbClr val="000000"/>
                  </a:solidFill>
                  <a:round/>
                </a14:hiddenLine>
              </a:ext>
            </a:extLst>
          </p:spPr>
          <p:txBody>
            <a:bodyPr anchor="ctr">
              <a:scene3d>
                <a:camera prst="orthographicFront"/>
                <a:lightRig rig="threePt" dir="t"/>
              </a:scene3d>
              <a:sp3d contourW="12700">
                <a:contourClr>
                  <a:srgbClr val="FFFFFF"/>
                </a:contourClr>
              </a:sp3d>
            </a:bodyPr>
            <a:lstStyle/>
            <a:p>
              <a:pPr algn="ctr" eaLnBrk="1" fontAlgn="auto" hangingPunct="1">
                <a:spcBef>
                  <a:spcPts val="0"/>
                </a:spcBef>
                <a:spcAft>
                  <a:spcPts val="0"/>
                </a:spcAft>
                <a:defRPr/>
              </a:pPr>
              <a:endParaRPr lang="zh-CN" altLang="en-US" kern="0" dirty="0">
                <a:solidFill>
                  <a:srgbClr val="FFFFFF"/>
                </a:solidFill>
                <a:latin typeface="微软雅黑 Light" panose="020B0502040204020203" pitchFamily="34" charset="-122"/>
                <a:ea typeface="微软雅黑" panose="020B0503020204020204" pitchFamily="34" charset="-122"/>
              </a:endParaRPr>
            </a:p>
          </p:txBody>
        </p:sp>
      </p:grpSp>
    </p:spTree>
  </p:cSld>
  <p:clrMapOvr>
    <a:masterClrMapping/>
  </p:clrMapOvr>
  <p:transition>
    <p:diamond/>
  </p:transition>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694801" y="360000"/>
            <a:ext cx="5401200" cy="523220"/>
          </a:xfrm>
        </p:spPr>
        <p:txBody>
          <a:bodyPr>
            <a:normAutofit/>
          </a:bodyPr>
          <a:lstStyle/>
          <a:p>
            <a:r>
              <a:rPr lang="en-US" altLang="en-US" dirty="0">
                <a:sym typeface="+mn-ea"/>
              </a:rPr>
              <a:t>6.3 </a:t>
            </a:r>
            <a:r>
              <a:rPr lang="en-US" altLang="zh-CN" dirty="0">
                <a:sym typeface="+mn-ea"/>
              </a:rPr>
              <a:t>UML</a:t>
            </a:r>
            <a:r>
              <a:rPr lang="zh-CN" altLang="en-US" dirty="0">
                <a:sym typeface="+mn-ea"/>
              </a:rPr>
              <a:t>图</a:t>
            </a:r>
            <a:endParaRPr lang="zh-CN" altLang="en-US" dirty="0"/>
          </a:p>
        </p:txBody>
      </p:sp>
      <p:sp>
        <p:nvSpPr>
          <p:cNvPr id="4" name="文本占位符 3">
            <a:extLst>
              <a:ext uri="{FF2B5EF4-FFF2-40B4-BE49-F238E27FC236}">
                <a16:creationId xmlns:a16="http://schemas.microsoft.com/office/drawing/2014/main" id="{7E7BD63E-4CF3-25D8-F931-5CB7582517D8}"/>
              </a:ext>
            </a:extLst>
          </p:cNvPr>
          <p:cNvSpPr>
            <a:spLocks noGrp="1"/>
          </p:cNvSpPr>
          <p:nvPr>
            <p:ph type="body" sz="quarter" idx="10"/>
          </p:nvPr>
        </p:nvSpPr>
        <p:spPr>
          <a:xfrm>
            <a:off x="900001" y="1322832"/>
            <a:ext cx="5196000" cy="400110"/>
          </a:xfrm>
        </p:spPr>
        <p:txBody>
          <a:bodyPr/>
          <a:lstStyle/>
          <a:p>
            <a:r>
              <a:rPr lang="zh-CN" altLang="en-US" dirty="0"/>
              <a:t>案例</a:t>
            </a:r>
          </a:p>
        </p:txBody>
      </p:sp>
      <p:cxnSp>
        <p:nvCxnSpPr>
          <p:cNvPr id="9" name="直接箭头连接符 8"/>
          <p:cNvCxnSpPr/>
          <p:nvPr/>
        </p:nvCxnSpPr>
        <p:spPr>
          <a:xfrm>
            <a:off x="1962785" y="5095240"/>
            <a:ext cx="1084580" cy="1905"/>
          </a:xfrm>
          <a:prstGeom prst="straightConnector1">
            <a:avLst/>
          </a:prstGeom>
          <a:ln>
            <a:solidFill>
              <a:schemeClr val="bg1"/>
            </a:solidFill>
            <a:tailEnd type="arrow"/>
          </a:ln>
        </p:spPr>
        <p:style>
          <a:lnRef idx="1">
            <a:schemeClr val="accent1"/>
          </a:lnRef>
          <a:fillRef idx="0">
            <a:schemeClr val="accent1"/>
          </a:fillRef>
          <a:effectRef idx="0">
            <a:schemeClr val="accent1"/>
          </a:effectRef>
          <a:fontRef idx="minor">
            <a:schemeClr val="tx1"/>
          </a:fontRef>
        </p:style>
      </p:cxnSp>
      <p:sp>
        <p:nvSpPr>
          <p:cNvPr id="90" name="右箭头"/>
          <p:cNvSpPr/>
          <p:nvPr/>
        </p:nvSpPr>
        <p:spPr>
          <a:xfrm flipH="1">
            <a:off x="1962785" y="4332605"/>
            <a:ext cx="1118235" cy="137160"/>
          </a:xfrm>
          <a:custGeom>
            <a:avLst/>
            <a:gdLst>
              <a:gd name="connsiteX0" fmla="*/ 1240677 w 4290025"/>
              <a:gd name="connsiteY0" fmla="*/ 0 h 1695451"/>
              <a:gd name="connsiteX1" fmla="*/ 1749568 w 4290025"/>
              <a:gd name="connsiteY1" fmla="*/ 0 h 1695451"/>
              <a:gd name="connsiteX2" fmla="*/ 776733 w 4290025"/>
              <a:gd name="connsiteY2" fmla="*/ 1329431 h 1695451"/>
              <a:gd name="connsiteX3" fmla="*/ 4290025 w 4290025"/>
              <a:gd name="connsiteY3" fmla="*/ 1329431 h 1695451"/>
              <a:gd name="connsiteX4" fmla="*/ 4290025 w 4290025"/>
              <a:gd name="connsiteY4" fmla="*/ 1695451 h 1695451"/>
              <a:gd name="connsiteX5" fmla="*/ 0 w 4290025"/>
              <a:gd name="connsiteY5" fmla="*/ 1695451 h 16954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290025" h="1695451">
                <a:moveTo>
                  <a:pt x="1240677" y="0"/>
                </a:moveTo>
                <a:lnTo>
                  <a:pt x="1749568" y="0"/>
                </a:lnTo>
                <a:lnTo>
                  <a:pt x="776733" y="1329431"/>
                </a:lnTo>
                <a:lnTo>
                  <a:pt x="4290025" y="1329431"/>
                </a:lnTo>
                <a:lnTo>
                  <a:pt x="4290025" y="1695451"/>
                </a:lnTo>
                <a:lnTo>
                  <a:pt x="0" y="1695451"/>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scene3d>
              <a:camera prst="orthographicFront"/>
              <a:lightRig rig="threePt" dir="t"/>
            </a:scene3d>
            <a:sp3d>
              <a:contourClr>
                <a:srgbClr val="FFFFFF"/>
              </a:contourClr>
            </a:sp3d>
          </a:bodyPr>
          <a:lstStyle>
            <a:defPPr>
              <a:defRPr lang="zh-CN"/>
            </a:defPPr>
            <a:lvl1pPr algn="l" rtl="0" eaLnBrk="0" fontAlgn="base" hangingPunct="0">
              <a:spcBef>
                <a:spcPct val="0"/>
              </a:spcBef>
              <a:spcAft>
                <a:spcPct val="0"/>
              </a:spcAft>
              <a:defRPr kern="1200">
                <a:solidFill>
                  <a:schemeClr val="lt1"/>
                </a:solidFill>
                <a:latin typeface="+mn-lt"/>
                <a:ea typeface="+mn-ea"/>
                <a:cs typeface="+mn-cs"/>
              </a:defRPr>
            </a:lvl1pPr>
            <a:lvl2pPr marL="457200" algn="l" rtl="0" eaLnBrk="0" fontAlgn="base" hangingPunct="0">
              <a:spcBef>
                <a:spcPct val="0"/>
              </a:spcBef>
              <a:spcAft>
                <a:spcPct val="0"/>
              </a:spcAft>
              <a:defRPr kern="1200">
                <a:solidFill>
                  <a:schemeClr val="lt1"/>
                </a:solidFill>
                <a:latin typeface="+mn-lt"/>
                <a:ea typeface="+mn-ea"/>
                <a:cs typeface="+mn-cs"/>
              </a:defRPr>
            </a:lvl2pPr>
            <a:lvl3pPr marL="914400" algn="l" rtl="0" eaLnBrk="0" fontAlgn="base" hangingPunct="0">
              <a:spcBef>
                <a:spcPct val="0"/>
              </a:spcBef>
              <a:spcAft>
                <a:spcPct val="0"/>
              </a:spcAft>
              <a:defRPr kern="1200">
                <a:solidFill>
                  <a:schemeClr val="lt1"/>
                </a:solidFill>
                <a:latin typeface="+mn-lt"/>
                <a:ea typeface="+mn-ea"/>
                <a:cs typeface="+mn-cs"/>
              </a:defRPr>
            </a:lvl3pPr>
            <a:lvl4pPr marL="1371600" algn="l" rtl="0" eaLnBrk="0" fontAlgn="base" hangingPunct="0">
              <a:spcBef>
                <a:spcPct val="0"/>
              </a:spcBef>
              <a:spcAft>
                <a:spcPct val="0"/>
              </a:spcAft>
              <a:defRPr kern="1200">
                <a:solidFill>
                  <a:schemeClr val="lt1"/>
                </a:solidFill>
                <a:latin typeface="+mn-lt"/>
                <a:ea typeface="+mn-ea"/>
                <a:cs typeface="+mn-cs"/>
              </a:defRPr>
            </a:lvl4pPr>
            <a:lvl5pPr marL="1828800" algn="l" rtl="0" eaLnBrk="0" fontAlgn="base" hangingPunct="0">
              <a:spcBef>
                <a:spcPct val="0"/>
              </a:spcBef>
              <a:spcAft>
                <a:spcPct val="0"/>
              </a:spcAft>
              <a:defRPr kern="1200">
                <a:solidFill>
                  <a:schemeClr val="lt1"/>
                </a:solidFill>
                <a:latin typeface="+mn-lt"/>
                <a:ea typeface="+mn-ea"/>
                <a:cs typeface="+mn-cs"/>
              </a:defRPr>
            </a:lvl5pPr>
            <a:lvl6pPr marL="2286000" algn="l" defTabSz="914400" rtl="0" eaLnBrk="1" latinLnBrk="0" hangingPunct="1">
              <a:defRPr kern="1200">
                <a:solidFill>
                  <a:schemeClr val="lt1"/>
                </a:solidFill>
                <a:latin typeface="+mn-lt"/>
                <a:ea typeface="+mn-ea"/>
                <a:cs typeface="+mn-cs"/>
              </a:defRPr>
            </a:lvl6pPr>
            <a:lvl7pPr marL="2743200" algn="l" defTabSz="914400" rtl="0" eaLnBrk="1" latinLnBrk="0" hangingPunct="1">
              <a:defRPr kern="1200">
                <a:solidFill>
                  <a:schemeClr val="lt1"/>
                </a:solidFill>
                <a:latin typeface="+mn-lt"/>
                <a:ea typeface="+mn-ea"/>
                <a:cs typeface="+mn-cs"/>
              </a:defRPr>
            </a:lvl7pPr>
            <a:lvl8pPr marL="3200400" algn="l" defTabSz="914400" rtl="0" eaLnBrk="1" latinLnBrk="0" hangingPunct="1">
              <a:defRPr kern="1200">
                <a:solidFill>
                  <a:schemeClr val="lt1"/>
                </a:solidFill>
                <a:latin typeface="+mn-lt"/>
                <a:ea typeface="+mn-ea"/>
                <a:cs typeface="+mn-cs"/>
              </a:defRPr>
            </a:lvl8pPr>
            <a:lvl9pPr marL="3657600" algn="l" defTabSz="914400" rtl="0" eaLnBrk="1" latinLnBrk="0" hangingPunct="1">
              <a:defRPr kern="1200">
                <a:solidFill>
                  <a:schemeClr val="lt1"/>
                </a:solidFill>
                <a:latin typeface="+mn-lt"/>
                <a:ea typeface="+mn-ea"/>
                <a:cs typeface="+mn-cs"/>
              </a:defRPr>
            </a:lvl9pPr>
          </a:lstStyle>
          <a:p>
            <a:pPr algn="ctr" eaLnBrk="1" fontAlgn="auto" hangingPunct="1">
              <a:spcBef>
                <a:spcPts val="0"/>
              </a:spcBef>
              <a:spcAft>
                <a:spcPts val="0"/>
              </a:spcAft>
              <a:defRPr/>
            </a:pPr>
            <a:endParaRPr lang="zh-CN" altLang="en-US">
              <a:solidFill>
                <a:srgbClr val="FFFFFF"/>
              </a:solidFill>
            </a:endParaRPr>
          </a:p>
        </p:txBody>
      </p:sp>
      <p:sp>
        <p:nvSpPr>
          <p:cNvPr id="22" name="TextBox 21"/>
          <p:cNvSpPr txBox="1"/>
          <p:nvPr/>
        </p:nvSpPr>
        <p:spPr>
          <a:xfrm>
            <a:off x="2094230" y="2391410"/>
            <a:ext cx="8586470" cy="396240"/>
          </a:xfrm>
          <a:prstGeom prst="rect">
            <a:avLst/>
          </a:prstGeom>
          <a:noFill/>
        </p:spPr>
        <p:txBody>
          <a:bodyPr wrap="square">
            <a:spAutoFit/>
          </a:bodyPr>
          <a:lstStyle/>
          <a:p>
            <a:r>
              <a:rPr sz="2000" dirty="0">
                <a:sym typeface="+mn-ea"/>
              </a:rPr>
              <a:t>画出饮用水自动售水系统的用例图。</a:t>
            </a:r>
          </a:p>
        </p:txBody>
      </p:sp>
      <p:sp>
        <p:nvSpPr>
          <p:cNvPr id="24" name="矩形 23"/>
          <p:cNvSpPr>
            <a:spLocks noChangeAspect="1"/>
          </p:cNvSpPr>
          <p:nvPr/>
        </p:nvSpPr>
        <p:spPr>
          <a:xfrm>
            <a:off x="867410" y="2934970"/>
            <a:ext cx="10432415" cy="2298700"/>
          </a:xfrm>
          <a:prstGeom prst="rect">
            <a:avLst/>
          </a:prstGeom>
          <a:ln w="12700">
            <a:solidFill>
              <a:srgbClr val="0883C8"/>
            </a:solidFill>
            <a:prstDash val="dash"/>
          </a:ln>
        </p:spPr>
        <p:style>
          <a:lnRef idx="1">
            <a:schemeClr val="accent6"/>
          </a:lnRef>
          <a:fillRef idx="0">
            <a:schemeClr val="accent6"/>
          </a:fillRef>
          <a:effectRef idx="0">
            <a:schemeClr val="accent6"/>
          </a:effectRef>
          <a:fontRef idx="minor">
            <a:schemeClr val="tx1"/>
          </a:fontRef>
        </p:style>
        <p:txBody>
          <a:bodyPr rtlCol="0" anchor="ctr"/>
          <a:lstStyle/>
          <a:p>
            <a:pPr algn="ctr"/>
            <a:endParaRPr lang="zh-CN" altLang="en-US" b="1" dirty="0">
              <a:latin typeface="Times New Roman" panose="02020603050405020304" charset="0"/>
            </a:endParaRPr>
          </a:p>
        </p:txBody>
      </p:sp>
      <p:pic>
        <p:nvPicPr>
          <p:cNvPr id="26" name="Picture 2" descr="E:\仝德志文件，勿删！\03-参考文档\！PPT图片及版面资源\06-PPT精选插图\12-标签\蓝色燕尾01.png"/>
          <p:cNvPicPr>
            <a:picLocks noChangeAspect="1" noChangeArrowheads="1"/>
          </p:cNvPicPr>
          <p:nvPr/>
        </p:nvPicPr>
        <p:blipFill>
          <a:blip r:embed="rId2" cstate="email"/>
          <a:srcRect/>
          <a:stretch>
            <a:fillRect/>
          </a:stretch>
        </p:blipFill>
        <p:spPr bwMode="auto">
          <a:xfrm rot="16200000">
            <a:off x="1123949" y="1964690"/>
            <a:ext cx="714375" cy="1226185"/>
          </a:xfrm>
          <a:prstGeom prst="rect">
            <a:avLst/>
          </a:prstGeom>
          <a:noFill/>
          <a:extLst>
            <a:ext uri="{909E8E84-426E-40DD-AFC4-6F175D3DCCD1}">
              <a14:hiddenFill xmlns:a14="http://schemas.microsoft.com/office/drawing/2010/main">
                <a:solidFill>
                  <a:srgbClr val="FFFFFF"/>
                </a:solidFill>
              </a14:hiddenFill>
            </a:ext>
          </a:extLst>
        </p:spPr>
      </p:pic>
      <p:sp>
        <p:nvSpPr>
          <p:cNvPr id="27" name="TextBox 7"/>
          <p:cNvSpPr txBox="1"/>
          <p:nvPr/>
        </p:nvSpPr>
        <p:spPr>
          <a:xfrm>
            <a:off x="951865" y="2330450"/>
            <a:ext cx="1142365" cy="457200"/>
          </a:xfrm>
          <a:prstGeom prst="rect">
            <a:avLst/>
          </a:prstGeom>
          <a:noFill/>
        </p:spPr>
        <p:txBody>
          <a:bodyPr wrap="square" rtlCol="0">
            <a:spAutoFit/>
          </a:bodyPr>
          <a:lstStyle/>
          <a:p>
            <a:r>
              <a:rPr lang="zh-CN" altLang="en-US" sz="2400" dirty="0">
                <a:solidFill>
                  <a:schemeClr val="bg1"/>
                </a:solidFill>
                <a:sym typeface="+mn-ea"/>
              </a:rPr>
              <a:t>例 </a:t>
            </a:r>
            <a:r>
              <a:rPr lang="en-US" altLang="zh-CN" sz="2400" dirty="0">
                <a:solidFill>
                  <a:schemeClr val="bg1"/>
                </a:solidFill>
                <a:sym typeface="+mn-ea"/>
              </a:rPr>
              <a:t>6-1</a:t>
            </a:r>
            <a:endParaRPr lang="en-US" altLang="zh-CN" sz="2400" b="1" dirty="0">
              <a:solidFill>
                <a:schemeClr val="bg1"/>
              </a:solidFill>
              <a:latin typeface="微软雅黑" panose="020B0503020204020204" charset="-122"/>
              <a:ea typeface="微软雅黑" panose="020B0503020204020204" charset="-122"/>
              <a:sym typeface="+mn-ea"/>
            </a:endParaRPr>
          </a:p>
        </p:txBody>
      </p:sp>
      <p:sp>
        <p:nvSpPr>
          <p:cNvPr id="33" name="TextBox 32"/>
          <p:cNvSpPr txBox="1"/>
          <p:nvPr/>
        </p:nvSpPr>
        <p:spPr>
          <a:xfrm>
            <a:off x="1010920" y="3220720"/>
            <a:ext cx="8586470" cy="417830"/>
          </a:xfrm>
          <a:prstGeom prst="rect">
            <a:avLst/>
          </a:prstGeom>
          <a:noFill/>
        </p:spPr>
        <p:txBody>
          <a:bodyPr wrap="square">
            <a:spAutoFit/>
          </a:bodyPr>
          <a:lstStyle/>
          <a:p>
            <a:endParaRPr lang="zh-CN" altLang="en-US" sz="2000" b="1" dirty="0">
              <a:solidFill>
                <a:srgbClr val="00B0F0"/>
              </a:solidFill>
              <a:latin typeface="微软雅黑" panose="020B0503020204020204" charset="-122"/>
              <a:ea typeface="微软雅黑" panose="020B0503020204020204" charset="-122"/>
            </a:endParaRPr>
          </a:p>
        </p:txBody>
      </p:sp>
      <p:sp>
        <p:nvSpPr>
          <p:cNvPr id="34" name="TextBox 33"/>
          <p:cNvSpPr txBox="1"/>
          <p:nvPr/>
        </p:nvSpPr>
        <p:spPr>
          <a:xfrm>
            <a:off x="1151255" y="3138170"/>
            <a:ext cx="10004425" cy="1892935"/>
          </a:xfrm>
          <a:prstGeom prst="rect">
            <a:avLst/>
          </a:prstGeom>
          <a:solidFill>
            <a:schemeClr val="bg1">
              <a:lumMod val="95000"/>
            </a:schemeClr>
          </a:solidFill>
        </p:spPr>
        <p:txBody>
          <a:bodyPr wrap="square">
            <a:spAutoFit/>
          </a:bodyPr>
          <a:lstStyle/>
          <a:p>
            <a:pPr fontAlgn="auto">
              <a:lnSpc>
                <a:spcPct val="130000"/>
              </a:lnSpc>
            </a:pPr>
            <a:r>
              <a:rPr lang="en-US" altLang="en-US" dirty="0">
                <a:latin typeface="Times New Roman" panose="02020603050405020304" charset="0"/>
                <a:ea typeface="微软雅黑" panose="020B0503020204020204" pitchFamily="34" charset="-122"/>
              </a:rPr>
              <a:t>        饮用水自动售水系统的使用方法如下：供水正常时，绿灯亮，等待顾客投币。如果顾客投入一元硬币，则可以自动控制放水5 L；若投入五角硬币，可放水2.5 L；如果选择一元，投入两个五角硬币，也可放水5 L。如果连续放水较多，饮用水来不及供应，会亮红灯表示要求顾客等待，并会把顾客投入的硬币掉下来。供水恢复正常时，红灯灭、绿灯亮。顾客投入的硬币由收银员定期回收。要求画出该系统的用例图。</a:t>
            </a:r>
          </a:p>
        </p:txBody>
      </p:sp>
    </p:spTree>
  </p:cSld>
  <p:clrMapOvr>
    <a:masterClrMapping/>
  </p:clrMapOvr>
  <p:transition>
    <p:diamond/>
  </p:transition>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694801" y="360000"/>
            <a:ext cx="5401200" cy="523220"/>
          </a:xfrm>
        </p:spPr>
        <p:txBody>
          <a:bodyPr>
            <a:normAutofit/>
          </a:bodyPr>
          <a:lstStyle/>
          <a:p>
            <a:r>
              <a:rPr lang="en-US" altLang="en-US" dirty="0">
                <a:sym typeface="+mn-ea"/>
              </a:rPr>
              <a:t>6.3 </a:t>
            </a:r>
            <a:r>
              <a:rPr lang="en-US" altLang="zh-CN" dirty="0">
                <a:sym typeface="+mn-ea"/>
              </a:rPr>
              <a:t>UML</a:t>
            </a:r>
            <a:r>
              <a:rPr lang="zh-CN" altLang="en-US" dirty="0">
                <a:sym typeface="+mn-ea"/>
              </a:rPr>
              <a:t>图</a:t>
            </a:r>
            <a:endParaRPr lang="zh-CN" altLang="en-US" dirty="0"/>
          </a:p>
        </p:txBody>
      </p:sp>
      <p:sp>
        <p:nvSpPr>
          <p:cNvPr id="4" name="文本占位符 3">
            <a:extLst>
              <a:ext uri="{FF2B5EF4-FFF2-40B4-BE49-F238E27FC236}">
                <a16:creationId xmlns:a16="http://schemas.microsoft.com/office/drawing/2014/main" id="{B5CDC710-DC06-FAD9-78A8-9C5B87F36892}"/>
              </a:ext>
            </a:extLst>
          </p:cNvPr>
          <p:cNvSpPr>
            <a:spLocks noGrp="1"/>
          </p:cNvSpPr>
          <p:nvPr>
            <p:ph type="body" sz="quarter" idx="10"/>
          </p:nvPr>
        </p:nvSpPr>
        <p:spPr>
          <a:xfrm>
            <a:off x="900001" y="1322832"/>
            <a:ext cx="5196000" cy="400110"/>
          </a:xfrm>
        </p:spPr>
        <p:txBody>
          <a:bodyPr/>
          <a:lstStyle/>
          <a:p>
            <a:r>
              <a:rPr lang="zh-CN" altLang="en-US" dirty="0"/>
              <a:t>案例</a:t>
            </a:r>
          </a:p>
        </p:txBody>
      </p:sp>
      <p:cxnSp>
        <p:nvCxnSpPr>
          <p:cNvPr id="9" name="直接箭头连接符 8"/>
          <p:cNvCxnSpPr/>
          <p:nvPr/>
        </p:nvCxnSpPr>
        <p:spPr>
          <a:xfrm>
            <a:off x="1962785" y="5095240"/>
            <a:ext cx="1084580" cy="1905"/>
          </a:xfrm>
          <a:prstGeom prst="straightConnector1">
            <a:avLst/>
          </a:prstGeom>
          <a:ln>
            <a:solidFill>
              <a:schemeClr val="bg1"/>
            </a:solidFill>
            <a:tailEnd type="arrow"/>
          </a:ln>
        </p:spPr>
        <p:style>
          <a:lnRef idx="1">
            <a:schemeClr val="accent1"/>
          </a:lnRef>
          <a:fillRef idx="0">
            <a:schemeClr val="accent1"/>
          </a:fillRef>
          <a:effectRef idx="0">
            <a:schemeClr val="accent1"/>
          </a:effectRef>
          <a:fontRef idx="minor">
            <a:schemeClr val="tx1"/>
          </a:fontRef>
        </p:style>
      </p:cxnSp>
      <p:sp>
        <p:nvSpPr>
          <p:cNvPr id="90" name="右箭头"/>
          <p:cNvSpPr/>
          <p:nvPr/>
        </p:nvSpPr>
        <p:spPr>
          <a:xfrm flipH="1">
            <a:off x="1962785" y="4332605"/>
            <a:ext cx="1118235" cy="137160"/>
          </a:xfrm>
          <a:custGeom>
            <a:avLst/>
            <a:gdLst>
              <a:gd name="connsiteX0" fmla="*/ 1240677 w 4290025"/>
              <a:gd name="connsiteY0" fmla="*/ 0 h 1695451"/>
              <a:gd name="connsiteX1" fmla="*/ 1749568 w 4290025"/>
              <a:gd name="connsiteY1" fmla="*/ 0 h 1695451"/>
              <a:gd name="connsiteX2" fmla="*/ 776733 w 4290025"/>
              <a:gd name="connsiteY2" fmla="*/ 1329431 h 1695451"/>
              <a:gd name="connsiteX3" fmla="*/ 4290025 w 4290025"/>
              <a:gd name="connsiteY3" fmla="*/ 1329431 h 1695451"/>
              <a:gd name="connsiteX4" fmla="*/ 4290025 w 4290025"/>
              <a:gd name="connsiteY4" fmla="*/ 1695451 h 1695451"/>
              <a:gd name="connsiteX5" fmla="*/ 0 w 4290025"/>
              <a:gd name="connsiteY5" fmla="*/ 1695451 h 16954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290025" h="1695451">
                <a:moveTo>
                  <a:pt x="1240677" y="0"/>
                </a:moveTo>
                <a:lnTo>
                  <a:pt x="1749568" y="0"/>
                </a:lnTo>
                <a:lnTo>
                  <a:pt x="776733" y="1329431"/>
                </a:lnTo>
                <a:lnTo>
                  <a:pt x="4290025" y="1329431"/>
                </a:lnTo>
                <a:lnTo>
                  <a:pt x="4290025" y="1695451"/>
                </a:lnTo>
                <a:lnTo>
                  <a:pt x="0" y="1695451"/>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scene3d>
              <a:camera prst="orthographicFront"/>
              <a:lightRig rig="threePt" dir="t"/>
            </a:scene3d>
            <a:sp3d>
              <a:contourClr>
                <a:srgbClr val="FFFFFF"/>
              </a:contourClr>
            </a:sp3d>
          </a:bodyPr>
          <a:lstStyle>
            <a:defPPr>
              <a:defRPr lang="zh-CN"/>
            </a:defPPr>
            <a:lvl1pPr algn="l" rtl="0" eaLnBrk="0" fontAlgn="base" hangingPunct="0">
              <a:spcBef>
                <a:spcPct val="0"/>
              </a:spcBef>
              <a:spcAft>
                <a:spcPct val="0"/>
              </a:spcAft>
              <a:defRPr kern="1200">
                <a:solidFill>
                  <a:schemeClr val="lt1"/>
                </a:solidFill>
                <a:latin typeface="+mn-lt"/>
                <a:ea typeface="+mn-ea"/>
                <a:cs typeface="+mn-cs"/>
              </a:defRPr>
            </a:lvl1pPr>
            <a:lvl2pPr marL="457200" algn="l" rtl="0" eaLnBrk="0" fontAlgn="base" hangingPunct="0">
              <a:spcBef>
                <a:spcPct val="0"/>
              </a:spcBef>
              <a:spcAft>
                <a:spcPct val="0"/>
              </a:spcAft>
              <a:defRPr kern="1200">
                <a:solidFill>
                  <a:schemeClr val="lt1"/>
                </a:solidFill>
                <a:latin typeface="+mn-lt"/>
                <a:ea typeface="+mn-ea"/>
                <a:cs typeface="+mn-cs"/>
              </a:defRPr>
            </a:lvl2pPr>
            <a:lvl3pPr marL="914400" algn="l" rtl="0" eaLnBrk="0" fontAlgn="base" hangingPunct="0">
              <a:spcBef>
                <a:spcPct val="0"/>
              </a:spcBef>
              <a:spcAft>
                <a:spcPct val="0"/>
              </a:spcAft>
              <a:defRPr kern="1200">
                <a:solidFill>
                  <a:schemeClr val="lt1"/>
                </a:solidFill>
                <a:latin typeface="+mn-lt"/>
                <a:ea typeface="+mn-ea"/>
                <a:cs typeface="+mn-cs"/>
              </a:defRPr>
            </a:lvl3pPr>
            <a:lvl4pPr marL="1371600" algn="l" rtl="0" eaLnBrk="0" fontAlgn="base" hangingPunct="0">
              <a:spcBef>
                <a:spcPct val="0"/>
              </a:spcBef>
              <a:spcAft>
                <a:spcPct val="0"/>
              </a:spcAft>
              <a:defRPr kern="1200">
                <a:solidFill>
                  <a:schemeClr val="lt1"/>
                </a:solidFill>
                <a:latin typeface="+mn-lt"/>
                <a:ea typeface="+mn-ea"/>
                <a:cs typeface="+mn-cs"/>
              </a:defRPr>
            </a:lvl4pPr>
            <a:lvl5pPr marL="1828800" algn="l" rtl="0" eaLnBrk="0" fontAlgn="base" hangingPunct="0">
              <a:spcBef>
                <a:spcPct val="0"/>
              </a:spcBef>
              <a:spcAft>
                <a:spcPct val="0"/>
              </a:spcAft>
              <a:defRPr kern="1200">
                <a:solidFill>
                  <a:schemeClr val="lt1"/>
                </a:solidFill>
                <a:latin typeface="+mn-lt"/>
                <a:ea typeface="+mn-ea"/>
                <a:cs typeface="+mn-cs"/>
              </a:defRPr>
            </a:lvl5pPr>
            <a:lvl6pPr marL="2286000" algn="l" defTabSz="914400" rtl="0" eaLnBrk="1" latinLnBrk="0" hangingPunct="1">
              <a:defRPr kern="1200">
                <a:solidFill>
                  <a:schemeClr val="lt1"/>
                </a:solidFill>
                <a:latin typeface="+mn-lt"/>
                <a:ea typeface="+mn-ea"/>
                <a:cs typeface="+mn-cs"/>
              </a:defRPr>
            </a:lvl6pPr>
            <a:lvl7pPr marL="2743200" algn="l" defTabSz="914400" rtl="0" eaLnBrk="1" latinLnBrk="0" hangingPunct="1">
              <a:defRPr kern="1200">
                <a:solidFill>
                  <a:schemeClr val="lt1"/>
                </a:solidFill>
                <a:latin typeface="+mn-lt"/>
                <a:ea typeface="+mn-ea"/>
                <a:cs typeface="+mn-cs"/>
              </a:defRPr>
            </a:lvl7pPr>
            <a:lvl8pPr marL="3200400" algn="l" defTabSz="914400" rtl="0" eaLnBrk="1" latinLnBrk="0" hangingPunct="1">
              <a:defRPr kern="1200">
                <a:solidFill>
                  <a:schemeClr val="lt1"/>
                </a:solidFill>
                <a:latin typeface="+mn-lt"/>
                <a:ea typeface="+mn-ea"/>
                <a:cs typeface="+mn-cs"/>
              </a:defRPr>
            </a:lvl8pPr>
            <a:lvl9pPr marL="3657600" algn="l" defTabSz="914400" rtl="0" eaLnBrk="1" latinLnBrk="0" hangingPunct="1">
              <a:defRPr kern="1200">
                <a:solidFill>
                  <a:schemeClr val="lt1"/>
                </a:solidFill>
                <a:latin typeface="+mn-lt"/>
                <a:ea typeface="+mn-ea"/>
                <a:cs typeface="+mn-cs"/>
              </a:defRPr>
            </a:lvl9pPr>
          </a:lstStyle>
          <a:p>
            <a:pPr algn="ctr" eaLnBrk="1" fontAlgn="auto" hangingPunct="1">
              <a:spcBef>
                <a:spcPts val="0"/>
              </a:spcBef>
              <a:spcAft>
                <a:spcPts val="0"/>
              </a:spcAft>
              <a:defRPr/>
            </a:pPr>
            <a:endParaRPr lang="zh-CN" altLang="en-US">
              <a:solidFill>
                <a:srgbClr val="FFFFFF"/>
              </a:solidFill>
            </a:endParaRPr>
          </a:p>
        </p:txBody>
      </p:sp>
      <p:grpSp>
        <p:nvGrpSpPr>
          <p:cNvPr id="12" name="组合 11"/>
          <p:cNvGrpSpPr/>
          <p:nvPr/>
        </p:nvGrpSpPr>
        <p:grpSpPr>
          <a:xfrm>
            <a:off x="1885950" y="5638800"/>
            <a:ext cx="1271905" cy="137795"/>
            <a:chOff x="3091" y="8880"/>
            <a:chExt cx="2003" cy="217"/>
          </a:xfrm>
        </p:grpSpPr>
        <p:sp>
          <p:nvSpPr>
            <p:cNvPr id="2050" name="双向箭头"/>
            <p:cNvSpPr/>
            <p:nvPr/>
          </p:nvSpPr>
          <p:spPr bwMode="auto">
            <a:xfrm>
              <a:off x="3091" y="8881"/>
              <a:ext cx="1764" cy="216"/>
            </a:xfrm>
            <a:custGeom>
              <a:avLst/>
              <a:gdLst>
                <a:gd name="T0" fmla="*/ 227471085 w 5356"/>
                <a:gd name="T1" fmla="*/ 228095693 h 2003"/>
                <a:gd name="T2" fmla="*/ 227471085 w 5356"/>
                <a:gd name="T3" fmla="*/ 228095693 h 2003"/>
                <a:gd name="T4" fmla="*/ 227471085 w 5356"/>
                <a:gd name="T5" fmla="*/ 228095693 h 2003"/>
                <a:gd name="T6" fmla="*/ 227471085 w 5356"/>
                <a:gd name="T7" fmla="*/ 228095693 h 2003"/>
                <a:gd name="T8" fmla="*/ 227471085 w 5356"/>
                <a:gd name="T9" fmla="*/ 228095693 h 2003"/>
                <a:gd name="T10" fmla="*/ 227471085 w 5356"/>
                <a:gd name="T11" fmla="*/ 228095693 h 2003"/>
                <a:gd name="T12" fmla="*/ 227471085 w 5356"/>
                <a:gd name="T13" fmla="*/ 228095693 h 2003"/>
                <a:gd name="T14" fmla="*/ 227471085 w 5356"/>
                <a:gd name="T15" fmla="*/ 228095693 h 2003"/>
                <a:gd name="T16" fmla="*/ 227471085 w 5356"/>
                <a:gd name="T17" fmla="*/ 228095693 h 2003"/>
                <a:gd name="T18" fmla="*/ 227471085 w 5356"/>
                <a:gd name="T19" fmla="*/ 228095693 h 2003"/>
                <a:gd name="T20" fmla="*/ 227471085 w 5356"/>
                <a:gd name="T21" fmla="*/ 228095693 h 2003"/>
                <a:gd name="T22" fmla="*/ 227471085 w 5356"/>
                <a:gd name="T23" fmla="*/ 228095693 h 2003"/>
                <a:gd name="T24" fmla="*/ 227471085 w 5356"/>
                <a:gd name="T25" fmla="*/ 228095693 h 2003"/>
                <a:gd name="T26" fmla="*/ 227471085 w 5356"/>
                <a:gd name="T27" fmla="*/ 228095693 h 2003"/>
                <a:gd name="T28" fmla="*/ 227471085 w 5356"/>
                <a:gd name="T29" fmla="*/ 228095693 h 2003"/>
                <a:gd name="T30" fmla="*/ 227471085 w 5356"/>
                <a:gd name="T31" fmla="*/ 228095693 h 2003"/>
                <a:gd name="T32" fmla="*/ 227471085 w 5356"/>
                <a:gd name="T33" fmla="*/ 228095693 h 2003"/>
                <a:gd name="T34" fmla="*/ 227471085 w 5356"/>
                <a:gd name="T35" fmla="*/ 228095693 h 2003"/>
                <a:gd name="T36" fmla="*/ 227471085 w 5356"/>
                <a:gd name="T37" fmla="*/ 228095693 h 2003"/>
                <a:gd name="T38" fmla="*/ 227471085 w 5356"/>
                <a:gd name="T39" fmla="*/ 228095693 h 2003"/>
                <a:gd name="T40" fmla="*/ 227471085 w 5356"/>
                <a:gd name="T41" fmla="*/ 228095693 h 2003"/>
                <a:gd name="T42" fmla="*/ 227471085 w 5356"/>
                <a:gd name="T43" fmla="*/ 228095693 h 2003"/>
                <a:gd name="T44" fmla="*/ 227471085 w 5356"/>
                <a:gd name="T45" fmla="*/ 228095693 h 2003"/>
                <a:gd name="T46" fmla="*/ 227471085 w 5356"/>
                <a:gd name="T47" fmla="*/ 228095693 h 2003"/>
                <a:gd name="T48" fmla="*/ 227471085 w 5356"/>
                <a:gd name="T49" fmla="*/ 228095693 h 2003"/>
                <a:gd name="T50" fmla="*/ 227471085 w 5356"/>
                <a:gd name="T51" fmla="*/ 228095693 h 2003"/>
                <a:gd name="T52" fmla="*/ 227471085 w 5356"/>
                <a:gd name="T53" fmla="*/ 228095693 h 2003"/>
                <a:gd name="T54" fmla="*/ 227471085 w 5356"/>
                <a:gd name="T55" fmla="*/ 228095693 h 2003"/>
                <a:gd name="T56" fmla="*/ 227471085 w 5356"/>
                <a:gd name="T57" fmla="*/ 228095693 h 2003"/>
                <a:gd name="T58" fmla="*/ 227471085 w 5356"/>
                <a:gd name="T59" fmla="*/ 228095693 h 2003"/>
                <a:gd name="T60" fmla="*/ 227471085 w 5356"/>
                <a:gd name="T61" fmla="*/ 228095693 h 2003"/>
                <a:gd name="T62" fmla="*/ 227471085 w 5356"/>
                <a:gd name="T63" fmla="*/ 228095693 h 2003"/>
                <a:gd name="T64" fmla="*/ 227471085 w 5356"/>
                <a:gd name="T65" fmla="*/ 228095693 h 2003"/>
                <a:gd name="T66" fmla="*/ 227471085 w 5356"/>
                <a:gd name="T67" fmla="*/ 228095693 h 2003"/>
                <a:gd name="T68" fmla="*/ 227471085 w 5356"/>
                <a:gd name="T69" fmla="*/ 228095693 h 2003"/>
                <a:gd name="T70" fmla="*/ 227471085 w 5356"/>
                <a:gd name="T71" fmla="*/ 228095693 h 2003"/>
                <a:gd name="T72" fmla="*/ 227471085 w 5356"/>
                <a:gd name="T73" fmla="*/ 228095693 h 2003"/>
                <a:gd name="T74" fmla="*/ 227471085 w 5356"/>
                <a:gd name="T75" fmla="*/ 228095693 h 2003"/>
                <a:gd name="T76" fmla="*/ 227471085 w 5356"/>
                <a:gd name="T77" fmla="*/ 228095693 h 2003"/>
                <a:gd name="T78" fmla="*/ 227471085 w 5356"/>
                <a:gd name="T79" fmla="*/ 228095693 h 2003"/>
                <a:gd name="T80" fmla="*/ 227471085 w 5356"/>
                <a:gd name="T81" fmla="*/ 228095693 h 2003"/>
                <a:gd name="T82" fmla="*/ 227471085 w 5356"/>
                <a:gd name="T83" fmla="*/ 228095693 h 2003"/>
                <a:gd name="T84" fmla="*/ 227471085 w 5356"/>
                <a:gd name="T85" fmla="*/ 228095693 h 2003"/>
                <a:gd name="T86" fmla="*/ 227471085 w 5356"/>
                <a:gd name="T87" fmla="*/ 228095693 h 2003"/>
                <a:gd name="T88" fmla="*/ 227471085 w 5356"/>
                <a:gd name="T89" fmla="*/ 228095693 h 2003"/>
                <a:gd name="T90" fmla="*/ 227471085 w 5356"/>
                <a:gd name="T91" fmla="*/ 228095693 h 2003"/>
                <a:gd name="T92" fmla="*/ 227471085 w 5356"/>
                <a:gd name="T93" fmla="*/ 228095693 h 2003"/>
                <a:gd name="T94" fmla="*/ 227471085 w 5356"/>
                <a:gd name="T95" fmla="*/ 228095693 h 2003"/>
                <a:gd name="T96" fmla="*/ 227471085 w 5356"/>
                <a:gd name="T97" fmla="*/ 228095693 h 2003"/>
                <a:gd name="T98" fmla="*/ 227471085 w 5356"/>
                <a:gd name="T99" fmla="*/ 228095693 h 2003"/>
                <a:gd name="T100" fmla="*/ 227471085 w 5356"/>
                <a:gd name="T101" fmla="*/ 228095693 h 2003"/>
                <a:gd name="T102" fmla="*/ 227471085 w 5356"/>
                <a:gd name="T103" fmla="*/ 228095693 h 2003"/>
                <a:gd name="T104" fmla="*/ 227471085 w 5356"/>
                <a:gd name="T105" fmla="*/ 228095693 h 2003"/>
                <a:gd name="T106" fmla="*/ 227471085 w 5356"/>
                <a:gd name="T107" fmla="*/ 228095693 h 2003"/>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Lst>
              <a:ahLst/>
              <a:cxnLst>
                <a:cxn ang="T108">
                  <a:pos x="T0" y="T1"/>
                </a:cxn>
                <a:cxn ang="T109">
                  <a:pos x="T2" y="T3"/>
                </a:cxn>
                <a:cxn ang="T110">
                  <a:pos x="T4" y="T5"/>
                </a:cxn>
                <a:cxn ang="T111">
                  <a:pos x="T6" y="T7"/>
                </a:cxn>
                <a:cxn ang="T112">
                  <a:pos x="T8" y="T9"/>
                </a:cxn>
                <a:cxn ang="T113">
                  <a:pos x="T10" y="T11"/>
                </a:cxn>
                <a:cxn ang="T114">
                  <a:pos x="T12" y="T13"/>
                </a:cxn>
                <a:cxn ang="T115">
                  <a:pos x="T14" y="T15"/>
                </a:cxn>
                <a:cxn ang="T116">
                  <a:pos x="T16" y="T17"/>
                </a:cxn>
                <a:cxn ang="T117">
                  <a:pos x="T18" y="T19"/>
                </a:cxn>
                <a:cxn ang="T118">
                  <a:pos x="T20" y="T21"/>
                </a:cxn>
                <a:cxn ang="T119">
                  <a:pos x="T22" y="T23"/>
                </a:cxn>
                <a:cxn ang="T120">
                  <a:pos x="T24" y="T25"/>
                </a:cxn>
                <a:cxn ang="T121">
                  <a:pos x="T26" y="T27"/>
                </a:cxn>
                <a:cxn ang="T122">
                  <a:pos x="T28" y="T29"/>
                </a:cxn>
                <a:cxn ang="T123">
                  <a:pos x="T30" y="T31"/>
                </a:cxn>
                <a:cxn ang="T124">
                  <a:pos x="T32" y="T33"/>
                </a:cxn>
                <a:cxn ang="T125">
                  <a:pos x="T34" y="T35"/>
                </a:cxn>
                <a:cxn ang="T126">
                  <a:pos x="T36" y="T37"/>
                </a:cxn>
                <a:cxn ang="T127">
                  <a:pos x="T38" y="T39"/>
                </a:cxn>
                <a:cxn ang="T128">
                  <a:pos x="T40" y="T41"/>
                </a:cxn>
                <a:cxn ang="T129">
                  <a:pos x="T42" y="T43"/>
                </a:cxn>
                <a:cxn ang="T130">
                  <a:pos x="T44" y="T45"/>
                </a:cxn>
                <a:cxn ang="T131">
                  <a:pos x="T46" y="T47"/>
                </a:cxn>
                <a:cxn ang="T132">
                  <a:pos x="T48" y="T49"/>
                </a:cxn>
                <a:cxn ang="T133">
                  <a:pos x="T50" y="T51"/>
                </a:cxn>
                <a:cxn ang="T134">
                  <a:pos x="T52" y="T53"/>
                </a:cxn>
                <a:cxn ang="T135">
                  <a:pos x="T54" y="T55"/>
                </a:cxn>
                <a:cxn ang="T136">
                  <a:pos x="T56" y="T57"/>
                </a:cxn>
                <a:cxn ang="T137">
                  <a:pos x="T58" y="T59"/>
                </a:cxn>
                <a:cxn ang="T138">
                  <a:pos x="T60" y="T61"/>
                </a:cxn>
                <a:cxn ang="T139">
                  <a:pos x="T62" y="T63"/>
                </a:cxn>
                <a:cxn ang="T140">
                  <a:pos x="T64" y="T65"/>
                </a:cxn>
                <a:cxn ang="T141">
                  <a:pos x="T66" y="T67"/>
                </a:cxn>
                <a:cxn ang="T142">
                  <a:pos x="T68" y="T69"/>
                </a:cxn>
                <a:cxn ang="T143">
                  <a:pos x="T70" y="T71"/>
                </a:cxn>
                <a:cxn ang="T144">
                  <a:pos x="T72" y="T73"/>
                </a:cxn>
                <a:cxn ang="T145">
                  <a:pos x="T74" y="T75"/>
                </a:cxn>
                <a:cxn ang="T146">
                  <a:pos x="T76" y="T77"/>
                </a:cxn>
                <a:cxn ang="T147">
                  <a:pos x="T78" y="T79"/>
                </a:cxn>
                <a:cxn ang="T148">
                  <a:pos x="T80" y="T81"/>
                </a:cxn>
                <a:cxn ang="T149">
                  <a:pos x="T82" y="T83"/>
                </a:cxn>
                <a:cxn ang="T150">
                  <a:pos x="T84" y="T85"/>
                </a:cxn>
                <a:cxn ang="T151">
                  <a:pos x="T86" y="T87"/>
                </a:cxn>
                <a:cxn ang="T152">
                  <a:pos x="T88" y="T89"/>
                </a:cxn>
                <a:cxn ang="T153">
                  <a:pos x="T90" y="T91"/>
                </a:cxn>
                <a:cxn ang="T154">
                  <a:pos x="T92" y="T93"/>
                </a:cxn>
                <a:cxn ang="T155">
                  <a:pos x="T94" y="T95"/>
                </a:cxn>
                <a:cxn ang="T156">
                  <a:pos x="T96" y="T97"/>
                </a:cxn>
                <a:cxn ang="T157">
                  <a:pos x="T98" y="T99"/>
                </a:cxn>
                <a:cxn ang="T158">
                  <a:pos x="T100" y="T101"/>
                </a:cxn>
                <a:cxn ang="T159">
                  <a:pos x="T102" y="T103"/>
                </a:cxn>
                <a:cxn ang="T160">
                  <a:pos x="T104" y="T105"/>
                </a:cxn>
                <a:cxn ang="T161">
                  <a:pos x="T106" y="T107"/>
                </a:cxn>
              </a:cxnLst>
              <a:rect l="0" t="0" r="r" b="b"/>
              <a:pathLst>
                <a:path w="5356" h="2003">
                  <a:moveTo>
                    <a:pt x="4544" y="908"/>
                  </a:moveTo>
                  <a:lnTo>
                    <a:pt x="4544" y="908"/>
                  </a:lnTo>
                  <a:lnTo>
                    <a:pt x="4516" y="886"/>
                  </a:lnTo>
                  <a:lnTo>
                    <a:pt x="4488" y="864"/>
                  </a:lnTo>
                  <a:lnTo>
                    <a:pt x="4462" y="841"/>
                  </a:lnTo>
                  <a:lnTo>
                    <a:pt x="4437" y="818"/>
                  </a:lnTo>
                  <a:lnTo>
                    <a:pt x="4411" y="794"/>
                  </a:lnTo>
                  <a:lnTo>
                    <a:pt x="4387" y="770"/>
                  </a:lnTo>
                  <a:lnTo>
                    <a:pt x="4364" y="746"/>
                  </a:lnTo>
                  <a:lnTo>
                    <a:pt x="4342" y="721"/>
                  </a:lnTo>
                  <a:lnTo>
                    <a:pt x="4320" y="695"/>
                  </a:lnTo>
                  <a:lnTo>
                    <a:pt x="4300" y="670"/>
                  </a:lnTo>
                  <a:lnTo>
                    <a:pt x="4280" y="643"/>
                  </a:lnTo>
                  <a:lnTo>
                    <a:pt x="4262" y="618"/>
                  </a:lnTo>
                  <a:lnTo>
                    <a:pt x="4244" y="590"/>
                  </a:lnTo>
                  <a:lnTo>
                    <a:pt x="4227" y="564"/>
                  </a:lnTo>
                  <a:lnTo>
                    <a:pt x="4211" y="536"/>
                  </a:lnTo>
                  <a:lnTo>
                    <a:pt x="4196" y="509"/>
                  </a:lnTo>
                  <a:lnTo>
                    <a:pt x="4182" y="482"/>
                  </a:lnTo>
                  <a:lnTo>
                    <a:pt x="4170" y="454"/>
                  </a:lnTo>
                  <a:lnTo>
                    <a:pt x="4157" y="425"/>
                  </a:lnTo>
                  <a:lnTo>
                    <a:pt x="4146" y="396"/>
                  </a:lnTo>
                  <a:lnTo>
                    <a:pt x="4135" y="366"/>
                  </a:lnTo>
                  <a:lnTo>
                    <a:pt x="4126" y="336"/>
                  </a:lnTo>
                  <a:lnTo>
                    <a:pt x="4117" y="305"/>
                  </a:lnTo>
                  <a:lnTo>
                    <a:pt x="4109" y="273"/>
                  </a:lnTo>
                  <a:lnTo>
                    <a:pt x="4102" y="241"/>
                  </a:lnTo>
                  <a:lnTo>
                    <a:pt x="4095" y="208"/>
                  </a:lnTo>
                  <a:lnTo>
                    <a:pt x="4089" y="175"/>
                  </a:lnTo>
                  <a:lnTo>
                    <a:pt x="4085" y="141"/>
                  </a:lnTo>
                  <a:lnTo>
                    <a:pt x="4081" y="107"/>
                  </a:lnTo>
                  <a:lnTo>
                    <a:pt x="4079" y="72"/>
                  </a:lnTo>
                  <a:lnTo>
                    <a:pt x="4077" y="36"/>
                  </a:lnTo>
                  <a:lnTo>
                    <a:pt x="4075" y="0"/>
                  </a:lnTo>
                  <a:lnTo>
                    <a:pt x="4102" y="0"/>
                  </a:lnTo>
                  <a:lnTo>
                    <a:pt x="4166" y="69"/>
                  </a:lnTo>
                  <a:lnTo>
                    <a:pt x="4232" y="137"/>
                  </a:lnTo>
                  <a:lnTo>
                    <a:pt x="4300" y="204"/>
                  </a:lnTo>
                  <a:lnTo>
                    <a:pt x="4369" y="269"/>
                  </a:lnTo>
                  <a:lnTo>
                    <a:pt x="4440" y="334"/>
                  </a:lnTo>
                  <a:lnTo>
                    <a:pt x="4513" y="398"/>
                  </a:lnTo>
                  <a:lnTo>
                    <a:pt x="4586" y="460"/>
                  </a:lnTo>
                  <a:lnTo>
                    <a:pt x="4662" y="523"/>
                  </a:lnTo>
                  <a:lnTo>
                    <a:pt x="4739" y="584"/>
                  </a:lnTo>
                  <a:lnTo>
                    <a:pt x="4820" y="645"/>
                  </a:lnTo>
                  <a:lnTo>
                    <a:pt x="4903" y="704"/>
                  </a:lnTo>
                  <a:lnTo>
                    <a:pt x="4989" y="764"/>
                  </a:lnTo>
                  <a:lnTo>
                    <a:pt x="5076" y="824"/>
                  </a:lnTo>
                  <a:lnTo>
                    <a:pt x="5167" y="884"/>
                  </a:lnTo>
                  <a:lnTo>
                    <a:pt x="5260" y="943"/>
                  </a:lnTo>
                  <a:lnTo>
                    <a:pt x="5356" y="1002"/>
                  </a:lnTo>
                  <a:lnTo>
                    <a:pt x="5356" y="1029"/>
                  </a:lnTo>
                  <a:lnTo>
                    <a:pt x="5260" y="1085"/>
                  </a:lnTo>
                  <a:lnTo>
                    <a:pt x="5167" y="1143"/>
                  </a:lnTo>
                  <a:lnTo>
                    <a:pt x="5076" y="1200"/>
                  </a:lnTo>
                  <a:lnTo>
                    <a:pt x="4989" y="1259"/>
                  </a:lnTo>
                  <a:lnTo>
                    <a:pt x="4903" y="1318"/>
                  </a:lnTo>
                  <a:lnTo>
                    <a:pt x="4820" y="1376"/>
                  </a:lnTo>
                  <a:lnTo>
                    <a:pt x="4739" y="1435"/>
                  </a:lnTo>
                  <a:lnTo>
                    <a:pt x="4662" y="1495"/>
                  </a:lnTo>
                  <a:lnTo>
                    <a:pt x="4586" y="1556"/>
                  </a:lnTo>
                  <a:lnTo>
                    <a:pt x="4513" y="1617"/>
                  </a:lnTo>
                  <a:lnTo>
                    <a:pt x="4440" y="1680"/>
                  </a:lnTo>
                  <a:lnTo>
                    <a:pt x="4369" y="1743"/>
                  </a:lnTo>
                  <a:lnTo>
                    <a:pt x="4300" y="1808"/>
                  </a:lnTo>
                  <a:lnTo>
                    <a:pt x="4232" y="1872"/>
                  </a:lnTo>
                  <a:lnTo>
                    <a:pt x="4166" y="1938"/>
                  </a:lnTo>
                  <a:lnTo>
                    <a:pt x="4102" y="2003"/>
                  </a:lnTo>
                  <a:lnTo>
                    <a:pt x="4075" y="2003"/>
                  </a:lnTo>
                  <a:lnTo>
                    <a:pt x="4077" y="1969"/>
                  </a:lnTo>
                  <a:lnTo>
                    <a:pt x="4079" y="1934"/>
                  </a:lnTo>
                  <a:lnTo>
                    <a:pt x="4081" y="1900"/>
                  </a:lnTo>
                  <a:lnTo>
                    <a:pt x="4085" y="1866"/>
                  </a:lnTo>
                  <a:lnTo>
                    <a:pt x="4089" y="1834"/>
                  </a:lnTo>
                  <a:lnTo>
                    <a:pt x="4095" y="1802"/>
                  </a:lnTo>
                  <a:lnTo>
                    <a:pt x="4102" y="1770"/>
                  </a:lnTo>
                  <a:lnTo>
                    <a:pt x="4109" y="1739"/>
                  </a:lnTo>
                  <a:lnTo>
                    <a:pt x="4117" y="1708"/>
                  </a:lnTo>
                  <a:lnTo>
                    <a:pt x="4126" y="1678"/>
                  </a:lnTo>
                  <a:lnTo>
                    <a:pt x="4135" y="1648"/>
                  </a:lnTo>
                  <a:lnTo>
                    <a:pt x="4146" y="1619"/>
                  </a:lnTo>
                  <a:lnTo>
                    <a:pt x="4157" y="1590"/>
                  </a:lnTo>
                  <a:lnTo>
                    <a:pt x="4170" y="1563"/>
                  </a:lnTo>
                  <a:lnTo>
                    <a:pt x="4182" y="1535"/>
                  </a:lnTo>
                  <a:lnTo>
                    <a:pt x="4196" y="1509"/>
                  </a:lnTo>
                  <a:lnTo>
                    <a:pt x="4211" y="1481"/>
                  </a:lnTo>
                  <a:lnTo>
                    <a:pt x="4227" y="1455"/>
                  </a:lnTo>
                  <a:lnTo>
                    <a:pt x="4244" y="1428"/>
                  </a:lnTo>
                  <a:lnTo>
                    <a:pt x="4262" y="1403"/>
                  </a:lnTo>
                  <a:lnTo>
                    <a:pt x="4280" y="1376"/>
                  </a:lnTo>
                  <a:lnTo>
                    <a:pt x="4300" y="1351"/>
                  </a:lnTo>
                  <a:lnTo>
                    <a:pt x="4320" y="1327"/>
                  </a:lnTo>
                  <a:lnTo>
                    <a:pt x="4342" y="1302"/>
                  </a:lnTo>
                  <a:lnTo>
                    <a:pt x="4364" y="1277"/>
                  </a:lnTo>
                  <a:lnTo>
                    <a:pt x="4387" y="1254"/>
                  </a:lnTo>
                  <a:lnTo>
                    <a:pt x="4411" y="1230"/>
                  </a:lnTo>
                  <a:lnTo>
                    <a:pt x="4437" y="1207"/>
                  </a:lnTo>
                  <a:lnTo>
                    <a:pt x="4462" y="1185"/>
                  </a:lnTo>
                  <a:lnTo>
                    <a:pt x="4488" y="1163"/>
                  </a:lnTo>
                  <a:lnTo>
                    <a:pt x="4516" y="1142"/>
                  </a:lnTo>
                  <a:lnTo>
                    <a:pt x="4544" y="1120"/>
                  </a:lnTo>
                  <a:lnTo>
                    <a:pt x="809" y="1120"/>
                  </a:lnTo>
                  <a:lnTo>
                    <a:pt x="837" y="1142"/>
                  </a:lnTo>
                  <a:lnTo>
                    <a:pt x="864" y="1163"/>
                  </a:lnTo>
                  <a:lnTo>
                    <a:pt x="891" y="1185"/>
                  </a:lnTo>
                  <a:lnTo>
                    <a:pt x="917" y="1207"/>
                  </a:lnTo>
                  <a:lnTo>
                    <a:pt x="942" y="1230"/>
                  </a:lnTo>
                  <a:lnTo>
                    <a:pt x="966" y="1254"/>
                  </a:lnTo>
                  <a:lnTo>
                    <a:pt x="989" y="1277"/>
                  </a:lnTo>
                  <a:lnTo>
                    <a:pt x="1012" y="1302"/>
                  </a:lnTo>
                  <a:lnTo>
                    <a:pt x="1032" y="1326"/>
                  </a:lnTo>
                  <a:lnTo>
                    <a:pt x="1053" y="1351"/>
                  </a:lnTo>
                  <a:lnTo>
                    <a:pt x="1073" y="1376"/>
                  </a:lnTo>
                  <a:lnTo>
                    <a:pt x="1091" y="1402"/>
                  </a:lnTo>
                  <a:lnTo>
                    <a:pt x="1110" y="1427"/>
                  </a:lnTo>
                  <a:lnTo>
                    <a:pt x="1127" y="1452"/>
                  </a:lnTo>
                  <a:lnTo>
                    <a:pt x="1142" y="1479"/>
                  </a:lnTo>
                  <a:lnTo>
                    <a:pt x="1157" y="1505"/>
                  </a:lnTo>
                  <a:lnTo>
                    <a:pt x="1170" y="1533"/>
                  </a:lnTo>
                  <a:lnTo>
                    <a:pt x="1184" y="1560"/>
                  </a:lnTo>
                  <a:lnTo>
                    <a:pt x="1196" y="1589"/>
                  </a:lnTo>
                  <a:lnTo>
                    <a:pt x="1207" y="1618"/>
                  </a:lnTo>
                  <a:lnTo>
                    <a:pt x="1218" y="1648"/>
                  </a:lnTo>
                  <a:lnTo>
                    <a:pt x="1228" y="1677"/>
                  </a:lnTo>
                  <a:lnTo>
                    <a:pt x="1237" y="1708"/>
                  </a:lnTo>
                  <a:lnTo>
                    <a:pt x="1245" y="1739"/>
                  </a:lnTo>
                  <a:lnTo>
                    <a:pt x="1252" y="1770"/>
                  </a:lnTo>
                  <a:lnTo>
                    <a:pt x="1259" y="1802"/>
                  </a:lnTo>
                  <a:lnTo>
                    <a:pt x="1265" y="1834"/>
                  </a:lnTo>
                  <a:lnTo>
                    <a:pt x="1269" y="1866"/>
                  </a:lnTo>
                  <a:lnTo>
                    <a:pt x="1273" y="1900"/>
                  </a:lnTo>
                  <a:lnTo>
                    <a:pt x="1276" y="1934"/>
                  </a:lnTo>
                  <a:lnTo>
                    <a:pt x="1279" y="1969"/>
                  </a:lnTo>
                  <a:lnTo>
                    <a:pt x="1280" y="2003"/>
                  </a:lnTo>
                  <a:lnTo>
                    <a:pt x="1251" y="2003"/>
                  </a:lnTo>
                  <a:lnTo>
                    <a:pt x="1187" y="1938"/>
                  </a:lnTo>
                  <a:lnTo>
                    <a:pt x="1121" y="1872"/>
                  </a:lnTo>
                  <a:lnTo>
                    <a:pt x="1054" y="1808"/>
                  </a:lnTo>
                  <a:lnTo>
                    <a:pt x="985" y="1743"/>
                  </a:lnTo>
                  <a:lnTo>
                    <a:pt x="915" y="1680"/>
                  </a:lnTo>
                  <a:lnTo>
                    <a:pt x="843" y="1618"/>
                  </a:lnTo>
                  <a:lnTo>
                    <a:pt x="769" y="1557"/>
                  </a:lnTo>
                  <a:lnTo>
                    <a:pt x="694" y="1497"/>
                  </a:lnTo>
                  <a:lnTo>
                    <a:pt x="616" y="1437"/>
                  </a:lnTo>
                  <a:lnTo>
                    <a:pt x="535" y="1377"/>
                  </a:lnTo>
                  <a:lnTo>
                    <a:pt x="453" y="1318"/>
                  </a:lnTo>
                  <a:lnTo>
                    <a:pt x="367" y="1259"/>
                  </a:lnTo>
                  <a:lnTo>
                    <a:pt x="279" y="1200"/>
                  </a:lnTo>
                  <a:lnTo>
                    <a:pt x="189" y="1143"/>
                  </a:lnTo>
                  <a:lnTo>
                    <a:pt x="96" y="1085"/>
                  </a:lnTo>
                  <a:lnTo>
                    <a:pt x="0" y="1029"/>
                  </a:lnTo>
                  <a:lnTo>
                    <a:pt x="0" y="1002"/>
                  </a:lnTo>
                  <a:lnTo>
                    <a:pt x="96" y="943"/>
                  </a:lnTo>
                  <a:lnTo>
                    <a:pt x="188" y="884"/>
                  </a:lnTo>
                  <a:lnTo>
                    <a:pt x="279" y="824"/>
                  </a:lnTo>
                  <a:lnTo>
                    <a:pt x="366" y="764"/>
                  </a:lnTo>
                  <a:lnTo>
                    <a:pt x="451" y="704"/>
                  </a:lnTo>
                  <a:lnTo>
                    <a:pt x="533" y="645"/>
                  </a:lnTo>
                  <a:lnTo>
                    <a:pt x="614" y="584"/>
                  </a:lnTo>
                  <a:lnTo>
                    <a:pt x="691" y="523"/>
                  </a:lnTo>
                  <a:lnTo>
                    <a:pt x="767" y="460"/>
                  </a:lnTo>
                  <a:lnTo>
                    <a:pt x="840" y="398"/>
                  </a:lnTo>
                  <a:lnTo>
                    <a:pt x="913" y="334"/>
                  </a:lnTo>
                  <a:lnTo>
                    <a:pt x="984" y="269"/>
                  </a:lnTo>
                  <a:lnTo>
                    <a:pt x="1053" y="204"/>
                  </a:lnTo>
                  <a:lnTo>
                    <a:pt x="1121" y="137"/>
                  </a:lnTo>
                  <a:lnTo>
                    <a:pt x="1187" y="69"/>
                  </a:lnTo>
                  <a:lnTo>
                    <a:pt x="1251" y="0"/>
                  </a:lnTo>
                  <a:lnTo>
                    <a:pt x="1280" y="0"/>
                  </a:lnTo>
                  <a:lnTo>
                    <a:pt x="1279" y="36"/>
                  </a:lnTo>
                  <a:lnTo>
                    <a:pt x="1276" y="72"/>
                  </a:lnTo>
                  <a:lnTo>
                    <a:pt x="1273" y="107"/>
                  </a:lnTo>
                  <a:lnTo>
                    <a:pt x="1269" y="141"/>
                  </a:lnTo>
                  <a:lnTo>
                    <a:pt x="1265" y="175"/>
                  </a:lnTo>
                  <a:lnTo>
                    <a:pt x="1259" y="208"/>
                  </a:lnTo>
                  <a:lnTo>
                    <a:pt x="1252" y="241"/>
                  </a:lnTo>
                  <a:lnTo>
                    <a:pt x="1245" y="273"/>
                  </a:lnTo>
                  <a:lnTo>
                    <a:pt x="1237" y="305"/>
                  </a:lnTo>
                  <a:lnTo>
                    <a:pt x="1228" y="336"/>
                  </a:lnTo>
                  <a:lnTo>
                    <a:pt x="1218" y="366"/>
                  </a:lnTo>
                  <a:lnTo>
                    <a:pt x="1207" y="396"/>
                  </a:lnTo>
                  <a:lnTo>
                    <a:pt x="1196" y="425"/>
                  </a:lnTo>
                  <a:lnTo>
                    <a:pt x="1184" y="454"/>
                  </a:lnTo>
                  <a:lnTo>
                    <a:pt x="1170" y="482"/>
                  </a:lnTo>
                  <a:lnTo>
                    <a:pt x="1157" y="509"/>
                  </a:lnTo>
                  <a:lnTo>
                    <a:pt x="1142" y="536"/>
                  </a:lnTo>
                  <a:lnTo>
                    <a:pt x="1127" y="564"/>
                  </a:lnTo>
                  <a:lnTo>
                    <a:pt x="1110" y="590"/>
                  </a:lnTo>
                  <a:lnTo>
                    <a:pt x="1091" y="618"/>
                  </a:lnTo>
                  <a:lnTo>
                    <a:pt x="1073" y="643"/>
                  </a:lnTo>
                  <a:lnTo>
                    <a:pt x="1053" y="670"/>
                  </a:lnTo>
                  <a:lnTo>
                    <a:pt x="1032" y="695"/>
                  </a:lnTo>
                  <a:lnTo>
                    <a:pt x="1012" y="721"/>
                  </a:lnTo>
                  <a:lnTo>
                    <a:pt x="989" y="746"/>
                  </a:lnTo>
                  <a:lnTo>
                    <a:pt x="966" y="770"/>
                  </a:lnTo>
                  <a:lnTo>
                    <a:pt x="942" y="794"/>
                  </a:lnTo>
                  <a:lnTo>
                    <a:pt x="917" y="818"/>
                  </a:lnTo>
                  <a:lnTo>
                    <a:pt x="891" y="841"/>
                  </a:lnTo>
                  <a:lnTo>
                    <a:pt x="864" y="864"/>
                  </a:lnTo>
                  <a:lnTo>
                    <a:pt x="837" y="886"/>
                  </a:lnTo>
                  <a:lnTo>
                    <a:pt x="809" y="908"/>
                  </a:lnTo>
                  <a:lnTo>
                    <a:pt x="4544" y="908"/>
                  </a:lnTo>
                  <a:close/>
                </a:path>
              </a:pathLst>
            </a:custGeom>
            <a:solidFill>
              <a:schemeClr val="bg1"/>
            </a:solidFill>
            <a:ln>
              <a:noFill/>
            </a:ln>
            <a:extLst>
              <a:ext uri="{91240B29-F687-4F45-9708-019B960494DF}">
                <a14:hiddenLine xmlns:a14="http://schemas.microsoft.com/office/drawing/2010/main" w="9525">
                  <a:solidFill>
                    <a:srgbClr val="000000"/>
                  </a:solidFill>
                  <a:round/>
                </a14:hiddenLine>
              </a:ext>
            </a:extLst>
          </p:spPr>
          <p:txBody>
            <a:bodyPr/>
            <a:lstStyle>
              <a:defPPr>
                <a:defRPr lang="zh-CN"/>
              </a:defPPr>
              <a:lvl1pPr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1pPr>
              <a:lvl2pPr marL="4572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2pPr>
              <a:lvl3pPr marL="9144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3pPr>
              <a:lvl4pPr marL="13716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4pPr>
              <a:lvl5pPr marL="18288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5pPr>
              <a:lvl6pPr marL="2286000" algn="l" defTabSz="914400" rtl="0" eaLnBrk="1" latinLnBrk="0" hangingPunct="1">
                <a:defRPr kern="1200">
                  <a:solidFill>
                    <a:schemeClr val="tx1"/>
                  </a:solidFill>
                  <a:latin typeface="Calibri" panose="020F0502020204030204" charset="0"/>
                  <a:ea typeface="宋体" panose="02010600030101010101" pitchFamily="2" charset="-122"/>
                  <a:cs typeface="+mn-cs"/>
                </a:defRPr>
              </a:lvl6pPr>
              <a:lvl7pPr marL="2743200" algn="l" defTabSz="914400" rtl="0" eaLnBrk="1" latinLnBrk="0" hangingPunct="1">
                <a:defRPr kern="1200">
                  <a:solidFill>
                    <a:schemeClr val="tx1"/>
                  </a:solidFill>
                  <a:latin typeface="Calibri" panose="020F0502020204030204" charset="0"/>
                  <a:ea typeface="宋体" panose="02010600030101010101" pitchFamily="2" charset="-122"/>
                  <a:cs typeface="+mn-cs"/>
                </a:defRPr>
              </a:lvl7pPr>
              <a:lvl8pPr marL="3200400" algn="l" defTabSz="914400" rtl="0" eaLnBrk="1" latinLnBrk="0" hangingPunct="1">
                <a:defRPr kern="1200">
                  <a:solidFill>
                    <a:schemeClr val="tx1"/>
                  </a:solidFill>
                  <a:latin typeface="Calibri" panose="020F0502020204030204" charset="0"/>
                  <a:ea typeface="宋体" panose="02010600030101010101" pitchFamily="2" charset="-122"/>
                  <a:cs typeface="+mn-cs"/>
                </a:defRPr>
              </a:lvl8pPr>
              <a:lvl9pPr marL="3657600" algn="l" defTabSz="914400" rtl="0" eaLnBrk="1" latinLnBrk="0" hangingPunct="1">
                <a:defRPr kern="1200">
                  <a:solidFill>
                    <a:schemeClr val="tx1"/>
                  </a:solidFill>
                  <a:latin typeface="Calibri" panose="020F0502020204030204" charset="0"/>
                  <a:ea typeface="宋体" panose="02010600030101010101" pitchFamily="2" charset="-122"/>
                  <a:cs typeface="+mn-cs"/>
                </a:defRPr>
              </a:lvl9pPr>
            </a:lstStyle>
            <a:p>
              <a:endParaRPr lang="zh-CN" altLang="en-US" dirty="0">
                <a:ea typeface="微软雅黑" panose="020B0503020204020204" pitchFamily="34" charset="-122"/>
              </a:endParaRPr>
            </a:p>
          </p:txBody>
        </p:sp>
        <p:sp>
          <p:nvSpPr>
            <p:cNvPr id="11" name="直线箭头"/>
            <p:cNvSpPr/>
            <p:nvPr/>
          </p:nvSpPr>
          <p:spPr>
            <a:xfrm>
              <a:off x="3282" y="8880"/>
              <a:ext cx="1813" cy="217"/>
            </a:xfrm>
            <a:custGeom>
              <a:avLst/>
              <a:gdLst>
                <a:gd name="connsiteX0" fmla="*/ 360040 w 576064"/>
                <a:gd name="connsiteY0" fmla="*/ 0 h 250588"/>
                <a:gd name="connsiteX1" fmla="*/ 576064 w 576064"/>
                <a:gd name="connsiteY1" fmla="*/ 125294 h 250588"/>
                <a:gd name="connsiteX2" fmla="*/ 360040 w 576064"/>
                <a:gd name="connsiteY2" fmla="*/ 250588 h 250588"/>
                <a:gd name="connsiteX3" fmla="*/ 360040 w 576064"/>
                <a:gd name="connsiteY3" fmla="*/ 143294 h 250588"/>
                <a:gd name="connsiteX4" fmla="*/ 0 w 576064"/>
                <a:gd name="connsiteY4" fmla="*/ 143294 h 250588"/>
                <a:gd name="connsiteX5" fmla="*/ 0 w 576064"/>
                <a:gd name="connsiteY5" fmla="*/ 107294 h 250588"/>
                <a:gd name="connsiteX6" fmla="*/ 360040 w 576064"/>
                <a:gd name="connsiteY6" fmla="*/ 107294 h 2505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576064" h="250588">
                  <a:moveTo>
                    <a:pt x="360040" y="0"/>
                  </a:moveTo>
                  <a:lnTo>
                    <a:pt x="576064" y="125294"/>
                  </a:lnTo>
                  <a:lnTo>
                    <a:pt x="360040" y="250588"/>
                  </a:lnTo>
                  <a:lnTo>
                    <a:pt x="360040" y="143294"/>
                  </a:lnTo>
                  <a:lnTo>
                    <a:pt x="0" y="143294"/>
                  </a:lnTo>
                  <a:lnTo>
                    <a:pt x="0" y="107294"/>
                  </a:lnTo>
                  <a:lnTo>
                    <a:pt x="360040" y="107294"/>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scene3d>
                <a:camera prst="orthographicFront"/>
                <a:lightRig rig="threePt" dir="t"/>
              </a:scene3d>
              <a:sp3d>
                <a:contourClr>
                  <a:srgbClr val="FFFFFF"/>
                </a:contourClr>
              </a:sp3d>
            </a:bodyPr>
            <a:lstStyle>
              <a:defPPr>
                <a:defRPr lang="zh-CN"/>
              </a:defPPr>
              <a:lvl1pPr algn="l" rtl="0" eaLnBrk="0" fontAlgn="base" hangingPunct="0">
                <a:spcBef>
                  <a:spcPct val="0"/>
                </a:spcBef>
                <a:spcAft>
                  <a:spcPct val="0"/>
                </a:spcAft>
                <a:defRPr kern="1200">
                  <a:solidFill>
                    <a:schemeClr val="lt1"/>
                  </a:solidFill>
                  <a:latin typeface="+mn-lt"/>
                  <a:ea typeface="+mn-ea"/>
                  <a:cs typeface="+mn-cs"/>
                </a:defRPr>
              </a:lvl1pPr>
              <a:lvl2pPr marL="457200" algn="l" rtl="0" eaLnBrk="0" fontAlgn="base" hangingPunct="0">
                <a:spcBef>
                  <a:spcPct val="0"/>
                </a:spcBef>
                <a:spcAft>
                  <a:spcPct val="0"/>
                </a:spcAft>
                <a:defRPr kern="1200">
                  <a:solidFill>
                    <a:schemeClr val="lt1"/>
                  </a:solidFill>
                  <a:latin typeface="+mn-lt"/>
                  <a:ea typeface="+mn-ea"/>
                  <a:cs typeface="+mn-cs"/>
                </a:defRPr>
              </a:lvl2pPr>
              <a:lvl3pPr marL="914400" algn="l" rtl="0" eaLnBrk="0" fontAlgn="base" hangingPunct="0">
                <a:spcBef>
                  <a:spcPct val="0"/>
                </a:spcBef>
                <a:spcAft>
                  <a:spcPct val="0"/>
                </a:spcAft>
                <a:defRPr kern="1200">
                  <a:solidFill>
                    <a:schemeClr val="lt1"/>
                  </a:solidFill>
                  <a:latin typeface="+mn-lt"/>
                  <a:ea typeface="+mn-ea"/>
                  <a:cs typeface="+mn-cs"/>
                </a:defRPr>
              </a:lvl3pPr>
              <a:lvl4pPr marL="1371600" algn="l" rtl="0" eaLnBrk="0" fontAlgn="base" hangingPunct="0">
                <a:spcBef>
                  <a:spcPct val="0"/>
                </a:spcBef>
                <a:spcAft>
                  <a:spcPct val="0"/>
                </a:spcAft>
                <a:defRPr kern="1200">
                  <a:solidFill>
                    <a:schemeClr val="lt1"/>
                  </a:solidFill>
                  <a:latin typeface="+mn-lt"/>
                  <a:ea typeface="+mn-ea"/>
                  <a:cs typeface="+mn-cs"/>
                </a:defRPr>
              </a:lvl4pPr>
              <a:lvl5pPr marL="1828800" algn="l" rtl="0" eaLnBrk="0" fontAlgn="base" hangingPunct="0">
                <a:spcBef>
                  <a:spcPct val="0"/>
                </a:spcBef>
                <a:spcAft>
                  <a:spcPct val="0"/>
                </a:spcAft>
                <a:defRPr kern="1200">
                  <a:solidFill>
                    <a:schemeClr val="lt1"/>
                  </a:solidFill>
                  <a:latin typeface="+mn-lt"/>
                  <a:ea typeface="+mn-ea"/>
                  <a:cs typeface="+mn-cs"/>
                </a:defRPr>
              </a:lvl5pPr>
              <a:lvl6pPr marL="2286000" algn="l" defTabSz="914400" rtl="0" eaLnBrk="1" latinLnBrk="0" hangingPunct="1">
                <a:defRPr kern="1200">
                  <a:solidFill>
                    <a:schemeClr val="lt1"/>
                  </a:solidFill>
                  <a:latin typeface="+mn-lt"/>
                  <a:ea typeface="+mn-ea"/>
                  <a:cs typeface="+mn-cs"/>
                </a:defRPr>
              </a:lvl6pPr>
              <a:lvl7pPr marL="2743200" algn="l" defTabSz="914400" rtl="0" eaLnBrk="1" latinLnBrk="0" hangingPunct="1">
                <a:defRPr kern="1200">
                  <a:solidFill>
                    <a:schemeClr val="lt1"/>
                  </a:solidFill>
                  <a:latin typeface="+mn-lt"/>
                  <a:ea typeface="+mn-ea"/>
                  <a:cs typeface="+mn-cs"/>
                </a:defRPr>
              </a:lvl7pPr>
              <a:lvl8pPr marL="3200400" algn="l" defTabSz="914400" rtl="0" eaLnBrk="1" latinLnBrk="0" hangingPunct="1">
                <a:defRPr kern="1200">
                  <a:solidFill>
                    <a:schemeClr val="lt1"/>
                  </a:solidFill>
                  <a:latin typeface="+mn-lt"/>
                  <a:ea typeface="+mn-ea"/>
                  <a:cs typeface="+mn-cs"/>
                </a:defRPr>
              </a:lvl8pPr>
              <a:lvl9pPr marL="3657600" algn="l" defTabSz="914400" rtl="0" eaLnBrk="1" latinLnBrk="0" hangingPunct="1">
                <a:defRPr kern="1200">
                  <a:solidFill>
                    <a:schemeClr val="lt1"/>
                  </a:solidFill>
                  <a:latin typeface="+mn-lt"/>
                  <a:ea typeface="+mn-ea"/>
                  <a:cs typeface="+mn-cs"/>
                </a:defRPr>
              </a:lvl9pPr>
            </a:lstStyle>
            <a:p>
              <a:pPr algn="ctr" eaLnBrk="1" fontAlgn="auto" hangingPunct="1">
                <a:spcBef>
                  <a:spcPts val="0"/>
                </a:spcBef>
                <a:spcAft>
                  <a:spcPts val="0"/>
                </a:spcAft>
                <a:defRPr/>
              </a:pPr>
              <a:endParaRPr lang="zh-CN" altLang="en-US">
                <a:solidFill>
                  <a:srgbClr val="FFFFFF"/>
                </a:solidFill>
              </a:endParaRPr>
            </a:p>
          </p:txBody>
        </p:sp>
      </p:grpSp>
      <p:grpSp>
        <p:nvGrpSpPr>
          <p:cNvPr id="5" name="组合 4"/>
          <p:cNvGrpSpPr/>
          <p:nvPr/>
        </p:nvGrpSpPr>
        <p:grpSpPr>
          <a:xfrm>
            <a:off x="913130" y="2235835"/>
            <a:ext cx="10432415" cy="3926840"/>
            <a:chOff x="1499" y="3150"/>
            <a:chExt cx="16429" cy="6184"/>
          </a:xfrm>
        </p:grpSpPr>
        <p:sp>
          <p:nvSpPr>
            <p:cNvPr id="22" name="TextBox 21"/>
            <p:cNvSpPr txBox="1"/>
            <p:nvPr/>
          </p:nvSpPr>
          <p:spPr>
            <a:xfrm>
              <a:off x="3431" y="3419"/>
              <a:ext cx="13522" cy="624"/>
            </a:xfrm>
            <a:prstGeom prst="rect">
              <a:avLst/>
            </a:prstGeom>
            <a:noFill/>
          </p:spPr>
          <p:txBody>
            <a:bodyPr wrap="square">
              <a:spAutoFit/>
            </a:bodyPr>
            <a:lstStyle/>
            <a:p>
              <a:r>
                <a:rPr sz="2000" dirty="0">
                  <a:sym typeface="+mn-ea"/>
                </a:rPr>
                <a:t>画出饮用水自动售水系统的用例图。</a:t>
              </a:r>
            </a:p>
          </p:txBody>
        </p:sp>
        <p:sp>
          <p:nvSpPr>
            <p:cNvPr id="24" name="矩形 23"/>
            <p:cNvSpPr>
              <a:spLocks noChangeAspect="1"/>
            </p:cNvSpPr>
            <p:nvPr/>
          </p:nvSpPr>
          <p:spPr>
            <a:xfrm>
              <a:off x="1499" y="4275"/>
              <a:ext cx="16429" cy="5059"/>
            </a:xfrm>
            <a:prstGeom prst="rect">
              <a:avLst/>
            </a:prstGeom>
            <a:ln w="12700">
              <a:solidFill>
                <a:srgbClr val="0883C8"/>
              </a:solidFill>
              <a:prstDash val="dash"/>
            </a:ln>
          </p:spPr>
          <p:style>
            <a:lnRef idx="1">
              <a:schemeClr val="accent6"/>
            </a:lnRef>
            <a:fillRef idx="0">
              <a:schemeClr val="accent6"/>
            </a:fillRef>
            <a:effectRef idx="0">
              <a:schemeClr val="accent6"/>
            </a:effectRef>
            <a:fontRef idx="minor">
              <a:schemeClr val="tx1"/>
            </a:fontRef>
          </p:style>
          <p:txBody>
            <a:bodyPr rtlCol="0" anchor="ctr"/>
            <a:lstStyle/>
            <a:p>
              <a:pPr algn="ctr"/>
              <a:endParaRPr lang="zh-CN" altLang="en-US" b="1" dirty="0">
                <a:latin typeface="Times New Roman" panose="02020603050405020304" charset="0"/>
              </a:endParaRPr>
            </a:p>
          </p:txBody>
        </p:sp>
        <p:grpSp>
          <p:nvGrpSpPr>
            <p:cNvPr id="25" name="组合 5"/>
            <p:cNvGrpSpPr/>
            <p:nvPr/>
          </p:nvGrpSpPr>
          <p:grpSpPr>
            <a:xfrm>
              <a:off x="1500" y="3150"/>
              <a:ext cx="1931" cy="1125"/>
              <a:chOff x="2738416" y="1357299"/>
              <a:chExt cx="1071570" cy="714379"/>
            </a:xfrm>
          </p:grpSpPr>
          <p:pic>
            <p:nvPicPr>
              <p:cNvPr id="26" name="Picture 2" descr="E:\仝德志文件，勿删！\03-参考文档\！PPT图片及版面资源\06-PPT精选插图\12-标签\蓝色燕尾01.png"/>
              <p:cNvPicPr>
                <a:picLocks noChangeAspect="1" noChangeArrowheads="1"/>
              </p:cNvPicPr>
              <p:nvPr/>
            </p:nvPicPr>
            <p:blipFill>
              <a:blip r:embed="rId2" cstate="email"/>
              <a:srcRect/>
              <a:stretch>
                <a:fillRect/>
              </a:stretch>
            </p:blipFill>
            <p:spPr bwMode="auto">
              <a:xfrm rot="16200000">
                <a:off x="2917011" y="1178703"/>
                <a:ext cx="714379" cy="1071570"/>
              </a:xfrm>
              <a:prstGeom prst="rect">
                <a:avLst/>
              </a:prstGeom>
              <a:noFill/>
              <a:extLst>
                <a:ext uri="{909E8E84-426E-40DD-AFC4-6F175D3DCCD1}">
                  <a14:hiddenFill xmlns:a14="http://schemas.microsoft.com/office/drawing/2010/main">
                    <a:solidFill>
                      <a:srgbClr val="FFFFFF"/>
                    </a:solidFill>
                  </a14:hiddenFill>
                </a:ext>
              </a:extLst>
            </p:spPr>
          </p:pic>
          <p:sp>
            <p:nvSpPr>
              <p:cNvPr id="27" name="TextBox 7"/>
              <p:cNvSpPr txBox="1"/>
              <p:nvPr/>
            </p:nvSpPr>
            <p:spPr>
              <a:xfrm>
                <a:off x="2811667" y="1467155"/>
                <a:ext cx="998319" cy="457203"/>
              </a:xfrm>
              <a:prstGeom prst="rect">
                <a:avLst/>
              </a:prstGeom>
              <a:noFill/>
            </p:spPr>
            <p:txBody>
              <a:bodyPr wrap="square" rtlCol="0">
                <a:spAutoFit/>
              </a:bodyPr>
              <a:lstStyle/>
              <a:p>
                <a:r>
                  <a:rPr lang="zh-CN" altLang="en-US" sz="2400" dirty="0">
                    <a:solidFill>
                      <a:schemeClr val="bg1"/>
                    </a:solidFill>
                    <a:sym typeface="+mn-ea"/>
                  </a:rPr>
                  <a:t>例 </a:t>
                </a:r>
                <a:r>
                  <a:rPr lang="en-US" altLang="zh-CN" sz="2400" dirty="0">
                    <a:solidFill>
                      <a:schemeClr val="bg1"/>
                    </a:solidFill>
                    <a:sym typeface="+mn-ea"/>
                  </a:rPr>
                  <a:t>6-1</a:t>
                </a:r>
                <a:endParaRPr lang="en-US" altLang="zh-CN" sz="2400" b="1" dirty="0">
                  <a:solidFill>
                    <a:schemeClr val="bg1"/>
                  </a:solidFill>
                  <a:latin typeface="微软雅黑" panose="020B0503020204020204" charset="-122"/>
                  <a:ea typeface="微软雅黑" panose="020B0503020204020204" charset="-122"/>
                  <a:sym typeface="+mn-ea"/>
                </a:endParaRPr>
              </a:p>
            </p:txBody>
          </p:sp>
        </p:grpSp>
        <p:sp>
          <p:nvSpPr>
            <p:cNvPr id="33" name="TextBox 32"/>
            <p:cNvSpPr txBox="1"/>
            <p:nvPr/>
          </p:nvSpPr>
          <p:spPr>
            <a:xfrm>
              <a:off x="1725" y="4725"/>
              <a:ext cx="13522" cy="658"/>
            </a:xfrm>
            <a:prstGeom prst="rect">
              <a:avLst/>
            </a:prstGeom>
            <a:noFill/>
          </p:spPr>
          <p:txBody>
            <a:bodyPr wrap="square">
              <a:spAutoFit/>
            </a:bodyPr>
            <a:lstStyle/>
            <a:p>
              <a:endParaRPr lang="zh-CN" altLang="en-US" sz="2000" b="1" dirty="0">
                <a:solidFill>
                  <a:srgbClr val="00B0F0"/>
                </a:solidFill>
                <a:latin typeface="微软雅黑" panose="020B0503020204020204" charset="-122"/>
                <a:ea typeface="微软雅黑" panose="020B0503020204020204" charset="-122"/>
              </a:endParaRPr>
            </a:p>
          </p:txBody>
        </p:sp>
        <p:sp>
          <p:nvSpPr>
            <p:cNvPr id="34" name="TextBox 33"/>
            <p:cNvSpPr txBox="1"/>
            <p:nvPr/>
          </p:nvSpPr>
          <p:spPr>
            <a:xfrm>
              <a:off x="1945" y="4451"/>
              <a:ext cx="15536" cy="4632"/>
            </a:xfrm>
            <a:prstGeom prst="rect">
              <a:avLst/>
            </a:prstGeom>
            <a:solidFill>
              <a:schemeClr val="bg1">
                <a:lumMod val="95000"/>
              </a:schemeClr>
            </a:solidFill>
          </p:spPr>
          <p:txBody>
            <a:bodyPr wrap="square">
              <a:spAutoFit/>
            </a:bodyPr>
            <a:lstStyle/>
            <a:p>
              <a:pPr fontAlgn="auto">
                <a:lnSpc>
                  <a:spcPct val="130000"/>
                </a:lnSpc>
              </a:pPr>
              <a:r>
                <a:rPr lang="en-US" altLang="en-US" dirty="0">
                  <a:latin typeface="Times New Roman" panose="02020603050405020304" charset="0"/>
                  <a:ea typeface="微软雅黑" panose="020B0503020204020204" pitchFamily="34" charset="-122"/>
                </a:rPr>
                <a:t>        解：下面通过分析该系统的脚本、用例、执行者，从而画出用例图。</a:t>
              </a:r>
            </a:p>
            <a:p>
              <a:pPr fontAlgn="auto">
                <a:lnSpc>
                  <a:spcPct val="130000"/>
                </a:lnSpc>
              </a:pPr>
              <a:r>
                <a:rPr lang="en-US" altLang="en-US" dirty="0">
                  <a:latin typeface="Times New Roman" panose="02020603050405020304" charset="0"/>
                  <a:ea typeface="微软雅黑" panose="020B0503020204020204" pitchFamily="34" charset="-122"/>
                </a:rPr>
                <a:t>        顾客甲投入一个一元硬币，系统收到钱后放出5 L水，这个过程就是一个脚本。饮用水自动售水系统中，投入硬币的人可以是甲，也可以是乙，但是甲或乙不能称为执行者。因为具体某个人，如甲，可以放入一元硬币，也可以放入五角硬币，还可以执行取款功能，把钱取走。</a:t>
              </a:r>
            </a:p>
            <a:p>
              <a:pPr fontAlgn="auto">
                <a:lnSpc>
                  <a:spcPct val="130000"/>
                </a:lnSpc>
              </a:pPr>
              <a:r>
                <a:rPr lang="en-US" altLang="en-US" dirty="0">
                  <a:latin typeface="Times New Roman" panose="02020603050405020304" charset="0"/>
                  <a:ea typeface="微软雅黑" panose="020B0503020204020204" pitchFamily="34" charset="-122"/>
                </a:rPr>
                <a:t>根据系统功能，可以将执行者分为收银员和顾客两类。顾客可以投入一元或五角的硬币，顾客投入两个五角硬币和投入一个一元硬币的效果相同，因而顾客买水有两个脚本。如果系统饮用水产生得不够，系统亮红灯并把投入的硬币掉下来，这个过程是另一个脚本。收银员取款也是一个脚本。故系统共有4个脚本。图</a:t>
              </a:r>
              <a:r>
                <a:rPr lang="zh-CN" altLang="en-US" dirty="0">
                  <a:latin typeface="Times New Roman" panose="02020603050405020304" charset="0"/>
                  <a:ea typeface="微软雅黑" panose="020B0503020204020204" pitchFamily="34" charset="-122"/>
                </a:rPr>
                <a:t>示</a:t>
              </a:r>
              <a:r>
                <a:rPr lang="en-US" altLang="en-US" dirty="0">
                  <a:latin typeface="Times New Roman" panose="02020603050405020304" charset="0"/>
                  <a:ea typeface="微软雅黑" panose="020B0503020204020204" pitchFamily="34" charset="-122"/>
                </a:rPr>
                <a:t>是饮用水自动售水系统的用例图。</a:t>
              </a:r>
            </a:p>
          </p:txBody>
        </p:sp>
      </p:grpSp>
    </p:spTree>
  </p:cSld>
  <p:clrMapOvr>
    <a:masterClrMapping/>
  </p:clrMapOvr>
  <p:transition>
    <p:diamond/>
  </p:transition>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4" name="直接箭头连接符 3"/>
          <p:cNvCxnSpPr/>
          <p:nvPr/>
        </p:nvCxnSpPr>
        <p:spPr>
          <a:xfrm>
            <a:off x="1962785" y="5095240"/>
            <a:ext cx="1084580" cy="1905"/>
          </a:xfrm>
          <a:prstGeom prst="straightConnector1">
            <a:avLst/>
          </a:prstGeom>
          <a:ln>
            <a:solidFill>
              <a:schemeClr val="bg1"/>
            </a:solidFill>
            <a:tailEnd type="arrow"/>
          </a:ln>
        </p:spPr>
        <p:style>
          <a:lnRef idx="1">
            <a:schemeClr val="accent1"/>
          </a:lnRef>
          <a:fillRef idx="0">
            <a:schemeClr val="accent1"/>
          </a:fillRef>
          <a:effectRef idx="0">
            <a:schemeClr val="accent1"/>
          </a:effectRef>
          <a:fontRef idx="minor">
            <a:schemeClr val="tx1"/>
          </a:fontRef>
        </p:style>
      </p:cxnSp>
      <p:sp>
        <p:nvSpPr>
          <p:cNvPr id="5" name="右箭头"/>
          <p:cNvSpPr/>
          <p:nvPr/>
        </p:nvSpPr>
        <p:spPr>
          <a:xfrm flipH="1">
            <a:off x="1962785" y="4332605"/>
            <a:ext cx="1118235" cy="137160"/>
          </a:xfrm>
          <a:custGeom>
            <a:avLst/>
            <a:gdLst>
              <a:gd name="connsiteX0" fmla="*/ 1240677 w 4290025"/>
              <a:gd name="connsiteY0" fmla="*/ 0 h 1695451"/>
              <a:gd name="connsiteX1" fmla="*/ 1749568 w 4290025"/>
              <a:gd name="connsiteY1" fmla="*/ 0 h 1695451"/>
              <a:gd name="connsiteX2" fmla="*/ 776733 w 4290025"/>
              <a:gd name="connsiteY2" fmla="*/ 1329431 h 1695451"/>
              <a:gd name="connsiteX3" fmla="*/ 4290025 w 4290025"/>
              <a:gd name="connsiteY3" fmla="*/ 1329431 h 1695451"/>
              <a:gd name="connsiteX4" fmla="*/ 4290025 w 4290025"/>
              <a:gd name="connsiteY4" fmla="*/ 1695451 h 1695451"/>
              <a:gd name="connsiteX5" fmla="*/ 0 w 4290025"/>
              <a:gd name="connsiteY5" fmla="*/ 1695451 h 16954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290025" h="1695451">
                <a:moveTo>
                  <a:pt x="1240677" y="0"/>
                </a:moveTo>
                <a:lnTo>
                  <a:pt x="1749568" y="0"/>
                </a:lnTo>
                <a:lnTo>
                  <a:pt x="776733" y="1329431"/>
                </a:lnTo>
                <a:lnTo>
                  <a:pt x="4290025" y="1329431"/>
                </a:lnTo>
                <a:lnTo>
                  <a:pt x="4290025" y="1695451"/>
                </a:lnTo>
                <a:lnTo>
                  <a:pt x="0" y="1695451"/>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scene3d>
              <a:camera prst="orthographicFront"/>
              <a:lightRig rig="threePt" dir="t"/>
            </a:scene3d>
            <a:sp3d>
              <a:contourClr>
                <a:srgbClr val="FFFFFF"/>
              </a:contourClr>
            </a:sp3d>
          </a:bodyPr>
          <a:lstStyle>
            <a:defPPr>
              <a:defRPr lang="zh-CN"/>
            </a:defPPr>
            <a:lvl1pPr algn="l" rtl="0" eaLnBrk="0" fontAlgn="base" hangingPunct="0">
              <a:spcBef>
                <a:spcPct val="0"/>
              </a:spcBef>
              <a:spcAft>
                <a:spcPct val="0"/>
              </a:spcAft>
              <a:defRPr kern="1200">
                <a:solidFill>
                  <a:schemeClr val="lt1"/>
                </a:solidFill>
                <a:latin typeface="+mn-lt"/>
                <a:ea typeface="+mn-ea"/>
                <a:cs typeface="+mn-cs"/>
              </a:defRPr>
            </a:lvl1pPr>
            <a:lvl2pPr marL="457200" algn="l" rtl="0" eaLnBrk="0" fontAlgn="base" hangingPunct="0">
              <a:spcBef>
                <a:spcPct val="0"/>
              </a:spcBef>
              <a:spcAft>
                <a:spcPct val="0"/>
              </a:spcAft>
              <a:defRPr kern="1200">
                <a:solidFill>
                  <a:schemeClr val="lt1"/>
                </a:solidFill>
                <a:latin typeface="+mn-lt"/>
                <a:ea typeface="+mn-ea"/>
                <a:cs typeface="+mn-cs"/>
              </a:defRPr>
            </a:lvl2pPr>
            <a:lvl3pPr marL="914400" algn="l" rtl="0" eaLnBrk="0" fontAlgn="base" hangingPunct="0">
              <a:spcBef>
                <a:spcPct val="0"/>
              </a:spcBef>
              <a:spcAft>
                <a:spcPct val="0"/>
              </a:spcAft>
              <a:defRPr kern="1200">
                <a:solidFill>
                  <a:schemeClr val="lt1"/>
                </a:solidFill>
                <a:latin typeface="+mn-lt"/>
                <a:ea typeface="+mn-ea"/>
                <a:cs typeface="+mn-cs"/>
              </a:defRPr>
            </a:lvl3pPr>
            <a:lvl4pPr marL="1371600" algn="l" rtl="0" eaLnBrk="0" fontAlgn="base" hangingPunct="0">
              <a:spcBef>
                <a:spcPct val="0"/>
              </a:spcBef>
              <a:spcAft>
                <a:spcPct val="0"/>
              </a:spcAft>
              <a:defRPr kern="1200">
                <a:solidFill>
                  <a:schemeClr val="lt1"/>
                </a:solidFill>
                <a:latin typeface="+mn-lt"/>
                <a:ea typeface="+mn-ea"/>
                <a:cs typeface="+mn-cs"/>
              </a:defRPr>
            </a:lvl4pPr>
            <a:lvl5pPr marL="1828800" algn="l" rtl="0" eaLnBrk="0" fontAlgn="base" hangingPunct="0">
              <a:spcBef>
                <a:spcPct val="0"/>
              </a:spcBef>
              <a:spcAft>
                <a:spcPct val="0"/>
              </a:spcAft>
              <a:defRPr kern="1200">
                <a:solidFill>
                  <a:schemeClr val="lt1"/>
                </a:solidFill>
                <a:latin typeface="+mn-lt"/>
                <a:ea typeface="+mn-ea"/>
                <a:cs typeface="+mn-cs"/>
              </a:defRPr>
            </a:lvl5pPr>
            <a:lvl6pPr marL="2286000" algn="l" defTabSz="914400" rtl="0" eaLnBrk="1" latinLnBrk="0" hangingPunct="1">
              <a:defRPr kern="1200">
                <a:solidFill>
                  <a:schemeClr val="lt1"/>
                </a:solidFill>
                <a:latin typeface="+mn-lt"/>
                <a:ea typeface="+mn-ea"/>
                <a:cs typeface="+mn-cs"/>
              </a:defRPr>
            </a:lvl6pPr>
            <a:lvl7pPr marL="2743200" algn="l" defTabSz="914400" rtl="0" eaLnBrk="1" latinLnBrk="0" hangingPunct="1">
              <a:defRPr kern="1200">
                <a:solidFill>
                  <a:schemeClr val="lt1"/>
                </a:solidFill>
                <a:latin typeface="+mn-lt"/>
                <a:ea typeface="+mn-ea"/>
                <a:cs typeface="+mn-cs"/>
              </a:defRPr>
            </a:lvl7pPr>
            <a:lvl8pPr marL="3200400" algn="l" defTabSz="914400" rtl="0" eaLnBrk="1" latinLnBrk="0" hangingPunct="1">
              <a:defRPr kern="1200">
                <a:solidFill>
                  <a:schemeClr val="lt1"/>
                </a:solidFill>
                <a:latin typeface="+mn-lt"/>
                <a:ea typeface="+mn-ea"/>
                <a:cs typeface="+mn-cs"/>
              </a:defRPr>
            </a:lvl8pPr>
            <a:lvl9pPr marL="3657600" algn="l" defTabSz="914400" rtl="0" eaLnBrk="1" latinLnBrk="0" hangingPunct="1">
              <a:defRPr kern="1200">
                <a:solidFill>
                  <a:schemeClr val="lt1"/>
                </a:solidFill>
                <a:latin typeface="+mn-lt"/>
                <a:ea typeface="+mn-ea"/>
                <a:cs typeface="+mn-cs"/>
              </a:defRPr>
            </a:lvl9pPr>
          </a:lstStyle>
          <a:p>
            <a:pPr algn="ctr" eaLnBrk="1" fontAlgn="auto" hangingPunct="1">
              <a:spcBef>
                <a:spcPts val="0"/>
              </a:spcBef>
              <a:spcAft>
                <a:spcPts val="0"/>
              </a:spcAft>
              <a:defRPr/>
            </a:pPr>
            <a:endParaRPr lang="zh-CN" altLang="en-US">
              <a:solidFill>
                <a:srgbClr val="FFFFFF"/>
              </a:solidFill>
            </a:endParaRPr>
          </a:p>
        </p:txBody>
      </p:sp>
      <p:sp>
        <p:nvSpPr>
          <p:cNvPr id="7" name="双向箭头"/>
          <p:cNvSpPr/>
          <p:nvPr/>
        </p:nvSpPr>
        <p:spPr bwMode="auto">
          <a:xfrm>
            <a:off x="1885950" y="5639435"/>
            <a:ext cx="1120140" cy="137160"/>
          </a:xfrm>
          <a:custGeom>
            <a:avLst/>
            <a:gdLst>
              <a:gd name="T0" fmla="*/ 227471085 w 5356"/>
              <a:gd name="T1" fmla="*/ 228095693 h 2003"/>
              <a:gd name="T2" fmla="*/ 227471085 w 5356"/>
              <a:gd name="T3" fmla="*/ 228095693 h 2003"/>
              <a:gd name="T4" fmla="*/ 227471085 w 5356"/>
              <a:gd name="T5" fmla="*/ 228095693 h 2003"/>
              <a:gd name="T6" fmla="*/ 227471085 w 5356"/>
              <a:gd name="T7" fmla="*/ 228095693 h 2003"/>
              <a:gd name="T8" fmla="*/ 227471085 w 5356"/>
              <a:gd name="T9" fmla="*/ 228095693 h 2003"/>
              <a:gd name="T10" fmla="*/ 227471085 w 5356"/>
              <a:gd name="T11" fmla="*/ 228095693 h 2003"/>
              <a:gd name="T12" fmla="*/ 227471085 w 5356"/>
              <a:gd name="T13" fmla="*/ 228095693 h 2003"/>
              <a:gd name="T14" fmla="*/ 227471085 w 5356"/>
              <a:gd name="T15" fmla="*/ 228095693 h 2003"/>
              <a:gd name="T16" fmla="*/ 227471085 w 5356"/>
              <a:gd name="T17" fmla="*/ 228095693 h 2003"/>
              <a:gd name="T18" fmla="*/ 227471085 w 5356"/>
              <a:gd name="T19" fmla="*/ 228095693 h 2003"/>
              <a:gd name="T20" fmla="*/ 227471085 w 5356"/>
              <a:gd name="T21" fmla="*/ 228095693 h 2003"/>
              <a:gd name="T22" fmla="*/ 227471085 w 5356"/>
              <a:gd name="T23" fmla="*/ 228095693 h 2003"/>
              <a:gd name="T24" fmla="*/ 227471085 w 5356"/>
              <a:gd name="T25" fmla="*/ 228095693 h 2003"/>
              <a:gd name="T26" fmla="*/ 227471085 w 5356"/>
              <a:gd name="T27" fmla="*/ 228095693 h 2003"/>
              <a:gd name="T28" fmla="*/ 227471085 w 5356"/>
              <a:gd name="T29" fmla="*/ 228095693 h 2003"/>
              <a:gd name="T30" fmla="*/ 227471085 w 5356"/>
              <a:gd name="T31" fmla="*/ 228095693 h 2003"/>
              <a:gd name="T32" fmla="*/ 227471085 w 5356"/>
              <a:gd name="T33" fmla="*/ 228095693 h 2003"/>
              <a:gd name="T34" fmla="*/ 227471085 w 5356"/>
              <a:gd name="T35" fmla="*/ 228095693 h 2003"/>
              <a:gd name="T36" fmla="*/ 227471085 w 5356"/>
              <a:gd name="T37" fmla="*/ 228095693 h 2003"/>
              <a:gd name="T38" fmla="*/ 227471085 w 5356"/>
              <a:gd name="T39" fmla="*/ 228095693 h 2003"/>
              <a:gd name="T40" fmla="*/ 227471085 w 5356"/>
              <a:gd name="T41" fmla="*/ 228095693 h 2003"/>
              <a:gd name="T42" fmla="*/ 227471085 w 5356"/>
              <a:gd name="T43" fmla="*/ 228095693 h 2003"/>
              <a:gd name="T44" fmla="*/ 227471085 w 5356"/>
              <a:gd name="T45" fmla="*/ 228095693 h 2003"/>
              <a:gd name="T46" fmla="*/ 227471085 w 5356"/>
              <a:gd name="T47" fmla="*/ 228095693 h 2003"/>
              <a:gd name="T48" fmla="*/ 227471085 w 5356"/>
              <a:gd name="T49" fmla="*/ 228095693 h 2003"/>
              <a:gd name="T50" fmla="*/ 227471085 w 5356"/>
              <a:gd name="T51" fmla="*/ 228095693 h 2003"/>
              <a:gd name="T52" fmla="*/ 227471085 w 5356"/>
              <a:gd name="T53" fmla="*/ 228095693 h 2003"/>
              <a:gd name="T54" fmla="*/ 227471085 w 5356"/>
              <a:gd name="T55" fmla="*/ 228095693 h 2003"/>
              <a:gd name="T56" fmla="*/ 227471085 w 5356"/>
              <a:gd name="T57" fmla="*/ 228095693 h 2003"/>
              <a:gd name="T58" fmla="*/ 227471085 w 5356"/>
              <a:gd name="T59" fmla="*/ 228095693 h 2003"/>
              <a:gd name="T60" fmla="*/ 227471085 w 5356"/>
              <a:gd name="T61" fmla="*/ 228095693 h 2003"/>
              <a:gd name="T62" fmla="*/ 227471085 w 5356"/>
              <a:gd name="T63" fmla="*/ 228095693 h 2003"/>
              <a:gd name="T64" fmla="*/ 227471085 w 5356"/>
              <a:gd name="T65" fmla="*/ 228095693 h 2003"/>
              <a:gd name="T66" fmla="*/ 227471085 w 5356"/>
              <a:gd name="T67" fmla="*/ 228095693 h 2003"/>
              <a:gd name="T68" fmla="*/ 227471085 w 5356"/>
              <a:gd name="T69" fmla="*/ 228095693 h 2003"/>
              <a:gd name="T70" fmla="*/ 227471085 w 5356"/>
              <a:gd name="T71" fmla="*/ 228095693 h 2003"/>
              <a:gd name="T72" fmla="*/ 227471085 w 5356"/>
              <a:gd name="T73" fmla="*/ 228095693 h 2003"/>
              <a:gd name="T74" fmla="*/ 227471085 w 5356"/>
              <a:gd name="T75" fmla="*/ 228095693 h 2003"/>
              <a:gd name="T76" fmla="*/ 227471085 w 5356"/>
              <a:gd name="T77" fmla="*/ 228095693 h 2003"/>
              <a:gd name="T78" fmla="*/ 227471085 w 5356"/>
              <a:gd name="T79" fmla="*/ 228095693 h 2003"/>
              <a:gd name="T80" fmla="*/ 227471085 w 5356"/>
              <a:gd name="T81" fmla="*/ 228095693 h 2003"/>
              <a:gd name="T82" fmla="*/ 227471085 w 5356"/>
              <a:gd name="T83" fmla="*/ 228095693 h 2003"/>
              <a:gd name="T84" fmla="*/ 227471085 w 5356"/>
              <a:gd name="T85" fmla="*/ 228095693 h 2003"/>
              <a:gd name="T86" fmla="*/ 227471085 w 5356"/>
              <a:gd name="T87" fmla="*/ 228095693 h 2003"/>
              <a:gd name="T88" fmla="*/ 227471085 w 5356"/>
              <a:gd name="T89" fmla="*/ 228095693 h 2003"/>
              <a:gd name="T90" fmla="*/ 227471085 w 5356"/>
              <a:gd name="T91" fmla="*/ 228095693 h 2003"/>
              <a:gd name="T92" fmla="*/ 227471085 w 5356"/>
              <a:gd name="T93" fmla="*/ 228095693 h 2003"/>
              <a:gd name="T94" fmla="*/ 227471085 w 5356"/>
              <a:gd name="T95" fmla="*/ 228095693 h 2003"/>
              <a:gd name="T96" fmla="*/ 227471085 w 5356"/>
              <a:gd name="T97" fmla="*/ 228095693 h 2003"/>
              <a:gd name="T98" fmla="*/ 227471085 w 5356"/>
              <a:gd name="T99" fmla="*/ 228095693 h 2003"/>
              <a:gd name="T100" fmla="*/ 227471085 w 5356"/>
              <a:gd name="T101" fmla="*/ 228095693 h 2003"/>
              <a:gd name="T102" fmla="*/ 227471085 w 5356"/>
              <a:gd name="T103" fmla="*/ 228095693 h 2003"/>
              <a:gd name="T104" fmla="*/ 227471085 w 5356"/>
              <a:gd name="T105" fmla="*/ 228095693 h 2003"/>
              <a:gd name="T106" fmla="*/ 227471085 w 5356"/>
              <a:gd name="T107" fmla="*/ 228095693 h 2003"/>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Lst>
            <a:ahLst/>
            <a:cxnLst>
              <a:cxn ang="T108">
                <a:pos x="T0" y="T1"/>
              </a:cxn>
              <a:cxn ang="T109">
                <a:pos x="T2" y="T3"/>
              </a:cxn>
              <a:cxn ang="T110">
                <a:pos x="T4" y="T5"/>
              </a:cxn>
              <a:cxn ang="T111">
                <a:pos x="T6" y="T7"/>
              </a:cxn>
              <a:cxn ang="T112">
                <a:pos x="T8" y="T9"/>
              </a:cxn>
              <a:cxn ang="T113">
                <a:pos x="T10" y="T11"/>
              </a:cxn>
              <a:cxn ang="T114">
                <a:pos x="T12" y="T13"/>
              </a:cxn>
              <a:cxn ang="T115">
                <a:pos x="T14" y="T15"/>
              </a:cxn>
              <a:cxn ang="T116">
                <a:pos x="T16" y="T17"/>
              </a:cxn>
              <a:cxn ang="T117">
                <a:pos x="T18" y="T19"/>
              </a:cxn>
              <a:cxn ang="T118">
                <a:pos x="T20" y="T21"/>
              </a:cxn>
              <a:cxn ang="T119">
                <a:pos x="T22" y="T23"/>
              </a:cxn>
              <a:cxn ang="T120">
                <a:pos x="T24" y="T25"/>
              </a:cxn>
              <a:cxn ang="T121">
                <a:pos x="T26" y="T27"/>
              </a:cxn>
              <a:cxn ang="T122">
                <a:pos x="T28" y="T29"/>
              </a:cxn>
              <a:cxn ang="T123">
                <a:pos x="T30" y="T31"/>
              </a:cxn>
              <a:cxn ang="T124">
                <a:pos x="T32" y="T33"/>
              </a:cxn>
              <a:cxn ang="T125">
                <a:pos x="T34" y="T35"/>
              </a:cxn>
              <a:cxn ang="T126">
                <a:pos x="T36" y="T37"/>
              </a:cxn>
              <a:cxn ang="T127">
                <a:pos x="T38" y="T39"/>
              </a:cxn>
              <a:cxn ang="T128">
                <a:pos x="T40" y="T41"/>
              </a:cxn>
              <a:cxn ang="T129">
                <a:pos x="T42" y="T43"/>
              </a:cxn>
              <a:cxn ang="T130">
                <a:pos x="T44" y="T45"/>
              </a:cxn>
              <a:cxn ang="T131">
                <a:pos x="T46" y="T47"/>
              </a:cxn>
              <a:cxn ang="T132">
                <a:pos x="T48" y="T49"/>
              </a:cxn>
              <a:cxn ang="T133">
                <a:pos x="T50" y="T51"/>
              </a:cxn>
              <a:cxn ang="T134">
                <a:pos x="T52" y="T53"/>
              </a:cxn>
              <a:cxn ang="T135">
                <a:pos x="T54" y="T55"/>
              </a:cxn>
              <a:cxn ang="T136">
                <a:pos x="T56" y="T57"/>
              </a:cxn>
              <a:cxn ang="T137">
                <a:pos x="T58" y="T59"/>
              </a:cxn>
              <a:cxn ang="T138">
                <a:pos x="T60" y="T61"/>
              </a:cxn>
              <a:cxn ang="T139">
                <a:pos x="T62" y="T63"/>
              </a:cxn>
              <a:cxn ang="T140">
                <a:pos x="T64" y="T65"/>
              </a:cxn>
              <a:cxn ang="T141">
                <a:pos x="T66" y="T67"/>
              </a:cxn>
              <a:cxn ang="T142">
                <a:pos x="T68" y="T69"/>
              </a:cxn>
              <a:cxn ang="T143">
                <a:pos x="T70" y="T71"/>
              </a:cxn>
              <a:cxn ang="T144">
                <a:pos x="T72" y="T73"/>
              </a:cxn>
              <a:cxn ang="T145">
                <a:pos x="T74" y="T75"/>
              </a:cxn>
              <a:cxn ang="T146">
                <a:pos x="T76" y="T77"/>
              </a:cxn>
              <a:cxn ang="T147">
                <a:pos x="T78" y="T79"/>
              </a:cxn>
              <a:cxn ang="T148">
                <a:pos x="T80" y="T81"/>
              </a:cxn>
              <a:cxn ang="T149">
                <a:pos x="T82" y="T83"/>
              </a:cxn>
              <a:cxn ang="T150">
                <a:pos x="T84" y="T85"/>
              </a:cxn>
              <a:cxn ang="T151">
                <a:pos x="T86" y="T87"/>
              </a:cxn>
              <a:cxn ang="T152">
                <a:pos x="T88" y="T89"/>
              </a:cxn>
              <a:cxn ang="T153">
                <a:pos x="T90" y="T91"/>
              </a:cxn>
              <a:cxn ang="T154">
                <a:pos x="T92" y="T93"/>
              </a:cxn>
              <a:cxn ang="T155">
                <a:pos x="T94" y="T95"/>
              </a:cxn>
              <a:cxn ang="T156">
                <a:pos x="T96" y="T97"/>
              </a:cxn>
              <a:cxn ang="T157">
                <a:pos x="T98" y="T99"/>
              </a:cxn>
              <a:cxn ang="T158">
                <a:pos x="T100" y="T101"/>
              </a:cxn>
              <a:cxn ang="T159">
                <a:pos x="T102" y="T103"/>
              </a:cxn>
              <a:cxn ang="T160">
                <a:pos x="T104" y="T105"/>
              </a:cxn>
              <a:cxn ang="T161">
                <a:pos x="T106" y="T107"/>
              </a:cxn>
            </a:cxnLst>
            <a:rect l="0" t="0" r="r" b="b"/>
            <a:pathLst>
              <a:path w="5356" h="2003">
                <a:moveTo>
                  <a:pt x="4544" y="908"/>
                </a:moveTo>
                <a:lnTo>
                  <a:pt x="4544" y="908"/>
                </a:lnTo>
                <a:lnTo>
                  <a:pt x="4516" y="886"/>
                </a:lnTo>
                <a:lnTo>
                  <a:pt x="4488" y="864"/>
                </a:lnTo>
                <a:lnTo>
                  <a:pt x="4462" y="841"/>
                </a:lnTo>
                <a:lnTo>
                  <a:pt x="4437" y="818"/>
                </a:lnTo>
                <a:lnTo>
                  <a:pt x="4411" y="794"/>
                </a:lnTo>
                <a:lnTo>
                  <a:pt x="4387" y="770"/>
                </a:lnTo>
                <a:lnTo>
                  <a:pt x="4364" y="746"/>
                </a:lnTo>
                <a:lnTo>
                  <a:pt x="4342" y="721"/>
                </a:lnTo>
                <a:lnTo>
                  <a:pt x="4320" y="695"/>
                </a:lnTo>
                <a:lnTo>
                  <a:pt x="4300" y="670"/>
                </a:lnTo>
                <a:lnTo>
                  <a:pt x="4280" y="643"/>
                </a:lnTo>
                <a:lnTo>
                  <a:pt x="4262" y="618"/>
                </a:lnTo>
                <a:lnTo>
                  <a:pt x="4244" y="590"/>
                </a:lnTo>
                <a:lnTo>
                  <a:pt x="4227" y="564"/>
                </a:lnTo>
                <a:lnTo>
                  <a:pt x="4211" y="536"/>
                </a:lnTo>
                <a:lnTo>
                  <a:pt x="4196" y="509"/>
                </a:lnTo>
                <a:lnTo>
                  <a:pt x="4182" y="482"/>
                </a:lnTo>
                <a:lnTo>
                  <a:pt x="4170" y="454"/>
                </a:lnTo>
                <a:lnTo>
                  <a:pt x="4157" y="425"/>
                </a:lnTo>
                <a:lnTo>
                  <a:pt x="4146" y="396"/>
                </a:lnTo>
                <a:lnTo>
                  <a:pt x="4135" y="366"/>
                </a:lnTo>
                <a:lnTo>
                  <a:pt x="4126" y="336"/>
                </a:lnTo>
                <a:lnTo>
                  <a:pt x="4117" y="305"/>
                </a:lnTo>
                <a:lnTo>
                  <a:pt x="4109" y="273"/>
                </a:lnTo>
                <a:lnTo>
                  <a:pt x="4102" y="241"/>
                </a:lnTo>
                <a:lnTo>
                  <a:pt x="4095" y="208"/>
                </a:lnTo>
                <a:lnTo>
                  <a:pt x="4089" y="175"/>
                </a:lnTo>
                <a:lnTo>
                  <a:pt x="4085" y="141"/>
                </a:lnTo>
                <a:lnTo>
                  <a:pt x="4081" y="107"/>
                </a:lnTo>
                <a:lnTo>
                  <a:pt x="4079" y="72"/>
                </a:lnTo>
                <a:lnTo>
                  <a:pt x="4077" y="36"/>
                </a:lnTo>
                <a:lnTo>
                  <a:pt x="4075" y="0"/>
                </a:lnTo>
                <a:lnTo>
                  <a:pt x="4102" y="0"/>
                </a:lnTo>
                <a:lnTo>
                  <a:pt x="4166" y="69"/>
                </a:lnTo>
                <a:lnTo>
                  <a:pt x="4232" y="137"/>
                </a:lnTo>
                <a:lnTo>
                  <a:pt x="4300" y="204"/>
                </a:lnTo>
                <a:lnTo>
                  <a:pt x="4369" y="269"/>
                </a:lnTo>
                <a:lnTo>
                  <a:pt x="4440" y="334"/>
                </a:lnTo>
                <a:lnTo>
                  <a:pt x="4513" y="398"/>
                </a:lnTo>
                <a:lnTo>
                  <a:pt x="4586" y="460"/>
                </a:lnTo>
                <a:lnTo>
                  <a:pt x="4662" y="523"/>
                </a:lnTo>
                <a:lnTo>
                  <a:pt x="4739" y="584"/>
                </a:lnTo>
                <a:lnTo>
                  <a:pt x="4820" y="645"/>
                </a:lnTo>
                <a:lnTo>
                  <a:pt x="4903" y="704"/>
                </a:lnTo>
                <a:lnTo>
                  <a:pt x="4989" y="764"/>
                </a:lnTo>
                <a:lnTo>
                  <a:pt x="5076" y="824"/>
                </a:lnTo>
                <a:lnTo>
                  <a:pt x="5167" y="884"/>
                </a:lnTo>
                <a:lnTo>
                  <a:pt x="5260" y="943"/>
                </a:lnTo>
                <a:lnTo>
                  <a:pt x="5356" y="1002"/>
                </a:lnTo>
                <a:lnTo>
                  <a:pt x="5356" y="1029"/>
                </a:lnTo>
                <a:lnTo>
                  <a:pt x="5260" y="1085"/>
                </a:lnTo>
                <a:lnTo>
                  <a:pt x="5167" y="1143"/>
                </a:lnTo>
                <a:lnTo>
                  <a:pt x="5076" y="1200"/>
                </a:lnTo>
                <a:lnTo>
                  <a:pt x="4989" y="1259"/>
                </a:lnTo>
                <a:lnTo>
                  <a:pt x="4903" y="1318"/>
                </a:lnTo>
                <a:lnTo>
                  <a:pt x="4820" y="1376"/>
                </a:lnTo>
                <a:lnTo>
                  <a:pt x="4739" y="1435"/>
                </a:lnTo>
                <a:lnTo>
                  <a:pt x="4662" y="1495"/>
                </a:lnTo>
                <a:lnTo>
                  <a:pt x="4586" y="1556"/>
                </a:lnTo>
                <a:lnTo>
                  <a:pt x="4513" y="1617"/>
                </a:lnTo>
                <a:lnTo>
                  <a:pt x="4440" y="1680"/>
                </a:lnTo>
                <a:lnTo>
                  <a:pt x="4369" y="1743"/>
                </a:lnTo>
                <a:lnTo>
                  <a:pt x="4300" y="1808"/>
                </a:lnTo>
                <a:lnTo>
                  <a:pt x="4232" y="1872"/>
                </a:lnTo>
                <a:lnTo>
                  <a:pt x="4166" y="1938"/>
                </a:lnTo>
                <a:lnTo>
                  <a:pt x="4102" y="2003"/>
                </a:lnTo>
                <a:lnTo>
                  <a:pt x="4075" y="2003"/>
                </a:lnTo>
                <a:lnTo>
                  <a:pt x="4077" y="1969"/>
                </a:lnTo>
                <a:lnTo>
                  <a:pt x="4079" y="1934"/>
                </a:lnTo>
                <a:lnTo>
                  <a:pt x="4081" y="1900"/>
                </a:lnTo>
                <a:lnTo>
                  <a:pt x="4085" y="1866"/>
                </a:lnTo>
                <a:lnTo>
                  <a:pt x="4089" y="1834"/>
                </a:lnTo>
                <a:lnTo>
                  <a:pt x="4095" y="1802"/>
                </a:lnTo>
                <a:lnTo>
                  <a:pt x="4102" y="1770"/>
                </a:lnTo>
                <a:lnTo>
                  <a:pt x="4109" y="1739"/>
                </a:lnTo>
                <a:lnTo>
                  <a:pt x="4117" y="1708"/>
                </a:lnTo>
                <a:lnTo>
                  <a:pt x="4126" y="1678"/>
                </a:lnTo>
                <a:lnTo>
                  <a:pt x="4135" y="1648"/>
                </a:lnTo>
                <a:lnTo>
                  <a:pt x="4146" y="1619"/>
                </a:lnTo>
                <a:lnTo>
                  <a:pt x="4157" y="1590"/>
                </a:lnTo>
                <a:lnTo>
                  <a:pt x="4170" y="1563"/>
                </a:lnTo>
                <a:lnTo>
                  <a:pt x="4182" y="1535"/>
                </a:lnTo>
                <a:lnTo>
                  <a:pt x="4196" y="1509"/>
                </a:lnTo>
                <a:lnTo>
                  <a:pt x="4211" y="1481"/>
                </a:lnTo>
                <a:lnTo>
                  <a:pt x="4227" y="1455"/>
                </a:lnTo>
                <a:lnTo>
                  <a:pt x="4244" y="1428"/>
                </a:lnTo>
                <a:lnTo>
                  <a:pt x="4262" y="1403"/>
                </a:lnTo>
                <a:lnTo>
                  <a:pt x="4280" y="1376"/>
                </a:lnTo>
                <a:lnTo>
                  <a:pt x="4300" y="1351"/>
                </a:lnTo>
                <a:lnTo>
                  <a:pt x="4320" y="1327"/>
                </a:lnTo>
                <a:lnTo>
                  <a:pt x="4342" y="1302"/>
                </a:lnTo>
                <a:lnTo>
                  <a:pt x="4364" y="1277"/>
                </a:lnTo>
                <a:lnTo>
                  <a:pt x="4387" y="1254"/>
                </a:lnTo>
                <a:lnTo>
                  <a:pt x="4411" y="1230"/>
                </a:lnTo>
                <a:lnTo>
                  <a:pt x="4437" y="1207"/>
                </a:lnTo>
                <a:lnTo>
                  <a:pt x="4462" y="1185"/>
                </a:lnTo>
                <a:lnTo>
                  <a:pt x="4488" y="1163"/>
                </a:lnTo>
                <a:lnTo>
                  <a:pt x="4516" y="1142"/>
                </a:lnTo>
                <a:lnTo>
                  <a:pt x="4544" y="1120"/>
                </a:lnTo>
                <a:lnTo>
                  <a:pt x="809" y="1120"/>
                </a:lnTo>
                <a:lnTo>
                  <a:pt x="837" y="1142"/>
                </a:lnTo>
                <a:lnTo>
                  <a:pt x="864" y="1163"/>
                </a:lnTo>
                <a:lnTo>
                  <a:pt x="891" y="1185"/>
                </a:lnTo>
                <a:lnTo>
                  <a:pt x="917" y="1207"/>
                </a:lnTo>
                <a:lnTo>
                  <a:pt x="942" y="1230"/>
                </a:lnTo>
                <a:lnTo>
                  <a:pt x="966" y="1254"/>
                </a:lnTo>
                <a:lnTo>
                  <a:pt x="989" y="1277"/>
                </a:lnTo>
                <a:lnTo>
                  <a:pt x="1012" y="1302"/>
                </a:lnTo>
                <a:lnTo>
                  <a:pt x="1032" y="1326"/>
                </a:lnTo>
                <a:lnTo>
                  <a:pt x="1053" y="1351"/>
                </a:lnTo>
                <a:lnTo>
                  <a:pt x="1073" y="1376"/>
                </a:lnTo>
                <a:lnTo>
                  <a:pt x="1091" y="1402"/>
                </a:lnTo>
                <a:lnTo>
                  <a:pt x="1110" y="1427"/>
                </a:lnTo>
                <a:lnTo>
                  <a:pt x="1127" y="1452"/>
                </a:lnTo>
                <a:lnTo>
                  <a:pt x="1142" y="1479"/>
                </a:lnTo>
                <a:lnTo>
                  <a:pt x="1157" y="1505"/>
                </a:lnTo>
                <a:lnTo>
                  <a:pt x="1170" y="1533"/>
                </a:lnTo>
                <a:lnTo>
                  <a:pt x="1184" y="1560"/>
                </a:lnTo>
                <a:lnTo>
                  <a:pt x="1196" y="1589"/>
                </a:lnTo>
                <a:lnTo>
                  <a:pt x="1207" y="1618"/>
                </a:lnTo>
                <a:lnTo>
                  <a:pt x="1218" y="1648"/>
                </a:lnTo>
                <a:lnTo>
                  <a:pt x="1228" y="1677"/>
                </a:lnTo>
                <a:lnTo>
                  <a:pt x="1237" y="1708"/>
                </a:lnTo>
                <a:lnTo>
                  <a:pt x="1245" y="1739"/>
                </a:lnTo>
                <a:lnTo>
                  <a:pt x="1252" y="1770"/>
                </a:lnTo>
                <a:lnTo>
                  <a:pt x="1259" y="1802"/>
                </a:lnTo>
                <a:lnTo>
                  <a:pt x="1265" y="1834"/>
                </a:lnTo>
                <a:lnTo>
                  <a:pt x="1269" y="1866"/>
                </a:lnTo>
                <a:lnTo>
                  <a:pt x="1273" y="1900"/>
                </a:lnTo>
                <a:lnTo>
                  <a:pt x="1276" y="1934"/>
                </a:lnTo>
                <a:lnTo>
                  <a:pt x="1279" y="1969"/>
                </a:lnTo>
                <a:lnTo>
                  <a:pt x="1280" y="2003"/>
                </a:lnTo>
                <a:lnTo>
                  <a:pt x="1251" y="2003"/>
                </a:lnTo>
                <a:lnTo>
                  <a:pt x="1187" y="1938"/>
                </a:lnTo>
                <a:lnTo>
                  <a:pt x="1121" y="1872"/>
                </a:lnTo>
                <a:lnTo>
                  <a:pt x="1054" y="1808"/>
                </a:lnTo>
                <a:lnTo>
                  <a:pt x="985" y="1743"/>
                </a:lnTo>
                <a:lnTo>
                  <a:pt x="915" y="1680"/>
                </a:lnTo>
                <a:lnTo>
                  <a:pt x="843" y="1618"/>
                </a:lnTo>
                <a:lnTo>
                  <a:pt x="769" y="1557"/>
                </a:lnTo>
                <a:lnTo>
                  <a:pt x="694" y="1497"/>
                </a:lnTo>
                <a:lnTo>
                  <a:pt x="616" y="1437"/>
                </a:lnTo>
                <a:lnTo>
                  <a:pt x="535" y="1377"/>
                </a:lnTo>
                <a:lnTo>
                  <a:pt x="453" y="1318"/>
                </a:lnTo>
                <a:lnTo>
                  <a:pt x="367" y="1259"/>
                </a:lnTo>
                <a:lnTo>
                  <a:pt x="279" y="1200"/>
                </a:lnTo>
                <a:lnTo>
                  <a:pt x="189" y="1143"/>
                </a:lnTo>
                <a:lnTo>
                  <a:pt x="96" y="1085"/>
                </a:lnTo>
                <a:lnTo>
                  <a:pt x="0" y="1029"/>
                </a:lnTo>
                <a:lnTo>
                  <a:pt x="0" y="1002"/>
                </a:lnTo>
                <a:lnTo>
                  <a:pt x="96" y="943"/>
                </a:lnTo>
                <a:lnTo>
                  <a:pt x="188" y="884"/>
                </a:lnTo>
                <a:lnTo>
                  <a:pt x="279" y="824"/>
                </a:lnTo>
                <a:lnTo>
                  <a:pt x="366" y="764"/>
                </a:lnTo>
                <a:lnTo>
                  <a:pt x="451" y="704"/>
                </a:lnTo>
                <a:lnTo>
                  <a:pt x="533" y="645"/>
                </a:lnTo>
                <a:lnTo>
                  <a:pt x="614" y="584"/>
                </a:lnTo>
                <a:lnTo>
                  <a:pt x="691" y="523"/>
                </a:lnTo>
                <a:lnTo>
                  <a:pt x="767" y="460"/>
                </a:lnTo>
                <a:lnTo>
                  <a:pt x="840" y="398"/>
                </a:lnTo>
                <a:lnTo>
                  <a:pt x="913" y="334"/>
                </a:lnTo>
                <a:lnTo>
                  <a:pt x="984" y="269"/>
                </a:lnTo>
                <a:lnTo>
                  <a:pt x="1053" y="204"/>
                </a:lnTo>
                <a:lnTo>
                  <a:pt x="1121" y="137"/>
                </a:lnTo>
                <a:lnTo>
                  <a:pt x="1187" y="69"/>
                </a:lnTo>
                <a:lnTo>
                  <a:pt x="1251" y="0"/>
                </a:lnTo>
                <a:lnTo>
                  <a:pt x="1280" y="0"/>
                </a:lnTo>
                <a:lnTo>
                  <a:pt x="1279" y="36"/>
                </a:lnTo>
                <a:lnTo>
                  <a:pt x="1276" y="72"/>
                </a:lnTo>
                <a:lnTo>
                  <a:pt x="1273" y="107"/>
                </a:lnTo>
                <a:lnTo>
                  <a:pt x="1269" y="141"/>
                </a:lnTo>
                <a:lnTo>
                  <a:pt x="1265" y="175"/>
                </a:lnTo>
                <a:lnTo>
                  <a:pt x="1259" y="208"/>
                </a:lnTo>
                <a:lnTo>
                  <a:pt x="1252" y="241"/>
                </a:lnTo>
                <a:lnTo>
                  <a:pt x="1245" y="273"/>
                </a:lnTo>
                <a:lnTo>
                  <a:pt x="1237" y="305"/>
                </a:lnTo>
                <a:lnTo>
                  <a:pt x="1228" y="336"/>
                </a:lnTo>
                <a:lnTo>
                  <a:pt x="1218" y="366"/>
                </a:lnTo>
                <a:lnTo>
                  <a:pt x="1207" y="396"/>
                </a:lnTo>
                <a:lnTo>
                  <a:pt x="1196" y="425"/>
                </a:lnTo>
                <a:lnTo>
                  <a:pt x="1184" y="454"/>
                </a:lnTo>
                <a:lnTo>
                  <a:pt x="1170" y="482"/>
                </a:lnTo>
                <a:lnTo>
                  <a:pt x="1157" y="509"/>
                </a:lnTo>
                <a:lnTo>
                  <a:pt x="1142" y="536"/>
                </a:lnTo>
                <a:lnTo>
                  <a:pt x="1127" y="564"/>
                </a:lnTo>
                <a:lnTo>
                  <a:pt x="1110" y="590"/>
                </a:lnTo>
                <a:lnTo>
                  <a:pt x="1091" y="618"/>
                </a:lnTo>
                <a:lnTo>
                  <a:pt x="1073" y="643"/>
                </a:lnTo>
                <a:lnTo>
                  <a:pt x="1053" y="670"/>
                </a:lnTo>
                <a:lnTo>
                  <a:pt x="1032" y="695"/>
                </a:lnTo>
                <a:lnTo>
                  <a:pt x="1012" y="721"/>
                </a:lnTo>
                <a:lnTo>
                  <a:pt x="989" y="746"/>
                </a:lnTo>
                <a:lnTo>
                  <a:pt x="966" y="770"/>
                </a:lnTo>
                <a:lnTo>
                  <a:pt x="942" y="794"/>
                </a:lnTo>
                <a:lnTo>
                  <a:pt x="917" y="818"/>
                </a:lnTo>
                <a:lnTo>
                  <a:pt x="891" y="841"/>
                </a:lnTo>
                <a:lnTo>
                  <a:pt x="864" y="864"/>
                </a:lnTo>
                <a:lnTo>
                  <a:pt x="837" y="886"/>
                </a:lnTo>
                <a:lnTo>
                  <a:pt x="809" y="908"/>
                </a:lnTo>
                <a:lnTo>
                  <a:pt x="4544" y="908"/>
                </a:lnTo>
                <a:close/>
              </a:path>
            </a:pathLst>
          </a:custGeom>
          <a:solidFill>
            <a:schemeClr val="bg1"/>
          </a:solidFill>
          <a:ln>
            <a:noFill/>
          </a:ln>
          <a:extLst>
            <a:ext uri="{91240B29-F687-4F45-9708-019B960494DF}">
              <a14:hiddenLine xmlns:a14="http://schemas.microsoft.com/office/drawing/2010/main" w="9525">
                <a:solidFill>
                  <a:srgbClr val="000000"/>
                </a:solidFill>
                <a:round/>
              </a14:hiddenLine>
            </a:ext>
          </a:extLst>
        </p:spPr>
        <p:txBody>
          <a:bodyPr/>
          <a:lstStyle>
            <a:defPPr>
              <a:defRPr lang="zh-CN"/>
            </a:defPPr>
            <a:lvl1pPr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1pPr>
            <a:lvl2pPr marL="4572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2pPr>
            <a:lvl3pPr marL="9144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3pPr>
            <a:lvl4pPr marL="13716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4pPr>
            <a:lvl5pPr marL="18288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5pPr>
            <a:lvl6pPr marL="2286000" algn="l" defTabSz="914400" rtl="0" eaLnBrk="1" latinLnBrk="0" hangingPunct="1">
              <a:defRPr kern="1200">
                <a:solidFill>
                  <a:schemeClr val="tx1"/>
                </a:solidFill>
                <a:latin typeface="Calibri" panose="020F0502020204030204" charset="0"/>
                <a:ea typeface="宋体" panose="02010600030101010101" pitchFamily="2" charset="-122"/>
                <a:cs typeface="+mn-cs"/>
              </a:defRPr>
            </a:lvl6pPr>
            <a:lvl7pPr marL="2743200" algn="l" defTabSz="914400" rtl="0" eaLnBrk="1" latinLnBrk="0" hangingPunct="1">
              <a:defRPr kern="1200">
                <a:solidFill>
                  <a:schemeClr val="tx1"/>
                </a:solidFill>
                <a:latin typeface="Calibri" panose="020F0502020204030204" charset="0"/>
                <a:ea typeface="宋体" panose="02010600030101010101" pitchFamily="2" charset="-122"/>
                <a:cs typeface="+mn-cs"/>
              </a:defRPr>
            </a:lvl7pPr>
            <a:lvl8pPr marL="3200400" algn="l" defTabSz="914400" rtl="0" eaLnBrk="1" latinLnBrk="0" hangingPunct="1">
              <a:defRPr kern="1200">
                <a:solidFill>
                  <a:schemeClr val="tx1"/>
                </a:solidFill>
                <a:latin typeface="Calibri" panose="020F0502020204030204" charset="0"/>
                <a:ea typeface="宋体" panose="02010600030101010101" pitchFamily="2" charset="-122"/>
                <a:cs typeface="+mn-cs"/>
              </a:defRPr>
            </a:lvl8pPr>
            <a:lvl9pPr marL="3657600" algn="l" defTabSz="914400" rtl="0" eaLnBrk="1" latinLnBrk="0" hangingPunct="1">
              <a:defRPr kern="1200">
                <a:solidFill>
                  <a:schemeClr val="tx1"/>
                </a:solidFill>
                <a:latin typeface="Calibri" panose="020F0502020204030204" charset="0"/>
                <a:ea typeface="宋体" panose="02010600030101010101" pitchFamily="2" charset="-122"/>
                <a:cs typeface="+mn-cs"/>
              </a:defRPr>
            </a:lvl9pPr>
          </a:lstStyle>
          <a:p>
            <a:endParaRPr lang="zh-CN" altLang="en-US" dirty="0">
              <a:ea typeface="微软雅黑" panose="020B0503020204020204" pitchFamily="34" charset="-122"/>
            </a:endParaRPr>
          </a:p>
        </p:txBody>
      </p:sp>
      <p:sp>
        <p:nvSpPr>
          <p:cNvPr id="8" name="直线箭头"/>
          <p:cNvSpPr/>
          <p:nvPr/>
        </p:nvSpPr>
        <p:spPr>
          <a:xfrm>
            <a:off x="2007235" y="5638800"/>
            <a:ext cx="1151255" cy="137795"/>
          </a:xfrm>
          <a:custGeom>
            <a:avLst/>
            <a:gdLst>
              <a:gd name="connsiteX0" fmla="*/ 360040 w 576064"/>
              <a:gd name="connsiteY0" fmla="*/ 0 h 250588"/>
              <a:gd name="connsiteX1" fmla="*/ 576064 w 576064"/>
              <a:gd name="connsiteY1" fmla="*/ 125294 h 250588"/>
              <a:gd name="connsiteX2" fmla="*/ 360040 w 576064"/>
              <a:gd name="connsiteY2" fmla="*/ 250588 h 250588"/>
              <a:gd name="connsiteX3" fmla="*/ 360040 w 576064"/>
              <a:gd name="connsiteY3" fmla="*/ 143294 h 250588"/>
              <a:gd name="connsiteX4" fmla="*/ 0 w 576064"/>
              <a:gd name="connsiteY4" fmla="*/ 143294 h 250588"/>
              <a:gd name="connsiteX5" fmla="*/ 0 w 576064"/>
              <a:gd name="connsiteY5" fmla="*/ 107294 h 250588"/>
              <a:gd name="connsiteX6" fmla="*/ 360040 w 576064"/>
              <a:gd name="connsiteY6" fmla="*/ 107294 h 2505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576064" h="250588">
                <a:moveTo>
                  <a:pt x="360040" y="0"/>
                </a:moveTo>
                <a:lnTo>
                  <a:pt x="576064" y="125294"/>
                </a:lnTo>
                <a:lnTo>
                  <a:pt x="360040" y="250588"/>
                </a:lnTo>
                <a:lnTo>
                  <a:pt x="360040" y="143294"/>
                </a:lnTo>
                <a:lnTo>
                  <a:pt x="0" y="143294"/>
                </a:lnTo>
                <a:lnTo>
                  <a:pt x="0" y="107294"/>
                </a:lnTo>
                <a:lnTo>
                  <a:pt x="360040" y="107294"/>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scene3d>
              <a:camera prst="orthographicFront"/>
              <a:lightRig rig="threePt" dir="t"/>
            </a:scene3d>
            <a:sp3d>
              <a:contourClr>
                <a:srgbClr val="FFFFFF"/>
              </a:contourClr>
            </a:sp3d>
          </a:bodyPr>
          <a:lstStyle>
            <a:defPPr>
              <a:defRPr lang="zh-CN"/>
            </a:defPPr>
            <a:lvl1pPr algn="l" rtl="0" eaLnBrk="0" fontAlgn="base" hangingPunct="0">
              <a:spcBef>
                <a:spcPct val="0"/>
              </a:spcBef>
              <a:spcAft>
                <a:spcPct val="0"/>
              </a:spcAft>
              <a:defRPr kern="1200">
                <a:solidFill>
                  <a:schemeClr val="lt1"/>
                </a:solidFill>
                <a:latin typeface="+mn-lt"/>
                <a:ea typeface="+mn-ea"/>
                <a:cs typeface="+mn-cs"/>
              </a:defRPr>
            </a:lvl1pPr>
            <a:lvl2pPr marL="457200" algn="l" rtl="0" eaLnBrk="0" fontAlgn="base" hangingPunct="0">
              <a:spcBef>
                <a:spcPct val="0"/>
              </a:spcBef>
              <a:spcAft>
                <a:spcPct val="0"/>
              </a:spcAft>
              <a:defRPr kern="1200">
                <a:solidFill>
                  <a:schemeClr val="lt1"/>
                </a:solidFill>
                <a:latin typeface="+mn-lt"/>
                <a:ea typeface="+mn-ea"/>
                <a:cs typeface="+mn-cs"/>
              </a:defRPr>
            </a:lvl2pPr>
            <a:lvl3pPr marL="914400" algn="l" rtl="0" eaLnBrk="0" fontAlgn="base" hangingPunct="0">
              <a:spcBef>
                <a:spcPct val="0"/>
              </a:spcBef>
              <a:spcAft>
                <a:spcPct val="0"/>
              </a:spcAft>
              <a:defRPr kern="1200">
                <a:solidFill>
                  <a:schemeClr val="lt1"/>
                </a:solidFill>
                <a:latin typeface="+mn-lt"/>
                <a:ea typeface="+mn-ea"/>
                <a:cs typeface="+mn-cs"/>
              </a:defRPr>
            </a:lvl3pPr>
            <a:lvl4pPr marL="1371600" algn="l" rtl="0" eaLnBrk="0" fontAlgn="base" hangingPunct="0">
              <a:spcBef>
                <a:spcPct val="0"/>
              </a:spcBef>
              <a:spcAft>
                <a:spcPct val="0"/>
              </a:spcAft>
              <a:defRPr kern="1200">
                <a:solidFill>
                  <a:schemeClr val="lt1"/>
                </a:solidFill>
                <a:latin typeface="+mn-lt"/>
                <a:ea typeface="+mn-ea"/>
                <a:cs typeface="+mn-cs"/>
              </a:defRPr>
            </a:lvl4pPr>
            <a:lvl5pPr marL="1828800" algn="l" rtl="0" eaLnBrk="0" fontAlgn="base" hangingPunct="0">
              <a:spcBef>
                <a:spcPct val="0"/>
              </a:spcBef>
              <a:spcAft>
                <a:spcPct val="0"/>
              </a:spcAft>
              <a:defRPr kern="1200">
                <a:solidFill>
                  <a:schemeClr val="lt1"/>
                </a:solidFill>
                <a:latin typeface="+mn-lt"/>
                <a:ea typeface="+mn-ea"/>
                <a:cs typeface="+mn-cs"/>
              </a:defRPr>
            </a:lvl5pPr>
            <a:lvl6pPr marL="2286000" algn="l" defTabSz="914400" rtl="0" eaLnBrk="1" latinLnBrk="0" hangingPunct="1">
              <a:defRPr kern="1200">
                <a:solidFill>
                  <a:schemeClr val="lt1"/>
                </a:solidFill>
                <a:latin typeface="+mn-lt"/>
                <a:ea typeface="+mn-ea"/>
                <a:cs typeface="+mn-cs"/>
              </a:defRPr>
            </a:lvl6pPr>
            <a:lvl7pPr marL="2743200" algn="l" defTabSz="914400" rtl="0" eaLnBrk="1" latinLnBrk="0" hangingPunct="1">
              <a:defRPr kern="1200">
                <a:solidFill>
                  <a:schemeClr val="lt1"/>
                </a:solidFill>
                <a:latin typeface="+mn-lt"/>
                <a:ea typeface="+mn-ea"/>
                <a:cs typeface="+mn-cs"/>
              </a:defRPr>
            </a:lvl7pPr>
            <a:lvl8pPr marL="3200400" algn="l" defTabSz="914400" rtl="0" eaLnBrk="1" latinLnBrk="0" hangingPunct="1">
              <a:defRPr kern="1200">
                <a:solidFill>
                  <a:schemeClr val="lt1"/>
                </a:solidFill>
                <a:latin typeface="+mn-lt"/>
                <a:ea typeface="+mn-ea"/>
                <a:cs typeface="+mn-cs"/>
              </a:defRPr>
            </a:lvl8pPr>
            <a:lvl9pPr marL="3657600" algn="l" defTabSz="914400" rtl="0" eaLnBrk="1" latinLnBrk="0" hangingPunct="1">
              <a:defRPr kern="1200">
                <a:solidFill>
                  <a:schemeClr val="lt1"/>
                </a:solidFill>
                <a:latin typeface="+mn-lt"/>
                <a:ea typeface="+mn-ea"/>
                <a:cs typeface="+mn-cs"/>
              </a:defRPr>
            </a:lvl9pPr>
          </a:lstStyle>
          <a:p>
            <a:pPr algn="ctr" eaLnBrk="1" fontAlgn="auto" hangingPunct="1">
              <a:spcBef>
                <a:spcPts val="0"/>
              </a:spcBef>
              <a:spcAft>
                <a:spcPts val="0"/>
              </a:spcAft>
              <a:defRPr/>
            </a:pPr>
            <a:endParaRPr lang="zh-CN" altLang="en-US">
              <a:solidFill>
                <a:srgbClr val="FFFFFF"/>
              </a:solidFill>
            </a:endParaRPr>
          </a:p>
        </p:txBody>
      </p:sp>
      <p:sp>
        <p:nvSpPr>
          <p:cNvPr id="10" name="TextBox 9"/>
          <p:cNvSpPr txBox="1"/>
          <p:nvPr/>
        </p:nvSpPr>
        <p:spPr>
          <a:xfrm>
            <a:off x="2139950" y="2406650"/>
            <a:ext cx="8586470" cy="396240"/>
          </a:xfrm>
          <a:prstGeom prst="rect">
            <a:avLst/>
          </a:prstGeom>
          <a:noFill/>
        </p:spPr>
        <p:txBody>
          <a:bodyPr wrap="square">
            <a:spAutoFit/>
          </a:bodyPr>
          <a:lstStyle/>
          <a:p>
            <a:r>
              <a:rPr sz="2000" dirty="0">
                <a:sym typeface="+mn-ea"/>
              </a:rPr>
              <a:t>画出饮用水自动售水系统的用例图。</a:t>
            </a:r>
          </a:p>
        </p:txBody>
      </p:sp>
      <p:sp>
        <p:nvSpPr>
          <p:cNvPr id="11" name="矩形 10"/>
          <p:cNvSpPr>
            <a:spLocks noChangeAspect="1"/>
          </p:cNvSpPr>
          <p:nvPr/>
        </p:nvSpPr>
        <p:spPr>
          <a:xfrm>
            <a:off x="913130" y="2950210"/>
            <a:ext cx="10432415" cy="3417561"/>
          </a:xfrm>
          <a:prstGeom prst="rect">
            <a:avLst/>
          </a:prstGeom>
          <a:ln w="12700">
            <a:solidFill>
              <a:srgbClr val="0883C8"/>
            </a:solidFill>
            <a:prstDash val="dash"/>
          </a:ln>
        </p:spPr>
        <p:style>
          <a:lnRef idx="1">
            <a:schemeClr val="accent6"/>
          </a:lnRef>
          <a:fillRef idx="0">
            <a:schemeClr val="accent6"/>
          </a:fillRef>
          <a:effectRef idx="0">
            <a:schemeClr val="accent6"/>
          </a:effectRef>
          <a:fontRef idx="minor">
            <a:schemeClr val="tx1"/>
          </a:fontRef>
        </p:style>
        <p:txBody>
          <a:bodyPr rtlCol="0" anchor="ctr"/>
          <a:lstStyle/>
          <a:p>
            <a:pPr algn="ctr"/>
            <a:endParaRPr lang="zh-CN" altLang="en-US" b="1" dirty="0">
              <a:latin typeface="Times New Roman" panose="02020603050405020304" charset="0"/>
            </a:endParaRPr>
          </a:p>
        </p:txBody>
      </p:sp>
      <p:grpSp>
        <p:nvGrpSpPr>
          <p:cNvPr id="12" name="组合 5"/>
          <p:cNvGrpSpPr/>
          <p:nvPr/>
        </p:nvGrpSpPr>
        <p:grpSpPr>
          <a:xfrm>
            <a:off x="913765" y="2235835"/>
            <a:ext cx="1226185" cy="714375"/>
            <a:chOff x="2738416" y="1357298"/>
            <a:chExt cx="1071570" cy="714379"/>
          </a:xfrm>
        </p:grpSpPr>
        <p:pic>
          <p:nvPicPr>
            <p:cNvPr id="15" name="Picture 2" descr="E:\仝德志文件，勿删！\03-参考文档\！PPT图片及版面资源\06-PPT精选插图\12-标签\蓝色燕尾01.png"/>
            <p:cNvPicPr>
              <a:picLocks noChangeAspect="1" noChangeArrowheads="1"/>
            </p:cNvPicPr>
            <p:nvPr/>
          </p:nvPicPr>
          <p:blipFill>
            <a:blip r:embed="rId2" cstate="email"/>
            <a:srcRect/>
            <a:stretch>
              <a:fillRect/>
            </a:stretch>
          </p:blipFill>
          <p:spPr bwMode="auto">
            <a:xfrm rot="16200000">
              <a:off x="2917011" y="1178703"/>
              <a:ext cx="714379" cy="1071570"/>
            </a:xfrm>
            <a:prstGeom prst="rect">
              <a:avLst/>
            </a:prstGeom>
            <a:noFill/>
            <a:extLst>
              <a:ext uri="{909E8E84-426E-40DD-AFC4-6F175D3DCCD1}">
                <a14:hiddenFill xmlns:a14="http://schemas.microsoft.com/office/drawing/2010/main">
                  <a:solidFill>
                    <a:srgbClr val="FFFFFF"/>
                  </a:solidFill>
                </a14:hiddenFill>
              </a:ext>
            </a:extLst>
          </p:spPr>
        </p:pic>
        <p:sp>
          <p:nvSpPr>
            <p:cNvPr id="16" name="TextBox 7"/>
            <p:cNvSpPr txBox="1"/>
            <p:nvPr/>
          </p:nvSpPr>
          <p:spPr>
            <a:xfrm>
              <a:off x="2811667" y="1467155"/>
              <a:ext cx="998319" cy="457203"/>
            </a:xfrm>
            <a:prstGeom prst="rect">
              <a:avLst/>
            </a:prstGeom>
            <a:noFill/>
          </p:spPr>
          <p:txBody>
            <a:bodyPr wrap="square" rtlCol="0">
              <a:spAutoFit/>
            </a:bodyPr>
            <a:lstStyle/>
            <a:p>
              <a:r>
                <a:rPr lang="zh-CN" altLang="en-US" sz="2400" dirty="0">
                  <a:solidFill>
                    <a:schemeClr val="bg1"/>
                  </a:solidFill>
                  <a:sym typeface="+mn-ea"/>
                </a:rPr>
                <a:t>例 </a:t>
              </a:r>
              <a:r>
                <a:rPr lang="en-US" altLang="zh-CN" sz="2400" dirty="0">
                  <a:solidFill>
                    <a:schemeClr val="bg1"/>
                  </a:solidFill>
                  <a:sym typeface="+mn-ea"/>
                </a:rPr>
                <a:t>6-1</a:t>
              </a:r>
              <a:endParaRPr lang="en-US" altLang="zh-CN" sz="2400" b="1" dirty="0">
                <a:solidFill>
                  <a:schemeClr val="bg1"/>
                </a:solidFill>
                <a:latin typeface="微软雅黑" panose="020B0503020204020204" charset="-122"/>
                <a:ea typeface="微软雅黑" panose="020B0503020204020204" charset="-122"/>
                <a:sym typeface="+mn-ea"/>
              </a:endParaRPr>
            </a:p>
          </p:txBody>
        </p:sp>
      </p:grpSp>
      <p:sp>
        <p:nvSpPr>
          <p:cNvPr id="13" name="TextBox 12"/>
          <p:cNvSpPr txBox="1"/>
          <p:nvPr/>
        </p:nvSpPr>
        <p:spPr>
          <a:xfrm>
            <a:off x="1056640" y="3235960"/>
            <a:ext cx="8586470" cy="417830"/>
          </a:xfrm>
          <a:prstGeom prst="rect">
            <a:avLst/>
          </a:prstGeom>
          <a:noFill/>
        </p:spPr>
        <p:txBody>
          <a:bodyPr wrap="square">
            <a:spAutoFit/>
          </a:bodyPr>
          <a:lstStyle/>
          <a:p>
            <a:endParaRPr lang="zh-CN" altLang="en-US" sz="2000" b="1" dirty="0">
              <a:solidFill>
                <a:srgbClr val="00B0F0"/>
              </a:solidFill>
              <a:latin typeface="微软雅黑" panose="020B0503020204020204" charset="-122"/>
              <a:ea typeface="微软雅黑" panose="020B0503020204020204" charset="-122"/>
            </a:endParaRPr>
          </a:p>
        </p:txBody>
      </p:sp>
      <p:sp>
        <p:nvSpPr>
          <p:cNvPr id="18" name="标题 2"/>
          <p:cNvSpPr txBox="1">
            <a:spLocks/>
          </p:cNvSpPr>
          <p:nvPr/>
        </p:nvSpPr>
        <p:spPr>
          <a:xfrm>
            <a:off x="906463" y="413658"/>
            <a:ext cx="8415337" cy="855290"/>
          </a:xfrm>
          <a:prstGeom prst="rect">
            <a:avLst/>
          </a:prstGeom>
        </p:spPr>
        <p:txBody>
          <a:bodyPr/>
          <a:lstStyle/>
          <a:p>
            <a:pPr marL="0" marR="0" lvl="0" indent="0" algn="l" defTabSz="914400" rtl="0" eaLnBrk="1" fontAlgn="base" latinLnBrk="0" hangingPunct="1">
              <a:lnSpc>
                <a:spcPct val="90000"/>
              </a:lnSpc>
              <a:spcBef>
                <a:spcPct val="0"/>
              </a:spcBef>
              <a:spcAft>
                <a:spcPct val="0"/>
              </a:spcAft>
              <a:buClrTx/>
              <a:buSzTx/>
              <a:buFontTx/>
              <a:buNone/>
              <a:tabLst/>
              <a:defRPr/>
            </a:pPr>
            <a:endParaRPr kumimoji="0" lang="zh-CN" altLang="en-US" sz="3600" b="0" i="0" u="none" strike="noStrike" kern="1200" cap="none" spc="0" normalizeH="0" baseline="0" noProof="0" dirty="0">
              <a:ln>
                <a:noFill/>
              </a:ln>
              <a:solidFill>
                <a:srgbClr val="FF0000"/>
              </a:solidFill>
              <a:effectLst/>
              <a:uLnTx/>
              <a:uFillTx/>
              <a:latin typeface="+mj-lt"/>
              <a:ea typeface="+mj-ea"/>
              <a:cs typeface="+mj-cs"/>
            </a:endParaRPr>
          </a:p>
        </p:txBody>
      </p:sp>
      <p:cxnSp>
        <p:nvCxnSpPr>
          <p:cNvPr id="14" name="直接箭头连接符 13">
            <a:extLst>
              <a:ext uri="{FF2B5EF4-FFF2-40B4-BE49-F238E27FC236}">
                <a16:creationId xmlns:a16="http://schemas.microsoft.com/office/drawing/2014/main" id="{CE2C0F39-6AC8-18A4-9480-48728548FD96}"/>
              </a:ext>
            </a:extLst>
          </p:cNvPr>
          <p:cNvCxnSpPr>
            <a:cxnSpLocks/>
          </p:cNvCxnSpPr>
          <p:nvPr/>
        </p:nvCxnSpPr>
        <p:spPr>
          <a:xfrm>
            <a:off x="5613296" y="5498722"/>
            <a:ext cx="1084580" cy="1905"/>
          </a:xfrm>
          <a:prstGeom prst="straightConnector1">
            <a:avLst/>
          </a:prstGeom>
          <a:ln>
            <a:solidFill>
              <a:schemeClr val="bg1"/>
            </a:solidFill>
            <a:tailEnd type="arrow"/>
          </a:ln>
        </p:spPr>
        <p:style>
          <a:lnRef idx="1">
            <a:schemeClr val="accent1"/>
          </a:lnRef>
          <a:fillRef idx="0">
            <a:schemeClr val="accent1"/>
          </a:fillRef>
          <a:effectRef idx="0">
            <a:schemeClr val="accent1"/>
          </a:effectRef>
          <a:fontRef idx="minor">
            <a:schemeClr val="tx1"/>
          </a:fontRef>
        </p:style>
      </p:cxnSp>
      <p:sp>
        <p:nvSpPr>
          <p:cNvPr id="19" name="直线箭头">
            <a:extLst>
              <a:ext uri="{FF2B5EF4-FFF2-40B4-BE49-F238E27FC236}">
                <a16:creationId xmlns:a16="http://schemas.microsoft.com/office/drawing/2014/main" id="{E49918DC-0FE5-E86A-D619-DCAC82DDE539}"/>
              </a:ext>
            </a:extLst>
          </p:cNvPr>
          <p:cNvSpPr/>
          <p:nvPr/>
        </p:nvSpPr>
        <p:spPr>
          <a:xfrm>
            <a:off x="5596151" y="4503996"/>
            <a:ext cx="1118870" cy="193675"/>
          </a:xfrm>
          <a:custGeom>
            <a:avLst/>
            <a:gdLst>
              <a:gd name="connsiteX0" fmla="*/ 360040 w 576064"/>
              <a:gd name="connsiteY0" fmla="*/ 0 h 250588"/>
              <a:gd name="connsiteX1" fmla="*/ 576064 w 576064"/>
              <a:gd name="connsiteY1" fmla="*/ 125294 h 250588"/>
              <a:gd name="connsiteX2" fmla="*/ 360040 w 576064"/>
              <a:gd name="connsiteY2" fmla="*/ 250588 h 250588"/>
              <a:gd name="connsiteX3" fmla="*/ 360040 w 576064"/>
              <a:gd name="connsiteY3" fmla="*/ 143294 h 250588"/>
              <a:gd name="connsiteX4" fmla="*/ 0 w 576064"/>
              <a:gd name="connsiteY4" fmla="*/ 143294 h 250588"/>
              <a:gd name="connsiteX5" fmla="*/ 0 w 576064"/>
              <a:gd name="connsiteY5" fmla="*/ 107294 h 250588"/>
              <a:gd name="connsiteX6" fmla="*/ 360040 w 576064"/>
              <a:gd name="connsiteY6" fmla="*/ 107294 h 2505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576064" h="250588">
                <a:moveTo>
                  <a:pt x="360040" y="0"/>
                </a:moveTo>
                <a:lnTo>
                  <a:pt x="576064" y="125294"/>
                </a:lnTo>
                <a:lnTo>
                  <a:pt x="360040" y="250588"/>
                </a:lnTo>
                <a:lnTo>
                  <a:pt x="360040" y="143294"/>
                </a:lnTo>
                <a:lnTo>
                  <a:pt x="0" y="143294"/>
                </a:lnTo>
                <a:lnTo>
                  <a:pt x="0" y="107294"/>
                </a:lnTo>
                <a:lnTo>
                  <a:pt x="360040" y="107294"/>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scene3d>
              <a:camera prst="orthographicFront"/>
              <a:lightRig rig="threePt" dir="t"/>
            </a:scene3d>
            <a:sp3d>
              <a:contourClr>
                <a:srgbClr val="FFFFFF"/>
              </a:contourClr>
            </a:sp3d>
          </a:bodyPr>
          <a:lstStyle>
            <a:defPPr>
              <a:defRPr lang="zh-CN"/>
            </a:defPPr>
            <a:lvl1pPr algn="l" rtl="0" eaLnBrk="0" fontAlgn="base" hangingPunct="0">
              <a:spcBef>
                <a:spcPct val="0"/>
              </a:spcBef>
              <a:spcAft>
                <a:spcPct val="0"/>
              </a:spcAft>
              <a:defRPr kern="1200">
                <a:solidFill>
                  <a:schemeClr val="lt1"/>
                </a:solidFill>
                <a:latin typeface="+mn-lt"/>
                <a:ea typeface="+mn-ea"/>
                <a:cs typeface="+mn-cs"/>
              </a:defRPr>
            </a:lvl1pPr>
            <a:lvl2pPr marL="457200" algn="l" rtl="0" eaLnBrk="0" fontAlgn="base" hangingPunct="0">
              <a:spcBef>
                <a:spcPct val="0"/>
              </a:spcBef>
              <a:spcAft>
                <a:spcPct val="0"/>
              </a:spcAft>
              <a:defRPr kern="1200">
                <a:solidFill>
                  <a:schemeClr val="lt1"/>
                </a:solidFill>
                <a:latin typeface="+mn-lt"/>
                <a:ea typeface="+mn-ea"/>
                <a:cs typeface="+mn-cs"/>
              </a:defRPr>
            </a:lvl2pPr>
            <a:lvl3pPr marL="914400" algn="l" rtl="0" eaLnBrk="0" fontAlgn="base" hangingPunct="0">
              <a:spcBef>
                <a:spcPct val="0"/>
              </a:spcBef>
              <a:spcAft>
                <a:spcPct val="0"/>
              </a:spcAft>
              <a:defRPr kern="1200">
                <a:solidFill>
                  <a:schemeClr val="lt1"/>
                </a:solidFill>
                <a:latin typeface="+mn-lt"/>
                <a:ea typeface="+mn-ea"/>
                <a:cs typeface="+mn-cs"/>
              </a:defRPr>
            </a:lvl3pPr>
            <a:lvl4pPr marL="1371600" algn="l" rtl="0" eaLnBrk="0" fontAlgn="base" hangingPunct="0">
              <a:spcBef>
                <a:spcPct val="0"/>
              </a:spcBef>
              <a:spcAft>
                <a:spcPct val="0"/>
              </a:spcAft>
              <a:defRPr kern="1200">
                <a:solidFill>
                  <a:schemeClr val="lt1"/>
                </a:solidFill>
                <a:latin typeface="+mn-lt"/>
                <a:ea typeface="+mn-ea"/>
                <a:cs typeface="+mn-cs"/>
              </a:defRPr>
            </a:lvl4pPr>
            <a:lvl5pPr marL="1828800" algn="l" rtl="0" eaLnBrk="0" fontAlgn="base" hangingPunct="0">
              <a:spcBef>
                <a:spcPct val="0"/>
              </a:spcBef>
              <a:spcAft>
                <a:spcPct val="0"/>
              </a:spcAft>
              <a:defRPr kern="1200">
                <a:solidFill>
                  <a:schemeClr val="lt1"/>
                </a:solidFill>
                <a:latin typeface="+mn-lt"/>
                <a:ea typeface="+mn-ea"/>
                <a:cs typeface="+mn-cs"/>
              </a:defRPr>
            </a:lvl5pPr>
            <a:lvl6pPr marL="2286000" algn="l" defTabSz="914400" rtl="0" eaLnBrk="1" latinLnBrk="0" hangingPunct="1">
              <a:defRPr kern="1200">
                <a:solidFill>
                  <a:schemeClr val="lt1"/>
                </a:solidFill>
                <a:latin typeface="+mn-lt"/>
                <a:ea typeface="+mn-ea"/>
                <a:cs typeface="+mn-cs"/>
              </a:defRPr>
            </a:lvl6pPr>
            <a:lvl7pPr marL="2743200" algn="l" defTabSz="914400" rtl="0" eaLnBrk="1" latinLnBrk="0" hangingPunct="1">
              <a:defRPr kern="1200">
                <a:solidFill>
                  <a:schemeClr val="lt1"/>
                </a:solidFill>
                <a:latin typeface="+mn-lt"/>
                <a:ea typeface="+mn-ea"/>
                <a:cs typeface="+mn-cs"/>
              </a:defRPr>
            </a:lvl7pPr>
            <a:lvl8pPr marL="3200400" algn="l" defTabSz="914400" rtl="0" eaLnBrk="1" latinLnBrk="0" hangingPunct="1">
              <a:defRPr kern="1200">
                <a:solidFill>
                  <a:schemeClr val="lt1"/>
                </a:solidFill>
                <a:latin typeface="+mn-lt"/>
                <a:ea typeface="+mn-ea"/>
                <a:cs typeface="+mn-cs"/>
              </a:defRPr>
            </a:lvl8pPr>
            <a:lvl9pPr marL="3657600" algn="l" defTabSz="914400" rtl="0" eaLnBrk="1" latinLnBrk="0" hangingPunct="1">
              <a:defRPr kern="1200">
                <a:solidFill>
                  <a:schemeClr val="lt1"/>
                </a:solidFill>
                <a:latin typeface="+mn-lt"/>
                <a:ea typeface="+mn-ea"/>
                <a:cs typeface="+mn-cs"/>
              </a:defRPr>
            </a:lvl9pPr>
          </a:lstStyle>
          <a:p>
            <a:pPr algn="ctr" eaLnBrk="1" fontAlgn="auto" hangingPunct="1">
              <a:spcBef>
                <a:spcPts val="0"/>
              </a:spcBef>
              <a:spcAft>
                <a:spcPts val="0"/>
              </a:spcAft>
              <a:defRPr/>
            </a:pPr>
            <a:endParaRPr lang="zh-CN" altLang="en-US">
              <a:solidFill>
                <a:srgbClr val="FFFFFF"/>
              </a:solidFill>
            </a:endParaRPr>
          </a:p>
        </p:txBody>
      </p:sp>
      <p:sp>
        <p:nvSpPr>
          <p:cNvPr id="20" name="右箭头">
            <a:extLst>
              <a:ext uri="{FF2B5EF4-FFF2-40B4-BE49-F238E27FC236}">
                <a16:creationId xmlns:a16="http://schemas.microsoft.com/office/drawing/2014/main" id="{55AF3FD0-0B6F-81EF-4A07-4DA3BC4CA963}"/>
              </a:ext>
            </a:extLst>
          </p:cNvPr>
          <p:cNvSpPr/>
          <p:nvPr/>
        </p:nvSpPr>
        <p:spPr>
          <a:xfrm flipH="1">
            <a:off x="5596469" y="4803399"/>
            <a:ext cx="1118235" cy="137160"/>
          </a:xfrm>
          <a:custGeom>
            <a:avLst/>
            <a:gdLst>
              <a:gd name="connsiteX0" fmla="*/ 1240677 w 4290025"/>
              <a:gd name="connsiteY0" fmla="*/ 0 h 1695451"/>
              <a:gd name="connsiteX1" fmla="*/ 1749568 w 4290025"/>
              <a:gd name="connsiteY1" fmla="*/ 0 h 1695451"/>
              <a:gd name="connsiteX2" fmla="*/ 776733 w 4290025"/>
              <a:gd name="connsiteY2" fmla="*/ 1329431 h 1695451"/>
              <a:gd name="connsiteX3" fmla="*/ 4290025 w 4290025"/>
              <a:gd name="connsiteY3" fmla="*/ 1329431 h 1695451"/>
              <a:gd name="connsiteX4" fmla="*/ 4290025 w 4290025"/>
              <a:gd name="connsiteY4" fmla="*/ 1695451 h 1695451"/>
              <a:gd name="connsiteX5" fmla="*/ 0 w 4290025"/>
              <a:gd name="connsiteY5" fmla="*/ 1695451 h 16954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290025" h="1695451">
                <a:moveTo>
                  <a:pt x="1240677" y="0"/>
                </a:moveTo>
                <a:lnTo>
                  <a:pt x="1749568" y="0"/>
                </a:lnTo>
                <a:lnTo>
                  <a:pt x="776733" y="1329431"/>
                </a:lnTo>
                <a:lnTo>
                  <a:pt x="4290025" y="1329431"/>
                </a:lnTo>
                <a:lnTo>
                  <a:pt x="4290025" y="1695451"/>
                </a:lnTo>
                <a:lnTo>
                  <a:pt x="0" y="1695451"/>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scene3d>
              <a:camera prst="orthographicFront"/>
              <a:lightRig rig="threePt" dir="t"/>
            </a:scene3d>
            <a:sp3d>
              <a:contourClr>
                <a:srgbClr val="FFFFFF"/>
              </a:contourClr>
            </a:sp3d>
          </a:bodyPr>
          <a:lstStyle>
            <a:defPPr>
              <a:defRPr lang="zh-CN"/>
            </a:defPPr>
            <a:lvl1pPr algn="l" rtl="0" eaLnBrk="0" fontAlgn="base" hangingPunct="0">
              <a:spcBef>
                <a:spcPct val="0"/>
              </a:spcBef>
              <a:spcAft>
                <a:spcPct val="0"/>
              </a:spcAft>
              <a:defRPr kern="1200">
                <a:solidFill>
                  <a:schemeClr val="lt1"/>
                </a:solidFill>
                <a:latin typeface="+mn-lt"/>
                <a:ea typeface="+mn-ea"/>
                <a:cs typeface="+mn-cs"/>
              </a:defRPr>
            </a:lvl1pPr>
            <a:lvl2pPr marL="457200" algn="l" rtl="0" eaLnBrk="0" fontAlgn="base" hangingPunct="0">
              <a:spcBef>
                <a:spcPct val="0"/>
              </a:spcBef>
              <a:spcAft>
                <a:spcPct val="0"/>
              </a:spcAft>
              <a:defRPr kern="1200">
                <a:solidFill>
                  <a:schemeClr val="lt1"/>
                </a:solidFill>
                <a:latin typeface="+mn-lt"/>
                <a:ea typeface="+mn-ea"/>
                <a:cs typeface="+mn-cs"/>
              </a:defRPr>
            </a:lvl2pPr>
            <a:lvl3pPr marL="914400" algn="l" rtl="0" eaLnBrk="0" fontAlgn="base" hangingPunct="0">
              <a:spcBef>
                <a:spcPct val="0"/>
              </a:spcBef>
              <a:spcAft>
                <a:spcPct val="0"/>
              </a:spcAft>
              <a:defRPr kern="1200">
                <a:solidFill>
                  <a:schemeClr val="lt1"/>
                </a:solidFill>
                <a:latin typeface="+mn-lt"/>
                <a:ea typeface="+mn-ea"/>
                <a:cs typeface="+mn-cs"/>
              </a:defRPr>
            </a:lvl3pPr>
            <a:lvl4pPr marL="1371600" algn="l" rtl="0" eaLnBrk="0" fontAlgn="base" hangingPunct="0">
              <a:spcBef>
                <a:spcPct val="0"/>
              </a:spcBef>
              <a:spcAft>
                <a:spcPct val="0"/>
              </a:spcAft>
              <a:defRPr kern="1200">
                <a:solidFill>
                  <a:schemeClr val="lt1"/>
                </a:solidFill>
                <a:latin typeface="+mn-lt"/>
                <a:ea typeface="+mn-ea"/>
                <a:cs typeface="+mn-cs"/>
              </a:defRPr>
            </a:lvl4pPr>
            <a:lvl5pPr marL="1828800" algn="l" rtl="0" eaLnBrk="0" fontAlgn="base" hangingPunct="0">
              <a:spcBef>
                <a:spcPct val="0"/>
              </a:spcBef>
              <a:spcAft>
                <a:spcPct val="0"/>
              </a:spcAft>
              <a:defRPr kern="1200">
                <a:solidFill>
                  <a:schemeClr val="lt1"/>
                </a:solidFill>
                <a:latin typeface="+mn-lt"/>
                <a:ea typeface="+mn-ea"/>
                <a:cs typeface="+mn-cs"/>
              </a:defRPr>
            </a:lvl5pPr>
            <a:lvl6pPr marL="2286000" algn="l" defTabSz="914400" rtl="0" eaLnBrk="1" latinLnBrk="0" hangingPunct="1">
              <a:defRPr kern="1200">
                <a:solidFill>
                  <a:schemeClr val="lt1"/>
                </a:solidFill>
                <a:latin typeface="+mn-lt"/>
                <a:ea typeface="+mn-ea"/>
                <a:cs typeface="+mn-cs"/>
              </a:defRPr>
            </a:lvl6pPr>
            <a:lvl7pPr marL="2743200" algn="l" defTabSz="914400" rtl="0" eaLnBrk="1" latinLnBrk="0" hangingPunct="1">
              <a:defRPr kern="1200">
                <a:solidFill>
                  <a:schemeClr val="lt1"/>
                </a:solidFill>
                <a:latin typeface="+mn-lt"/>
                <a:ea typeface="+mn-ea"/>
                <a:cs typeface="+mn-cs"/>
              </a:defRPr>
            </a:lvl7pPr>
            <a:lvl8pPr marL="3200400" algn="l" defTabSz="914400" rtl="0" eaLnBrk="1" latinLnBrk="0" hangingPunct="1">
              <a:defRPr kern="1200">
                <a:solidFill>
                  <a:schemeClr val="lt1"/>
                </a:solidFill>
                <a:latin typeface="+mn-lt"/>
                <a:ea typeface="+mn-ea"/>
                <a:cs typeface="+mn-cs"/>
              </a:defRPr>
            </a:lvl8pPr>
            <a:lvl9pPr marL="3657600" algn="l" defTabSz="914400" rtl="0" eaLnBrk="1" latinLnBrk="0" hangingPunct="1">
              <a:defRPr kern="1200">
                <a:solidFill>
                  <a:schemeClr val="lt1"/>
                </a:solidFill>
                <a:latin typeface="+mn-lt"/>
                <a:ea typeface="+mn-ea"/>
                <a:cs typeface="+mn-cs"/>
              </a:defRPr>
            </a:lvl9pPr>
          </a:lstStyle>
          <a:p>
            <a:pPr algn="ctr" eaLnBrk="1" fontAlgn="auto" hangingPunct="1">
              <a:spcBef>
                <a:spcPts val="0"/>
              </a:spcBef>
              <a:spcAft>
                <a:spcPts val="0"/>
              </a:spcAft>
              <a:defRPr/>
            </a:pPr>
            <a:endParaRPr lang="zh-CN" altLang="en-US">
              <a:solidFill>
                <a:srgbClr val="FFFFFF"/>
              </a:solidFill>
            </a:endParaRPr>
          </a:p>
        </p:txBody>
      </p:sp>
      <p:sp>
        <p:nvSpPr>
          <p:cNvPr id="21" name="双向箭头">
            <a:extLst>
              <a:ext uri="{FF2B5EF4-FFF2-40B4-BE49-F238E27FC236}">
                <a16:creationId xmlns:a16="http://schemas.microsoft.com/office/drawing/2014/main" id="{276F094B-0E9D-F70E-34FC-A14072733830}"/>
              </a:ext>
            </a:extLst>
          </p:cNvPr>
          <p:cNvSpPr/>
          <p:nvPr/>
        </p:nvSpPr>
        <p:spPr bwMode="auto">
          <a:xfrm>
            <a:off x="6090479" y="6042917"/>
            <a:ext cx="1120140" cy="137160"/>
          </a:xfrm>
          <a:custGeom>
            <a:avLst/>
            <a:gdLst>
              <a:gd name="T0" fmla="*/ 227471085 w 5356"/>
              <a:gd name="T1" fmla="*/ 228095693 h 2003"/>
              <a:gd name="T2" fmla="*/ 227471085 w 5356"/>
              <a:gd name="T3" fmla="*/ 228095693 h 2003"/>
              <a:gd name="T4" fmla="*/ 227471085 w 5356"/>
              <a:gd name="T5" fmla="*/ 228095693 h 2003"/>
              <a:gd name="T6" fmla="*/ 227471085 w 5356"/>
              <a:gd name="T7" fmla="*/ 228095693 h 2003"/>
              <a:gd name="T8" fmla="*/ 227471085 w 5356"/>
              <a:gd name="T9" fmla="*/ 228095693 h 2003"/>
              <a:gd name="T10" fmla="*/ 227471085 w 5356"/>
              <a:gd name="T11" fmla="*/ 228095693 h 2003"/>
              <a:gd name="T12" fmla="*/ 227471085 w 5356"/>
              <a:gd name="T13" fmla="*/ 228095693 h 2003"/>
              <a:gd name="T14" fmla="*/ 227471085 w 5356"/>
              <a:gd name="T15" fmla="*/ 228095693 h 2003"/>
              <a:gd name="T16" fmla="*/ 227471085 w 5356"/>
              <a:gd name="T17" fmla="*/ 228095693 h 2003"/>
              <a:gd name="T18" fmla="*/ 227471085 w 5356"/>
              <a:gd name="T19" fmla="*/ 228095693 h 2003"/>
              <a:gd name="T20" fmla="*/ 227471085 w 5356"/>
              <a:gd name="T21" fmla="*/ 228095693 h 2003"/>
              <a:gd name="T22" fmla="*/ 227471085 w 5356"/>
              <a:gd name="T23" fmla="*/ 228095693 h 2003"/>
              <a:gd name="T24" fmla="*/ 227471085 w 5356"/>
              <a:gd name="T25" fmla="*/ 228095693 h 2003"/>
              <a:gd name="T26" fmla="*/ 227471085 w 5356"/>
              <a:gd name="T27" fmla="*/ 228095693 h 2003"/>
              <a:gd name="T28" fmla="*/ 227471085 w 5356"/>
              <a:gd name="T29" fmla="*/ 228095693 h 2003"/>
              <a:gd name="T30" fmla="*/ 227471085 w 5356"/>
              <a:gd name="T31" fmla="*/ 228095693 h 2003"/>
              <a:gd name="T32" fmla="*/ 227471085 w 5356"/>
              <a:gd name="T33" fmla="*/ 228095693 h 2003"/>
              <a:gd name="T34" fmla="*/ 227471085 w 5356"/>
              <a:gd name="T35" fmla="*/ 228095693 h 2003"/>
              <a:gd name="T36" fmla="*/ 227471085 w 5356"/>
              <a:gd name="T37" fmla="*/ 228095693 h 2003"/>
              <a:gd name="T38" fmla="*/ 227471085 w 5356"/>
              <a:gd name="T39" fmla="*/ 228095693 h 2003"/>
              <a:gd name="T40" fmla="*/ 227471085 w 5356"/>
              <a:gd name="T41" fmla="*/ 228095693 h 2003"/>
              <a:gd name="T42" fmla="*/ 227471085 w 5356"/>
              <a:gd name="T43" fmla="*/ 228095693 h 2003"/>
              <a:gd name="T44" fmla="*/ 227471085 w 5356"/>
              <a:gd name="T45" fmla="*/ 228095693 h 2003"/>
              <a:gd name="T46" fmla="*/ 227471085 w 5356"/>
              <a:gd name="T47" fmla="*/ 228095693 h 2003"/>
              <a:gd name="T48" fmla="*/ 227471085 w 5356"/>
              <a:gd name="T49" fmla="*/ 228095693 h 2003"/>
              <a:gd name="T50" fmla="*/ 227471085 w 5356"/>
              <a:gd name="T51" fmla="*/ 228095693 h 2003"/>
              <a:gd name="T52" fmla="*/ 227471085 w 5356"/>
              <a:gd name="T53" fmla="*/ 228095693 h 2003"/>
              <a:gd name="T54" fmla="*/ 227471085 w 5356"/>
              <a:gd name="T55" fmla="*/ 228095693 h 2003"/>
              <a:gd name="T56" fmla="*/ 227471085 w 5356"/>
              <a:gd name="T57" fmla="*/ 228095693 h 2003"/>
              <a:gd name="T58" fmla="*/ 227471085 w 5356"/>
              <a:gd name="T59" fmla="*/ 228095693 h 2003"/>
              <a:gd name="T60" fmla="*/ 227471085 w 5356"/>
              <a:gd name="T61" fmla="*/ 228095693 h 2003"/>
              <a:gd name="T62" fmla="*/ 227471085 w 5356"/>
              <a:gd name="T63" fmla="*/ 228095693 h 2003"/>
              <a:gd name="T64" fmla="*/ 227471085 w 5356"/>
              <a:gd name="T65" fmla="*/ 228095693 h 2003"/>
              <a:gd name="T66" fmla="*/ 227471085 w 5356"/>
              <a:gd name="T67" fmla="*/ 228095693 h 2003"/>
              <a:gd name="T68" fmla="*/ 227471085 w 5356"/>
              <a:gd name="T69" fmla="*/ 228095693 h 2003"/>
              <a:gd name="T70" fmla="*/ 227471085 w 5356"/>
              <a:gd name="T71" fmla="*/ 228095693 h 2003"/>
              <a:gd name="T72" fmla="*/ 227471085 w 5356"/>
              <a:gd name="T73" fmla="*/ 228095693 h 2003"/>
              <a:gd name="T74" fmla="*/ 227471085 w 5356"/>
              <a:gd name="T75" fmla="*/ 228095693 h 2003"/>
              <a:gd name="T76" fmla="*/ 227471085 w 5356"/>
              <a:gd name="T77" fmla="*/ 228095693 h 2003"/>
              <a:gd name="T78" fmla="*/ 227471085 w 5356"/>
              <a:gd name="T79" fmla="*/ 228095693 h 2003"/>
              <a:gd name="T80" fmla="*/ 227471085 w 5356"/>
              <a:gd name="T81" fmla="*/ 228095693 h 2003"/>
              <a:gd name="T82" fmla="*/ 227471085 w 5356"/>
              <a:gd name="T83" fmla="*/ 228095693 h 2003"/>
              <a:gd name="T84" fmla="*/ 227471085 w 5356"/>
              <a:gd name="T85" fmla="*/ 228095693 h 2003"/>
              <a:gd name="T86" fmla="*/ 227471085 w 5356"/>
              <a:gd name="T87" fmla="*/ 228095693 h 2003"/>
              <a:gd name="T88" fmla="*/ 227471085 w 5356"/>
              <a:gd name="T89" fmla="*/ 228095693 h 2003"/>
              <a:gd name="T90" fmla="*/ 227471085 w 5356"/>
              <a:gd name="T91" fmla="*/ 228095693 h 2003"/>
              <a:gd name="T92" fmla="*/ 227471085 w 5356"/>
              <a:gd name="T93" fmla="*/ 228095693 h 2003"/>
              <a:gd name="T94" fmla="*/ 227471085 w 5356"/>
              <a:gd name="T95" fmla="*/ 228095693 h 2003"/>
              <a:gd name="T96" fmla="*/ 227471085 w 5356"/>
              <a:gd name="T97" fmla="*/ 228095693 h 2003"/>
              <a:gd name="T98" fmla="*/ 227471085 w 5356"/>
              <a:gd name="T99" fmla="*/ 228095693 h 2003"/>
              <a:gd name="T100" fmla="*/ 227471085 w 5356"/>
              <a:gd name="T101" fmla="*/ 228095693 h 2003"/>
              <a:gd name="T102" fmla="*/ 227471085 w 5356"/>
              <a:gd name="T103" fmla="*/ 228095693 h 2003"/>
              <a:gd name="T104" fmla="*/ 227471085 w 5356"/>
              <a:gd name="T105" fmla="*/ 228095693 h 2003"/>
              <a:gd name="T106" fmla="*/ 227471085 w 5356"/>
              <a:gd name="T107" fmla="*/ 228095693 h 2003"/>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Lst>
            <a:ahLst/>
            <a:cxnLst>
              <a:cxn ang="T108">
                <a:pos x="T0" y="T1"/>
              </a:cxn>
              <a:cxn ang="T109">
                <a:pos x="T2" y="T3"/>
              </a:cxn>
              <a:cxn ang="T110">
                <a:pos x="T4" y="T5"/>
              </a:cxn>
              <a:cxn ang="T111">
                <a:pos x="T6" y="T7"/>
              </a:cxn>
              <a:cxn ang="T112">
                <a:pos x="T8" y="T9"/>
              </a:cxn>
              <a:cxn ang="T113">
                <a:pos x="T10" y="T11"/>
              </a:cxn>
              <a:cxn ang="T114">
                <a:pos x="T12" y="T13"/>
              </a:cxn>
              <a:cxn ang="T115">
                <a:pos x="T14" y="T15"/>
              </a:cxn>
              <a:cxn ang="T116">
                <a:pos x="T16" y="T17"/>
              </a:cxn>
              <a:cxn ang="T117">
                <a:pos x="T18" y="T19"/>
              </a:cxn>
              <a:cxn ang="T118">
                <a:pos x="T20" y="T21"/>
              </a:cxn>
              <a:cxn ang="T119">
                <a:pos x="T22" y="T23"/>
              </a:cxn>
              <a:cxn ang="T120">
                <a:pos x="T24" y="T25"/>
              </a:cxn>
              <a:cxn ang="T121">
                <a:pos x="T26" y="T27"/>
              </a:cxn>
              <a:cxn ang="T122">
                <a:pos x="T28" y="T29"/>
              </a:cxn>
              <a:cxn ang="T123">
                <a:pos x="T30" y="T31"/>
              </a:cxn>
              <a:cxn ang="T124">
                <a:pos x="T32" y="T33"/>
              </a:cxn>
              <a:cxn ang="T125">
                <a:pos x="T34" y="T35"/>
              </a:cxn>
              <a:cxn ang="T126">
                <a:pos x="T36" y="T37"/>
              </a:cxn>
              <a:cxn ang="T127">
                <a:pos x="T38" y="T39"/>
              </a:cxn>
              <a:cxn ang="T128">
                <a:pos x="T40" y="T41"/>
              </a:cxn>
              <a:cxn ang="T129">
                <a:pos x="T42" y="T43"/>
              </a:cxn>
              <a:cxn ang="T130">
                <a:pos x="T44" y="T45"/>
              </a:cxn>
              <a:cxn ang="T131">
                <a:pos x="T46" y="T47"/>
              </a:cxn>
              <a:cxn ang="T132">
                <a:pos x="T48" y="T49"/>
              </a:cxn>
              <a:cxn ang="T133">
                <a:pos x="T50" y="T51"/>
              </a:cxn>
              <a:cxn ang="T134">
                <a:pos x="T52" y="T53"/>
              </a:cxn>
              <a:cxn ang="T135">
                <a:pos x="T54" y="T55"/>
              </a:cxn>
              <a:cxn ang="T136">
                <a:pos x="T56" y="T57"/>
              </a:cxn>
              <a:cxn ang="T137">
                <a:pos x="T58" y="T59"/>
              </a:cxn>
              <a:cxn ang="T138">
                <a:pos x="T60" y="T61"/>
              </a:cxn>
              <a:cxn ang="T139">
                <a:pos x="T62" y="T63"/>
              </a:cxn>
              <a:cxn ang="T140">
                <a:pos x="T64" y="T65"/>
              </a:cxn>
              <a:cxn ang="T141">
                <a:pos x="T66" y="T67"/>
              </a:cxn>
              <a:cxn ang="T142">
                <a:pos x="T68" y="T69"/>
              </a:cxn>
              <a:cxn ang="T143">
                <a:pos x="T70" y="T71"/>
              </a:cxn>
              <a:cxn ang="T144">
                <a:pos x="T72" y="T73"/>
              </a:cxn>
              <a:cxn ang="T145">
                <a:pos x="T74" y="T75"/>
              </a:cxn>
              <a:cxn ang="T146">
                <a:pos x="T76" y="T77"/>
              </a:cxn>
              <a:cxn ang="T147">
                <a:pos x="T78" y="T79"/>
              </a:cxn>
              <a:cxn ang="T148">
                <a:pos x="T80" y="T81"/>
              </a:cxn>
              <a:cxn ang="T149">
                <a:pos x="T82" y="T83"/>
              </a:cxn>
              <a:cxn ang="T150">
                <a:pos x="T84" y="T85"/>
              </a:cxn>
              <a:cxn ang="T151">
                <a:pos x="T86" y="T87"/>
              </a:cxn>
              <a:cxn ang="T152">
                <a:pos x="T88" y="T89"/>
              </a:cxn>
              <a:cxn ang="T153">
                <a:pos x="T90" y="T91"/>
              </a:cxn>
              <a:cxn ang="T154">
                <a:pos x="T92" y="T93"/>
              </a:cxn>
              <a:cxn ang="T155">
                <a:pos x="T94" y="T95"/>
              </a:cxn>
              <a:cxn ang="T156">
                <a:pos x="T96" y="T97"/>
              </a:cxn>
              <a:cxn ang="T157">
                <a:pos x="T98" y="T99"/>
              </a:cxn>
              <a:cxn ang="T158">
                <a:pos x="T100" y="T101"/>
              </a:cxn>
              <a:cxn ang="T159">
                <a:pos x="T102" y="T103"/>
              </a:cxn>
              <a:cxn ang="T160">
                <a:pos x="T104" y="T105"/>
              </a:cxn>
              <a:cxn ang="T161">
                <a:pos x="T106" y="T107"/>
              </a:cxn>
            </a:cxnLst>
            <a:rect l="0" t="0" r="r" b="b"/>
            <a:pathLst>
              <a:path w="5356" h="2003">
                <a:moveTo>
                  <a:pt x="4544" y="908"/>
                </a:moveTo>
                <a:lnTo>
                  <a:pt x="4544" y="908"/>
                </a:lnTo>
                <a:lnTo>
                  <a:pt x="4516" y="886"/>
                </a:lnTo>
                <a:lnTo>
                  <a:pt x="4488" y="864"/>
                </a:lnTo>
                <a:lnTo>
                  <a:pt x="4462" y="841"/>
                </a:lnTo>
                <a:lnTo>
                  <a:pt x="4437" y="818"/>
                </a:lnTo>
                <a:lnTo>
                  <a:pt x="4411" y="794"/>
                </a:lnTo>
                <a:lnTo>
                  <a:pt x="4387" y="770"/>
                </a:lnTo>
                <a:lnTo>
                  <a:pt x="4364" y="746"/>
                </a:lnTo>
                <a:lnTo>
                  <a:pt x="4342" y="721"/>
                </a:lnTo>
                <a:lnTo>
                  <a:pt x="4320" y="695"/>
                </a:lnTo>
                <a:lnTo>
                  <a:pt x="4300" y="670"/>
                </a:lnTo>
                <a:lnTo>
                  <a:pt x="4280" y="643"/>
                </a:lnTo>
                <a:lnTo>
                  <a:pt x="4262" y="618"/>
                </a:lnTo>
                <a:lnTo>
                  <a:pt x="4244" y="590"/>
                </a:lnTo>
                <a:lnTo>
                  <a:pt x="4227" y="564"/>
                </a:lnTo>
                <a:lnTo>
                  <a:pt x="4211" y="536"/>
                </a:lnTo>
                <a:lnTo>
                  <a:pt x="4196" y="509"/>
                </a:lnTo>
                <a:lnTo>
                  <a:pt x="4182" y="482"/>
                </a:lnTo>
                <a:lnTo>
                  <a:pt x="4170" y="454"/>
                </a:lnTo>
                <a:lnTo>
                  <a:pt x="4157" y="425"/>
                </a:lnTo>
                <a:lnTo>
                  <a:pt x="4146" y="396"/>
                </a:lnTo>
                <a:lnTo>
                  <a:pt x="4135" y="366"/>
                </a:lnTo>
                <a:lnTo>
                  <a:pt x="4126" y="336"/>
                </a:lnTo>
                <a:lnTo>
                  <a:pt x="4117" y="305"/>
                </a:lnTo>
                <a:lnTo>
                  <a:pt x="4109" y="273"/>
                </a:lnTo>
                <a:lnTo>
                  <a:pt x="4102" y="241"/>
                </a:lnTo>
                <a:lnTo>
                  <a:pt x="4095" y="208"/>
                </a:lnTo>
                <a:lnTo>
                  <a:pt x="4089" y="175"/>
                </a:lnTo>
                <a:lnTo>
                  <a:pt x="4085" y="141"/>
                </a:lnTo>
                <a:lnTo>
                  <a:pt x="4081" y="107"/>
                </a:lnTo>
                <a:lnTo>
                  <a:pt x="4079" y="72"/>
                </a:lnTo>
                <a:lnTo>
                  <a:pt x="4077" y="36"/>
                </a:lnTo>
                <a:lnTo>
                  <a:pt x="4075" y="0"/>
                </a:lnTo>
                <a:lnTo>
                  <a:pt x="4102" y="0"/>
                </a:lnTo>
                <a:lnTo>
                  <a:pt x="4166" y="69"/>
                </a:lnTo>
                <a:lnTo>
                  <a:pt x="4232" y="137"/>
                </a:lnTo>
                <a:lnTo>
                  <a:pt x="4300" y="204"/>
                </a:lnTo>
                <a:lnTo>
                  <a:pt x="4369" y="269"/>
                </a:lnTo>
                <a:lnTo>
                  <a:pt x="4440" y="334"/>
                </a:lnTo>
                <a:lnTo>
                  <a:pt x="4513" y="398"/>
                </a:lnTo>
                <a:lnTo>
                  <a:pt x="4586" y="460"/>
                </a:lnTo>
                <a:lnTo>
                  <a:pt x="4662" y="523"/>
                </a:lnTo>
                <a:lnTo>
                  <a:pt x="4739" y="584"/>
                </a:lnTo>
                <a:lnTo>
                  <a:pt x="4820" y="645"/>
                </a:lnTo>
                <a:lnTo>
                  <a:pt x="4903" y="704"/>
                </a:lnTo>
                <a:lnTo>
                  <a:pt x="4989" y="764"/>
                </a:lnTo>
                <a:lnTo>
                  <a:pt x="5076" y="824"/>
                </a:lnTo>
                <a:lnTo>
                  <a:pt x="5167" y="884"/>
                </a:lnTo>
                <a:lnTo>
                  <a:pt x="5260" y="943"/>
                </a:lnTo>
                <a:lnTo>
                  <a:pt x="5356" y="1002"/>
                </a:lnTo>
                <a:lnTo>
                  <a:pt x="5356" y="1029"/>
                </a:lnTo>
                <a:lnTo>
                  <a:pt x="5260" y="1085"/>
                </a:lnTo>
                <a:lnTo>
                  <a:pt x="5167" y="1143"/>
                </a:lnTo>
                <a:lnTo>
                  <a:pt x="5076" y="1200"/>
                </a:lnTo>
                <a:lnTo>
                  <a:pt x="4989" y="1259"/>
                </a:lnTo>
                <a:lnTo>
                  <a:pt x="4903" y="1318"/>
                </a:lnTo>
                <a:lnTo>
                  <a:pt x="4820" y="1376"/>
                </a:lnTo>
                <a:lnTo>
                  <a:pt x="4739" y="1435"/>
                </a:lnTo>
                <a:lnTo>
                  <a:pt x="4662" y="1495"/>
                </a:lnTo>
                <a:lnTo>
                  <a:pt x="4586" y="1556"/>
                </a:lnTo>
                <a:lnTo>
                  <a:pt x="4513" y="1617"/>
                </a:lnTo>
                <a:lnTo>
                  <a:pt x="4440" y="1680"/>
                </a:lnTo>
                <a:lnTo>
                  <a:pt x="4369" y="1743"/>
                </a:lnTo>
                <a:lnTo>
                  <a:pt x="4300" y="1808"/>
                </a:lnTo>
                <a:lnTo>
                  <a:pt x="4232" y="1872"/>
                </a:lnTo>
                <a:lnTo>
                  <a:pt x="4166" y="1938"/>
                </a:lnTo>
                <a:lnTo>
                  <a:pt x="4102" y="2003"/>
                </a:lnTo>
                <a:lnTo>
                  <a:pt x="4075" y="2003"/>
                </a:lnTo>
                <a:lnTo>
                  <a:pt x="4077" y="1969"/>
                </a:lnTo>
                <a:lnTo>
                  <a:pt x="4079" y="1934"/>
                </a:lnTo>
                <a:lnTo>
                  <a:pt x="4081" y="1900"/>
                </a:lnTo>
                <a:lnTo>
                  <a:pt x="4085" y="1866"/>
                </a:lnTo>
                <a:lnTo>
                  <a:pt x="4089" y="1834"/>
                </a:lnTo>
                <a:lnTo>
                  <a:pt x="4095" y="1802"/>
                </a:lnTo>
                <a:lnTo>
                  <a:pt x="4102" y="1770"/>
                </a:lnTo>
                <a:lnTo>
                  <a:pt x="4109" y="1739"/>
                </a:lnTo>
                <a:lnTo>
                  <a:pt x="4117" y="1708"/>
                </a:lnTo>
                <a:lnTo>
                  <a:pt x="4126" y="1678"/>
                </a:lnTo>
                <a:lnTo>
                  <a:pt x="4135" y="1648"/>
                </a:lnTo>
                <a:lnTo>
                  <a:pt x="4146" y="1619"/>
                </a:lnTo>
                <a:lnTo>
                  <a:pt x="4157" y="1590"/>
                </a:lnTo>
                <a:lnTo>
                  <a:pt x="4170" y="1563"/>
                </a:lnTo>
                <a:lnTo>
                  <a:pt x="4182" y="1535"/>
                </a:lnTo>
                <a:lnTo>
                  <a:pt x="4196" y="1509"/>
                </a:lnTo>
                <a:lnTo>
                  <a:pt x="4211" y="1481"/>
                </a:lnTo>
                <a:lnTo>
                  <a:pt x="4227" y="1455"/>
                </a:lnTo>
                <a:lnTo>
                  <a:pt x="4244" y="1428"/>
                </a:lnTo>
                <a:lnTo>
                  <a:pt x="4262" y="1403"/>
                </a:lnTo>
                <a:lnTo>
                  <a:pt x="4280" y="1376"/>
                </a:lnTo>
                <a:lnTo>
                  <a:pt x="4300" y="1351"/>
                </a:lnTo>
                <a:lnTo>
                  <a:pt x="4320" y="1327"/>
                </a:lnTo>
                <a:lnTo>
                  <a:pt x="4342" y="1302"/>
                </a:lnTo>
                <a:lnTo>
                  <a:pt x="4364" y="1277"/>
                </a:lnTo>
                <a:lnTo>
                  <a:pt x="4387" y="1254"/>
                </a:lnTo>
                <a:lnTo>
                  <a:pt x="4411" y="1230"/>
                </a:lnTo>
                <a:lnTo>
                  <a:pt x="4437" y="1207"/>
                </a:lnTo>
                <a:lnTo>
                  <a:pt x="4462" y="1185"/>
                </a:lnTo>
                <a:lnTo>
                  <a:pt x="4488" y="1163"/>
                </a:lnTo>
                <a:lnTo>
                  <a:pt x="4516" y="1142"/>
                </a:lnTo>
                <a:lnTo>
                  <a:pt x="4544" y="1120"/>
                </a:lnTo>
                <a:lnTo>
                  <a:pt x="809" y="1120"/>
                </a:lnTo>
                <a:lnTo>
                  <a:pt x="837" y="1142"/>
                </a:lnTo>
                <a:lnTo>
                  <a:pt x="864" y="1163"/>
                </a:lnTo>
                <a:lnTo>
                  <a:pt x="891" y="1185"/>
                </a:lnTo>
                <a:lnTo>
                  <a:pt x="917" y="1207"/>
                </a:lnTo>
                <a:lnTo>
                  <a:pt x="942" y="1230"/>
                </a:lnTo>
                <a:lnTo>
                  <a:pt x="966" y="1254"/>
                </a:lnTo>
                <a:lnTo>
                  <a:pt x="989" y="1277"/>
                </a:lnTo>
                <a:lnTo>
                  <a:pt x="1012" y="1302"/>
                </a:lnTo>
                <a:lnTo>
                  <a:pt x="1032" y="1326"/>
                </a:lnTo>
                <a:lnTo>
                  <a:pt x="1053" y="1351"/>
                </a:lnTo>
                <a:lnTo>
                  <a:pt x="1073" y="1376"/>
                </a:lnTo>
                <a:lnTo>
                  <a:pt x="1091" y="1402"/>
                </a:lnTo>
                <a:lnTo>
                  <a:pt x="1110" y="1427"/>
                </a:lnTo>
                <a:lnTo>
                  <a:pt x="1127" y="1452"/>
                </a:lnTo>
                <a:lnTo>
                  <a:pt x="1142" y="1479"/>
                </a:lnTo>
                <a:lnTo>
                  <a:pt x="1157" y="1505"/>
                </a:lnTo>
                <a:lnTo>
                  <a:pt x="1170" y="1533"/>
                </a:lnTo>
                <a:lnTo>
                  <a:pt x="1184" y="1560"/>
                </a:lnTo>
                <a:lnTo>
                  <a:pt x="1196" y="1589"/>
                </a:lnTo>
                <a:lnTo>
                  <a:pt x="1207" y="1618"/>
                </a:lnTo>
                <a:lnTo>
                  <a:pt x="1218" y="1648"/>
                </a:lnTo>
                <a:lnTo>
                  <a:pt x="1228" y="1677"/>
                </a:lnTo>
                <a:lnTo>
                  <a:pt x="1237" y="1708"/>
                </a:lnTo>
                <a:lnTo>
                  <a:pt x="1245" y="1739"/>
                </a:lnTo>
                <a:lnTo>
                  <a:pt x="1252" y="1770"/>
                </a:lnTo>
                <a:lnTo>
                  <a:pt x="1259" y="1802"/>
                </a:lnTo>
                <a:lnTo>
                  <a:pt x="1265" y="1834"/>
                </a:lnTo>
                <a:lnTo>
                  <a:pt x="1269" y="1866"/>
                </a:lnTo>
                <a:lnTo>
                  <a:pt x="1273" y="1900"/>
                </a:lnTo>
                <a:lnTo>
                  <a:pt x="1276" y="1934"/>
                </a:lnTo>
                <a:lnTo>
                  <a:pt x="1279" y="1969"/>
                </a:lnTo>
                <a:lnTo>
                  <a:pt x="1280" y="2003"/>
                </a:lnTo>
                <a:lnTo>
                  <a:pt x="1251" y="2003"/>
                </a:lnTo>
                <a:lnTo>
                  <a:pt x="1187" y="1938"/>
                </a:lnTo>
                <a:lnTo>
                  <a:pt x="1121" y="1872"/>
                </a:lnTo>
                <a:lnTo>
                  <a:pt x="1054" y="1808"/>
                </a:lnTo>
                <a:lnTo>
                  <a:pt x="985" y="1743"/>
                </a:lnTo>
                <a:lnTo>
                  <a:pt x="915" y="1680"/>
                </a:lnTo>
                <a:lnTo>
                  <a:pt x="843" y="1618"/>
                </a:lnTo>
                <a:lnTo>
                  <a:pt x="769" y="1557"/>
                </a:lnTo>
                <a:lnTo>
                  <a:pt x="694" y="1497"/>
                </a:lnTo>
                <a:lnTo>
                  <a:pt x="616" y="1437"/>
                </a:lnTo>
                <a:lnTo>
                  <a:pt x="535" y="1377"/>
                </a:lnTo>
                <a:lnTo>
                  <a:pt x="453" y="1318"/>
                </a:lnTo>
                <a:lnTo>
                  <a:pt x="367" y="1259"/>
                </a:lnTo>
                <a:lnTo>
                  <a:pt x="279" y="1200"/>
                </a:lnTo>
                <a:lnTo>
                  <a:pt x="189" y="1143"/>
                </a:lnTo>
                <a:lnTo>
                  <a:pt x="96" y="1085"/>
                </a:lnTo>
                <a:lnTo>
                  <a:pt x="0" y="1029"/>
                </a:lnTo>
                <a:lnTo>
                  <a:pt x="0" y="1002"/>
                </a:lnTo>
                <a:lnTo>
                  <a:pt x="96" y="943"/>
                </a:lnTo>
                <a:lnTo>
                  <a:pt x="188" y="884"/>
                </a:lnTo>
                <a:lnTo>
                  <a:pt x="279" y="824"/>
                </a:lnTo>
                <a:lnTo>
                  <a:pt x="366" y="764"/>
                </a:lnTo>
                <a:lnTo>
                  <a:pt x="451" y="704"/>
                </a:lnTo>
                <a:lnTo>
                  <a:pt x="533" y="645"/>
                </a:lnTo>
                <a:lnTo>
                  <a:pt x="614" y="584"/>
                </a:lnTo>
                <a:lnTo>
                  <a:pt x="691" y="523"/>
                </a:lnTo>
                <a:lnTo>
                  <a:pt x="767" y="460"/>
                </a:lnTo>
                <a:lnTo>
                  <a:pt x="840" y="398"/>
                </a:lnTo>
                <a:lnTo>
                  <a:pt x="913" y="334"/>
                </a:lnTo>
                <a:lnTo>
                  <a:pt x="984" y="269"/>
                </a:lnTo>
                <a:lnTo>
                  <a:pt x="1053" y="204"/>
                </a:lnTo>
                <a:lnTo>
                  <a:pt x="1121" y="137"/>
                </a:lnTo>
                <a:lnTo>
                  <a:pt x="1187" y="69"/>
                </a:lnTo>
                <a:lnTo>
                  <a:pt x="1251" y="0"/>
                </a:lnTo>
                <a:lnTo>
                  <a:pt x="1280" y="0"/>
                </a:lnTo>
                <a:lnTo>
                  <a:pt x="1279" y="36"/>
                </a:lnTo>
                <a:lnTo>
                  <a:pt x="1276" y="72"/>
                </a:lnTo>
                <a:lnTo>
                  <a:pt x="1273" y="107"/>
                </a:lnTo>
                <a:lnTo>
                  <a:pt x="1269" y="141"/>
                </a:lnTo>
                <a:lnTo>
                  <a:pt x="1265" y="175"/>
                </a:lnTo>
                <a:lnTo>
                  <a:pt x="1259" y="208"/>
                </a:lnTo>
                <a:lnTo>
                  <a:pt x="1252" y="241"/>
                </a:lnTo>
                <a:lnTo>
                  <a:pt x="1245" y="273"/>
                </a:lnTo>
                <a:lnTo>
                  <a:pt x="1237" y="305"/>
                </a:lnTo>
                <a:lnTo>
                  <a:pt x="1228" y="336"/>
                </a:lnTo>
                <a:lnTo>
                  <a:pt x="1218" y="366"/>
                </a:lnTo>
                <a:lnTo>
                  <a:pt x="1207" y="396"/>
                </a:lnTo>
                <a:lnTo>
                  <a:pt x="1196" y="425"/>
                </a:lnTo>
                <a:lnTo>
                  <a:pt x="1184" y="454"/>
                </a:lnTo>
                <a:lnTo>
                  <a:pt x="1170" y="482"/>
                </a:lnTo>
                <a:lnTo>
                  <a:pt x="1157" y="509"/>
                </a:lnTo>
                <a:lnTo>
                  <a:pt x="1142" y="536"/>
                </a:lnTo>
                <a:lnTo>
                  <a:pt x="1127" y="564"/>
                </a:lnTo>
                <a:lnTo>
                  <a:pt x="1110" y="590"/>
                </a:lnTo>
                <a:lnTo>
                  <a:pt x="1091" y="618"/>
                </a:lnTo>
                <a:lnTo>
                  <a:pt x="1073" y="643"/>
                </a:lnTo>
                <a:lnTo>
                  <a:pt x="1053" y="670"/>
                </a:lnTo>
                <a:lnTo>
                  <a:pt x="1032" y="695"/>
                </a:lnTo>
                <a:lnTo>
                  <a:pt x="1012" y="721"/>
                </a:lnTo>
                <a:lnTo>
                  <a:pt x="989" y="746"/>
                </a:lnTo>
                <a:lnTo>
                  <a:pt x="966" y="770"/>
                </a:lnTo>
                <a:lnTo>
                  <a:pt x="942" y="794"/>
                </a:lnTo>
                <a:lnTo>
                  <a:pt x="917" y="818"/>
                </a:lnTo>
                <a:lnTo>
                  <a:pt x="891" y="841"/>
                </a:lnTo>
                <a:lnTo>
                  <a:pt x="864" y="864"/>
                </a:lnTo>
                <a:lnTo>
                  <a:pt x="837" y="886"/>
                </a:lnTo>
                <a:lnTo>
                  <a:pt x="809" y="908"/>
                </a:lnTo>
                <a:lnTo>
                  <a:pt x="4544" y="908"/>
                </a:lnTo>
                <a:close/>
              </a:path>
            </a:pathLst>
          </a:custGeom>
          <a:solidFill>
            <a:schemeClr val="bg1"/>
          </a:solidFill>
          <a:ln>
            <a:noFill/>
          </a:ln>
          <a:extLst>
            <a:ext uri="{91240B29-F687-4F45-9708-019B960494DF}">
              <a14:hiddenLine xmlns:a14="http://schemas.microsoft.com/office/drawing/2010/main" w="9525">
                <a:solidFill>
                  <a:srgbClr val="000000"/>
                </a:solidFill>
                <a:round/>
              </a14:hiddenLine>
            </a:ext>
          </a:extLst>
        </p:spPr>
        <p:txBody>
          <a:bodyPr/>
          <a:lstStyle>
            <a:defPPr>
              <a:defRPr lang="zh-CN"/>
            </a:defPPr>
            <a:lvl1pPr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1pPr>
            <a:lvl2pPr marL="4572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2pPr>
            <a:lvl3pPr marL="9144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3pPr>
            <a:lvl4pPr marL="13716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4pPr>
            <a:lvl5pPr marL="18288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5pPr>
            <a:lvl6pPr marL="2286000" algn="l" defTabSz="914400" rtl="0" eaLnBrk="1" latinLnBrk="0" hangingPunct="1">
              <a:defRPr kern="1200">
                <a:solidFill>
                  <a:schemeClr val="tx1"/>
                </a:solidFill>
                <a:latin typeface="Calibri" panose="020F0502020204030204" charset="0"/>
                <a:ea typeface="宋体" panose="02010600030101010101" pitchFamily="2" charset="-122"/>
                <a:cs typeface="+mn-cs"/>
              </a:defRPr>
            </a:lvl6pPr>
            <a:lvl7pPr marL="2743200" algn="l" defTabSz="914400" rtl="0" eaLnBrk="1" latinLnBrk="0" hangingPunct="1">
              <a:defRPr kern="1200">
                <a:solidFill>
                  <a:schemeClr val="tx1"/>
                </a:solidFill>
                <a:latin typeface="Calibri" panose="020F0502020204030204" charset="0"/>
                <a:ea typeface="宋体" panose="02010600030101010101" pitchFamily="2" charset="-122"/>
                <a:cs typeface="+mn-cs"/>
              </a:defRPr>
            </a:lvl7pPr>
            <a:lvl8pPr marL="3200400" algn="l" defTabSz="914400" rtl="0" eaLnBrk="1" latinLnBrk="0" hangingPunct="1">
              <a:defRPr kern="1200">
                <a:solidFill>
                  <a:schemeClr val="tx1"/>
                </a:solidFill>
                <a:latin typeface="Calibri" panose="020F0502020204030204" charset="0"/>
                <a:ea typeface="宋体" panose="02010600030101010101" pitchFamily="2" charset="-122"/>
                <a:cs typeface="+mn-cs"/>
              </a:defRPr>
            </a:lvl8pPr>
            <a:lvl9pPr marL="3657600" algn="l" defTabSz="914400" rtl="0" eaLnBrk="1" latinLnBrk="0" hangingPunct="1">
              <a:defRPr kern="1200">
                <a:solidFill>
                  <a:schemeClr val="tx1"/>
                </a:solidFill>
                <a:latin typeface="Calibri" panose="020F0502020204030204" charset="0"/>
                <a:ea typeface="宋体" panose="02010600030101010101" pitchFamily="2" charset="-122"/>
                <a:cs typeface="+mn-cs"/>
              </a:defRPr>
            </a:lvl9pPr>
          </a:lstStyle>
          <a:p>
            <a:endParaRPr lang="zh-CN" altLang="en-US" dirty="0">
              <a:ea typeface="微软雅黑" panose="020B0503020204020204" pitchFamily="34" charset="-122"/>
            </a:endParaRPr>
          </a:p>
        </p:txBody>
      </p:sp>
      <p:sp>
        <p:nvSpPr>
          <p:cNvPr id="22" name="直线箭头">
            <a:extLst>
              <a:ext uri="{FF2B5EF4-FFF2-40B4-BE49-F238E27FC236}">
                <a16:creationId xmlns:a16="http://schemas.microsoft.com/office/drawing/2014/main" id="{970E8866-7ED5-6683-50E1-D1C92F7692C4}"/>
              </a:ext>
            </a:extLst>
          </p:cNvPr>
          <p:cNvSpPr/>
          <p:nvPr/>
        </p:nvSpPr>
        <p:spPr>
          <a:xfrm>
            <a:off x="6211764" y="6042282"/>
            <a:ext cx="1151255" cy="137795"/>
          </a:xfrm>
          <a:custGeom>
            <a:avLst/>
            <a:gdLst>
              <a:gd name="connsiteX0" fmla="*/ 360040 w 576064"/>
              <a:gd name="connsiteY0" fmla="*/ 0 h 250588"/>
              <a:gd name="connsiteX1" fmla="*/ 576064 w 576064"/>
              <a:gd name="connsiteY1" fmla="*/ 125294 h 250588"/>
              <a:gd name="connsiteX2" fmla="*/ 360040 w 576064"/>
              <a:gd name="connsiteY2" fmla="*/ 250588 h 250588"/>
              <a:gd name="connsiteX3" fmla="*/ 360040 w 576064"/>
              <a:gd name="connsiteY3" fmla="*/ 143294 h 250588"/>
              <a:gd name="connsiteX4" fmla="*/ 0 w 576064"/>
              <a:gd name="connsiteY4" fmla="*/ 143294 h 250588"/>
              <a:gd name="connsiteX5" fmla="*/ 0 w 576064"/>
              <a:gd name="connsiteY5" fmla="*/ 107294 h 250588"/>
              <a:gd name="connsiteX6" fmla="*/ 360040 w 576064"/>
              <a:gd name="connsiteY6" fmla="*/ 107294 h 2505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576064" h="250588">
                <a:moveTo>
                  <a:pt x="360040" y="0"/>
                </a:moveTo>
                <a:lnTo>
                  <a:pt x="576064" y="125294"/>
                </a:lnTo>
                <a:lnTo>
                  <a:pt x="360040" y="250588"/>
                </a:lnTo>
                <a:lnTo>
                  <a:pt x="360040" y="143294"/>
                </a:lnTo>
                <a:lnTo>
                  <a:pt x="0" y="143294"/>
                </a:lnTo>
                <a:lnTo>
                  <a:pt x="0" y="107294"/>
                </a:lnTo>
                <a:lnTo>
                  <a:pt x="360040" y="107294"/>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scene3d>
              <a:camera prst="orthographicFront"/>
              <a:lightRig rig="threePt" dir="t"/>
            </a:scene3d>
            <a:sp3d>
              <a:contourClr>
                <a:srgbClr val="FFFFFF"/>
              </a:contourClr>
            </a:sp3d>
          </a:bodyPr>
          <a:lstStyle>
            <a:defPPr>
              <a:defRPr lang="zh-CN"/>
            </a:defPPr>
            <a:lvl1pPr algn="l" rtl="0" eaLnBrk="0" fontAlgn="base" hangingPunct="0">
              <a:spcBef>
                <a:spcPct val="0"/>
              </a:spcBef>
              <a:spcAft>
                <a:spcPct val="0"/>
              </a:spcAft>
              <a:defRPr kern="1200">
                <a:solidFill>
                  <a:schemeClr val="lt1"/>
                </a:solidFill>
                <a:latin typeface="+mn-lt"/>
                <a:ea typeface="+mn-ea"/>
                <a:cs typeface="+mn-cs"/>
              </a:defRPr>
            </a:lvl1pPr>
            <a:lvl2pPr marL="457200" algn="l" rtl="0" eaLnBrk="0" fontAlgn="base" hangingPunct="0">
              <a:spcBef>
                <a:spcPct val="0"/>
              </a:spcBef>
              <a:spcAft>
                <a:spcPct val="0"/>
              </a:spcAft>
              <a:defRPr kern="1200">
                <a:solidFill>
                  <a:schemeClr val="lt1"/>
                </a:solidFill>
                <a:latin typeface="+mn-lt"/>
                <a:ea typeface="+mn-ea"/>
                <a:cs typeface="+mn-cs"/>
              </a:defRPr>
            </a:lvl2pPr>
            <a:lvl3pPr marL="914400" algn="l" rtl="0" eaLnBrk="0" fontAlgn="base" hangingPunct="0">
              <a:spcBef>
                <a:spcPct val="0"/>
              </a:spcBef>
              <a:spcAft>
                <a:spcPct val="0"/>
              </a:spcAft>
              <a:defRPr kern="1200">
                <a:solidFill>
                  <a:schemeClr val="lt1"/>
                </a:solidFill>
                <a:latin typeface="+mn-lt"/>
                <a:ea typeface="+mn-ea"/>
                <a:cs typeface="+mn-cs"/>
              </a:defRPr>
            </a:lvl3pPr>
            <a:lvl4pPr marL="1371600" algn="l" rtl="0" eaLnBrk="0" fontAlgn="base" hangingPunct="0">
              <a:spcBef>
                <a:spcPct val="0"/>
              </a:spcBef>
              <a:spcAft>
                <a:spcPct val="0"/>
              </a:spcAft>
              <a:defRPr kern="1200">
                <a:solidFill>
                  <a:schemeClr val="lt1"/>
                </a:solidFill>
                <a:latin typeface="+mn-lt"/>
                <a:ea typeface="+mn-ea"/>
                <a:cs typeface="+mn-cs"/>
              </a:defRPr>
            </a:lvl4pPr>
            <a:lvl5pPr marL="1828800" algn="l" rtl="0" eaLnBrk="0" fontAlgn="base" hangingPunct="0">
              <a:spcBef>
                <a:spcPct val="0"/>
              </a:spcBef>
              <a:spcAft>
                <a:spcPct val="0"/>
              </a:spcAft>
              <a:defRPr kern="1200">
                <a:solidFill>
                  <a:schemeClr val="lt1"/>
                </a:solidFill>
                <a:latin typeface="+mn-lt"/>
                <a:ea typeface="+mn-ea"/>
                <a:cs typeface="+mn-cs"/>
              </a:defRPr>
            </a:lvl5pPr>
            <a:lvl6pPr marL="2286000" algn="l" defTabSz="914400" rtl="0" eaLnBrk="1" latinLnBrk="0" hangingPunct="1">
              <a:defRPr kern="1200">
                <a:solidFill>
                  <a:schemeClr val="lt1"/>
                </a:solidFill>
                <a:latin typeface="+mn-lt"/>
                <a:ea typeface="+mn-ea"/>
                <a:cs typeface="+mn-cs"/>
              </a:defRPr>
            </a:lvl6pPr>
            <a:lvl7pPr marL="2743200" algn="l" defTabSz="914400" rtl="0" eaLnBrk="1" latinLnBrk="0" hangingPunct="1">
              <a:defRPr kern="1200">
                <a:solidFill>
                  <a:schemeClr val="lt1"/>
                </a:solidFill>
                <a:latin typeface="+mn-lt"/>
                <a:ea typeface="+mn-ea"/>
                <a:cs typeface="+mn-cs"/>
              </a:defRPr>
            </a:lvl7pPr>
            <a:lvl8pPr marL="3200400" algn="l" defTabSz="914400" rtl="0" eaLnBrk="1" latinLnBrk="0" hangingPunct="1">
              <a:defRPr kern="1200">
                <a:solidFill>
                  <a:schemeClr val="lt1"/>
                </a:solidFill>
                <a:latin typeface="+mn-lt"/>
                <a:ea typeface="+mn-ea"/>
                <a:cs typeface="+mn-cs"/>
              </a:defRPr>
            </a:lvl8pPr>
            <a:lvl9pPr marL="3657600" algn="l" defTabSz="914400" rtl="0" eaLnBrk="1" latinLnBrk="0" hangingPunct="1">
              <a:defRPr kern="1200">
                <a:solidFill>
                  <a:schemeClr val="lt1"/>
                </a:solidFill>
                <a:latin typeface="+mn-lt"/>
                <a:ea typeface="+mn-ea"/>
                <a:cs typeface="+mn-cs"/>
              </a:defRPr>
            </a:lvl9pPr>
          </a:lstStyle>
          <a:p>
            <a:pPr algn="ctr" eaLnBrk="1" fontAlgn="auto" hangingPunct="1">
              <a:spcBef>
                <a:spcPts val="0"/>
              </a:spcBef>
              <a:spcAft>
                <a:spcPts val="0"/>
              </a:spcAft>
              <a:defRPr/>
            </a:pPr>
            <a:endParaRPr lang="zh-CN" altLang="en-US">
              <a:solidFill>
                <a:srgbClr val="FFFFFF"/>
              </a:solidFill>
            </a:endParaRPr>
          </a:p>
        </p:txBody>
      </p:sp>
      <p:sp>
        <p:nvSpPr>
          <p:cNvPr id="23" name="矩形 22">
            <a:extLst>
              <a:ext uri="{FF2B5EF4-FFF2-40B4-BE49-F238E27FC236}">
                <a16:creationId xmlns:a16="http://schemas.microsoft.com/office/drawing/2014/main" id="{5707CB20-D67B-E85A-CAC1-81074C7B40A9}"/>
              </a:ext>
            </a:extLst>
          </p:cNvPr>
          <p:cNvSpPr/>
          <p:nvPr/>
        </p:nvSpPr>
        <p:spPr>
          <a:xfrm>
            <a:off x="5025623" y="3062716"/>
            <a:ext cx="2160000" cy="324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t" anchorCtr="0"/>
          <a:lstStyle/>
          <a:p>
            <a:pPr algn="ctr"/>
            <a:r>
              <a:rPr lang="zh-CN" altLang="en-US" sz="1600" dirty="0">
                <a:solidFill>
                  <a:schemeClr val="tx1"/>
                </a:solidFill>
              </a:rPr>
              <a:t>自动售水系统</a:t>
            </a:r>
          </a:p>
        </p:txBody>
      </p:sp>
      <p:sp>
        <p:nvSpPr>
          <p:cNvPr id="24" name="椭圆 23">
            <a:extLst>
              <a:ext uri="{FF2B5EF4-FFF2-40B4-BE49-F238E27FC236}">
                <a16:creationId xmlns:a16="http://schemas.microsoft.com/office/drawing/2014/main" id="{601CFE6A-27C4-B11B-AC0D-1A2224F099DE}"/>
              </a:ext>
            </a:extLst>
          </p:cNvPr>
          <p:cNvSpPr/>
          <p:nvPr/>
        </p:nvSpPr>
        <p:spPr>
          <a:xfrm>
            <a:off x="5698386" y="3466490"/>
            <a:ext cx="914400" cy="34671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tx1"/>
                </a:solidFill>
              </a:rPr>
              <a:t>一元</a:t>
            </a:r>
          </a:p>
        </p:txBody>
      </p:sp>
      <p:sp>
        <p:nvSpPr>
          <p:cNvPr id="25" name="椭圆 24">
            <a:extLst>
              <a:ext uri="{FF2B5EF4-FFF2-40B4-BE49-F238E27FC236}">
                <a16:creationId xmlns:a16="http://schemas.microsoft.com/office/drawing/2014/main" id="{92A77900-5FE3-64D3-983A-297DBD71ED7F}"/>
              </a:ext>
            </a:extLst>
          </p:cNvPr>
          <p:cNvSpPr/>
          <p:nvPr/>
        </p:nvSpPr>
        <p:spPr>
          <a:xfrm>
            <a:off x="5698386" y="4278888"/>
            <a:ext cx="914400" cy="34671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tx1"/>
                </a:solidFill>
              </a:rPr>
              <a:t>五角</a:t>
            </a:r>
          </a:p>
        </p:txBody>
      </p:sp>
      <p:sp>
        <p:nvSpPr>
          <p:cNvPr id="26" name="椭圆 25">
            <a:extLst>
              <a:ext uri="{FF2B5EF4-FFF2-40B4-BE49-F238E27FC236}">
                <a16:creationId xmlns:a16="http://schemas.microsoft.com/office/drawing/2014/main" id="{DC167578-3191-8908-7DE7-31DCAB8D45DD}"/>
              </a:ext>
            </a:extLst>
          </p:cNvPr>
          <p:cNvSpPr/>
          <p:nvPr/>
        </p:nvSpPr>
        <p:spPr>
          <a:xfrm>
            <a:off x="5698386" y="4963591"/>
            <a:ext cx="914400" cy="34671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tx1"/>
                </a:solidFill>
              </a:rPr>
              <a:t>退币</a:t>
            </a:r>
          </a:p>
        </p:txBody>
      </p:sp>
      <p:sp>
        <p:nvSpPr>
          <p:cNvPr id="27" name="椭圆 26">
            <a:extLst>
              <a:ext uri="{FF2B5EF4-FFF2-40B4-BE49-F238E27FC236}">
                <a16:creationId xmlns:a16="http://schemas.microsoft.com/office/drawing/2014/main" id="{1965CB1F-1D2E-6796-9483-78C019B1D7A9}"/>
              </a:ext>
            </a:extLst>
          </p:cNvPr>
          <p:cNvSpPr/>
          <p:nvPr/>
        </p:nvSpPr>
        <p:spPr>
          <a:xfrm>
            <a:off x="5698386" y="5638130"/>
            <a:ext cx="914400" cy="34671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tx1"/>
                </a:solidFill>
              </a:rPr>
              <a:t>取款</a:t>
            </a:r>
          </a:p>
        </p:txBody>
      </p:sp>
      <p:pic>
        <p:nvPicPr>
          <p:cNvPr id="28" name="图片 155">
            <a:extLst>
              <a:ext uri="{FF2B5EF4-FFF2-40B4-BE49-F238E27FC236}">
                <a16:creationId xmlns:a16="http://schemas.microsoft.com/office/drawing/2014/main" id="{BCEF64B2-E009-2B9F-4FA9-0D3F5AE2C511}"/>
              </a:ext>
            </a:extLst>
          </p:cNvPr>
          <p:cNvPicPr>
            <a:picLocks noChangeAspect="1"/>
          </p:cNvPicPr>
          <p:nvPr/>
        </p:nvPicPr>
        <p:blipFill>
          <a:blip r:embed="rId3" cstate="print"/>
          <a:stretch>
            <a:fillRect/>
          </a:stretch>
        </p:blipFill>
        <p:spPr>
          <a:xfrm>
            <a:off x="4479897" y="3394418"/>
            <a:ext cx="283210" cy="490855"/>
          </a:xfrm>
          <a:prstGeom prst="rect">
            <a:avLst/>
          </a:prstGeom>
          <a:noFill/>
          <a:ln w="9525">
            <a:noFill/>
          </a:ln>
        </p:spPr>
      </p:pic>
      <p:pic>
        <p:nvPicPr>
          <p:cNvPr id="29" name="图片 155">
            <a:extLst>
              <a:ext uri="{FF2B5EF4-FFF2-40B4-BE49-F238E27FC236}">
                <a16:creationId xmlns:a16="http://schemas.microsoft.com/office/drawing/2014/main" id="{0AEA19D8-E814-79FE-F808-161D6BCA84ED}"/>
              </a:ext>
            </a:extLst>
          </p:cNvPr>
          <p:cNvPicPr>
            <a:picLocks noChangeAspect="1"/>
          </p:cNvPicPr>
          <p:nvPr/>
        </p:nvPicPr>
        <p:blipFill>
          <a:blip r:embed="rId3" cstate="print"/>
          <a:stretch>
            <a:fillRect/>
          </a:stretch>
        </p:blipFill>
        <p:spPr>
          <a:xfrm>
            <a:off x="4479897" y="4206816"/>
            <a:ext cx="283210" cy="490855"/>
          </a:xfrm>
          <a:prstGeom prst="rect">
            <a:avLst/>
          </a:prstGeom>
          <a:noFill/>
          <a:ln w="9525">
            <a:noFill/>
          </a:ln>
        </p:spPr>
      </p:pic>
      <p:pic>
        <p:nvPicPr>
          <p:cNvPr id="30" name="图片 155">
            <a:extLst>
              <a:ext uri="{FF2B5EF4-FFF2-40B4-BE49-F238E27FC236}">
                <a16:creationId xmlns:a16="http://schemas.microsoft.com/office/drawing/2014/main" id="{03212A39-2DA1-6637-BDB1-27F73EB48141}"/>
              </a:ext>
            </a:extLst>
          </p:cNvPr>
          <p:cNvPicPr>
            <a:picLocks noChangeAspect="1"/>
          </p:cNvPicPr>
          <p:nvPr/>
        </p:nvPicPr>
        <p:blipFill>
          <a:blip r:embed="rId3" cstate="print"/>
          <a:stretch>
            <a:fillRect/>
          </a:stretch>
        </p:blipFill>
        <p:spPr>
          <a:xfrm>
            <a:off x="4476669" y="5566058"/>
            <a:ext cx="283210" cy="490855"/>
          </a:xfrm>
          <a:prstGeom prst="rect">
            <a:avLst/>
          </a:prstGeom>
          <a:noFill/>
          <a:ln w="9525">
            <a:noFill/>
          </a:ln>
        </p:spPr>
      </p:pic>
      <p:pic>
        <p:nvPicPr>
          <p:cNvPr id="31" name="图片 155">
            <a:extLst>
              <a:ext uri="{FF2B5EF4-FFF2-40B4-BE49-F238E27FC236}">
                <a16:creationId xmlns:a16="http://schemas.microsoft.com/office/drawing/2014/main" id="{7937A8F2-AA6E-DC4D-8146-805A6128E729}"/>
              </a:ext>
            </a:extLst>
          </p:cNvPr>
          <p:cNvPicPr>
            <a:picLocks noChangeAspect="1"/>
          </p:cNvPicPr>
          <p:nvPr/>
        </p:nvPicPr>
        <p:blipFill>
          <a:blip r:embed="rId3" cstate="print"/>
          <a:stretch>
            <a:fillRect/>
          </a:stretch>
        </p:blipFill>
        <p:spPr>
          <a:xfrm>
            <a:off x="7521888" y="4891519"/>
            <a:ext cx="283210" cy="490855"/>
          </a:xfrm>
          <a:prstGeom prst="rect">
            <a:avLst/>
          </a:prstGeom>
          <a:noFill/>
          <a:ln w="9525">
            <a:noFill/>
          </a:ln>
        </p:spPr>
      </p:pic>
      <p:cxnSp>
        <p:nvCxnSpPr>
          <p:cNvPr id="32" name="直接连接符 31">
            <a:extLst>
              <a:ext uri="{FF2B5EF4-FFF2-40B4-BE49-F238E27FC236}">
                <a16:creationId xmlns:a16="http://schemas.microsoft.com/office/drawing/2014/main" id="{3EABE9BA-DE59-CB44-D979-D9BDC9032029}"/>
              </a:ext>
            </a:extLst>
          </p:cNvPr>
          <p:cNvCxnSpPr>
            <a:stCxn id="28" idx="3"/>
            <a:endCxn id="24" idx="2"/>
          </p:cNvCxnSpPr>
          <p:nvPr/>
        </p:nvCxnSpPr>
        <p:spPr>
          <a:xfrm flipV="1">
            <a:off x="4763107" y="3639845"/>
            <a:ext cx="935279" cy="1"/>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3" name="直接连接符 32">
            <a:extLst>
              <a:ext uri="{FF2B5EF4-FFF2-40B4-BE49-F238E27FC236}">
                <a16:creationId xmlns:a16="http://schemas.microsoft.com/office/drawing/2014/main" id="{5D81398D-BA5E-B7AA-A32B-CA518BBF0C1A}"/>
              </a:ext>
            </a:extLst>
          </p:cNvPr>
          <p:cNvCxnSpPr>
            <a:stCxn id="29" idx="3"/>
            <a:endCxn id="25" idx="2"/>
          </p:cNvCxnSpPr>
          <p:nvPr/>
        </p:nvCxnSpPr>
        <p:spPr>
          <a:xfrm flipV="1">
            <a:off x="4763107" y="4452243"/>
            <a:ext cx="935279" cy="1"/>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4" name="直接连接符 33">
            <a:extLst>
              <a:ext uri="{FF2B5EF4-FFF2-40B4-BE49-F238E27FC236}">
                <a16:creationId xmlns:a16="http://schemas.microsoft.com/office/drawing/2014/main" id="{F230C641-DB42-4572-5866-43A40E8A38BC}"/>
              </a:ext>
            </a:extLst>
          </p:cNvPr>
          <p:cNvCxnSpPr>
            <a:stCxn id="30" idx="3"/>
            <a:endCxn id="27" idx="2"/>
          </p:cNvCxnSpPr>
          <p:nvPr/>
        </p:nvCxnSpPr>
        <p:spPr>
          <a:xfrm flipV="1">
            <a:off x="4759879" y="5811485"/>
            <a:ext cx="938507" cy="1"/>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5" name="直接连接符 34">
            <a:extLst>
              <a:ext uri="{FF2B5EF4-FFF2-40B4-BE49-F238E27FC236}">
                <a16:creationId xmlns:a16="http://schemas.microsoft.com/office/drawing/2014/main" id="{E3230236-FE47-84B1-1350-71A41A5AACB5}"/>
              </a:ext>
            </a:extLst>
          </p:cNvPr>
          <p:cNvCxnSpPr>
            <a:stCxn id="26" idx="6"/>
            <a:endCxn id="31" idx="1"/>
          </p:cNvCxnSpPr>
          <p:nvPr/>
        </p:nvCxnSpPr>
        <p:spPr>
          <a:xfrm>
            <a:off x="6612786" y="5136946"/>
            <a:ext cx="909102" cy="1"/>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36" name="文本框 35">
            <a:extLst>
              <a:ext uri="{FF2B5EF4-FFF2-40B4-BE49-F238E27FC236}">
                <a16:creationId xmlns:a16="http://schemas.microsoft.com/office/drawing/2014/main" id="{CC431FCB-AD46-D920-8801-6814C40F33AB}"/>
              </a:ext>
            </a:extLst>
          </p:cNvPr>
          <p:cNvSpPr txBox="1"/>
          <p:nvPr/>
        </p:nvSpPr>
        <p:spPr>
          <a:xfrm>
            <a:off x="7391624" y="5358596"/>
            <a:ext cx="543739" cy="307777"/>
          </a:xfrm>
          <a:prstGeom prst="rect">
            <a:avLst/>
          </a:prstGeom>
          <a:noFill/>
        </p:spPr>
        <p:txBody>
          <a:bodyPr wrap="none" rtlCol="0">
            <a:spAutoFit/>
          </a:bodyPr>
          <a:lstStyle/>
          <a:p>
            <a:r>
              <a:rPr lang="zh-CN" altLang="en-US" sz="1400" dirty="0"/>
              <a:t>顾客</a:t>
            </a:r>
          </a:p>
        </p:txBody>
      </p:sp>
      <p:sp>
        <p:nvSpPr>
          <p:cNvPr id="37" name="文本框 36">
            <a:extLst>
              <a:ext uri="{FF2B5EF4-FFF2-40B4-BE49-F238E27FC236}">
                <a16:creationId xmlns:a16="http://schemas.microsoft.com/office/drawing/2014/main" id="{F250BAC1-6954-F76A-2062-7BA340F0B20B}"/>
              </a:ext>
            </a:extLst>
          </p:cNvPr>
          <p:cNvSpPr txBox="1"/>
          <p:nvPr/>
        </p:nvSpPr>
        <p:spPr>
          <a:xfrm>
            <a:off x="4349633" y="3830410"/>
            <a:ext cx="543739" cy="307777"/>
          </a:xfrm>
          <a:prstGeom prst="rect">
            <a:avLst/>
          </a:prstGeom>
          <a:noFill/>
        </p:spPr>
        <p:txBody>
          <a:bodyPr wrap="none" rtlCol="0">
            <a:spAutoFit/>
          </a:bodyPr>
          <a:lstStyle/>
          <a:p>
            <a:r>
              <a:rPr lang="zh-CN" altLang="en-US" sz="1400" dirty="0"/>
              <a:t>顾客</a:t>
            </a:r>
          </a:p>
        </p:txBody>
      </p:sp>
      <p:sp>
        <p:nvSpPr>
          <p:cNvPr id="38" name="文本框 37">
            <a:extLst>
              <a:ext uri="{FF2B5EF4-FFF2-40B4-BE49-F238E27FC236}">
                <a16:creationId xmlns:a16="http://schemas.microsoft.com/office/drawing/2014/main" id="{2E065058-7C6B-E44D-FE92-1ACD4BAA79BE}"/>
              </a:ext>
            </a:extLst>
          </p:cNvPr>
          <p:cNvSpPr txBox="1"/>
          <p:nvPr/>
        </p:nvSpPr>
        <p:spPr>
          <a:xfrm>
            <a:off x="4349633" y="4655693"/>
            <a:ext cx="543739" cy="307777"/>
          </a:xfrm>
          <a:prstGeom prst="rect">
            <a:avLst/>
          </a:prstGeom>
          <a:noFill/>
        </p:spPr>
        <p:txBody>
          <a:bodyPr wrap="none" rtlCol="0">
            <a:spAutoFit/>
          </a:bodyPr>
          <a:lstStyle/>
          <a:p>
            <a:r>
              <a:rPr lang="zh-CN" altLang="en-US" sz="1400" dirty="0"/>
              <a:t>顾客</a:t>
            </a:r>
          </a:p>
        </p:txBody>
      </p:sp>
      <p:sp>
        <p:nvSpPr>
          <p:cNvPr id="39" name="文本框 38">
            <a:extLst>
              <a:ext uri="{FF2B5EF4-FFF2-40B4-BE49-F238E27FC236}">
                <a16:creationId xmlns:a16="http://schemas.microsoft.com/office/drawing/2014/main" id="{824BD16D-D48F-92D7-968D-F0724B98768C}"/>
              </a:ext>
            </a:extLst>
          </p:cNvPr>
          <p:cNvSpPr txBox="1"/>
          <p:nvPr/>
        </p:nvSpPr>
        <p:spPr>
          <a:xfrm>
            <a:off x="4256637" y="6059994"/>
            <a:ext cx="723275" cy="307777"/>
          </a:xfrm>
          <a:prstGeom prst="rect">
            <a:avLst/>
          </a:prstGeom>
          <a:noFill/>
        </p:spPr>
        <p:txBody>
          <a:bodyPr wrap="none" rtlCol="0">
            <a:spAutoFit/>
          </a:bodyPr>
          <a:lstStyle/>
          <a:p>
            <a:r>
              <a:rPr lang="zh-CN" altLang="en-US" sz="1400" dirty="0"/>
              <a:t>收银员</a:t>
            </a:r>
          </a:p>
        </p:txBody>
      </p:sp>
      <p:sp>
        <p:nvSpPr>
          <p:cNvPr id="40" name="标题 39">
            <a:extLst>
              <a:ext uri="{FF2B5EF4-FFF2-40B4-BE49-F238E27FC236}">
                <a16:creationId xmlns:a16="http://schemas.microsoft.com/office/drawing/2014/main" id="{FC513700-38D9-E27E-4348-FBEA77D669D4}"/>
              </a:ext>
            </a:extLst>
          </p:cNvPr>
          <p:cNvSpPr>
            <a:spLocks noGrp="1"/>
          </p:cNvSpPr>
          <p:nvPr>
            <p:ph type="title"/>
          </p:nvPr>
        </p:nvSpPr>
        <p:spPr>
          <a:xfrm>
            <a:off x="694801" y="360000"/>
            <a:ext cx="5401200" cy="523220"/>
          </a:xfrm>
        </p:spPr>
        <p:txBody>
          <a:bodyPr/>
          <a:lstStyle/>
          <a:p>
            <a:r>
              <a:rPr lang="en-US" altLang="en-US" dirty="0">
                <a:sym typeface="+mn-ea"/>
              </a:rPr>
              <a:t>6.3 </a:t>
            </a:r>
            <a:r>
              <a:rPr lang="en-US" altLang="zh-CN" dirty="0">
                <a:sym typeface="+mn-ea"/>
              </a:rPr>
              <a:t>UML</a:t>
            </a:r>
            <a:r>
              <a:rPr lang="zh-CN" altLang="en-US" dirty="0">
                <a:sym typeface="+mn-ea"/>
              </a:rPr>
              <a:t>图</a:t>
            </a:r>
            <a:endParaRPr lang="zh-CN" altLang="en-US" dirty="0"/>
          </a:p>
        </p:txBody>
      </p:sp>
      <p:sp>
        <p:nvSpPr>
          <p:cNvPr id="41" name="文本占位符 40">
            <a:extLst>
              <a:ext uri="{FF2B5EF4-FFF2-40B4-BE49-F238E27FC236}">
                <a16:creationId xmlns:a16="http://schemas.microsoft.com/office/drawing/2014/main" id="{6858C012-2218-75AB-0E9D-C77C424F3F56}"/>
              </a:ext>
            </a:extLst>
          </p:cNvPr>
          <p:cNvSpPr>
            <a:spLocks noGrp="1"/>
          </p:cNvSpPr>
          <p:nvPr>
            <p:ph type="body" sz="quarter" idx="10"/>
          </p:nvPr>
        </p:nvSpPr>
        <p:spPr>
          <a:xfrm>
            <a:off x="900001" y="1322832"/>
            <a:ext cx="5196000" cy="400110"/>
          </a:xfrm>
        </p:spPr>
        <p:txBody>
          <a:bodyPr/>
          <a:lstStyle/>
          <a:p>
            <a:r>
              <a:rPr lang="zh-CN" altLang="en-US" dirty="0"/>
              <a:t>案例</a:t>
            </a:r>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694801" y="360000"/>
            <a:ext cx="5401200" cy="523220"/>
          </a:xfrm>
        </p:spPr>
        <p:txBody>
          <a:bodyPr>
            <a:normAutofit/>
          </a:bodyPr>
          <a:lstStyle/>
          <a:p>
            <a:r>
              <a:rPr lang="en-US" altLang="en-US" dirty="0">
                <a:sym typeface="+mn-ea"/>
              </a:rPr>
              <a:t>6.3 </a:t>
            </a:r>
            <a:r>
              <a:rPr lang="en-US" altLang="zh-CN" dirty="0">
                <a:sym typeface="+mn-ea"/>
              </a:rPr>
              <a:t>UML</a:t>
            </a:r>
            <a:r>
              <a:rPr lang="zh-CN" altLang="en-US" dirty="0">
                <a:sym typeface="+mn-ea"/>
              </a:rPr>
              <a:t>图</a:t>
            </a:r>
            <a:endParaRPr lang="zh-CN" altLang="en-US" dirty="0"/>
          </a:p>
        </p:txBody>
      </p:sp>
      <p:sp>
        <p:nvSpPr>
          <p:cNvPr id="7" name="文本占位符 6">
            <a:extLst>
              <a:ext uri="{FF2B5EF4-FFF2-40B4-BE49-F238E27FC236}">
                <a16:creationId xmlns:a16="http://schemas.microsoft.com/office/drawing/2014/main" id="{6293664C-ED92-7815-86D7-E809F3C0C427}"/>
              </a:ext>
            </a:extLst>
          </p:cNvPr>
          <p:cNvSpPr>
            <a:spLocks noGrp="1"/>
          </p:cNvSpPr>
          <p:nvPr>
            <p:ph type="body" sz="quarter" idx="10"/>
          </p:nvPr>
        </p:nvSpPr>
        <p:spPr>
          <a:xfrm>
            <a:off x="900001" y="1322832"/>
            <a:ext cx="5196000" cy="400110"/>
          </a:xfrm>
        </p:spPr>
        <p:txBody>
          <a:bodyPr/>
          <a:lstStyle/>
          <a:p>
            <a:r>
              <a:rPr lang="en-US" altLang="zh-CN" dirty="0"/>
              <a:t>6.3.2 </a:t>
            </a:r>
            <a:r>
              <a:rPr lang="zh-CN" altLang="en-US" dirty="0"/>
              <a:t>类图和包</a:t>
            </a:r>
          </a:p>
        </p:txBody>
      </p:sp>
      <p:grpSp>
        <p:nvGrpSpPr>
          <p:cNvPr id="2" name="组合 1"/>
          <p:cNvGrpSpPr/>
          <p:nvPr/>
        </p:nvGrpSpPr>
        <p:grpSpPr>
          <a:xfrm>
            <a:off x="1933575" y="2134870"/>
            <a:ext cx="8325485" cy="3671570"/>
            <a:chOff x="9359" y="6193"/>
            <a:chExt cx="7613" cy="5750"/>
          </a:xfrm>
        </p:grpSpPr>
        <p:sp>
          <p:nvSpPr>
            <p:cNvPr id="4" name="MH_Other_1"/>
            <p:cNvSpPr/>
            <p:nvPr/>
          </p:nvSpPr>
          <p:spPr>
            <a:xfrm>
              <a:off x="9359" y="6193"/>
              <a:ext cx="7178" cy="4297"/>
            </a:xfrm>
            <a:prstGeom prst="roundRect">
              <a:avLst>
                <a:gd name="adj" fmla="val 3901"/>
              </a:avLst>
            </a:prstGeom>
            <a:solidFill>
              <a:schemeClr val="accent4">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eaLnBrk="1" fontAlgn="auto" hangingPunct="1">
                <a:spcBef>
                  <a:spcPts val="0"/>
                </a:spcBef>
                <a:spcAft>
                  <a:spcPts val="0"/>
                </a:spcAft>
                <a:defRPr/>
              </a:pPr>
              <a:endParaRPr lang="zh-CN" altLang="en-US"/>
            </a:p>
          </p:txBody>
        </p:sp>
        <p:sp>
          <p:nvSpPr>
            <p:cNvPr id="5" name="MH_Other_2"/>
            <p:cNvSpPr/>
            <p:nvPr/>
          </p:nvSpPr>
          <p:spPr>
            <a:xfrm>
              <a:off x="9794" y="6640"/>
              <a:ext cx="7178" cy="5303"/>
            </a:xfrm>
            <a:custGeom>
              <a:avLst/>
              <a:gdLst>
                <a:gd name="connsiteX0" fmla="*/ 106446 w 4557485"/>
                <a:gd name="connsiteY0" fmla="*/ 0 h 3367314"/>
                <a:gd name="connsiteX1" fmla="*/ 4451039 w 4557485"/>
                <a:gd name="connsiteY1" fmla="*/ 0 h 3367314"/>
                <a:gd name="connsiteX2" fmla="*/ 4557485 w 4557485"/>
                <a:gd name="connsiteY2" fmla="*/ 106446 h 3367314"/>
                <a:gd name="connsiteX3" fmla="*/ 4557485 w 4557485"/>
                <a:gd name="connsiteY3" fmla="*/ 2622239 h 3367314"/>
                <a:gd name="connsiteX4" fmla="*/ 4451039 w 4557485"/>
                <a:gd name="connsiteY4" fmla="*/ 2728685 h 3367314"/>
                <a:gd name="connsiteX5" fmla="*/ 3773714 w 4557485"/>
                <a:gd name="connsiteY5" fmla="*/ 2728685 h 3367314"/>
                <a:gd name="connsiteX6" fmla="*/ 3773714 w 4557485"/>
                <a:gd name="connsiteY6" fmla="*/ 3367314 h 3367314"/>
                <a:gd name="connsiteX7" fmla="*/ 3135085 w 4557485"/>
                <a:gd name="connsiteY7" fmla="*/ 2728685 h 3367314"/>
                <a:gd name="connsiteX8" fmla="*/ 106446 w 4557485"/>
                <a:gd name="connsiteY8" fmla="*/ 2728685 h 3367314"/>
                <a:gd name="connsiteX9" fmla="*/ 0 w 4557485"/>
                <a:gd name="connsiteY9" fmla="*/ 2622239 h 3367314"/>
                <a:gd name="connsiteX10" fmla="*/ 0 w 4557485"/>
                <a:gd name="connsiteY10" fmla="*/ 106446 h 3367314"/>
                <a:gd name="connsiteX11" fmla="*/ 106446 w 4557485"/>
                <a:gd name="connsiteY11" fmla="*/ 0 h 33673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4557485" h="3367314">
                  <a:moveTo>
                    <a:pt x="106446" y="0"/>
                  </a:moveTo>
                  <a:lnTo>
                    <a:pt x="4451039" y="0"/>
                  </a:lnTo>
                  <a:cubicBezTo>
                    <a:pt x="4509828" y="0"/>
                    <a:pt x="4557485" y="47657"/>
                    <a:pt x="4557485" y="106446"/>
                  </a:cubicBezTo>
                  <a:lnTo>
                    <a:pt x="4557485" y="2622239"/>
                  </a:lnTo>
                  <a:cubicBezTo>
                    <a:pt x="4557485" y="2681028"/>
                    <a:pt x="4509828" y="2728685"/>
                    <a:pt x="4451039" y="2728685"/>
                  </a:cubicBezTo>
                  <a:lnTo>
                    <a:pt x="3773714" y="2728685"/>
                  </a:lnTo>
                  <a:lnTo>
                    <a:pt x="3773714" y="3367314"/>
                  </a:lnTo>
                  <a:lnTo>
                    <a:pt x="3135085" y="2728685"/>
                  </a:lnTo>
                  <a:lnTo>
                    <a:pt x="106446" y="2728685"/>
                  </a:lnTo>
                  <a:cubicBezTo>
                    <a:pt x="47657" y="2728685"/>
                    <a:pt x="0" y="2681028"/>
                    <a:pt x="0" y="2622239"/>
                  </a:cubicBezTo>
                  <a:lnTo>
                    <a:pt x="0" y="106446"/>
                  </a:lnTo>
                  <a:cubicBezTo>
                    <a:pt x="0" y="47657"/>
                    <a:pt x="47657" y="0"/>
                    <a:pt x="106446" y="0"/>
                  </a:cubicBezTo>
                  <a:close/>
                </a:path>
              </a:pathLst>
            </a:custGeom>
            <a:solidFill>
              <a:schemeClr val="accent4">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eaLnBrk="1" fontAlgn="auto" hangingPunct="1">
                <a:spcBef>
                  <a:spcPts val="0"/>
                </a:spcBef>
                <a:spcAft>
                  <a:spcPts val="0"/>
                </a:spcAft>
                <a:defRPr/>
              </a:pPr>
              <a:endParaRPr lang="zh-CN" altLang="en-US"/>
            </a:p>
          </p:txBody>
        </p:sp>
        <p:sp>
          <p:nvSpPr>
            <p:cNvPr id="3077" name="MH_Desc_1"/>
            <p:cNvSpPr>
              <a:spLocks noChangeArrowheads="1"/>
            </p:cNvSpPr>
            <p:nvPr/>
          </p:nvSpPr>
          <p:spPr bwMode="auto">
            <a:xfrm>
              <a:off x="10846" y="7210"/>
              <a:ext cx="5115" cy="3200"/>
            </a:xfrm>
            <a:prstGeom prst="rect">
              <a:avLst/>
            </a:prstGeom>
            <a:noFill/>
            <a:ln w="9525">
              <a:noFill/>
              <a:miter lim="800000"/>
            </a:ln>
          </p:spPr>
          <p:txBody>
            <a:bodyPr anchor="ct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indent="457200" fontAlgn="auto">
                <a:lnSpc>
                  <a:spcPct val="120000"/>
                </a:lnSpc>
              </a:pPr>
              <a:r>
                <a:rPr lang="zh-CN" altLang="en-US" dirty="0">
                  <a:solidFill>
                    <a:schemeClr val="tx1"/>
                  </a:solidFill>
                  <a:latin typeface="微软雅黑" panose="020B0503020204020204" charset="-122"/>
                  <a:ea typeface="微软雅黑" panose="020B0503020204020204" charset="-122"/>
                </a:rPr>
                <a:t>类图（Class Diagram）描述类与类之间的静态关系。类图表示系统或领域中的实体以及实体之间的关联，由表示类的类框和表示类之间如何关联的连线所组成。包用于把各种相关的建模元素组织在一起，形成一个整体。</a:t>
              </a:r>
            </a:p>
          </p:txBody>
        </p:sp>
        <p:sp>
          <p:nvSpPr>
            <p:cNvPr id="3078" name="MH_Other_3"/>
            <p:cNvSpPr/>
            <p:nvPr/>
          </p:nvSpPr>
          <p:spPr bwMode="auto">
            <a:xfrm>
              <a:off x="10174" y="7253"/>
              <a:ext cx="593" cy="450"/>
            </a:xfrm>
            <a:custGeom>
              <a:avLst/>
              <a:gdLst>
                <a:gd name="T0" fmla="*/ 373803 w 376733"/>
                <a:gd name="T1" fmla="*/ 1221 h 285293"/>
                <a:gd name="T2" fmla="*/ 376238 w 376733"/>
                <a:gd name="T3" fmla="*/ 3663 h 285293"/>
                <a:gd name="T4" fmla="*/ 368933 w 376733"/>
                <a:gd name="T5" fmla="*/ 17096 h 285293"/>
                <a:gd name="T6" fmla="*/ 334231 w 376733"/>
                <a:gd name="T7" fmla="*/ 83649 h 285293"/>
                <a:gd name="T8" fmla="*/ 322663 w 376733"/>
                <a:gd name="T9" fmla="*/ 146538 h 285293"/>
                <a:gd name="T10" fmla="*/ 339710 w 376733"/>
                <a:gd name="T11" fmla="*/ 214923 h 285293"/>
                <a:gd name="T12" fmla="*/ 344581 w 376733"/>
                <a:gd name="T13" fmla="*/ 238735 h 285293"/>
                <a:gd name="T14" fmla="*/ 319619 w 376733"/>
                <a:gd name="T15" fmla="*/ 264380 h 285293"/>
                <a:gd name="T16" fmla="*/ 272742 w 376733"/>
                <a:gd name="T17" fmla="*/ 277201 h 285293"/>
                <a:gd name="T18" fmla="*/ 227691 w 376733"/>
                <a:gd name="T19" fmla="*/ 263769 h 285293"/>
                <a:gd name="T20" fmla="*/ 204557 w 376733"/>
                <a:gd name="T21" fmla="*/ 213091 h 285293"/>
                <a:gd name="T22" fmla="*/ 230735 w 376733"/>
                <a:gd name="T23" fmla="*/ 123336 h 285293"/>
                <a:gd name="T24" fmla="*/ 309879 w 376733"/>
                <a:gd name="T25" fmla="*/ 36024 h 285293"/>
                <a:gd name="T26" fmla="*/ 373803 w 376733"/>
                <a:gd name="T27" fmla="*/ 1221 h 285293"/>
                <a:gd name="T28" fmla="*/ 235606 w 376733"/>
                <a:gd name="T29" fmla="*/ 0 h 285293"/>
                <a:gd name="T30" fmla="*/ 242302 w 376733"/>
                <a:gd name="T31" fmla="*/ 2442 h 285293"/>
                <a:gd name="T32" fmla="*/ 232562 w 376733"/>
                <a:gd name="T33" fmla="*/ 14653 h 285293"/>
                <a:gd name="T34" fmla="*/ 159506 w 376733"/>
                <a:gd name="T35" fmla="*/ 101355 h 285293"/>
                <a:gd name="T36" fmla="*/ 136372 w 376733"/>
                <a:gd name="T37" fmla="*/ 175846 h 285293"/>
                <a:gd name="T38" fmla="*/ 140633 w 376733"/>
                <a:gd name="T39" fmla="*/ 219808 h 285293"/>
                <a:gd name="T40" fmla="*/ 144894 w 376733"/>
                <a:gd name="T41" fmla="*/ 240567 h 285293"/>
                <a:gd name="T42" fmla="*/ 121152 w 376733"/>
                <a:gd name="T43" fmla="*/ 272927 h 285293"/>
                <a:gd name="T44" fmla="*/ 77318 w 376733"/>
                <a:gd name="T45" fmla="*/ 285750 h 285293"/>
                <a:gd name="T46" fmla="*/ 28614 w 376733"/>
                <a:gd name="T47" fmla="*/ 268043 h 285293"/>
                <a:gd name="T48" fmla="*/ 0 w 376733"/>
                <a:gd name="T49" fmla="*/ 216144 h 285293"/>
                <a:gd name="T50" fmla="*/ 10959 w 376733"/>
                <a:gd name="T51" fmla="*/ 176456 h 285293"/>
                <a:gd name="T52" fmla="*/ 54184 w 376733"/>
                <a:gd name="T53" fmla="*/ 116620 h 285293"/>
                <a:gd name="T54" fmla="*/ 123586 w 376733"/>
                <a:gd name="T55" fmla="*/ 50067 h 285293"/>
                <a:gd name="T56" fmla="*/ 194816 w 376733"/>
                <a:gd name="T57" fmla="*/ 11601 h 285293"/>
                <a:gd name="T58" fmla="*/ 235606 w 376733"/>
                <a:gd name="T59" fmla="*/ 0 h 285293"/>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Lst>
              <a:ahLst/>
              <a:cxnLst>
                <a:cxn ang="T60">
                  <a:pos x="T0" y="T1"/>
                </a:cxn>
                <a:cxn ang="T61">
                  <a:pos x="T2" y="T3"/>
                </a:cxn>
                <a:cxn ang="T62">
                  <a:pos x="T4" y="T5"/>
                </a:cxn>
                <a:cxn ang="T63">
                  <a:pos x="T6" y="T7"/>
                </a:cxn>
                <a:cxn ang="T64">
                  <a:pos x="T8" y="T9"/>
                </a:cxn>
                <a:cxn ang="T65">
                  <a:pos x="T10" y="T11"/>
                </a:cxn>
                <a:cxn ang="T66">
                  <a:pos x="T12" y="T13"/>
                </a:cxn>
                <a:cxn ang="T67">
                  <a:pos x="T14" y="T15"/>
                </a:cxn>
                <a:cxn ang="T68">
                  <a:pos x="T16" y="T17"/>
                </a:cxn>
                <a:cxn ang="T69">
                  <a:pos x="T18" y="T19"/>
                </a:cxn>
                <a:cxn ang="T70">
                  <a:pos x="T20" y="T21"/>
                </a:cxn>
                <a:cxn ang="T71">
                  <a:pos x="T22" y="T23"/>
                </a:cxn>
                <a:cxn ang="T72">
                  <a:pos x="T24" y="T25"/>
                </a:cxn>
                <a:cxn ang="T73">
                  <a:pos x="T26" y="T27"/>
                </a:cxn>
                <a:cxn ang="T74">
                  <a:pos x="T28" y="T29"/>
                </a:cxn>
                <a:cxn ang="T75">
                  <a:pos x="T30" y="T31"/>
                </a:cxn>
                <a:cxn ang="T76">
                  <a:pos x="T32" y="T33"/>
                </a:cxn>
                <a:cxn ang="T77">
                  <a:pos x="T34" y="T35"/>
                </a:cxn>
                <a:cxn ang="T78">
                  <a:pos x="T36" y="T37"/>
                </a:cxn>
                <a:cxn ang="T79">
                  <a:pos x="T38" y="T39"/>
                </a:cxn>
                <a:cxn ang="T80">
                  <a:pos x="T40" y="T41"/>
                </a:cxn>
                <a:cxn ang="T81">
                  <a:pos x="T42" y="T43"/>
                </a:cxn>
                <a:cxn ang="T82">
                  <a:pos x="T44" y="T45"/>
                </a:cxn>
                <a:cxn ang="T83">
                  <a:pos x="T46" y="T47"/>
                </a:cxn>
                <a:cxn ang="T84">
                  <a:pos x="T48" y="T49"/>
                </a:cxn>
                <a:cxn ang="T85">
                  <a:pos x="T50" y="T51"/>
                </a:cxn>
                <a:cxn ang="T86">
                  <a:pos x="T52" y="T53"/>
                </a:cxn>
                <a:cxn ang="T87">
                  <a:pos x="T54" y="T55"/>
                </a:cxn>
                <a:cxn ang="T88">
                  <a:pos x="T56" y="T57"/>
                </a:cxn>
                <a:cxn ang="T89">
                  <a:pos x="T58" y="T59"/>
                </a:cxn>
              </a:cxnLst>
              <a:rect l="0" t="0" r="r" b="b"/>
              <a:pathLst>
                <a:path w="376733" h="285293">
                  <a:moveTo>
                    <a:pt x="374295" y="1219"/>
                  </a:moveTo>
                  <a:cubicBezTo>
                    <a:pt x="375920" y="1219"/>
                    <a:pt x="376733" y="2032"/>
                    <a:pt x="376733" y="3657"/>
                  </a:cubicBezTo>
                  <a:cubicBezTo>
                    <a:pt x="376733" y="6096"/>
                    <a:pt x="374295" y="10566"/>
                    <a:pt x="369418" y="17069"/>
                  </a:cubicBezTo>
                  <a:cubicBezTo>
                    <a:pt x="353975" y="36576"/>
                    <a:pt x="342392" y="58725"/>
                    <a:pt x="334671" y="83515"/>
                  </a:cubicBezTo>
                  <a:cubicBezTo>
                    <a:pt x="326949" y="108305"/>
                    <a:pt x="323088" y="129235"/>
                    <a:pt x="323088" y="146304"/>
                  </a:cubicBezTo>
                  <a:cubicBezTo>
                    <a:pt x="323088" y="163373"/>
                    <a:pt x="328778" y="186131"/>
                    <a:pt x="340157" y="214579"/>
                  </a:cubicBezTo>
                  <a:cubicBezTo>
                    <a:pt x="343408" y="221894"/>
                    <a:pt x="345034" y="229819"/>
                    <a:pt x="345034" y="238353"/>
                  </a:cubicBezTo>
                  <a:cubicBezTo>
                    <a:pt x="345034" y="246888"/>
                    <a:pt x="336703" y="255422"/>
                    <a:pt x="320040" y="263957"/>
                  </a:cubicBezTo>
                  <a:cubicBezTo>
                    <a:pt x="303378" y="272491"/>
                    <a:pt x="287732" y="276758"/>
                    <a:pt x="273101" y="276758"/>
                  </a:cubicBezTo>
                  <a:cubicBezTo>
                    <a:pt x="258471" y="276758"/>
                    <a:pt x="243434" y="272288"/>
                    <a:pt x="227991" y="263347"/>
                  </a:cubicBezTo>
                  <a:cubicBezTo>
                    <a:pt x="212548" y="254406"/>
                    <a:pt x="204826" y="237541"/>
                    <a:pt x="204826" y="212750"/>
                  </a:cubicBezTo>
                  <a:cubicBezTo>
                    <a:pt x="204826" y="187960"/>
                    <a:pt x="213564" y="158089"/>
                    <a:pt x="231039" y="123139"/>
                  </a:cubicBezTo>
                  <a:cubicBezTo>
                    <a:pt x="248514" y="88189"/>
                    <a:pt x="274930" y="59131"/>
                    <a:pt x="310287" y="35966"/>
                  </a:cubicBezTo>
                  <a:cubicBezTo>
                    <a:pt x="345644" y="12801"/>
                    <a:pt x="366980" y="1219"/>
                    <a:pt x="374295" y="1219"/>
                  </a:cubicBezTo>
                  <a:close/>
                  <a:moveTo>
                    <a:pt x="235916" y="0"/>
                  </a:moveTo>
                  <a:cubicBezTo>
                    <a:pt x="240386" y="0"/>
                    <a:pt x="242621" y="813"/>
                    <a:pt x="242621" y="2438"/>
                  </a:cubicBezTo>
                  <a:cubicBezTo>
                    <a:pt x="242621" y="4877"/>
                    <a:pt x="239370" y="8941"/>
                    <a:pt x="232868" y="14630"/>
                  </a:cubicBezTo>
                  <a:cubicBezTo>
                    <a:pt x="199543" y="42265"/>
                    <a:pt x="175159" y="71120"/>
                    <a:pt x="159716" y="101193"/>
                  </a:cubicBezTo>
                  <a:cubicBezTo>
                    <a:pt x="144272" y="131267"/>
                    <a:pt x="136551" y="156057"/>
                    <a:pt x="136551" y="175565"/>
                  </a:cubicBezTo>
                  <a:cubicBezTo>
                    <a:pt x="136551" y="195072"/>
                    <a:pt x="137973" y="209702"/>
                    <a:pt x="140818" y="219456"/>
                  </a:cubicBezTo>
                  <a:cubicBezTo>
                    <a:pt x="143663" y="229209"/>
                    <a:pt x="145085" y="236118"/>
                    <a:pt x="145085" y="240182"/>
                  </a:cubicBezTo>
                  <a:cubicBezTo>
                    <a:pt x="145085" y="253187"/>
                    <a:pt x="137160" y="263957"/>
                    <a:pt x="121311" y="272491"/>
                  </a:cubicBezTo>
                  <a:cubicBezTo>
                    <a:pt x="105461" y="281025"/>
                    <a:pt x="90831" y="285293"/>
                    <a:pt x="77420" y="285293"/>
                  </a:cubicBezTo>
                  <a:cubicBezTo>
                    <a:pt x="64008" y="285293"/>
                    <a:pt x="47752" y="279400"/>
                    <a:pt x="28652" y="267614"/>
                  </a:cubicBezTo>
                  <a:cubicBezTo>
                    <a:pt x="9551" y="255829"/>
                    <a:pt x="0" y="238557"/>
                    <a:pt x="0" y="215798"/>
                  </a:cubicBezTo>
                  <a:cubicBezTo>
                    <a:pt x="0" y="202793"/>
                    <a:pt x="3658" y="189585"/>
                    <a:pt x="10973" y="176174"/>
                  </a:cubicBezTo>
                  <a:cubicBezTo>
                    <a:pt x="18288" y="162763"/>
                    <a:pt x="32716" y="142849"/>
                    <a:pt x="54255" y="116433"/>
                  </a:cubicBezTo>
                  <a:cubicBezTo>
                    <a:pt x="75794" y="90017"/>
                    <a:pt x="98959" y="67869"/>
                    <a:pt x="123749" y="49987"/>
                  </a:cubicBezTo>
                  <a:cubicBezTo>
                    <a:pt x="148540" y="32105"/>
                    <a:pt x="172314" y="19304"/>
                    <a:pt x="195072" y="11582"/>
                  </a:cubicBezTo>
                  <a:cubicBezTo>
                    <a:pt x="217831" y="3861"/>
                    <a:pt x="231445" y="0"/>
                    <a:pt x="235916" y="0"/>
                  </a:cubicBezTo>
                  <a:close/>
                </a:path>
              </a:pathLst>
            </a:custGeom>
            <a:solidFill>
              <a:srgbClr val="AD1717"/>
            </a:solidFill>
            <a:ln w="9525">
              <a:noFill/>
              <a:round/>
            </a:ln>
          </p:spPr>
          <p:txBody>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a:p>
          </p:txBody>
        </p:sp>
        <p:sp>
          <p:nvSpPr>
            <p:cNvPr id="3079" name="MH_Other_4"/>
            <p:cNvSpPr/>
            <p:nvPr/>
          </p:nvSpPr>
          <p:spPr bwMode="auto">
            <a:xfrm rot="10800000">
              <a:off x="15904" y="9978"/>
              <a:ext cx="593" cy="447"/>
            </a:xfrm>
            <a:custGeom>
              <a:avLst/>
              <a:gdLst>
                <a:gd name="T0" fmla="*/ 373803 w 376733"/>
                <a:gd name="T1" fmla="*/ 1214 h 285293"/>
                <a:gd name="T2" fmla="*/ 376238 w 376733"/>
                <a:gd name="T3" fmla="*/ 3643 h 285293"/>
                <a:gd name="T4" fmla="*/ 368933 w 376733"/>
                <a:gd name="T5" fmla="*/ 17001 h 285293"/>
                <a:gd name="T6" fmla="*/ 334231 w 376733"/>
                <a:gd name="T7" fmla="*/ 83184 h 285293"/>
                <a:gd name="T8" fmla="*/ 322663 w 376733"/>
                <a:gd name="T9" fmla="*/ 145724 h 285293"/>
                <a:gd name="T10" fmla="*/ 339710 w 376733"/>
                <a:gd name="T11" fmla="*/ 213728 h 285293"/>
                <a:gd name="T12" fmla="*/ 344581 w 376733"/>
                <a:gd name="T13" fmla="*/ 237408 h 285293"/>
                <a:gd name="T14" fmla="*/ 319619 w 376733"/>
                <a:gd name="T15" fmla="*/ 262911 h 285293"/>
                <a:gd name="T16" fmla="*/ 272742 w 376733"/>
                <a:gd name="T17" fmla="*/ 275661 h 285293"/>
                <a:gd name="T18" fmla="*/ 227691 w 376733"/>
                <a:gd name="T19" fmla="*/ 262303 h 285293"/>
                <a:gd name="T20" fmla="*/ 204557 w 376733"/>
                <a:gd name="T21" fmla="*/ 211907 h 285293"/>
                <a:gd name="T22" fmla="*/ 230735 w 376733"/>
                <a:gd name="T23" fmla="*/ 122651 h 285293"/>
                <a:gd name="T24" fmla="*/ 309879 w 376733"/>
                <a:gd name="T25" fmla="*/ 35823 h 285293"/>
                <a:gd name="T26" fmla="*/ 373803 w 376733"/>
                <a:gd name="T27" fmla="*/ 1214 h 285293"/>
                <a:gd name="T28" fmla="*/ 235606 w 376733"/>
                <a:gd name="T29" fmla="*/ 0 h 285293"/>
                <a:gd name="T30" fmla="*/ 242302 w 376733"/>
                <a:gd name="T31" fmla="*/ 2428 h 285293"/>
                <a:gd name="T32" fmla="*/ 232562 w 376733"/>
                <a:gd name="T33" fmla="*/ 14572 h 285293"/>
                <a:gd name="T34" fmla="*/ 159506 w 376733"/>
                <a:gd name="T35" fmla="*/ 100792 h 285293"/>
                <a:gd name="T36" fmla="*/ 136372 w 376733"/>
                <a:gd name="T37" fmla="*/ 174869 h 285293"/>
                <a:gd name="T38" fmla="*/ 140633 w 376733"/>
                <a:gd name="T39" fmla="*/ 218586 h 285293"/>
                <a:gd name="T40" fmla="*/ 144894 w 376733"/>
                <a:gd name="T41" fmla="*/ 239230 h 285293"/>
                <a:gd name="T42" fmla="*/ 121152 w 376733"/>
                <a:gd name="T43" fmla="*/ 271411 h 285293"/>
                <a:gd name="T44" fmla="*/ 77318 w 376733"/>
                <a:gd name="T45" fmla="*/ 284162 h 285293"/>
                <a:gd name="T46" fmla="*/ 28614 w 376733"/>
                <a:gd name="T47" fmla="*/ 266553 h 285293"/>
                <a:gd name="T48" fmla="*/ 0 w 376733"/>
                <a:gd name="T49" fmla="*/ 214943 h 285293"/>
                <a:gd name="T50" fmla="*/ 10959 w 376733"/>
                <a:gd name="T51" fmla="*/ 175476 h 285293"/>
                <a:gd name="T52" fmla="*/ 54184 w 376733"/>
                <a:gd name="T53" fmla="*/ 115971 h 285293"/>
                <a:gd name="T54" fmla="*/ 123586 w 376733"/>
                <a:gd name="T55" fmla="*/ 49789 h 285293"/>
                <a:gd name="T56" fmla="*/ 194816 w 376733"/>
                <a:gd name="T57" fmla="*/ 11536 h 285293"/>
                <a:gd name="T58" fmla="*/ 235606 w 376733"/>
                <a:gd name="T59" fmla="*/ 0 h 285293"/>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Lst>
              <a:ahLst/>
              <a:cxnLst>
                <a:cxn ang="T60">
                  <a:pos x="T0" y="T1"/>
                </a:cxn>
                <a:cxn ang="T61">
                  <a:pos x="T2" y="T3"/>
                </a:cxn>
                <a:cxn ang="T62">
                  <a:pos x="T4" y="T5"/>
                </a:cxn>
                <a:cxn ang="T63">
                  <a:pos x="T6" y="T7"/>
                </a:cxn>
                <a:cxn ang="T64">
                  <a:pos x="T8" y="T9"/>
                </a:cxn>
                <a:cxn ang="T65">
                  <a:pos x="T10" y="T11"/>
                </a:cxn>
                <a:cxn ang="T66">
                  <a:pos x="T12" y="T13"/>
                </a:cxn>
                <a:cxn ang="T67">
                  <a:pos x="T14" y="T15"/>
                </a:cxn>
                <a:cxn ang="T68">
                  <a:pos x="T16" y="T17"/>
                </a:cxn>
                <a:cxn ang="T69">
                  <a:pos x="T18" y="T19"/>
                </a:cxn>
                <a:cxn ang="T70">
                  <a:pos x="T20" y="T21"/>
                </a:cxn>
                <a:cxn ang="T71">
                  <a:pos x="T22" y="T23"/>
                </a:cxn>
                <a:cxn ang="T72">
                  <a:pos x="T24" y="T25"/>
                </a:cxn>
                <a:cxn ang="T73">
                  <a:pos x="T26" y="T27"/>
                </a:cxn>
                <a:cxn ang="T74">
                  <a:pos x="T28" y="T29"/>
                </a:cxn>
                <a:cxn ang="T75">
                  <a:pos x="T30" y="T31"/>
                </a:cxn>
                <a:cxn ang="T76">
                  <a:pos x="T32" y="T33"/>
                </a:cxn>
                <a:cxn ang="T77">
                  <a:pos x="T34" y="T35"/>
                </a:cxn>
                <a:cxn ang="T78">
                  <a:pos x="T36" y="T37"/>
                </a:cxn>
                <a:cxn ang="T79">
                  <a:pos x="T38" y="T39"/>
                </a:cxn>
                <a:cxn ang="T80">
                  <a:pos x="T40" y="T41"/>
                </a:cxn>
                <a:cxn ang="T81">
                  <a:pos x="T42" y="T43"/>
                </a:cxn>
                <a:cxn ang="T82">
                  <a:pos x="T44" y="T45"/>
                </a:cxn>
                <a:cxn ang="T83">
                  <a:pos x="T46" y="T47"/>
                </a:cxn>
                <a:cxn ang="T84">
                  <a:pos x="T48" y="T49"/>
                </a:cxn>
                <a:cxn ang="T85">
                  <a:pos x="T50" y="T51"/>
                </a:cxn>
                <a:cxn ang="T86">
                  <a:pos x="T52" y="T53"/>
                </a:cxn>
                <a:cxn ang="T87">
                  <a:pos x="T54" y="T55"/>
                </a:cxn>
                <a:cxn ang="T88">
                  <a:pos x="T56" y="T57"/>
                </a:cxn>
                <a:cxn ang="T89">
                  <a:pos x="T58" y="T59"/>
                </a:cxn>
              </a:cxnLst>
              <a:rect l="0" t="0" r="r" b="b"/>
              <a:pathLst>
                <a:path w="376733" h="285293">
                  <a:moveTo>
                    <a:pt x="374295" y="1219"/>
                  </a:moveTo>
                  <a:cubicBezTo>
                    <a:pt x="375920" y="1219"/>
                    <a:pt x="376733" y="2032"/>
                    <a:pt x="376733" y="3657"/>
                  </a:cubicBezTo>
                  <a:cubicBezTo>
                    <a:pt x="376733" y="6096"/>
                    <a:pt x="374295" y="10566"/>
                    <a:pt x="369418" y="17069"/>
                  </a:cubicBezTo>
                  <a:cubicBezTo>
                    <a:pt x="353975" y="36576"/>
                    <a:pt x="342392" y="58725"/>
                    <a:pt x="334671" y="83515"/>
                  </a:cubicBezTo>
                  <a:cubicBezTo>
                    <a:pt x="326949" y="108305"/>
                    <a:pt x="323088" y="129235"/>
                    <a:pt x="323088" y="146304"/>
                  </a:cubicBezTo>
                  <a:cubicBezTo>
                    <a:pt x="323088" y="163373"/>
                    <a:pt x="328778" y="186131"/>
                    <a:pt x="340157" y="214579"/>
                  </a:cubicBezTo>
                  <a:cubicBezTo>
                    <a:pt x="343408" y="221894"/>
                    <a:pt x="345034" y="229819"/>
                    <a:pt x="345034" y="238353"/>
                  </a:cubicBezTo>
                  <a:cubicBezTo>
                    <a:pt x="345034" y="246888"/>
                    <a:pt x="336703" y="255422"/>
                    <a:pt x="320040" y="263957"/>
                  </a:cubicBezTo>
                  <a:cubicBezTo>
                    <a:pt x="303378" y="272491"/>
                    <a:pt x="287732" y="276758"/>
                    <a:pt x="273101" y="276758"/>
                  </a:cubicBezTo>
                  <a:cubicBezTo>
                    <a:pt x="258471" y="276758"/>
                    <a:pt x="243434" y="272288"/>
                    <a:pt x="227991" y="263347"/>
                  </a:cubicBezTo>
                  <a:cubicBezTo>
                    <a:pt x="212548" y="254406"/>
                    <a:pt x="204826" y="237541"/>
                    <a:pt x="204826" y="212750"/>
                  </a:cubicBezTo>
                  <a:cubicBezTo>
                    <a:pt x="204826" y="187960"/>
                    <a:pt x="213564" y="158089"/>
                    <a:pt x="231039" y="123139"/>
                  </a:cubicBezTo>
                  <a:cubicBezTo>
                    <a:pt x="248514" y="88189"/>
                    <a:pt x="274930" y="59131"/>
                    <a:pt x="310287" y="35966"/>
                  </a:cubicBezTo>
                  <a:cubicBezTo>
                    <a:pt x="345644" y="12801"/>
                    <a:pt x="366980" y="1219"/>
                    <a:pt x="374295" y="1219"/>
                  </a:cubicBezTo>
                  <a:close/>
                  <a:moveTo>
                    <a:pt x="235916" y="0"/>
                  </a:moveTo>
                  <a:cubicBezTo>
                    <a:pt x="240386" y="0"/>
                    <a:pt x="242621" y="813"/>
                    <a:pt x="242621" y="2438"/>
                  </a:cubicBezTo>
                  <a:cubicBezTo>
                    <a:pt x="242621" y="4877"/>
                    <a:pt x="239370" y="8941"/>
                    <a:pt x="232868" y="14630"/>
                  </a:cubicBezTo>
                  <a:cubicBezTo>
                    <a:pt x="199543" y="42265"/>
                    <a:pt x="175159" y="71120"/>
                    <a:pt x="159716" y="101193"/>
                  </a:cubicBezTo>
                  <a:cubicBezTo>
                    <a:pt x="144272" y="131267"/>
                    <a:pt x="136551" y="156057"/>
                    <a:pt x="136551" y="175565"/>
                  </a:cubicBezTo>
                  <a:cubicBezTo>
                    <a:pt x="136551" y="195072"/>
                    <a:pt x="137973" y="209702"/>
                    <a:pt x="140818" y="219456"/>
                  </a:cubicBezTo>
                  <a:cubicBezTo>
                    <a:pt x="143663" y="229209"/>
                    <a:pt x="145085" y="236118"/>
                    <a:pt x="145085" y="240182"/>
                  </a:cubicBezTo>
                  <a:cubicBezTo>
                    <a:pt x="145085" y="253187"/>
                    <a:pt x="137160" y="263957"/>
                    <a:pt x="121311" y="272491"/>
                  </a:cubicBezTo>
                  <a:cubicBezTo>
                    <a:pt x="105461" y="281025"/>
                    <a:pt x="90831" y="285293"/>
                    <a:pt x="77420" y="285293"/>
                  </a:cubicBezTo>
                  <a:cubicBezTo>
                    <a:pt x="64008" y="285293"/>
                    <a:pt x="47752" y="279400"/>
                    <a:pt x="28652" y="267614"/>
                  </a:cubicBezTo>
                  <a:cubicBezTo>
                    <a:pt x="9551" y="255829"/>
                    <a:pt x="0" y="238557"/>
                    <a:pt x="0" y="215798"/>
                  </a:cubicBezTo>
                  <a:cubicBezTo>
                    <a:pt x="0" y="202793"/>
                    <a:pt x="3658" y="189585"/>
                    <a:pt x="10973" y="176174"/>
                  </a:cubicBezTo>
                  <a:cubicBezTo>
                    <a:pt x="18288" y="162763"/>
                    <a:pt x="32716" y="142849"/>
                    <a:pt x="54255" y="116433"/>
                  </a:cubicBezTo>
                  <a:cubicBezTo>
                    <a:pt x="75794" y="90017"/>
                    <a:pt x="98959" y="67869"/>
                    <a:pt x="123749" y="49987"/>
                  </a:cubicBezTo>
                  <a:cubicBezTo>
                    <a:pt x="148540" y="32105"/>
                    <a:pt x="172314" y="19304"/>
                    <a:pt x="195072" y="11582"/>
                  </a:cubicBezTo>
                  <a:cubicBezTo>
                    <a:pt x="217831" y="3861"/>
                    <a:pt x="231445" y="0"/>
                    <a:pt x="235916" y="0"/>
                  </a:cubicBezTo>
                  <a:close/>
                </a:path>
              </a:pathLst>
            </a:custGeom>
            <a:solidFill>
              <a:srgbClr val="AD1717"/>
            </a:solidFill>
            <a:ln w="9525">
              <a:noFill/>
              <a:round/>
            </a:ln>
          </p:spPr>
          <p:txBody>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a:p>
          </p:txBody>
        </p:sp>
      </p:grpSp>
    </p:spTree>
  </p:cSld>
  <p:clrMapOvr>
    <a:masterClrMapping/>
  </p:clrMapOvr>
  <p:transition>
    <p:diamond/>
  </p:transition>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694801" y="360000"/>
            <a:ext cx="5401200" cy="523220"/>
          </a:xfrm>
        </p:spPr>
        <p:txBody>
          <a:bodyPr>
            <a:normAutofit/>
          </a:bodyPr>
          <a:lstStyle/>
          <a:p>
            <a:r>
              <a:rPr lang="en-US" dirty="0"/>
              <a:t>6.3 </a:t>
            </a:r>
            <a:r>
              <a:rPr lang="zh-CN" altLang="en-US" dirty="0">
                <a:sym typeface="+mn-ea"/>
              </a:rPr>
              <a:t>UML图</a:t>
            </a:r>
            <a:endParaRPr lang="zh-CN" altLang="en-US" dirty="0"/>
          </a:p>
        </p:txBody>
      </p:sp>
      <p:sp>
        <p:nvSpPr>
          <p:cNvPr id="13" name="文本占位符 12">
            <a:extLst>
              <a:ext uri="{FF2B5EF4-FFF2-40B4-BE49-F238E27FC236}">
                <a16:creationId xmlns:a16="http://schemas.microsoft.com/office/drawing/2014/main" id="{1FD9E076-8077-7C66-1884-E13F210FD7C6}"/>
              </a:ext>
            </a:extLst>
          </p:cNvPr>
          <p:cNvSpPr>
            <a:spLocks noGrp="1"/>
          </p:cNvSpPr>
          <p:nvPr>
            <p:ph type="body" sz="quarter" idx="10"/>
          </p:nvPr>
        </p:nvSpPr>
        <p:spPr>
          <a:xfrm>
            <a:off x="900001" y="1322832"/>
            <a:ext cx="5196000" cy="400110"/>
          </a:xfrm>
        </p:spPr>
        <p:txBody>
          <a:bodyPr/>
          <a:lstStyle/>
          <a:p>
            <a:r>
              <a:rPr lang="en-US" altLang="zh-CN" dirty="0"/>
              <a:t>6.3.2 </a:t>
            </a:r>
            <a:r>
              <a:rPr lang="zh-CN" altLang="en-US" dirty="0"/>
              <a:t>类图和包</a:t>
            </a:r>
          </a:p>
        </p:txBody>
      </p:sp>
      <p:sp>
        <p:nvSpPr>
          <p:cNvPr id="8" name="MH_SubTitle_1"/>
          <p:cNvSpPr/>
          <p:nvPr>
            <p:custDataLst>
              <p:tags r:id="rId1"/>
            </p:custDataLst>
          </p:nvPr>
        </p:nvSpPr>
        <p:spPr>
          <a:xfrm>
            <a:off x="1501867" y="2152681"/>
            <a:ext cx="3511458" cy="731427"/>
          </a:xfrm>
          <a:prstGeom prst="homePlate">
            <a:avLst/>
          </a:prstGeom>
          <a:solidFill>
            <a:srgbClr val="20CDAA"/>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r>
              <a:rPr lang="zh-CN" altLang="en-US" sz="2400" dirty="0">
                <a:solidFill>
                  <a:schemeClr val="bg1"/>
                </a:solidFill>
                <a:latin typeface="微软雅黑" panose="020B0503020204020204" charset="-122"/>
                <a:ea typeface="微软雅黑" panose="020B0503020204020204" charset="-122"/>
              </a:rPr>
              <a:t>类图的符号</a:t>
            </a:r>
          </a:p>
        </p:txBody>
      </p:sp>
      <p:sp>
        <p:nvSpPr>
          <p:cNvPr id="9" name="MH_Other_1"/>
          <p:cNvSpPr/>
          <p:nvPr>
            <p:custDataLst>
              <p:tags r:id="rId2"/>
            </p:custDataLst>
          </p:nvPr>
        </p:nvSpPr>
        <p:spPr>
          <a:xfrm>
            <a:off x="0" y="2029460"/>
            <a:ext cx="1006571" cy="971550"/>
          </a:xfrm>
          <a:prstGeom prst="rect">
            <a:avLst/>
          </a:prstGeom>
          <a:solidFill>
            <a:srgbClr val="20CDAA"/>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r>
              <a:rPr lang="en-US" altLang="zh-CN" sz="3200" dirty="0">
                <a:solidFill>
                  <a:srgbClr val="FFFFFF"/>
                </a:solidFill>
                <a:latin typeface="Times New Roman" panose="02020603050405020304" pitchFamily="18" charset="0"/>
                <a:ea typeface="微软雅黑" panose="020B0503020204020204" charset="-122"/>
              </a:rPr>
              <a:t>01</a:t>
            </a:r>
            <a:endParaRPr lang="zh-CN" altLang="en-US" sz="3200" dirty="0">
              <a:solidFill>
                <a:srgbClr val="FFFFFF"/>
              </a:solidFill>
              <a:latin typeface="Times New Roman" panose="02020603050405020304" pitchFamily="18" charset="0"/>
              <a:ea typeface="微软雅黑" panose="020B0503020204020204" charset="-122"/>
            </a:endParaRPr>
          </a:p>
        </p:txBody>
      </p:sp>
      <p:sp>
        <p:nvSpPr>
          <p:cNvPr id="11" name="MH_Other_2"/>
          <p:cNvSpPr/>
          <p:nvPr>
            <p:custDataLst>
              <p:tags r:id="rId3"/>
            </p:custDataLst>
          </p:nvPr>
        </p:nvSpPr>
        <p:spPr>
          <a:xfrm>
            <a:off x="987043" y="2029460"/>
            <a:ext cx="516601" cy="971550"/>
          </a:xfrm>
          <a:custGeom>
            <a:avLst/>
            <a:gdLst>
              <a:gd name="connsiteX0" fmla="*/ 2382 w 461963"/>
              <a:gd name="connsiteY0" fmla="*/ 0 h 1081088"/>
              <a:gd name="connsiteX1" fmla="*/ 461963 w 461963"/>
              <a:gd name="connsiteY1" fmla="*/ 138113 h 1081088"/>
              <a:gd name="connsiteX2" fmla="*/ 461963 w 461963"/>
              <a:gd name="connsiteY2" fmla="*/ 950119 h 1081088"/>
              <a:gd name="connsiteX3" fmla="*/ 0 w 461963"/>
              <a:gd name="connsiteY3" fmla="*/ 1081088 h 1081088"/>
              <a:gd name="connsiteX4" fmla="*/ 2382 w 461963"/>
              <a:gd name="connsiteY4" fmla="*/ 0 h 108108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61963" h="1081088">
                <a:moveTo>
                  <a:pt x="2382" y="0"/>
                </a:moveTo>
                <a:lnTo>
                  <a:pt x="461963" y="138113"/>
                </a:lnTo>
                <a:lnTo>
                  <a:pt x="461963" y="950119"/>
                </a:lnTo>
                <a:lnTo>
                  <a:pt x="0" y="1081088"/>
                </a:lnTo>
                <a:lnTo>
                  <a:pt x="2382" y="0"/>
                </a:lnTo>
                <a:close/>
              </a:path>
            </a:pathLst>
          </a:custGeom>
          <a:solidFill>
            <a:srgbClr val="08A886"/>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a:solidFill>
                <a:srgbClr val="FFFFFF"/>
              </a:solidFill>
              <a:latin typeface="微软雅黑" panose="020B0503020204020204" charset="-122"/>
              <a:ea typeface="微软雅黑" panose="020B0503020204020204" charset="-122"/>
            </a:endParaRPr>
          </a:p>
        </p:txBody>
      </p:sp>
      <p:sp>
        <p:nvSpPr>
          <p:cNvPr id="12" name="MH_Desc_1"/>
          <p:cNvSpPr/>
          <p:nvPr>
            <p:custDataLst>
              <p:tags r:id="rId4"/>
            </p:custDataLst>
          </p:nvPr>
        </p:nvSpPr>
        <p:spPr>
          <a:xfrm>
            <a:off x="5956687" y="1820863"/>
            <a:ext cx="5414010" cy="3216275"/>
          </a:xfrm>
          <a:custGeom>
            <a:avLst/>
            <a:gdLst>
              <a:gd name="connsiteX0" fmla="*/ 0 w 3456384"/>
              <a:gd name="connsiteY0" fmla="*/ 3836610 h 3882329"/>
              <a:gd name="connsiteX1" fmla="*/ 3456384 w 3456384"/>
              <a:gd name="connsiteY1" fmla="*/ 3836610 h 3882329"/>
              <a:gd name="connsiteX2" fmla="*/ 3456384 w 3456384"/>
              <a:gd name="connsiteY2" fmla="*/ 3882329 h 3882329"/>
              <a:gd name="connsiteX3" fmla="*/ 0 w 3456384"/>
              <a:gd name="connsiteY3" fmla="*/ 3882329 h 3882329"/>
              <a:gd name="connsiteX4" fmla="*/ 0 w 3456384"/>
              <a:gd name="connsiteY4" fmla="*/ 0 h 3882329"/>
              <a:gd name="connsiteX5" fmla="*/ 3456384 w 3456384"/>
              <a:gd name="connsiteY5" fmla="*/ 0 h 3882329"/>
              <a:gd name="connsiteX6" fmla="*/ 3456384 w 3456384"/>
              <a:gd name="connsiteY6" fmla="*/ 45719 h 3882329"/>
              <a:gd name="connsiteX7" fmla="*/ 0 w 3456384"/>
              <a:gd name="connsiteY7" fmla="*/ 45719 h 3882329"/>
              <a:gd name="connsiteX0-1" fmla="*/ 0 w 3456384"/>
              <a:gd name="connsiteY0-2" fmla="*/ 3836610 h 3882329"/>
              <a:gd name="connsiteX1-3" fmla="*/ 3456384 w 3456384"/>
              <a:gd name="connsiteY1-4" fmla="*/ 3836610 h 3882329"/>
              <a:gd name="connsiteX2-5" fmla="*/ 3456384 w 3456384"/>
              <a:gd name="connsiteY2-6" fmla="*/ 3882329 h 3882329"/>
              <a:gd name="connsiteX3-7" fmla="*/ 0 w 3456384"/>
              <a:gd name="connsiteY3-8" fmla="*/ 3882329 h 3882329"/>
              <a:gd name="connsiteX4-9" fmla="*/ 0 w 3456384"/>
              <a:gd name="connsiteY4-10" fmla="*/ 3836610 h 3882329"/>
              <a:gd name="connsiteX5-11" fmla="*/ 0 w 3456384"/>
              <a:gd name="connsiteY5-12" fmla="*/ 0 h 3882329"/>
              <a:gd name="connsiteX6-13" fmla="*/ 3456384 w 3456384"/>
              <a:gd name="connsiteY6-14" fmla="*/ 0 h 3882329"/>
              <a:gd name="connsiteX7-15" fmla="*/ 3456384 w 3456384"/>
              <a:gd name="connsiteY7-16" fmla="*/ 45719 h 3882329"/>
              <a:gd name="connsiteX8" fmla="*/ 0 w 3456384"/>
              <a:gd name="connsiteY8" fmla="*/ 0 h 3882329"/>
              <a:gd name="connsiteX0-17" fmla="*/ 0 w 3456384"/>
              <a:gd name="connsiteY0-18" fmla="*/ 3836610 h 3882329"/>
              <a:gd name="connsiteX1-19" fmla="*/ 3456384 w 3456384"/>
              <a:gd name="connsiteY1-20" fmla="*/ 3836610 h 3882329"/>
              <a:gd name="connsiteX2-21" fmla="*/ 3456384 w 3456384"/>
              <a:gd name="connsiteY2-22" fmla="*/ 3882329 h 3882329"/>
              <a:gd name="connsiteX3-23" fmla="*/ 0 w 3456384"/>
              <a:gd name="connsiteY3-24" fmla="*/ 3882329 h 3882329"/>
              <a:gd name="connsiteX4-25" fmla="*/ 0 w 3456384"/>
              <a:gd name="connsiteY4-26" fmla="*/ 3836610 h 3882329"/>
              <a:gd name="connsiteX5-27" fmla="*/ 0 w 3456384"/>
              <a:gd name="connsiteY5-28" fmla="*/ 0 h 3882329"/>
              <a:gd name="connsiteX6-29" fmla="*/ 3456384 w 3456384"/>
              <a:gd name="connsiteY6-30" fmla="*/ 0 h 3882329"/>
              <a:gd name="connsiteX7-31" fmla="*/ 0 w 3456384"/>
              <a:gd name="connsiteY7-32" fmla="*/ 0 h 3882329"/>
              <a:gd name="connsiteX0-33" fmla="*/ 0 w 3456384"/>
              <a:gd name="connsiteY0-34" fmla="*/ 3836610 h 3882329"/>
              <a:gd name="connsiteX1-35" fmla="*/ 3456384 w 3456384"/>
              <a:gd name="connsiteY1-36" fmla="*/ 3836610 h 3882329"/>
              <a:gd name="connsiteX2-37" fmla="*/ 3456384 w 3456384"/>
              <a:gd name="connsiteY2-38" fmla="*/ 3882329 h 3882329"/>
              <a:gd name="connsiteX3-39" fmla="*/ 0 w 3456384"/>
              <a:gd name="connsiteY3-40" fmla="*/ 3882329 h 3882329"/>
              <a:gd name="connsiteX4-41" fmla="*/ 0 w 3456384"/>
              <a:gd name="connsiteY4-42" fmla="*/ 3836610 h 3882329"/>
              <a:gd name="connsiteX5-43" fmla="*/ 0 w 3456384"/>
              <a:gd name="connsiteY5-44" fmla="*/ 0 h 3882329"/>
              <a:gd name="connsiteX6-45" fmla="*/ 3456384 w 3456384"/>
              <a:gd name="connsiteY6-46" fmla="*/ 0 h 3882329"/>
              <a:gd name="connsiteX7-47" fmla="*/ 0 w 3456384"/>
              <a:gd name="connsiteY7-48" fmla="*/ 0 h 3882329"/>
              <a:gd name="connsiteX0-49" fmla="*/ 0 w 3456384"/>
              <a:gd name="connsiteY0-50" fmla="*/ 3836610 h 3882329"/>
              <a:gd name="connsiteX1-51" fmla="*/ 3456384 w 3456384"/>
              <a:gd name="connsiteY1-52" fmla="*/ 3836610 h 3882329"/>
              <a:gd name="connsiteX2-53" fmla="*/ 3456384 w 3456384"/>
              <a:gd name="connsiteY2-54" fmla="*/ 3882329 h 3882329"/>
              <a:gd name="connsiteX3-55" fmla="*/ 0 w 3456384"/>
              <a:gd name="connsiteY3-56" fmla="*/ 3882329 h 3882329"/>
              <a:gd name="connsiteX4-57" fmla="*/ 0 w 3456384"/>
              <a:gd name="connsiteY4-58" fmla="*/ 3836610 h 3882329"/>
              <a:gd name="connsiteX5-59" fmla="*/ 0 w 3456384"/>
              <a:gd name="connsiteY5-60" fmla="*/ 0 h 3882329"/>
              <a:gd name="connsiteX6-61" fmla="*/ 3456384 w 3456384"/>
              <a:gd name="connsiteY6-62" fmla="*/ 0 h 3882329"/>
              <a:gd name="connsiteX7-63" fmla="*/ 0 w 3456384"/>
              <a:gd name="connsiteY7-64" fmla="*/ 0 h 3882329"/>
              <a:gd name="connsiteX0-65" fmla="*/ 0 w 3456384"/>
              <a:gd name="connsiteY0-66" fmla="*/ 3882329 h 3882329"/>
              <a:gd name="connsiteX1-67" fmla="*/ 3456384 w 3456384"/>
              <a:gd name="connsiteY1-68" fmla="*/ 3836610 h 3882329"/>
              <a:gd name="connsiteX2-69" fmla="*/ 3456384 w 3456384"/>
              <a:gd name="connsiteY2-70" fmla="*/ 3882329 h 3882329"/>
              <a:gd name="connsiteX3-71" fmla="*/ 0 w 3456384"/>
              <a:gd name="connsiteY3-72" fmla="*/ 3882329 h 3882329"/>
              <a:gd name="connsiteX4-73" fmla="*/ 0 w 3456384"/>
              <a:gd name="connsiteY4-74" fmla="*/ 0 h 3882329"/>
              <a:gd name="connsiteX5-75" fmla="*/ 3456384 w 3456384"/>
              <a:gd name="connsiteY5-76" fmla="*/ 0 h 3882329"/>
              <a:gd name="connsiteX6-77" fmla="*/ 0 w 3456384"/>
              <a:gd name="connsiteY6-78" fmla="*/ 0 h 3882329"/>
              <a:gd name="connsiteX0-79" fmla="*/ 0 w 3456384"/>
              <a:gd name="connsiteY0-80" fmla="*/ 3882329 h 3882329"/>
              <a:gd name="connsiteX1-81" fmla="*/ 3456384 w 3456384"/>
              <a:gd name="connsiteY1-82" fmla="*/ 3882329 h 3882329"/>
              <a:gd name="connsiteX2-83" fmla="*/ 0 w 3456384"/>
              <a:gd name="connsiteY2-84" fmla="*/ 3882329 h 3882329"/>
              <a:gd name="connsiteX3-85" fmla="*/ 0 w 3456384"/>
              <a:gd name="connsiteY3-86" fmla="*/ 0 h 3882329"/>
              <a:gd name="connsiteX4-87" fmla="*/ 3456384 w 3456384"/>
              <a:gd name="connsiteY4-88" fmla="*/ 0 h 3882329"/>
              <a:gd name="connsiteX5-89" fmla="*/ 0 w 3456384"/>
              <a:gd name="connsiteY5-90" fmla="*/ 0 h 3882329"/>
              <a:gd name="connsiteX0-91" fmla="*/ 0 w 3456384"/>
              <a:gd name="connsiteY0-92" fmla="*/ 3882329 h 3882329"/>
              <a:gd name="connsiteX1-93" fmla="*/ 3456384 w 3456384"/>
              <a:gd name="connsiteY1-94" fmla="*/ 3882329 h 3882329"/>
              <a:gd name="connsiteX2-95" fmla="*/ 0 w 3456384"/>
              <a:gd name="connsiteY2-96" fmla="*/ 3882329 h 3882329"/>
              <a:gd name="connsiteX3-97" fmla="*/ 0 w 3456384"/>
              <a:gd name="connsiteY3-98" fmla="*/ 0 h 3882329"/>
              <a:gd name="connsiteX4-99" fmla="*/ 3456384 w 3456384"/>
              <a:gd name="connsiteY4-100" fmla="*/ 0 h 3882329"/>
              <a:gd name="connsiteX5-101" fmla="*/ 0 w 3456384"/>
              <a:gd name="connsiteY5-102" fmla="*/ 0 h 3882329"/>
              <a:gd name="connsiteX0-103" fmla="*/ 0 w 3456384"/>
              <a:gd name="connsiteY0-104" fmla="*/ 3882329 h 3882329"/>
              <a:gd name="connsiteX1-105" fmla="*/ 3456384 w 3456384"/>
              <a:gd name="connsiteY1-106" fmla="*/ 3882329 h 3882329"/>
              <a:gd name="connsiteX2-107" fmla="*/ 0 w 3456384"/>
              <a:gd name="connsiteY2-108" fmla="*/ 3882329 h 3882329"/>
              <a:gd name="connsiteX3-109" fmla="*/ 0 w 3456384"/>
              <a:gd name="connsiteY3-110" fmla="*/ 0 h 3882329"/>
              <a:gd name="connsiteX4-111" fmla="*/ 3456384 w 3456384"/>
              <a:gd name="connsiteY4-112" fmla="*/ 0 h 3882329"/>
              <a:gd name="connsiteX5-113" fmla="*/ 0 w 3456384"/>
              <a:gd name="connsiteY5-114" fmla="*/ 0 h 3882329"/>
            </a:gdLst>
            <a:ahLst/>
            <a:cxnLst>
              <a:cxn ang="0">
                <a:pos x="connsiteX0-1" y="connsiteY0-2"/>
              </a:cxn>
              <a:cxn ang="0">
                <a:pos x="connsiteX1-3" y="connsiteY1-4"/>
              </a:cxn>
              <a:cxn ang="0">
                <a:pos x="connsiteX2-5" y="connsiteY2-6"/>
              </a:cxn>
              <a:cxn ang="0">
                <a:pos x="connsiteX3-7" y="connsiteY3-8"/>
              </a:cxn>
              <a:cxn ang="0">
                <a:pos x="connsiteX4-9" y="connsiteY4-10"/>
              </a:cxn>
              <a:cxn ang="0">
                <a:pos x="connsiteX5-11" y="connsiteY5-12"/>
              </a:cxn>
            </a:cxnLst>
            <a:rect l="l" t="t" r="r" b="b"/>
            <a:pathLst>
              <a:path w="3456384" h="3882329">
                <a:moveTo>
                  <a:pt x="0" y="3882329"/>
                </a:moveTo>
                <a:lnTo>
                  <a:pt x="3456384" y="3882329"/>
                </a:lnTo>
                <a:lnTo>
                  <a:pt x="0" y="3882329"/>
                </a:lnTo>
                <a:close/>
                <a:moveTo>
                  <a:pt x="0" y="0"/>
                </a:moveTo>
                <a:lnTo>
                  <a:pt x="3456384" y="0"/>
                </a:lnTo>
                <a:lnTo>
                  <a:pt x="0" y="0"/>
                </a:lnTo>
                <a:close/>
              </a:path>
            </a:pathLst>
          </a:custGeom>
          <a:ln w="3175">
            <a:solidFill>
              <a:srgbClr val="B2B2B2"/>
            </a:solidFill>
            <a:round/>
          </a:ln>
        </p:spPr>
        <p:style>
          <a:lnRef idx="2">
            <a:schemeClr val="accent1">
              <a:shade val="50000"/>
            </a:schemeClr>
          </a:lnRef>
          <a:fillRef idx="1">
            <a:schemeClr val="accent1"/>
          </a:fillRef>
          <a:effectRef idx="0">
            <a:schemeClr val="accent1"/>
          </a:effectRef>
          <a:fontRef idx="minor">
            <a:schemeClr val="lt1"/>
          </a:fontRef>
        </p:style>
        <p:txBody>
          <a:bodyPr lIns="0" tIns="72000" rIns="0" bIns="72000" anchor="ctr">
            <a:noAutofit/>
          </a:bodyPr>
          <a:lstStyle/>
          <a:p>
            <a:pPr indent="457200">
              <a:lnSpc>
                <a:spcPct val="120000"/>
              </a:lnSpc>
            </a:pPr>
            <a:r>
              <a:rPr dirty="0">
                <a:solidFill>
                  <a:schemeClr val="tx1"/>
                </a:solidFill>
              </a:rPr>
              <a:t>类的UML图标是一个矩形框，分成3个部分，上部写类名，中间写属性，下部写操作。类的图形符号如图6-4所示。类与类之间的关系用连线表示，不同的关系用不同的连线和连线端点处的修饰符来区别，如图6-4所示。</a:t>
            </a:r>
          </a:p>
        </p:txBody>
      </p:sp>
      <p:sp>
        <p:nvSpPr>
          <p:cNvPr id="14" name="文本框 13"/>
          <p:cNvSpPr txBox="1"/>
          <p:nvPr/>
        </p:nvSpPr>
        <p:spPr>
          <a:xfrm>
            <a:off x="902970" y="5891107"/>
            <a:ext cx="4170680" cy="307777"/>
          </a:xfrm>
          <a:prstGeom prst="rect">
            <a:avLst/>
          </a:prstGeom>
          <a:noFill/>
        </p:spPr>
        <p:txBody>
          <a:bodyPr wrap="square" rtlCol="0" anchor="t">
            <a:spAutoFit/>
          </a:bodyPr>
          <a:lstStyle/>
          <a:p>
            <a:pPr algn="ctr"/>
            <a:r>
              <a:rPr lang="zh-CN" altLang="en-US" sz="1400" dirty="0"/>
              <a:t>类的一般表示和简单表示</a:t>
            </a:r>
          </a:p>
        </p:txBody>
      </p:sp>
      <p:graphicFrame>
        <p:nvGraphicFramePr>
          <p:cNvPr id="19" name="表格 18">
            <a:extLst>
              <a:ext uri="{FF2B5EF4-FFF2-40B4-BE49-F238E27FC236}">
                <a16:creationId xmlns:a16="http://schemas.microsoft.com/office/drawing/2014/main" id="{670BC96C-C882-7CAE-75C3-9738C23D446A}"/>
              </a:ext>
            </a:extLst>
          </p:cNvPr>
          <p:cNvGraphicFramePr>
            <a:graphicFrameLocks noGrp="1"/>
          </p:cNvGraphicFramePr>
          <p:nvPr>
            <p:extLst>
              <p:ext uri="{D42A27DB-BD31-4B8C-83A1-F6EECF244321}">
                <p14:modId xmlns:p14="http://schemas.microsoft.com/office/powerpoint/2010/main" val="1548649702"/>
              </p:ext>
            </p:extLst>
          </p:nvPr>
        </p:nvGraphicFramePr>
        <p:xfrm>
          <a:off x="1655208" y="4539736"/>
          <a:ext cx="1080000" cy="1112520"/>
        </p:xfrm>
        <a:graphic>
          <a:graphicData uri="http://schemas.openxmlformats.org/drawingml/2006/table">
            <a:tbl>
              <a:tblPr firstRow="1" bandRow="1">
                <a:tableStyleId>{5C22544A-7EE6-4342-B048-85BDC9FD1C3A}</a:tableStyleId>
              </a:tblPr>
              <a:tblGrid>
                <a:gridCol w="1080000">
                  <a:extLst>
                    <a:ext uri="{9D8B030D-6E8A-4147-A177-3AD203B41FA5}">
                      <a16:colId xmlns:a16="http://schemas.microsoft.com/office/drawing/2014/main" val="4229980036"/>
                    </a:ext>
                  </a:extLst>
                </a:gridCol>
              </a:tblGrid>
              <a:tr h="370840">
                <a:tc>
                  <a:txBody>
                    <a:bodyPr/>
                    <a:lstStyle/>
                    <a:p>
                      <a:pPr algn="ctr"/>
                      <a:r>
                        <a:rPr lang="zh-CN" altLang="en-US" sz="1400" b="0" dirty="0">
                          <a:solidFill>
                            <a:sysClr val="windowText" lastClr="000000"/>
                          </a:solidFill>
                        </a:rPr>
                        <a:t>类名</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75811444"/>
                  </a:ext>
                </a:extLst>
              </a:tr>
              <a:tr h="370840">
                <a:tc>
                  <a:txBody>
                    <a:bodyPr/>
                    <a:lstStyle/>
                    <a:p>
                      <a:pPr algn="ctr"/>
                      <a:r>
                        <a:rPr lang="zh-CN" altLang="en-US" sz="1400" b="0" dirty="0">
                          <a:solidFill>
                            <a:sysClr val="windowText" lastClr="000000"/>
                          </a:solidFill>
                        </a:rPr>
                        <a:t>属性</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979122994"/>
                  </a:ext>
                </a:extLst>
              </a:tr>
              <a:tr h="370840">
                <a:tc>
                  <a:txBody>
                    <a:bodyPr/>
                    <a:lstStyle/>
                    <a:p>
                      <a:pPr algn="ctr"/>
                      <a:r>
                        <a:rPr lang="zh-CN" altLang="en-US" sz="1400" b="0" dirty="0">
                          <a:solidFill>
                            <a:sysClr val="windowText" lastClr="000000"/>
                          </a:solidFill>
                        </a:rPr>
                        <a:t>操作</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037904023"/>
                  </a:ext>
                </a:extLst>
              </a:tr>
            </a:tbl>
          </a:graphicData>
        </a:graphic>
      </p:graphicFrame>
      <p:graphicFrame>
        <p:nvGraphicFramePr>
          <p:cNvPr id="37" name="表格 36">
            <a:extLst>
              <a:ext uri="{FF2B5EF4-FFF2-40B4-BE49-F238E27FC236}">
                <a16:creationId xmlns:a16="http://schemas.microsoft.com/office/drawing/2014/main" id="{02C78B6F-8CCA-4ACE-C1C6-1BF48CC59D5E}"/>
              </a:ext>
            </a:extLst>
          </p:cNvPr>
          <p:cNvGraphicFramePr>
            <a:graphicFrameLocks noGrp="1"/>
          </p:cNvGraphicFramePr>
          <p:nvPr>
            <p:extLst>
              <p:ext uri="{D42A27DB-BD31-4B8C-83A1-F6EECF244321}">
                <p14:modId xmlns:p14="http://schemas.microsoft.com/office/powerpoint/2010/main" val="1439474980"/>
              </p:ext>
            </p:extLst>
          </p:nvPr>
        </p:nvGraphicFramePr>
        <p:xfrm>
          <a:off x="3097840" y="4910576"/>
          <a:ext cx="1080000" cy="370840"/>
        </p:xfrm>
        <a:graphic>
          <a:graphicData uri="http://schemas.openxmlformats.org/drawingml/2006/table">
            <a:tbl>
              <a:tblPr firstRow="1" bandRow="1">
                <a:tableStyleId>{5C22544A-7EE6-4342-B048-85BDC9FD1C3A}</a:tableStyleId>
              </a:tblPr>
              <a:tblGrid>
                <a:gridCol w="1080000">
                  <a:extLst>
                    <a:ext uri="{9D8B030D-6E8A-4147-A177-3AD203B41FA5}">
                      <a16:colId xmlns:a16="http://schemas.microsoft.com/office/drawing/2014/main" val="4229980036"/>
                    </a:ext>
                  </a:extLst>
                </a:gridCol>
              </a:tblGrid>
              <a:tr h="370840">
                <a:tc>
                  <a:txBody>
                    <a:bodyPr/>
                    <a:lstStyle/>
                    <a:p>
                      <a:pPr algn="ctr"/>
                      <a:r>
                        <a:rPr lang="zh-CN" altLang="en-US" sz="1400" b="0" dirty="0">
                          <a:solidFill>
                            <a:sysClr val="windowText" lastClr="000000"/>
                          </a:solidFill>
                        </a:rPr>
                        <a:t>类名</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75811444"/>
                  </a:ext>
                </a:extLst>
              </a:tr>
            </a:tbl>
          </a:graphicData>
        </a:graphic>
      </p:graphicFrame>
    </p:spTree>
  </p:cSld>
  <p:clrMapOvr>
    <a:masterClrMapping/>
  </p:clrMapOvr>
  <p:transition>
    <p:diamond/>
  </p:transition>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694801" y="360000"/>
            <a:ext cx="5401200" cy="523220"/>
          </a:xfrm>
        </p:spPr>
        <p:txBody>
          <a:bodyPr>
            <a:normAutofit/>
          </a:bodyPr>
          <a:lstStyle/>
          <a:p>
            <a:r>
              <a:rPr lang="en-US" dirty="0"/>
              <a:t>6.3 </a:t>
            </a:r>
            <a:r>
              <a:rPr lang="zh-CN" altLang="en-US" dirty="0">
                <a:sym typeface="+mn-ea"/>
              </a:rPr>
              <a:t>UML图</a:t>
            </a:r>
            <a:endParaRPr lang="zh-CN" altLang="en-US" dirty="0"/>
          </a:p>
        </p:txBody>
      </p:sp>
      <p:sp>
        <p:nvSpPr>
          <p:cNvPr id="4" name="文本占位符 3">
            <a:extLst>
              <a:ext uri="{FF2B5EF4-FFF2-40B4-BE49-F238E27FC236}">
                <a16:creationId xmlns:a16="http://schemas.microsoft.com/office/drawing/2014/main" id="{D713D917-4028-E1B3-903B-1236FE319090}"/>
              </a:ext>
            </a:extLst>
          </p:cNvPr>
          <p:cNvSpPr>
            <a:spLocks noGrp="1"/>
          </p:cNvSpPr>
          <p:nvPr>
            <p:ph type="body" sz="quarter" idx="10"/>
          </p:nvPr>
        </p:nvSpPr>
        <p:spPr>
          <a:xfrm>
            <a:off x="900001" y="1322832"/>
            <a:ext cx="5196000" cy="400110"/>
          </a:xfrm>
        </p:spPr>
        <p:txBody>
          <a:bodyPr/>
          <a:lstStyle/>
          <a:p>
            <a:r>
              <a:rPr lang="en-US" altLang="zh-CN" dirty="0"/>
              <a:t>6.3.2 </a:t>
            </a:r>
            <a:r>
              <a:rPr lang="zh-CN" altLang="en-US" dirty="0"/>
              <a:t>类图和包</a:t>
            </a:r>
          </a:p>
        </p:txBody>
      </p:sp>
      <p:sp>
        <p:nvSpPr>
          <p:cNvPr id="17" name="MH_Text_1"/>
          <p:cNvSpPr/>
          <p:nvPr>
            <p:custDataLst>
              <p:tags r:id="rId1"/>
            </p:custDataLst>
          </p:nvPr>
        </p:nvSpPr>
        <p:spPr>
          <a:xfrm>
            <a:off x="3240000" y="2483969"/>
            <a:ext cx="2860040" cy="1057588"/>
          </a:xfrm>
          <a:prstGeom prst="rect">
            <a:avLst/>
          </a:prstGeom>
        </p:spPr>
        <p:txBody>
          <a:bodyPr lIns="72000" tIns="36000" rIns="72000" bIns="36000">
            <a:spAutoFit/>
          </a:bodyPr>
          <a:lstStyle/>
          <a:p>
            <a:pPr marL="285750" indent="-285750">
              <a:spcAft>
                <a:spcPts val="600"/>
              </a:spcAft>
              <a:buFont typeface="Arial" panose="020B0604020202020204" pitchFamily="34" charset="0"/>
              <a:buChar char="•"/>
            </a:pPr>
            <a:r>
              <a:rPr lang="zh-CN" altLang="en-US" dirty="0">
                <a:latin typeface="+mn-ea"/>
              </a:rPr>
              <a:t>名词</a:t>
            </a:r>
            <a:endParaRPr lang="en-US" altLang="zh-CN" dirty="0">
              <a:latin typeface="+mn-ea"/>
            </a:endParaRPr>
          </a:p>
          <a:p>
            <a:pPr marL="285750" indent="-285750">
              <a:spcAft>
                <a:spcPts val="600"/>
              </a:spcAft>
              <a:buFont typeface="Arial" panose="020B0604020202020204" pitchFamily="34" charset="0"/>
              <a:buChar char="•"/>
            </a:pPr>
            <a:r>
              <a:rPr lang="zh-CN" altLang="en-US" dirty="0">
                <a:latin typeface="+mn-ea"/>
              </a:rPr>
              <a:t>含义明确</a:t>
            </a:r>
            <a:endParaRPr lang="en-US" altLang="zh-CN" dirty="0">
              <a:latin typeface="+mn-ea"/>
            </a:endParaRPr>
          </a:p>
          <a:p>
            <a:pPr marL="285750" indent="-285750">
              <a:spcAft>
                <a:spcPts val="600"/>
              </a:spcAft>
              <a:buFont typeface="Arial" panose="020B0604020202020204" pitchFamily="34" charset="0"/>
              <a:buChar char="•"/>
            </a:pPr>
            <a:r>
              <a:rPr lang="zh-CN" altLang="en-US" dirty="0">
                <a:latin typeface="+mn-ea"/>
              </a:rPr>
              <a:t>无歧义。</a:t>
            </a:r>
          </a:p>
        </p:txBody>
      </p:sp>
      <p:sp>
        <p:nvSpPr>
          <p:cNvPr id="18" name="MH_SubTitle_1"/>
          <p:cNvSpPr/>
          <p:nvPr>
            <p:custDataLst>
              <p:tags r:id="rId2"/>
            </p:custDataLst>
          </p:nvPr>
        </p:nvSpPr>
        <p:spPr>
          <a:xfrm>
            <a:off x="2086721" y="2483969"/>
            <a:ext cx="1152000" cy="369332"/>
          </a:xfrm>
          <a:prstGeom prst="rect">
            <a:avLst/>
          </a:prstGeom>
        </p:spPr>
        <p:txBody>
          <a:bodyPr anchor="b">
            <a:spAutoFit/>
          </a:bodyPr>
          <a:lstStyle/>
          <a:p>
            <a:r>
              <a:rPr lang="zh-CN" altLang="en-US" b="1" dirty="0">
                <a:solidFill>
                  <a:srgbClr val="FF7C80"/>
                </a:solidFill>
              </a:rPr>
              <a:t>类的名称</a:t>
            </a:r>
          </a:p>
        </p:txBody>
      </p:sp>
      <p:grpSp>
        <p:nvGrpSpPr>
          <p:cNvPr id="2" name="组合 1">
            <a:extLst>
              <a:ext uri="{FF2B5EF4-FFF2-40B4-BE49-F238E27FC236}">
                <a16:creationId xmlns:a16="http://schemas.microsoft.com/office/drawing/2014/main" id="{1D366401-24CF-452F-9D1E-533E5B60792C}"/>
              </a:ext>
            </a:extLst>
          </p:cNvPr>
          <p:cNvGrpSpPr/>
          <p:nvPr/>
        </p:nvGrpSpPr>
        <p:grpSpPr>
          <a:xfrm>
            <a:off x="694800" y="2160000"/>
            <a:ext cx="1297940" cy="1017270"/>
            <a:chOff x="828565" y="4033545"/>
            <a:chExt cx="1297940" cy="1017270"/>
          </a:xfrm>
        </p:grpSpPr>
        <p:sp>
          <p:nvSpPr>
            <p:cNvPr id="25" name="MH_Other_11"/>
            <p:cNvSpPr>
              <a:spLocks noChangeArrowheads="1"/>
            </p:cNvSpPr>
            <p:nvPr>
              <p:custDataLst>
                <p:tags r:id="rId3"/>
              </p:custDataLst>
            </p:nvPr>
          </p:nvSpPr>
          <p:spPr bwMode="auto">
            <a:xfrm>
              <a:off x="1379110" y="4160545"/>
              <a:ext cx="474345" cy="355600"/>
            </a:xfrm>
            <a:prstGeom prst="diamond">
              <a:avLst/>
            </a:prstGeom>
            <a:solidFill>
              <a:srgbClr val="FFDAD5"/>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26" name="MH_Other_12"/>
            <p:cNvSpPr>
              <a:spLocks noChangeArrowheads="1"/>
            </p:cNvSpPr>
            <p:nvPr>
              <p:custDataLst>
                <p:tags r:id="rId4"/>
              </p:custDataLst>
            </p:nvPr>
          </p:nvSpPr>
          <p:spPr bwMode="auto">
            <a:xfrm>
              <a:off x="1379110" y="4566945"/>
              <a:ext cx="474345" cy="355600"/>
            </a:xfrm>
            <a:prstGeom prst="diamond">
              <a:avLst/>
            </a:prstGeom>
            <a:solidFill>
              <a:srgbClr val="FFDAD5"/>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27" name="MH_Other_13"/>
            <p:cNvSpPr>
              <a:spLocks noChangeArrowheads="1"/>
            </p:cNvSpPr>
            <p:nvPr>
              <p:custDataLst>
                <p:tags r:id="rId5"/>
              </p:custDataLst>
            </p:nvPr>
          </p:nvSpPr>
          <p:spPr bwMode="auto">
            <a:xfrm>
              <a:off x="1652160" y="4363745"/>
              <a:ext cx="474345" cy="355600"/>
            </a:xfrm>
            <a:prstGeom prst="diamond">
              <a:avLst/>
            </a:prstGeom>
            <a:solidFill>
              <a:srgbClr val="FFA093"/>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28" name="MH_Other_14"/>
            <p:cNvSpPr/>
            <p:nvPr>
              <p:custDataLst>
                <p:tags r:id="rId6"/>
              </p:custDataLst>
            </p:nvPr>
          </p:nvSpPr>
          <p:spPr>
            <a:xfrm>
              <a:off x="864760" y="4033545"/>
              <a:ext cx="715645" cy="1017270"/>
            </a:xfrm>
            <a:custGeom>
              <a:avLst/>
              <a:gdLst>
                <a:gd name="connsiteX0" fmla="*/ 96494 w 1902905"/>
                <a:gd name="connsiteY0" fmla="*/ 0 h 3612822"/>
                <a:gd name="connsiteX1" fmla="*/ 1902905 w 1902905"/>
                <a:gd name="connsiteY1" fmla="*/ 1806411 h 3612822"/>
                <a:gd name="connsiteX2" fmla="*/ 96494 w 1902905"/>
                <a:gd name="connsiteY2" fmla="*/ 3612822 h 3612822"/>
                <a:gd name="connsiteX3" fmla="*/ 0 w 1902905"/>
                <a:gd name="connsiteY3" fmla="*/ 3516328 h 3612822"/>
                <a:gd name="connsiteX4" fmla="*/ 1709917 w 1902905"/>
                <a:gd name="connsiteY4" fmla="*/ 1806411 h 3612822"/>
                <a:gd name="connsiteX5" fmla="*/ 0 w 1902905"/>
                <a:gd name="connsiteY5" fmla="*/ 96494 h 36128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902905" h="3612822">
                  <a:moveTo>
                    <a:pt x="96494" y="0"/>
                  </a:moveTo>
                  <a:lnTo>
                    <a:pt x="1902905" y="1806411"/>
                  </a:lnTo>
                  <a:lnTo>
                    <a:pt x="96494" y="3612822"/>
                  </a:lnTo>
                  <a:lnTo>
                    <a:pt x="0" y="3516328"/>
                  </a:lnTo>
                  <a:lnTo>
                    <a:pt x="1709917" y="1806411"/>
                  </a:lnTo>
                  <a:lnTo>
                    <a:pt x="0" y="96494"/>
                  </a:lnTo>
                  <a:close/>
                </a:path>
              </a:pathLst>
            </a:custGeom>
            <a:solidFill>
              <a:schemeClr val="accent2">
                <a:lumMod val="20000"/>
                <a:lumOff val="80000"/>
              </a:schemeClr>
            </a:solidFill>
          </p:spPr>
          <p:txBody>
            <a:bodyPr anchor="ctr"/>
            <a:lstStyle/>
            <a:p>
              <a:pPr algn="just" eaLnBrk="1" fontAlgn="auto" hangingPunct="1">
                <a:lnSpc>
                  <a:spcPct val="130000"/>
                </a:lnSpc>
                <a:spcBef>
                  <a:spcPts val="0"/>
                </a:spcBef>
                <a:spcAft>
                  <a:spcPts val="0"/>
                </a:spcAft>
                <a:defRPr/>
              </a:pPr>
              <a:endParaRPr lang="zh-CN" altLang="en-US" dirty="0" err="1">
                <a:solidFill>
                  <a:srgbClr val="FFFFFF"/>
                </a:solidFill>
                <a:ea typeface="微软雅黑" panose="020B0503020204020204" charset="-122"/>
              </a:endParaRPr>
            </a:p>
          </p:txBody>
        </p:sp>
        <p:sp>
          <p:nvSpPr>
            <p:cNvPr id="30" name="MH_Other_15"/>
            <p:cNvSpPr/>
            <p:nvPr>
              <p:custDataLst>
                <p:tags r:id="rId7"/>
              </p:custDataLst>
            </p:nvPr>
          </p:nvSpPr>
          <p:spPr bwMode="auto">
            <a:xfrm>
              <a:off x="828565" y="4033545"/>
              <a:ext cx="677545" cy="1017270"/>
            </a:xfrm>
            <a:custGeom>
              <a:avLst/>
              <a:gdLst>
                <a:gd name="T0" fmla="*/ 36 w 1806862"/>
                <a:gd name="T1" fmla="*/ 0 h 3612822"/>
                <a:gd name="T2" fmla="*/ 143133 w 1806862"/>
                <a:gd name="T3" fmla="*/ 143356 h 3612822"/>
                <a:gd name="T4" fmla="*/ 36 w 1806862"/>
                <a:gd name="T5" fmla="*/ 286713 h 3612822"/>
                <a:gd name="T6" fmla="*/ 0 w 1806862"/>
                <a:gd name="T7" fmla="*/ 286677 h 3612822"/>
                <a:gd name="T8" fmla="*/ 0 w 1806862"/>
                <a:gd name="T9" fmla="*/ 36 h 3612822"/>
                <a:gd name="T10" fmla="*/ 0 60000 65536"/>
                <a:gd name="T11" fmla="*/ 0 60000 65536"/>
                <a:gd name="T12" fmla="*/ 0 60000 65536"/>
                <a:gd name="T13" fmla="*/ 0 60000 65536"/>
                <a:gd name="T14" fmla="*/ 0 60000 65536"/>
                <a:gd name="T15" fmla="*/ 0 w 1806862"/>
                <a:gd name="T16" fmla="*/ 0 h 3612822"/>
                <a:gd name="T17" fmla="*/ 1806862 w 1806862"/>
                <a:gd name="T18" fmla="*/ 3612822 h 3612822"/>
              </a:gdLst>
              <a:ahLst/>
              <a:cxnLst>
                <a:cxn ang="T10">
                  <a:pos x="T0" y="T1"/>
                </a:cxn>
                <a:cxn ang="T11">
                  <a:pos x="T2" y="T3"/>
                </a:cxn>
                <a:cxn ang="T12">
                  <a:pos x="T4" y="T5"/>
                </a:cxn>
                <a:cxn ang="T13">
                  <a:pos x="T6" y="T7"/>
                </a:cxn>
                <a:cxn ang="T14">
                  <a:pos x="T8" y="T9"/>
                </a:cxn>
              </a:cxnLst>
              <a:rect l="T15" t="T16" r="T17" b="T18"/>
              <a:pathLst>
                <a:path w="1806862" h="3612822">
                  <a:moveTo>
                    <a:pt x="451" y="0"/>
                  </a:moveTo>
                  <a:lnTo>
                    <a:pt x="1806862" y="1806411"/>
                  </a:lnTo>
                  <a:lnTo>
                    <a:pt x="451" y="3612822"/>
                  </a:lnTo>
                  <a:lnTo>
                    <a:pt x="0" y="3612371"/>
                  </a:lnTo>
                  <a:lnTo>
                    <a:pt x="0" y="451"/>
                  </a:lnTo>
                  <a:lnTo>
                    <a:pt x="451" y="0"/>
                  </a:lnTo>
                  <a:close/>
                </a:path>
              </a:pathLst>
            </a:custGeom>
            <a:solidFill>
              <a:srgbClr val="FF6B55"/>
            </a:solidFill>
            <a:ln w="9525">
              <a:noFill/>
              <a:miter lim="800000"/>
            </a:ln>
          </p:spPr>
          <p:txBody>
            <a:bodyPr lIns="0" tIns="0" rIns="144000" bIns="0" anchor="ctr"/>
            <a:lstStyle/>
            <a:p>
              <a:pPr algn="ctr" eaLnBrk="1" hangingPunct="1"/>
              <a:endParaRPr lang="zh-CN" altLang="en-US" sz="2400" b="1" dirty="0">
                <a:solidFill>
                  <a:srgbClr val="FFFFFF"/>
                </a:solidFill>
                <a:ea typeface="微软雅黑" panose="020B0503020204020204" charset="-122"/>
              </a:endParaRPr>
            </a:p>
          </p:txBody>
        </p:sp>
      </p:grpSp>
    </p:spTree>
  </p:cSld>
  <p:clrMapOvr>
    <a:masterClrMapping/>
  </p:clrMapOvr>
  <p:transition>
    <p:diamond/>
  </p:transition>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694801" y="360000"/>
            <a:ext cx="5401200" cy="523220"/>
          </a:xfrm>
        </p:spPr>
        <p:txBody>
          <a:bodyPr>
            <a:normAutofit/>
          </a:bodyPr>
          <a:lstStyle/>
          <a:p>
            <a:r>
              <a:rPr lang="en-US" dirty="0"/>
              <a:t>6.3 </a:t>
            </a:r>
            <a:r>
              <a:rPr lang="zh-CN" altLang="en-US" dirty="0">
                <a:sym typeface="+mn-ea"/>
              </a:rPr>
              <a:t>UML图</a:t>
            </a:r>
            <a:endParaRPr lang="zh-CN" altLang="en-US" dirty="0"/>
          </a:p>
        </p:txBody>
      </p:sp>
      <p:sp>
        <p:nvSpPr>
          <p:cNvPr id="5" name="文本占位符 4">
            <a:extLst>
              <a:ext uri="{FF2B5EF4-FFF2-40B4-BE49-F238E27FC236}">
                <a16:creationId xmlns:a16="http://schemas.microsoft.com/office/drawing/2014/main" id="{9BEB8B9A-7DE4-02AF-F15F-B54B128EF44E}"/>
              </a:ext>
            </a:extLst>
          </p:cNvPr>
          <p:cNvSpPr>
            <a:spLocks noGrp="1"/>
          </p:cNvSpPr>
          <p:nvPr>
            <p:ph type="body" sz="quarter" idx="10"/>
          </p:nvPr>
        </p:nvSpPr>
        <p:spPr>
          <a:xfrm>
            <a:off x="900001" y="1322832"/>
            <a:ext cx="5196000" cy="400110"/>
          </a:xfrm>
        </p:spPr>
        <p:txBody>
          <a:bodyPr/>
          <a:lstStyle/>
          <a:p>
            <a:r>
              <a:rPr lang="en-US" altLang="zh-CN" dirty="0"/>
              <a:t>6.3.2 </a:t>
            </a:r>
            <a:r>
              <a:rPr lang="zh-CN" altLang="en-US" dirty="0"/>
              <a:t>类图和包</a:t>
            </a:r>
          </a:p>
        </p:txBody>
      </p:sp>
      <p:sp>
        <p:nvSpPr>
          <p:cNvPr id="7" name="矩形 6"/>
          <p:cNvSpPr/>
          <p:nvPr/>
        </p:nvSpPr>
        <p:spPr>
          <a:xfrm>
            <a:off x="694802" y="4588605"/>
            <a:ext cx="10673358" cy="1877437"/>
          </a:xfrm>
          <a:prstGeom prst="rect">
            <a:avLst/>
          </a:prstGeom>
        </p:spPr>
        <p:txBody>
          <a:bodyPr wrap="square">
            <a:spAutoFit/>
          </a:bodyPr>
          <a:lstStyle/>
          <a:p>
            <a:pPr marL="285750" indent="-285750" fontAlgn="auto">
              <a:spcAft>
                <a:spcPts val="600"/>
              </a:spcAft>
              <a:buFont typeface="Arial" panose="020B0604020202020204" pitchFamily="34" charset="0"/>
              <a:buChar char="•"/>
              <a:defRPr/>
            </a:pPr>
            <a:r>
              <a:rPr lang="zh-CN" altLang="en-US" sz="1600" dirty="0"/>
              <a:t>属性名和类型名之间用冒号（：）分隔。</a:t>
            </a:r>
          </a:p>
          <a:p>
            <a:pPr marL="285750" indent="-285750" fontAlgn="auto">
              <a:spcAft>
                <a:spcPts val="600"/>
              </a:spcAft>
              <a:buFont typeface="Arial" panose="020B0604020202020204" pitchFamily="34" charset="0"/>
              <a:buChar char="•"/>
              <a:defRPr/>
            </a:pPr>
            <a:r>
              <a:rPr lang="zh-CN" altLang="en-US" sz="1600" dirty="0"/>
              <a:t>类型名表示该属性的数据类型；可以是基本数据类型，也可以是用户自定义的类型</a:t>
            </a:r>
          </a:p>
          <a:p>
            <a:pPr marL="285750" indent="-285750" fontAlgn="auto">
              <a:spcAft>
                <a:spcPts val="600"/>
              </a:spcAft>
              <a:buFont typeface="Arial" panose="020B0604020202020204" pitchFamily="34" charset="0"/>
              <a:buChar char="•"/>
              <a:defRPr/>
            </a:pPr>
            <a:r>
              <a:rPr lang="zh-CN" altLang="en-US" sz="1600" dirty="0"/>
              <a:t>属性的缺省值用属性的初值表示</a:t>
            </a:r>
          </a:p>
          <a:p>
            <a:pPr marL="285750" indent="-285750" fontAlgn="auto">
              <a:spcAft>
                <a:spcPts val="600"/>
              </a:spcAft>
              <a:buFont typeface="Arial" panose="020B0604020202020204" pitchFamily="34" charset="0"/>
              <a:buChar char="•"/>
              <a:defRPr/>
            </a:pPr>
            <a:r>
              <a:rPr lang="zh-CN" altLang="en-US" sz="1600" dirty="0"/>
              <a:t>等号：类型名和初值之间用等号连接</a:t>
            </a:r>
          </a:p>
          <a:p>
            <a:pPr marL="285750" indent="-285750" fontAlgn="auto">
              <a:spcAft>
                <a:spcPts val="600"/>
              </a:spcAft>
              <a:buFont typeface="Arial" panose="020B0604020202020204" pitchFamily="34" charset="0"/>
              <a:buChar char="•"/>
              <a:defRPr/>
            </a:pPr>
            <a:r>
              <a:rPr lang="zh-CN" altLang="en-US" sz="1600" dirty="0"/>
              <a:t>标记值：用花括号括起来的性质串是一个标记值，列出属性所有可能的取值，每个值之间用逗号分隔。也可以用性质串说明该属性的其他信息，比如</a:t>
            </a:r>
            <a:r>
              <a:rPr lang="en-US" altLang="zh-CN" sz="1600" dirty="0"/>
              <a:t>{</a:t>
            </a:r>
            <a:r>
              <a:rPr lang="zh-CN" altLang="en-US" sz="1600" dirty="0"/>
              <a:t>只读</a:t>
            </a:r>
            <a:r>
              <a:rPr lang="en-US" altLang="zh-CN" sz="1600" dirty="0"/>
              <a:t>}</a:t>
            </a:r>
            <a:endParaRPr lang="zh-CN" altLang="en-US" sz="1600" dirty="0"/>
          </a:p>
        </p:txBody>
      </p:sp>
      <p:sp>
        <p:nvSpPr>
          <p:cNvPr id="31" name="MH_Text_2"/>
          <p:cNvSpPr/>
          <p:nvPr>
            <p:custDataLst>
              <p:tags r:id="rId1"/>
            </p:custDataLst>
          </p:nvPr>
        </p:nvSpPr>
        <p:spPr>
          <a:xfrm>
            <a:off x="3240000" y="1484565"/>
            <a:ext cx="8128159" cy="2581082"/>
          </a:xfrm>
          <a:prstGeom prst="rect">
            <a:avLst/>
          </a:prstGeom>
        </p:spPr>
        <p:txBody>
          <a:bodyPr wrap="square" lIns="72000" tIns="36000" rIns="72000" bIns="36000">
            <a:spAutoFit/>
          </a:bodyPr>
          <a:lstStyle/>
          <a:p>
            <a:pPr>
              <a:spcAft>
                <a:spcPts val="600"/>
              </a:spcAft>
            </a:pPr>
            <a:r>
              <a:rPr lang="zh-CN" altLang="en-US" sz="1600" dirty="0">
                <a:latin typeface="+mn-ea"/>
              </a:rPr>
              <a:t>类的属性描述该类对象的共同特性</a:t>
            </a:r>
          </a:p>
          <a:p>
            <a:pPr>
              <a:spcAft>
                <a:spcPts val="600"/>
              </a:spcAft>
            </a:pPr>
            <a:r>
              <a:rPr lang="zh-CN" altLang="en-US" sz="1600" dirty="0">
                <a:latin typeface="+mn-ea"/>
              </a:rPr>
              <a:t>类属性的值应能描述并区分该类的每个对象</a:t>
            </a:r>
          </a:p>
          <a:p>
            <a:pPr>
              <a:spcAft>
                <a:spcPts val="600"/>
              </a:spcAft>
            </a:pPr>
            <a:r>
              <a:rPr lang="zh-CN" altLang="en-US" sz="1600" dirty="0">
                <a:latin typeface="+mn-ea"/>
              </a:rPr>
              <a:t>属性的选取应符合系统建模的目的，系统需要的特性才可作为类的属性。</a:t>
            </a:r>
          </a:p>
          <a:p>
            <a:pPr fontAlgn="auto">
              <a:spcAft>
                <a:spcPts val="600"/>
              </a:spcAft>
              <a:defRPr/>
            </a:pPr>
            <a:r>
              <a:rPr lang="zh-CN" altLang="en-US" sz="1600" dirty="0"/>
              <a:t>属性的可见性</a:t>
            </a:r>
            <a:r>
              <a:rPr lang="en-US" altLang="zh-CN" sz="1600" dirty="0"/>
              <a:t>/</a:t>
            </a:r>
            <a:r>
              <a:rPr lang="zh-CN" altLang="en-US" sz="1600" dirty="0"/>
              <a:t>可访问性，通常分为</a:t>
            </a:r>
            <a:r>
              <a:rPr lang="en-US" altLang="zh-CN" sz="1600" dirty="0"/>
              <a:t>3</a:t>
            </a:r>
            <a:r>
              <a:rPr lang="zh-CN" altLang="en-US" sz="1600" dirty="0"/>
              <a:t>种：</a:t>
            </a:r>
          </a:p>
          <a:p>
            <a:pPr marL="285750" indent="-285750" fontAlgn="auto">
              <a:spcAft>
                <a:spcPts val="600"/>
              </a:spcAft>
              <a:buFont typeface="Arial" panose="020B0604020202020204" pitchFamily="34" charset="0"/>
              <a:buChar char="•"/>
              <a:defRPr/>
            </a:pPr>
            <a:r>
              <a:rPr lang="zh-CN" altLang="en-US" sz="1600" dirty="0"/>
              <a:t>公有 </a:t>
            </a:r>
            <a:r>
              <a:rPr lang="en-US" altLang="zh-CN" sz="1600" dirty="0"/>
              <a:t>Public</a:t>
            </a:r>
            <a:r>
              <a:rPr lang="zh-CN" altLang="en-US" sz="1600" dirty="0"/>
              <a:t>：用加号（</a:t>
            </a:r>
            <a:r>
              <a:rPr lang="en-US" altLang="zh-CN" sz="1600" dirty="0"/>
              <a:t>+</a:t>
            </a:r>
            <a:r>
              <a:rPr lang="zh-CN" altLang="en-US" sz="1600" dirty="0"/>
              <a:t>）表示</a:t>
            </a:r>
          </a:p>
          <a:p>
            <a:pPr marL="285750" indent="-285750" fontAlgn="auto">
              <a:spcAft>
                <a:spcPts val="600"/>
              </a:spcAft>
              <a:buFont typeface="Arial" panose="020B0604020202020204" pitchFamily="34" charset="0"/>
              <a:buChar char="•"/>
              <a:defRPr/>
            </a:pPr>
            <a:r>
              <a:rPr lang="zh-CN" altLang="en-US" sz="1600" dirty="0"/>
              <a:t>私有 </a:t>
            </a:r>
            <a:r>
              <a:rPr lang="en-US" altLang="zh-CN" sz="1600" dirty="0"/>
              <a:t>Private</a:t>
            </a:r>
            <a:r>
              <a:rPr lang="zh-CN" altLang="en-US" sz="1600" dirty="0"/>
              <a:t>：用减号（</a:t>
            </a:r>
            <a:r>
              <a:rPr lang="en-US" altLang="zh-CN" sz="1600" dirty="0"/>
              <a:t>–</a:t>
            </a:r>
            <a:r>
              <a:rPr lang="zh-CN" altLang="en-US" sz="1600" dirty="0"/>
              <a:t>）表示</a:t>
            </a:r>
          </a:p>
          <a:p>
            <a:pPr marL="285750" indent="-285750" fontAlgn="auto">
              <a:spcAft>
                <a:spcPts val="600"/>
              </a:spcAft>
              <a:buFont typeface="Arial" panose="020B0604020202020204" pitchFamily="34" charset="0"/>
              <a:buChar char="•"/>
              <a:defRPr/>
            </a:pPr>
            <a:r>
              <a:rPr lang="zh-CN" altLang="en-US" sz="1600" dirty="0"/>
              <a:t>保护 </a:t>
            </a:r>
            <a:r>
              <a:rPr lang="en-US" altLang="zh-CN" sz="1600" dirty="0"/>
              <a:t>Protected</a:t>
            </a:r>
            <a:r>
              <a:rPr lang="zh-CN" altLang="en-US" sz="1600" dirty="0"/>
              <a:t>：用井号（</a:t>
            </a:r>
            <a:r>
              <a:rPr lang="en-US" altLang="zh-CN" sz="1600" dirty="0"/>
              <a:t>#</a:t>
            </a:r>
            <a:r>
              <a:rPr lang="zh-CN" altLang="en-US" sz="1600" dirty="0"/>
              <a:t>）表示</a:t>
            </a:r>
          </a:p>
          <a:p>
            <a:pPr>
              <a:spcAft>
                <a:spcPts val="600"/>
              </a:spcAft>
            </a:pPr>
            <a:r>
              <a:rPr lang="zh-CN" altLang="en-US" sz="1600" dirty="0">
                <a:latin typeface="+mn-ea"/>
              </a:rPr>
              <a:t>＋性别：字符型＝“男”</a:t>
            </a:r>
            <a:r>
              <a:rPr lang="en-US" altLang="zh-CN" sz="1600" dirty="0">
                <a:latin typeface="+mn-ea"/>
              </a:rPr>
              <a:t>{“</a:t>
            </a:r>
            <a:r>
              <a:rPr lang="zh-CN" altLang="en-US" sz="1600" dirty="0">
                <a:latin typeface="+mn-ea"/>
              </a:rPr>
              <a:t>男”，“女”</a:t>
            </a:r>
            <a:r>
              <a:rPr lang="en-US" altLang="zh-CN" sz="1600" dirty="0">
                <a:latin typeface="+mn-ea"/>
              </a:rPr>
              <a:t>}</a:t>
            </a:r>
          </a:p>
        </p:txBody>
      </p:sp>
      <p:grpSp>
        <p:nvGrpSpPr>
          <p:cNvPr id="8" name="组合 7">
            <a:extLst>
              <a:ext uri="{FF2B5EF4-FFF2-40B4-BE49-F238E27FC236}">
                <a16:creationId xmlns:a16="http://schemas.microsoft.com/office/drawing/2014/main" id="{617D3E80-0751-1F42-BD8B-CE315C36D579}"/>
              </a:ext>
            </a:extLst>
          </p:cNvPr>
          <p:cNvGrpSpPr/>
          <p:nvPr/>
        </p:nvGrpSpPr>
        <p:grpSpPr>
          <a:xfrm>
            <a:off x="694800" y="2160000"/>
            <a:ext cx="1299845" cy="1019175"/>
            <a:chOff x="694800" y="2160000"/>
            <a:chExt cx="1299845" cy="1019175"/>
          </a:xfrm>
        </p:grpSpPr>
        <p:sp>
          <p:nvSpPr>
            <p:cNvPr id="2" name="MH_Other_1"/>
            <p:cNvSpPr>
              <a:spLocks noChangeArrowheads="1"/>
            </p:cNvSpPr>
            <p:nvPr>
              <p:custDataLst>
                <p:tags r:id="rId3"/>
              </p:custDataLst>
            </p:nvPr>
          </p:nvSpPr>
          <p:spPr bwMode="auto">
            <a:xfrm>
              <a:off x="1244710" y="2288905"/>
              <a:ext cx="476250" cy="355600"/>
            </a:xfrm>
            <a:prstGeom prst="diamond">
              <a:avLst/>
            </a:prstGeom>
            <a:solidFill>
              <a:srgbClr val="CFEDE0"/>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10" name="MH_Other_2"/>
            <p:cNvSpPr>
              <a:spLocks noChangeArrowheads="1"/>
            </p:cNvSpPr>
            <p:nvPr>
              <p:custDataLst>
                <p:tags r:id="rId4"/>
              </p:custDataLst>
            </p:nvPr>
          </p:nvSpPr>
          <p:spPr bwMode="auto">
            <a:xfrm>
              <a:off x="1244710" y="2693400"/>
              <a:ext cx="476250" cy="356870"/>
            </a:xfrm>
            <a:prstGeom prst="diamond">
              <a:avLst/>
            </a:prstGeom>
            <a:solidFill>
              <a:srgbClr val="CFEDE0"/>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13" name="MH_Other_3"/>
            <p:cNvSpPr>
              <a:spLocks noChangeArrowheads="1"/>
            </p:cNvSpPr>
            <p:nvPr>
              <p:custDataLst>
                <p:tags r:id="rId5"/>
              </p:custDataLst>
            </p:nvPr>
          </p:nvSpPr>
          <p:spPr bwMode="auto">
            <a:xfrm>
              <a:off x="1520300" y="2492105"/>
              <a:ext cx="474345" cy="355600"/>
            </a:xfrm>
            <a:prstGeom prst="diamond">
              <a:avLst/>
            </a:prstGeom>
            <a:solidFill>
              <a:srgbClr val="95D7BB"/>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15" name="MH_Other_4"/>
            <p:cNvSpPr/>
            <p:nvPr>
              <p:custDataLst>
                <p:tags r:id="rId6"/>
              </p:custDataLst>
            </p:nvPr>
          </p:nvSpPr>
          <p:spPr>
            <a:xfrm>
              <a:off x="732900" y="2160000"/>
              <a:ext cx="713105" cy="1019175"/>
            </a:xfrm>
            <a:custGeom>
              <a:avLst/>
              <a:gdLst>
                <a:gd name="connsiteX0" fmla="*/ 96494 w 1902905"/>
                <a:gd name="connsiteY0" fmla="*/ 0 h 3612822"/>
                <a:gd name="connsiteX1" fmla="*/ 1902905 w 1902905"/>
                <a:gd name="connsiteY1" fmla="*/ 1806411 h 3612822"/>
                <a:gd name="connsiteX2" fmla="*/ 96494 w 1902905"/>
                <a:gd name="connsiteY2" fmla="*/ 3612822 h 3612822"/>
                <a:gd name="connsiteX3" fmla="*/ 0 w 1902905"/>
                <a:gd name="connsiteY3" fmla="*/ 3516328 h 3612822"/>
                <a:gd name="connsiteX4" fmla="*/ 1709917 w 1902905"/>
                <a:gd name="connsiteY4" fmla="*/ 1806411 h 3612822"/>
                <a:gd name="connsiteX5" fmla="*/ 0 w 1902905"/>
                <a:gd name="connsiteY5" fmla="*/ 96494 h 36128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902905" h="3612822">
                  <a:moveTo>
                    <a:pt x="96494" y="0"/>
                  </a:moveTo>
                  <a:lnTo>
                    <a:pt x="1902905" y="1806411"/>
                  </a:lnTo>
                  <a:lnTo>
                    <a:pt x="96494" y="3612822"/>
                  </a:lnTo>
                  <a:lnTo>
                    <a:pt x="0" y="3516328"/>
                  </a:lnTo>
                  <a:lnTo>
                    <a:pt x="1709917" y="1806411"/>
                  </a:lnTo>
                  <a:lnTo>
                    <a:pt x="0" y="96494"/>
                  </a:lnTo>
                  <a:close/>
                </a:path>
              </a:pathLst>
            </a:custGeom>
            <a:solidFill>
              <a:schemeClr val="accent3">
                <a:lumMod val="20000"/>
                <a:lumOff val="80000"/>
              </a:schemeClr>
            </a:solidFill>
          </p:spPr>
          <p:txBody>
            <a:bodyPr anchor="ctr"/>
            <a:lstStyle/>
            <a:p>
              <a:pPr algn="just" eaLnBrk="1" fontAlgn="auto" hangingPunct="1">
                <a:lnSpc>
                  <a:spcPct val="130000"/>
                </a:lnSpc>
                <a:spcBef>
                  <a:spcPts val="0"/>
                </a:spcBef>
                <a:spcAft>
                  <a:spcPts val="0"/>
                </a:spcAft>
                <a:defRPr/>
              </a:pPr>
              <a:endParaRPr lang="zh-CN" altLang="en-US" dirty="0" err="1">
                <a:solidFill>
                  <a:srgbClr val="FFFFFF"/>
                </a:solidFill>
                <a:ea typeface="微软雅黑" panose="020B0503020204020204" charset="-122"/>
              </a:endParaRPr>
            </a:p>
          </p:txBody>
        </p:sp>
        <p:sp>
          <p:nvSpPr>
            <p:cNvPr id="16" name="MH_Other_5"/>
            <p:cNvSpPr/>
            <p:nvPr>
              <p:custDataLst>
                <p:tags r:id="rId7"/>
              </p:custDataLst>
            </p:nvPr>
          </p:nvSpPr>
          <p:spPr bwMode="auto">
            <a:xfrm>
              <a:off x="694800" y="2160000"/>
              <a:ext cx="679450" cy="1019175"/>
            </a:xfrm>
            <a:custGeom>
              <a:avLst/>
              <a:gdLst>
                <a:gd name="T0" fmla="*/ 36 w 1806862"/>
                <a:gd name="T1" fmla="*/ 0 h 3612822"/>
                <a:gd name="T2" fmla="*/ 143580 w 1806862"/>
                <a:gd name="T3" fmla="*/ 143580 h 3612822"/>
                <a:gd name="T4" fmla="*/ 36 w 1806862"/>
                <a:gd name="T5" fmla="*/ 287160 h 3612822"/>
                <a:gd name="T6" fmla="*/ 0 w 1806862"/>
                <a:gd name="T7" fmla="*/ 287124 h 3612822"/>
                <a:gd name="T8" fmla="*/ 0 w 1806862"/>
                <a:gd name="T9" fmla="*/ 36 h 3612822"/>
                <a:gd name="T10" fmla="*/ 0 60000 65536"/>
                <a:gd name="T11" fmla="*/ 0 60000 65536"/>
                <a:gd name="T12" fmla="*/ 0 60000 65536"/>
                <a:gd name="T13" fmla="*/ 0 60000 65536"/>
                <a:gd name="T14" fmla="*/ 0 60000 65536"/>
                <a:gd name="T15" fmla="*/ 0 w 1806862"/>
                <a:gd name="T16" fmla="*/ 0 h 3612822"/>
                <a:gd name="T17" fmla="*/ 1806862 w 1806862"/>
                <a:gd name="T18" fmla="*/ 3612822 h 3612822"/>
              </a:gdLst>
              <a:ahLst/>
              <a:cxnLst>
                <a:cxn ang="T10">
                  <a:pos x="T0" y="T1"/>
                </a:cxn>
                <a:cxn ang="T11">
                  <a:pos x="T2" y="T3"/>
                </a:cxn>
                <a:cxn ang="T12">
                  <a:pos x="T4" y="T5"/>
                </a:cxn>
                <a:cxn ang="T13">
                  <a:pos x="T6" y="T7"/>
                </a:cxn>
                <a:cxn ang="T14">
                  <a:pos x="T8" y="T9"/>
                </a:cxn>
              </a:cxnLst>
              <a:rect l="T15" t="T16" r="T17" b="T18"/>
              <a:pathLst>
                <a:path w="1806862" h="3612822">
                  <a:moveTo>
                    <a:pt x="451" y="0"/>
                  </a:moveTo>
                  <a:lnTo>
                    <a:pt x="1806862" y="1806411"/>
                  </a:lnTo>
                  <a:lnTo>
                    <a:pt x="451" y="3612822"/>
                  </a:lnTo>
                  <a:lnTo>
                    <a:pt x="0" y="3612371"/>
                  </a:lnTo>
                  <a:lnTo>
                    <a:pt x="0" y="451"/>
                  </a:lnTo>
                  <a:lnTo>
                    <a:pt x="451" y="0"/>
                  </a:lnTo>
                  <a:close/>
                </a:path>
              </a:pathLst>
            </a:custGeom>
            <a:solidFill>
              <a:srgbClr val="76CBA6"/>
            </a:solidFill>
            <a:ln w="9525">
              <a:noFill/>
              <a:miter lim="800000"/>
            </a:ln>
          </p:spPr>
          <p:txBody>
            <a:bodyPr lIns="0" tIns="0" rIns="144000" bIns="0" anchor="ctr"/>
            <a:lstStyle/>
            <a:p>
              <a:pPr algn="ctr" eaLnBrk="1" hangingPunct="1"/>
              <a:endParaRPr lang="zh-CN" altLang="en-US" sz="2400" b="1" dirty="0">
                <a:solidFill>
                  <a:srgbClr val="FFFFFF"/>
                </a:solidFill>
                <a:ea typeface="微软雅黑" panose="020B0503020204020204" charset="-122"/>
              </a:endParaRPr>
            </a:p>
          </p:txBody>
        </p:sp>
      </p:grpSp>
      <p:sp>
        <p:nvSpPr>
          <p:cNvPr id="32" name="MH_SubTitle_2"/>
          <p:cNvSpPr/>
          <p:nvPr>
            <p:custDataLst>
              <p:tags r:id="rId2"/>
            </p:custDataLst>
          </p:nvPr>
        </p:nvSpPr>
        <p:spPr>
          <a:xfrm>
            <a:off x="2086721" y="2484921"/>
            <a:ext cx="1153279" cy="369332"/>
          </a:xfrm>
          <a:prstGeom prst="rect">
            <a:avLst/>
          </a:prstGeom>
        </p:spPr>
        <p:txBody>
          <a:bodyPr wrap="square" anchor="b">
            <a:spAutoFit/>
          </a:bodyPr>
          <a:lstStyle/>
          <a:p>
            <a:r>
              <a:rPr lang="zh-CN" altLang="en-US" b="1" dirty="0">
                <a:solidFill>
                  <a:srgbClr val="00B050"/>
                </a:solidFill>
              </a:rPr>
              <a:t>类的属性</a:t>
            </a:r>
          </a:p>
        </p:txBody>
      </p:sp>
      <p:sp>
        <p:nvSpPr>
          <p:cNvPr id="9" name="文本框 8">
            <a:extLst>
              <a:ext uri="{FF2B5EF4-FFF2-40B4-BE49-F238E27FC236}">
                <a16:creationId xmlns:a16="http://schemas.microsoft.com/office/drawing/2014/main" id="{6FFC9B50-E533-65B1-D5FF-0D624D95414C}"/>
              </a:ext>
            </a:extLst>
          </p:cNvPr>
          <p:cNvSpPr txBox="1"/>
          <p:nvPr/>
        </p:nvSpPr>
        <p:spPr>
          <a:xfrm>
            <a:off x="3240000" y="1079543"/>
            <a:ext cx="4225837" cy="369332"/>
          </a:xfrm>
          <a:prstGeom prst="rect">
            <a:avLst/>
          </a:prstGeom>
          <a:noFill/>
        </p:spPr>
        <p:txBody>
          <a:bodyPr wrap="none" rtlCol="0">
            <a:spAutoFit/>
          </a:bodyPr>
          <a:lstStyle/>
          <a:p>
            <a:r>
              <a:rPr lang="zh-CN" altLang="en-US" dirty="0">
                <a:latin typeface="+mn-ea"/>
              </a:rPr>
              <a:t> </a:t>
            </a:r>
            <a:r>
              <a:rPr lang="zh-CN" altLang="en-US" dirty="0">
                <a:solidFill>
                  <a:srgbClr val="00B050"/>
                </a:solidFill>
                <a:latin typeface="+mn-ea"/>
              </a:rPr>
              <a:t>可见性  属性名：类型名＝初值</a:t>
            </a:r>
            <a:r>
              <a:rPr lang="en-US" altLang="zh-CN" dirty="0">
                <a:solidFill>
                  <a:srgbClr val="00B050"/>
                </a:solidFill>
                <a:latin typeface="+mn-ea"/>
              </a:rPr>
              <a:t>{</a:t>
            </a:r>
            <a:r>
              <a:rPr lang="zh-CN" altLang="en-US" dirty="0">
                <a:solidFill>
                  <a:srgbClr val="00B050"/>
                </a:solidFill>
                <a:latin typeface="+mn-ea"/>
              </a:rPr>
              <a:t>性质串</a:t>
            </a:r>
            <a:r>
              <a:rPr lang="en-US" altLang="zh-CN" dirty="0">
                <a:solidFill>
                  <a:srgbClr val="00B050"/>
                </a:solidFill>
                <a:latin typeface="+mn-ea"/>
              </a:rPr>
              <a:t>}</a:t>
            </a:r>
            <a:endParaRPr lang="zh-CN" altLang="en-US" dirty="0"/>
          </a:p>
        </p:txBody>
      </p:sp>
    </p:spTree>
  </p:cSld>
  <p:clrMapOvr>
    <a:masterClrMapping/>
  </p:clrMapOvr>
  <p:transition>
    <p:diamond/>
  </p:transition>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694801" y="360000"/>
            <a:ext cx="5401200" cy="523220"/>
          </a:xfrm>
        </p:spPr>
        <p:txBody>
          <a:bodyPr>
            <a:normAutofit/>
          </a:bodyPr>
          <a:lstStyle/>
          <a:p>
            <a:r>
              <a:rPr lang="en-US" dirty="0"/>
              <a:t>6.3 </a:t>
            </a:r>
            <a:r>
              <a:rPr lang="zh-CN" altLang="en-US" dirty="0">
                <a:sym typeface="+mn-ea"/>
              </a:rPr>
              <a:t>UML图</a:t>
            </a:r>
            <a:endParaRPr lang="zh-CN" altLang="en-US" dirty="0"/>
          </a:p>
        </p:txBody>
      </p:sp>
      <p:sp>
        <p:nvSpPr>
          <p:cNvPr id="6" name="文本占位符 5">
            <a:extLst>
              <a:ext uri="{FF2B5EF4-FFF2-40B4-BE49-F238E27FC236}">
                <a16:creationId xmlns:a16="http://schemas.microsoft.com/office/drawing/2014/main" id="{F0F85287-37D0-A9F4-B98C-60B42154E117}"/>
              </a:ext>
            </a:extLst>
          </p:cNvPr>
          <p:cNvSpPr>
            <a:spLocks noGrp="1"/>
          </p:cNvSpPr>
          <p:nvPr>
            <p:ph type="body" sz="quarter" idx="10"/>
          </p:nvPr>
        </p:nvSpPr>
        <p:spPr>
          <a:xfrm>
            <a:off x="900001" y="1322832"/>
            <a:ext cx="5196000" cy="400110"/>
          </a:xfrm>
        </p:spPr>
        <p:txBody>
          <a:bodyPr/>
          <a:lstStyle/>
          <a:p>
            <a:r>
              <a:rPr lang="en-US" altLang="zh-CN" dirty="0"/>
              <a:t>6.3.2 </a:t>
            </a:r>
            <a:r>
              <a:rPr lang="zh-CN" altLang="en-US" dirty="0"/>
              <a:t>类图和包</a:t>
            </a:r>
          </a:p>
        </p:txBody>
      </p:sp>
      <p:grpSp>
        <p:nvGrpSpPr>
          <p:cNvPr id="2" name="组合 1">
            <a:extLst>
              <a:ext uri="{FF2B5EF4-FFF2-40B4-BE49-F238E27FC236}">
                <a16:creationId xmlns:a16="http://schemas.microsoft.com/office/drawing/2014/main" id="{CEE1278E-DC39-972A-2F1C-8EF120992E35}"/>
              </a:ext>
            </a:extLst>
          </p:cNvPr>
          <p:cNvGrpSpPr/>
          <p:nvPr/>
        </p:nvGrpSpPr>
        <p:grpSpPr>
          <a:xfrm>
            <a:off x="694801" y="2160000"/>
            <a:ext cx="1297305" cy="1017905"/>
            <a:chOff x="1250950" y="2193925"/>
            <a:chExt cx="1297305" cy="1017905"/>
          </a:xfrm>
        </p:grpSpPr>
        <p:sp>
          <p:nvSpPr>
            <p:cNvPr id="14" name="MH_Other_6"/>
            <p:cNvSpPr>
              <a:spLocks noChangeArrowheads="1"/>
            </p:cNvSpPr>
            <p:nvPr>
              <p:custDataLst>
                <p:tags r:id="rId3"/>
              </p:custDataLst>
            </p:nvPr>
          </p:nvSpPr>
          <p:spPr bwMode="auto">
            <a:xfrm>
              <a:off x="1800860" y="2320925"/>
              <a:ext cx="474345" cy="355600"/>
            </a:xfrm>
            <a:prstGeom prst="diamond">
              <a:avLst/>
            </a:prstGeom>
            <a:solidFill>
              <a:srgbClr val="D0EDF8"/>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19" name="MH_Other_7"/>
            <p:cNvSpPr>
              <a:spLocks noChangeArrowheads="1"/>
            </p:cNvSpPr>
            <p:nvPr>
              <p:custDataLst>
                <p:tags r:id="rId4"/>
              </p:custDataLst>
            </p:nvPr>
          </p:nvSpPr>
          <p:spPr bwMode="auto">
            <a:xfrm>
              <a:off x="1800860" y="2727325"/>
              <a:ext cx="474345" cy="355600"/>
            </a:xfrm>
            <a:prstGeom prst="diamond">
              <a:avLst/>
            </a:prstGeom>
            <a:solidFill>
              <a:srgbClr val="D0EDF8"/>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20" name="MH_Other_8"/>
            <p:cNvSpPr>
              <a:spLocks noChangeArrowheads="1"/>
            </p:cNvSpPr>
            <p:nvPr>
              <p:custDataLst>
                <p:tags r:id="rId5"/>
              </p:custDataLst>
            </p:nvPr>
          </p:nvSpPr>
          <p:spPr bwMode="auto">
            <a:xfrm>
              <a:off x="2073910" y="2524125"/>
              <a:ext cx="474345" cy="355600"/>
            </a:xfrm>
            <a:prstGeom prst="diamond">
              <a:avLst/>
            </a:prstGeom>
            <a:solidFill>
              <a:srgbClr val="9AD7F0"/>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21" name="MH_Other_9"/>
            <p:cNvSpPr/>
            <p:nvPr>
              <p:custDataLst>
                <p:tags r:id="rId6"/>
              </p:custDataLst>
            </p:nvPr>
          </p:nvSpPr>
          <p:spPr>
            <a:xfrm>
              <a:off x="1286510" y="2193925"/>
              <a:ext cx="715645" cy="1017905"/>
            </a:xfrm>
            <a:custGeom>
              <a:avLst/>
              <a:gdLst>
                <a:gd name="connsiteX0" fmla="*/ 96494 w 1902905"/>
                <a:gd name="connsiteY0" fmla="*/ 0 h 3612822"/>
                <a:gd name="connsiteX1" fmla="*/ 1902905 w 1902905"/>
                <a:gd name="connsiteY1" fmla="*/ 1806411 h 3612822"/>
                <a:gd name="connsiteX2" fmla="*/ 96494 w 1902905"/>
                <a:gd name="connsiteY2" fmla="*/ 3612822 h 3612822"/>
                <a:gd name="connsiteX3" fmla="*/ 0 w 1902905"/>
                <a:gd name="connsiteY3" fmla="*/ 3516328 h 3612822"/>
                <a:gd name="connsiteX4" fmla="*/ 1709917 w 1902905"/>
                <a:gd name="connsiteY4" fmla="*/ 1806411 h 3612822"/>
                <a:gd name="connsiteX5" fmla="*/ 0 w 1902905"/>
                <a:gd name="connsiteY5" fmla="*/ 96494 h 36128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902905" h="3612822">
                  <a:moveTo>
                    <a:pt x="96494" y="0"/>
                  </a:moveTo>
                  <a:lnTo>
                    <a:pt x="1902905" y="1806411"/>
                  </a:lnTo>
                  <a:lnTo>
                    <a:pt x="96494" y="3612822"/>
                  </a:lnTo>
                  <a:lnTo>
                    <a:pt x="0" y="3516328"/>
                  </a:lnTo>
                  <a:lnTo>
                    <a:pt x="1709917" y="1806411"/>
                  </a:lnTo>
                  <a:lnTo>
                    <a:pt x="0" y="96494"/>
                  </a:lnTo>
                  <a:close/>
                </a:path>
              </a:pathLst>
            </a:custGeom>
            <a:solidFill>
              <a:schemeClr val="accent3">
                <a:lumMod val="20000"/>
                <a:lumOff val="80000"/>
              </a:schemeClr>
            </a:solidFill>
          </p:spPr>
          <p:txBody>
            <a:bodyPr anchor="ctr"/>
            <a:lstStyle/>
            <a:p>
              <a:pPr algn="just" eaLnBrk="1" fontAlgn="auto" hangingPunct="1">
                <a:lnSpc>
                  <a:spcPct val="130000"/>
                </a:lnSpc>
                <a:spcBef>
                  <a:spcPts val="0"/>
                </a:spcBef>
                <a:spcAft>
                  <a:spcPts val="0"/>
                </a:spcAft>
                <a:defRPr/>
              </a:pPr>
              <a:endParaRPr lang="zh-CN" altLang="en-US" dirty="0" err="1">
                <a:solidFill>
                  <a:srgbClr val="FFFFFF"/>
                </a:solidFill>
                <a:ea typeface="微软雅黑" panose="020B0503020204020204" charset="-122"/>
              </a:endParaRPr>
            </a:p>
          </p:txBody>
        </p:sp>
        <p:sp>
          <p:nvSpPr>
            <p:cNvPr id="22" name="MH_Other_10"/>
            <p:cNvSpPr/>
            <p:nvPr>
              <p:custDataLst>
                <p:tags r:id="rId7"/>
              </p:custDataLst>
            </p:nvPr>
          </p:nvSpPr>
          <p:spPr bwMode="auto">
            <a:xfrm>
              <a:off x="1250950" y="2193925"/>
              <a:ext cx="679450" cy="1017905"/>
            </a:xfrm>
            <a:custGeom>
              <a:avLst/>
              <a:gdLst>
                <a:gd name="T0" fmla="*/ 36 w 1806862"/>
                <a:gd name="T1" fmla="*/ 0 h 3612822"/>
                <a:gd name="T2" fmla="*/ 143580 w 1806862"/>
                <a:gd name="T3" fmla="*/ 143357 h 3612822"/>
                <a:gd name="T4" fmla="*/ 36 w 1806862"/>
                <a:gd name="T5" fmla="*/ 286713 h 3612822"/>
                <a:gd name="T6" fmla="*/ 0 w 1806862"/>
                <a:gd name="T7" fmla="*/ 286677 h 3612822"/>
                <a:gd name="T8" fmla="*/ 0 w 1806862"/>
                <a:gd name="T9" fmla="*/ 36 h 3612822"/>
                <a:gd name="T10" fmla="*/ 0 60000 65536"/>
                <a:gd name="T11" fmla="*/ 0 60000 65536"/>
                <a:gd name="T12" fmla="*/ 0 60000 65536"/>
                <a:gd name="T13" fmla="*/ 0 60000 65536"/>
                <a:gd name="T14" fmla="*/ 0 60000 65536"/>
                <a:gd name="T15" fmla="*/ 0 w 1806862"/>
                <a:gd name="T16" fmla="*/ 0 h 3612822"/>
                <a:gd name="T17" fmla="*/ 1806862 w 1806862"/>
                <a:gd name="T18" fmla="*/ 3612822 h 3612822"/>
              </a:gdLst>
              <a:ahLst/>
              <a:cxnLst>
                <a:cxn ang="T10">
                  <a:pos x="T0" y="T1"/>
                </a:cxn>
                <a:cxn ang="T11">
                  <a:pos x="T2" y="T3"/>
                </a:cxn>
                <a:cxn ang="T12">
                  <a:pos x="T4" y="T5"/>
                </a:cxn>
                <a:cxn ang="T13">
                  <a:pos x="T6" y="T7"/>
                </a:cxn>
                <a:cxn ang="T14">
                  <a:pos x="T8" y="T9"/>
                </a:cxn>
              </a:cxnLst>
              <a:rect l="T15" t="T16" r="T17" b="T18"/>
              <a:pathLst>
                <a:path w="1806862" h="3612822">
                  <a:moveTo>
                    <a:pt x="451" y="0"/>
                  </a:moveTo>
                  <a:lnTo>
                    <a:pt x="1806862" y="1806411"/>
                  </a:lnTo>
                  <a:lnTo>
                    <a:pt x="451" y="3612822"/>
                  </a:lnTo>
                  <a:lnTo>
                    <a:pt x="0" y="3612371"/>
                  </a:lnTo>
                  <a:lnTo>
                    <a:pt x="0" y="451"/>
                  </a:lnTo>
                  <a:lnTo>
                    <a:pt x="451" y="0"/>
                  </a:lnTo>
                  <a:close/>
                </a:path>
              </a:pathLst>
            </a:custGeom>
            <a:solidFill>
              <a:srgbClr val="68C6EA"/>
            </a:solidFill>
            <a:ln w="9525">
              <a:noFill/>
              <a:miter lim="800000"/>
            </a:ln>
          </p:spPr>
          <p:txBody>
            <a:bodyPr lIns="0" tIns="0" rIns="144000" bIns="0" anchor="ctr"/>
            <a:lstStyle/>
            <a:p>
              <a:pPr algn="ctr" eaLnBrk="1" hangingPunct="1"/>
              <a:endParaRPr lang="zh-CN" altLang="en-US" sz="2400" b="1" dirty="0">
                <a:solidFill>
                  <a:srgbClr val="FFFFFF"/>
                </a:solidFill>
                <a:ea typeface="微软雅黑" panose="020B0503020204020204" charset="-122"/>
              </a:endParaRPr>
            </a:p>
          </p:txBody>
        </p:sp>
      </p:grpSp>
      <p:sp>
        <p:nvSpPr>
          <p:cNvPr id="23" name="MH_SubTitle_3"/>
          <p:cNvSpPr/>
          <p:nvPr>
            <p:custDataLst>
              <p:tags r:id="rId1"/>
            </p:custDataLst>
          </p:nvPr>
        </p:nvSpPr>
        <p:spPr>
          <a:xfrm>
            <a:off x="2086721" y="2484286"/>
            <a:ext cx="1152000" cy="369332"/>
          </a:xfrm>
          <a:prstGeom prst="rect">
            <a:avLst/>
          </a:prstGeom>
        </p:spPr>
        <p:txBody>
          <a:bodyPr anchor="b">
            <a:spAutoFit/>
          </a:bodyPr>
          <a:lstStyle/>
          <a:p>
            <a:r>
              <a:rPr lang="zh-CN" altLang="en-US" b="1" dirty="0">
                <a:solidFill>
                  <a:srgbClr val="00B0F0"/>
                </a:solidFill>
              </a:rPr>
              <a:t>类的操作</a:t>
            </a:r>
          </a:p>
        </p:txBody>
      </p:sp>
      <p:sp>
        <p:nvSpPr>
          <p:cNvPr id="40" name="MH_Text_2"/>
          <p:cNvSpPr/>
          <p:nvPr>
            <p:custDataLst>
              <p:tags r:id="rId2"/>
            </p:custDataLst>
          </p:nvPr>
        </p:nvSpPr>
        <p:spPr>
          <a:xfrm>
            <a:off x="3240000" y="2484286"/>
            <a:ext cx="6147435" cy="984885"/>
          </a:xfrm>
          <a:prstGeom prst="rect">
            <a:avLst/>
          </a:prstGeom>
        </p:spPr>
        <p:txBody>
          <a:bodyPr>
            <a:spAutoFit/>
          </a:bodyPr>
          <a:lstStyle/>
          <a:p>
            <a:pPr>
              <a:spcAft>
                <a:spcPts val="600"/>
              </a:spcAft>
            </a:pPr>
            <a:r>
              <a:rPr lang="zh-CN" altLang="en-US" sz="1600" dirty="0">
                <a:latin typeface="+mn-ea"/>
              </a:rPr>
              <a:t>类的操作用于修改、检索类的属性或执行某些动作</a:t>
            </a:r>
          </a:p>
          <a:p>
            <a:pPr>
              <a:spcAft>
                <a:spcPts val="600"/>
              </a:spcAft>
            </a:pPr>
            <a:r>
              <a:rPr lang="zh-CN" altLang="en-US" sz="1600" dirty="0">
                <a:latin typeface="+mn-ea"/>
              </a:rPr>
              <a:t>操作只能用于该类的对象上。描述类的操作的语法规则为</a:t>
            </a:r>
          </a:p>
          <a:p>
            <a:pPr>
              <a:spcAft>
                <a:spcPts val="600"/>
              </a:spcAft>
            </a:pPr>
            <a:r>
              <a:rPr lang="zh-CN" altLang="en-US" sz="1600" dirty="0">
                <a:solidFill>
                  <a:srgbClr val="00B0F0"/>
                </a:solidFill>
                <a:latin typeface="+mn-ea"/>
              </a:rPr>
              <a:t>可见性  操作名（参数表）：返回值类型</a:t>
            </a:r>
            <a:r>
              <a:rPr lang="en-US" altLang="zh-CN" sz="1600" dirty="0">
                <a:solidFill>
                  <a:srgbClr val="00B0F0"/>
                </a:solidFill>
                <a:latin typeface="+mn-ea"/>
              </a:rPr>
              <a:t>{</a:t>
            </a:r>
            <a:r>
              <a:rPr lang="zh-CN" altLang="en-US" sz="1600" dirty="0">
                <a:solidFill>
                  <a:srgbClr val="00B0F0"/>
                </a:solidFill>
                <a:latin typeface="+mn-ea"/>
              </a:rPr>
              <a:t>性质串</a:t>
            </a:r>
            <a:r>
              <a:rPr lang="en-US" altLang="zh-CN" sz="1600" dirty="0">
                <a:solidFill>
                  <a:srgbClr val="00B0F0"/>
                </a:solidFill>
                <a:latin typeface="+mn-ea"/>
              </a:rPr>
              <a:t>}</a:t>
            </a:r>
            <a:endParaRPr lang="zh-CN" altLang="en-US" sz="1600" dirty="0">
              <a:solidFill>
                <a:srgbClr val="00B0F0"/>
              </a:solidFill>
              <a:latin typeface="+mn-ea"/>
            </a:endParaRPr>
          </a:p>
        </p:txBody>
      </p:sp>
      <p:graphicFrame>
        <p:nvGraphicFramePr>
          <p:cNvPr id="5" name="表格 4">
            <a:extLst>
              <a:ext uri="{FF2B5EF4-FFF2-40B4-BE49-F238E27FC236}">
                <a16:creationId xmlns:a16="http://schemas.microsoft.com/office/drawing/2014/main" id="{B74D932E-819F-2CD1-F134-D431B839033E}"/>
              </a:ext>
            </a:extLst>
          </p:cNvPr>
          <p:cNvGraphicFramePr>
            <a:graphicFrameLocks noGrp="1"/>
          </p:cNvGraphicFramePr>
          <p:nvPr>
            <p:extLst>
              <p:ext uri="{D42A27DB-BD31-4B8C-83A1-F6EECF244321}">
                <p14:modId xmlns:p14="http://schemas.microsoft.com/office/powerpoint/2010/main" val="2107883302"/>
              </p:ext>
            </p:extLst>
          </p:nvPr>
        </p:nvGraphicFramePr>
        <p:xfrm>
          <a:off x="4836000" y="4240875"/>
          <a:ext cx="2520000" cy="1686560"/>
        </p:xfrm>
        <a:graphic>
          <a:graphicData uri="http://schemas.openxmlformats.org/drawingml/2006/table">
            <a:tbl>
              <a:tblPr firstRow="1" bandRow="1">
                <a:tableStyleId>{5C22544A-7EE6-4342-B048-85BDC9FD1C3A}</a:tableStyleId>
              </a:tblPr>
              <a:tblGrid>
                <a:gridCol w="2520000">
                  <a:extLst>
                    <a:ext uri="{9D8B030D-6E8A-4147-A177-3AD203B41FA5}">
                      <a16:colId xmlns:a16="http://schemas.microsoft.com/office/drawing/2014/main" val="4229980036"/>
                    </a:ext>
                  </a:extLst>
                </a:gridCol>
              </a:tblGrid>
              <a:tr h="370840">
                <a:tc>
                  <a:txBody>
                    <a:bodyPr/>
                    <a:lstStyle/>
                    <a:p>
                      <a:pPr algn="ctr"/>
                      <a:r>
                        <a:rPr lang="en-US" altLang="zh-CN" sz="1400" b="0" dirty="0">
                          <a:solidFill>
                            <a:sysClr val="windowText" lastClr="000000"/>
                          </a:solidFill>
                        </a:rPr>
                        <a:t>Student</a:t>
                      </a:r>
                      <a:endParaRPr lang="zh-CN" altLang="en-US" sz="1400" b="0" dirty="0">
                        <a:solidFill>
                          <a:sysClr val="windowText" lastClr="000000"/>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75811444"/>
                  </a:ext>
                </a:extLst>
              </a:tr>
              <a:tr h="370840">
                <a:tc>
                  <a:txBody>
                    <a:bodyPr/>
                    <a:lstStyle/>
                    <a:p>
                      <a:pPr algn="l"/>
                      <a:r>
                        <a:rPr lang="en-US" altLang="zh-CN" sz="1400" b="0" dirty="0">
                          <a:solidFill>
                            <a:sysClr val="windowText" lastClr="000000"/>
                          </a:solidFill>
                        </a:rPr>
                        <a:t>-</a:t>
                      </a:r>
                      <a:r>
                        <a:rPr lang="en-US" altLang="zh-CN" sz="1400" b="0" dirty="0" err="1">
                          <a:solidFill>
                            <a:sysClr val="windowText" lastClr="000000"/>
                          </a:solidFill>
                        </a:rPr>
                        <a:t>name:String</a:t>
                      </a:r>
                      <a:endParaRPr lang="en-US" altLang="zh-CN" sz="1400" b="0" dirty="0">
                        <a:solidFill>
                          <a:sysClr val="windowText" lastClr="000000"/>
                        </a:solidFill>
                      </a:endParaRPr>
                    </a:p>
                    <a:p>
                      <a:pPr algn="l"/>
                      <a:r>
                        <a:rPr lang="en-US" altLang="zh-CN" sz="1400" b="0" dirty="0">
                          <a:solidFill>
                            <a:sysClr val="windowText" lastClr="000000"/>
                          </a:solidFill>
                        </a:rPr>
                        <a:t>-</a:t>
                      </a:r>
                      <a:r>
                        <a:rPr lang="en-US" altLang="zh-CN" sz="1400" b="0" dirty="0" err="1">
                          <a:solidFill>
                            <a:sysClr val="windowText" lastClr="000000"/>
                          </a:solidFill>
                        </a:rPr>
                        <a:t>age:Integer</a:t>
                      </a:r>
                      <a:endParaRPr lang="en-US" altLang="zh-CN" sz="1400" b="0" dirty="0">
                        <a:solidFill>
                          <a:sysClr val="windowText" lastClr="000000"/>
                        </a:solidFill>
                      </a:endParaRPr>
                    </a:p>
                    <a:p>
                      <a:pPr algn="l"/>
                      <a:r>
                        <a:rPr lang="en-US" altLang="zh-CN" sz="1400" b="0" dirty="0">
                          <a:solidFill>
                            <a:sysClr val="windowText" lastClr="000000"/>
                          </a:solidFill>
                        </a:rPr>
                        <a:t>-</a:t>
                      </a:r>
                      <a:r>
                        <a:rPr lang="en-US" altLang="zh-CN" sz="1400" b="0" dirty="0" err="1">
                          <a:solidFill>
                            <a:sysClr val="windowText" lastClr="000000"/>
                          </a:solidFill>
                        </a:rPr>
                        <a:t>gender:Character</a:t>
                      </a:r>
                      <a:r>
                        <a:rPr lang="en-US" altLang="zh-CN" sz="1400" b="0" dirty="0">
                          <a:solidFill>
                            <a:sysClr val="windowText" lastClr="000000"/>
                          </a:solidFill>
                        </a:rPr>
                        <a:t>=‘M’</a:t>
                      </a:r>
                    </a:p>
                    <a:p>
                      <a:pPr algn="l"/>
                      <a:r>
                        <a:rPr lang="en-US" altLang="zh-CN" sz="1400" b="0" dirty="0">
                          <a:solidFill>
                            <a:sysClr val="windowText" lastClr="000000"/>
                          </a:solidFill>
                        </a:rPr>
                        <a:t>#major:String</a:t>
                      </a:r>
                      <a:endParaRPr lang="zh-CN" altLang="en-US" sz="1400" b="0" dirty="0">
                        <a:solidFill>
                          <a:sysClr val="windowText" lastClr="000000"/>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979122994"/>
                  </a:ext>
                </a:extLst>
              </a:tr>
              <a:tr h="370840">
                <a:tc>
                  <a:txBody>
                    <a:bodyPr/>
                    <a:lstStyle/>
                    <a:p>
                      <a:pPr algn="l"/>
                      <a:r>
                        <a:rPr lang="en-US" altLang="zh-CN" sz="1400" b="0" dirty="0">
                          <a:solidFill>
                            <a:sysClr val="windowText" lastClr="000000"/>
                          </a:solidFill>
                        </a:rPr>
                        <a:t>+register():void</a:t>
                      </a:r>
                      <a:endParaRPr lang="zh-CN" altLang="en-US" sz="1400" b="0" dirty="0">
                        <a:solidFill>
                          <a:sysClr val="windowText" lastClr="000000"/>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037904023"/>
                  </a:ext>
                </a:extLst>
              </a:tr>
            </a:tbl>
          </a:graphicData>
        </a:graphic>
      </p:graphicFrame>
    </p:spTree>
  </p:cSld>
  <p:clrMapOvr>
    <a:masterClrMapping/>
  </p:clrMapOvr>
  <p:transition>
    <p:diamond/>
  </p:transition>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694801" y="360000"/>
            <a:ext cx="5401200" cy="523220"/>
          </a:xfrm>
        </p:spPr>
        <p:txBody>
          <a:bodyPr>
            <a:normAutofit/>
          </a:bodyPr>
          <a:lstStyle/>
          <a:p>
            <a:r>
              <a:rPr lang="en-US" altLang="zh-CN" dirty="0">
                <a:sym typeface="+mn-ea"/>
              </a:rPr>
              <a:t>6.3 UML</a:t>
            </a:r>
            <a:r>
              <a:rPr lang="zh-CN" altLang="en-US" dirty="0">
                <a:sym typeface="+mn-ea"/>
              </a:rPr>
              <a:t>图</a:t>
            </a:r>
            <a:endParaRPr lang="zh-CN" altLang="en-US" dirty="0"/>
          </a:p>
        </p:txBody>
      </p:sp>
      <p:sp>
        <p:nvSpPr>
          <p:cNvPr id="6" name="文本占位符 5">
            <a:extLst>
              <a:ext uri="{FF2B5EF4-FFF2-40B4-BE49-F238E27FC236}">
                <a16:creationId xmlns:a16="http://schemas.microsoft.com/office/drawing/2014/main" id="{73A99D04-E629-E3BE-B9F9-4EB0E744393C}"/>
              </a:ext>
            </a:extLst>
          </p:cNvPr>
          <p:cNvSpPr>
            <a:spLocks noGrp="1"/>
          </p:cNvSpPr>
          <p:nvPr>
            <p:ph type="body" sz="quarter" idx="10"/>
          </p:nvPr>
        </p:nvSpPr>
        <p:spPr>
          <a:xfrm>
            <a:off x="900001" y="1322832"/>
            <a:ext cx="5196000" cy="400110"/>
          </a:xfrm>
        </p:spPr>
        <p:txBody>
          <a:bodyPr/>
          <a:lstStyle/>
          <a:p>
            <a:r>
              <a:rPr lang="en-US" altLang="zh-CN" dirty="0"/>
              <a:t>6.3.2 </a:t>
            </a:r>
            <a:r>
              <a:rPr lang="zh-CN" altLang="en-US" dirty="0"/>
              <a:t>类图和包</a:t>
            </a:r>
          </a:p>
        </p:txBody>
      </p:sp>
      <p:grpSp>
        <p:nvGrpSpPr>
          <p:cNvPr id="7" name="组合 6">
            <a:extLst>
              <a:ext uri="{FF2B5EF4-FFF2-40B4-BE49-F238E27FC236}">
                <a16:creationId xmlns:a16="http://schemas.microsoft.com/office/drawing/2014/main" id="{F8E10976-6E62-3C19-C45F-FF9A4DBA9DB7}"/>
              </a:ext>
            </a:extLst>
          </p:cNvPr>
          <p:cNvGrpSpPr/>
          <p:nvPr/>
        </p:nvGrpSpPr>
        <p:grpSpPr>
          <a:xfrm>
            <a:off x="7178675" y="694054"/>
            <a:ext cx="5013325" cy="973455"/>
            <a:chOff x="7193915" y="694054"/>
            <a:chExt cx="5013325" cy="973455"/>
          </a:xfrm>
        </p:grpSpPr>
        <p:sp>
          <p:nvSpPr>
            <p:cNvPr id="19" name="MH_SubTitle_2"/>
            <p:cNvSpPr/>
            <p:nvPr>
              <p:custDataLst>
                <p:tags r:id="rId1"/>
              </p:custDataLst>
            </p:nvPr>
          </p:nvSpPr>
          <p:spPr>
            <a:xfrm flipH="1">
              <a:off x="7193915" y="817315"/>
              <a:ext cx="3511458" cy="733252"/>
            </a:xfrm>
            <a:prstGeom prst="homePlate">
              <a:avLst/>
            </a:prstGeom>
            <a:solidFill>
              <a:srgbClr val="C698E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r>
                <a:rPr lang="zh-CN" altLang="en-US" sz="2400" b="1" dirty="0">
                  <a:solidFill>
                    <a:schemeClr val="bg1"/>
                  </a:solidFill>
                  <a:latin typeface="微软雅黑" panose="020B0503020204020204" charset="-122"/>
                  <a:ea typeface="微软雅黑" panose="020B0503020204020204" charset="-122"/>
                  <a:cs typeface="黑体" panose="02010609060101010101" pitchFamily="49" charset="-122"/>
                </a:rPr>
                <a:t>类的关系</a:t>
              </a:r>
            </a:p>
          </p:txBody>
        </p:sp>
        <p:sp>
          <p:nvSpPr>
            <p:cNvPr id="20" name="MH_Other_5"/>
            <p:cNvSpPr/>
            <p:nvPr>
              <p:custDataLst>
                <p:tags r:id="rId2"/>
              </p:custDataLst>
            </p:nvPr>
          </p:nvSpPr>
          <p:spPr>
            <a:xfrm flipH="1">
              <a:off x="11200669" y="694634"/>
              <a:ext cx="1006571" cy="971610"/>
            </a:xfrm>
            <a:prstGeom prst="rect">
              <a:avLst/>
            </a:prstGeom>
            <a:solidFill>
              <a:srgbClr val="C698E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r>
                <a:rPr lang="en-US" altLang="zh-CN" sz="3200" dirty="0">
                  <a:solidFill>
                    <a:srgbClr val="FFFFFF"/>
                  </a:solidFill>
                  <a:latin typeface="Times New Roman" panose="02020603050405020304" pitchFamily="18" charset="0"/>
                  <a:ea typeface="微软雅黑" panose="020B0503020204020204" charset="-122"/>
                </a:rPr>
                <a:t>02</a:t>
              </a:r>
              <a:endParaRPr lang="zh-CN" altLang="en-US" sz="3200" dirty="0">
                <a:solidFill>
                  <a:srgbClr val="FFFFFF"/>
                </a:solidFill>
                <a:latin typeface="Times New Roman" panose="02020603050405020304" pitchFamily="18" charset="0"/>
                <a:ea typeface="微软雅黑" panose="020B0503020204020204" charset="-122"/>
              </a:endParaRPr>
            </a:p>
          </p:txBody>
        </p:sp>
        <p:sp>
          <p:nvSpPr>
            <p:cNvPr id="21" name="MH_Other_6"/>
            <p:cNvSpPr/>
            <p:nvPr>
              <p:custDataLst>
                <p:tags r:id="rId3"/>
              </p:custDataLst>
            </p:nvPr>
          </p:nvSpPr>
          <p:spPr>
            <a:xfrm flipH="1">
              <a:off x="10703596" y="694054"/>
              <a:ext cx="516601" cy="973455"/>
            </a:xfrm>
            <a:custGeom>
              <a:avLst/>
              <a:gdLst>
                <a:gd name="connsiteX0" fmla="*/ 2382 w 461963"/>
                <a:gd name="connsiteY0" fmla="*/ 0 h 1081088"/>
                <a:gd name="connsiteX1" fmla="*/ 461963 w 461963"/>
                <a:gd name="connsiteY1" fmla="*/ 138113 h 1081088"/>
                <a:gd name="connsiteX2" fmla="*/ 461963 w 461963"/>
                <a:gd name="connsiteY2" fmla="*/ 950119 h 1081088"/>
                <a:gd name="connsiteX3" fmla="*/ 0 w 461963"/>
                <a:gd name="connsiteY3" fmla="*/ 1081088 h 1081088"/>
                <a:gd name="connsiteX4" fmla="*/ 2382 w 461963"/>
                <a:gd name="connsiteY4" fmla="*/ 0 h 108108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61963" h="1081088">
                  <a:moveTo>
                    <a:pt x="2382" y="0"/>
                  </a:moveTo>
                  <a:lnTo>
                    <a:pt x="461963" y="138113"/>
                  </a:lnTo>
                  <a:lnTo>
                    <a:pt x="461963" y="950119"/>
                  </a:lnTo>
                  <a:lnTo>
                    <a:pt x="0" y="1081088"/>
                  </a:lnTo>
                  <a:lnTo>
                    <a:pt x="2382" y="0"/>
                  </a:lnTo>
                  <a:close/>
                </a:path>
              </a:pathLst>
            </a:custGeom>
            <a:solidFill>
              <a:srgbClr val="A154CC"/>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a:solidFill>
                  <a:srgbClr val="FFFFFF"/>
                </a:solidFill>
                <a:latin typeface="微软雅黑" panose="020B0503020204020204" charset="-122"/>
                <a:ea typeface="微软雅黑" panose="020B0503020204020204" charset="-122"/>
              </a:endParaRPr>
            </a:p>
          </p:txBody>
        </p:sp>
      </p:grpSp>
      <p:sp>
        <p:nvSpPr>
          <p:cNvPr id="8" name="文本框 7">
            <a:extLst>
              <a:ext uri="{FF2B5EF4-FFF2-40B4-BE49-F238E27FC236}">
                <a16:creationId xmlns:a16="http://schemas.microsoft.com/office/drawing/2014/main" id="{1279EE54-B8C9-E08C-CF11-8861AB5831C4}"/>
              </a:ext>
            </a:extLst>
          </p:cNvPr>
          <p:cNvSpPr txBox="1"/>
          <p:nvPr/>
        </p:nvSpPr>
        <p:spPr>
          <a:xfrm>
            <a:off x="694801" y="1980000"/>
            <a:ext cx="6324600" cy="2492990"/>
          </a:xfrm>
          <a:prstGeom prst="rect">
            <a:avLst/>
          </a:prstGeom>
          <a:noFill/>
        </p:spPr>
        <p:txBody>
          <a:bodyPr wrap="square" rtlCol="0">
            <a:spAutoFit/>
          </a:bodyPr>
          <a:lstStyle/>
          <a:p>
            <a:pPr>
              <a:spcAft>
                <a:spcPts val="600"/>
              </a:spcAft>
            </a:pPr>
            <a:r>
              <a:rPr lang="zh-CN" altLang="en-US" dirty="0"/>
              <a:t>描述了系统中类与类之间的六种核心关系，从强到弱分别是：</a:t>
            </a:r>
            <a:endParaRPr lang="en-US" altLang="zh-CN" dirty="0"/>
          </a:p>
          <a:p>
            <a:pPr marL="285750" indent="-285750">
              <a:spcAft>
                <a:spcPts val="600"/>
              </a:spcAft>
              <a:buFont typeface="Arial" panose="020B0604020202020204" pitchFamily="34" charset="0"/>
              <a:buChar char="•"/>
            </a:pPr>
            <a:r>
              <a:rPr lang="zh-CN" altLang="en-US" dirty="0"/>
              <a:t>泛化 </a:t>
            </a:r>
            <a:r>
              <a:rPr lang="en-US" altLang="zh-CN" dirty="0"/>
              <a:t>Generalization</a:t>
            </a:r>
          </a:p>
          <a:p>
            <a:pPr marL="285750" indent="-285750">
              <a:spcAft>
                <a:spcPts val="600"/>
              </a:spcAft>
              <a:buFont typeface="Arial" panose="020B0604020202020204" pitchFamily="34" charset="0"/>
              <a:buChar char="•"/>
            </a:pPr>
            <a:r>
              <a:rPr lang="zh-CN" altLang="en-US" dirty="0"/>
              <a:t>实现 </a:t>
            </a:r>
            <a:r>
              <a:rPr lang="en-US" altLang="zh-CN" dirty="0"/>
              <a:t>Realization</a:t>
            </a:r>
          </a:p>
          <a:p>
            <a:pPr marL="285750" indent="-285750">
              <a:spcAft>
                <a:spcPts val="600"/>
              </a:spcAft>
              <a:buFont typeface="Arial" panose="020B0604020202020204" pitchFamily="34" charset="0"/>
              <a:buChar char="•"/>
            </a:pPr>
            <a:r>
              <a:rPr lang="zh-CN" altLang="en-US" dirty="0"/>
              <a:t>组合 </a:t>
            </a:r>
            <a:r>
              <a:rPr lang="en-US" altLang="zh-CN" dirty="0"/>
              <a:t>Composition</a:t>
            </a:r>
          </a:p>
          <a:p>
            <a:pPr marL="285750" indent="-285750">
              <a:spcAft>
                <a:spcPts val="600"/>
              </a:spcAft>
              <a:buFont typeface="Arial" panose="020B0604020202020204" pitchFamily="34" charset="0"/>
              <a:buChar char="•"/>
            </a:pPr>
            <a:r>
              <a:rPr lang="zh-CN" altLang="en-US" dirty="0"/>
              <a:t>聚合 </a:t>
            </a:r>
            <a:r>
              <a:rPr lang="en-US" altLang="zh-CN" dirty="0"/>
              <a:t>Aggregation</a:t>
            </a:r>
          </a:p>
          <a:p>
            <a:pPr marL="285750" indent="-285750">
              <a:spcAft>
                <a:spcPts val="600"/>
              </a:spcAft>
              <a:buFont typeface="Arial" panose="020B0604020202020204" pitchFamily="34" charset="0"/>
              <a:buChar char="•"/>
            </a:pPr>
            <a:r>
              <a:rPr lang="zh-CN" altLang="en-US" dirty="0"/>
              <a:t>关联 </a:t>
            </a:r>
            <a:r>
              <a:rPr lang="en-US" altLang="zh-CN" dirty="0"/>
              <a:t>Association</a:t>
            </a:r>
          </a:p>
          <a:p>
            <a:pPr marL="285750" indent="-285750">
              <a:spcAft>
                <a:spcPts val="600"/>
              </a:spcAft>
              <a:buFont typeface="Arial" panose="020B0604020202020204" pitchFamily="34" charset="0"/>
              <a:buChar char="•"/>
            </a:pPr>
            <a:r>
              <a:rPr lang="zh-CN" altLang="en-US" dirty="0"/>
              <a:t>依赖 </a:t>
            </a:r>
            <a:r>
              <a:rPr lang="en-US" altLang="zh-CN" dirty="0"/>
              <a:t>Dependency</a:t>
            </a:r>
            <a:endParaRPr lang="zh-CN" altLang="en-US" dirty="0"/>
          </a:p>
        </p:txBody>
      </p:sp>
    </p:spTree>
  </p:cSld>
  <p:clrMapOvr>
    <a:masterClrMapping/>
  </p:clrMapOvr>
  <p:transition>
    <p:diamond/>
  </p:transition>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2F5B59-7AE8-D9D8-08B3-EAB3A8B011D7}"/>
            </a:ext>
          </a:extLst>
        </p:cNvPr>
        <p:cNvGrpSpPr/>
        <p:nvPr/>
      </p:nvGrpSpPr>
      <p:grpSpPr>
        <a:xfrm>
          <a:off x="0" y="0"/>
          <a:ext cx="0" cy="0"/>
          <a:chOff x="0" y="0"/>
          <a:chExt cx="0" cy="0"/>
        </a:xfrm>
      </p:grpSpPr>
      <p:sp>
        <p:nvSpPr>
          <p:cNvPr id="3" name="标题 2">
            <a:extLst>
              <a:ext uri="{FF2B5EF4-FFF2-40B4-BE49-F238E27FC236}">
                <a16:creationId xmlns:a16="http://schemas.microsoft.com/office/drawing/2014/main" id="{FEF32DA6-4014-8033-873B-52990F26A206}"/>
              </a:ext>
            </a:extLst>
          </p:cNvPr>
          <p:cNvSpPr>
            <a:spLocks noGrp="1"/>
          </p:cNvSpPr>
          <p:nvPr>
            <p:ph type="title"/>
          </p:nvPr>
        </p:nvSpPr>
        <p:spPr>
          <a:xfrm>
            <a:off x="694801" y="360000"/>
            <a:ext cx="5401200" cy="523220"/>
          </a:xfrm>
        </p:spPr>
        <p:txBody>
          <a:bodyPr>
            <a:normAutofit/>
          </a:bodyPr>
          <a:lstStyle/>
          <a:p>
            <a:r>
              <a:rPr lang="en-US" altLang="zh-CN" dirty="0">
                <a:sym typeface="+mn-ea"/>
              </a:rPr>
              <a:t>6.3 UML</a:t>
            </a:r>
            <a:r>
              <a:rPr lang="zh-CN" altLang="en-US" dirty="0">
                <a:sym typeface="+mn-ea"/>
              </a:rPr>
              <a:t>图</a:t>
            </a:r>
            <a:endParaRPr lang="zh-CN" altLang="en-US" dirty="0"/>
          </a:p>
        </p:txBody>
      </p:sp>
      <p:sp>
        <p:nvSpPr>
          <p:cNvPr id="6" name="文本占位符 5">
            <a:extLst>
              <a:ext uri="{FF2B5EF4-FFF2-40B4-BE49-F238E27FC236}">
                <a16:creationId xmlns:a16="http://schemas.microsoft.com/office/drawing/2014/main" id="{490EEBBE-C541-4AA2-3CEC-CB4D5A1A27F5}"/>
              </a:ext>
            </a:extLst>
          </p:cNvPr>
          <p:cNvSpPr>
            <a:spLocks noGrp="1"/>
          </p:cNvSpPr>
          <p:nvPr>
            <p:ph type="body" sz="quarter" idx="10"/>
          </p:nvPr>
        </p:nvSpPr>
        <p:spPr>
          <a:xfrm>
            <a:off x="900001" y="1322832"/>
            <a:ext cx="5196000" cy="400110"/>
          </a:xfrm>
        </p:spPr>
        <p:txBody>
          <a:bodyPr/>
          <a:lstStyle/>
          <a:p>
            <a:r>
              <a:rPr lang="en-US" altLang="zh-CN" dirty="0"/>
              <a:t>6.3.2 </a:t>
            </a:r>
            <a:r>
              <a:rPr lang="zh-CN" altLang="en-US" dirty="0"/>
              <a:t>类图和包</a:t>
            </a:r>
          </a:p>
        </p:txBody>
      </p:sp>
      <p:grpSp>
        <p:nvGrpSpPr>
          <p:cNvPr id="7" name="组合 6">
            <a:extLst>
              <a:ext uri="{FF2B5EF4-FFF2-40B4-BE49-F238E27FC236}">
                <a16:creationId xmlns:a16="http://schemas.microsoft.com/office/drawing/2014/main" id="{109C131A-5808-5AAF-A9B6-E72077454F50}"/>
              </a:ext>
            </a:extLst>
          </p:cNvPr>
          <p:cNvGrpSpPr/>
          <p:nvPr/>
        </p:nvGrpSpPr>
        <p:grpSpPr>
          <a:xfrm>
            <a:off x="7178675" y="694054"/>
            <a:ext cx="5013325" cy="973455"/>
            <a:chOff x="7193915" y="694054"/>
            <a:chExt cx="5013325" cy="973455"/>
          </a:xfrm>
        </p:grpSpPr>
        <p:sp>
          <p:nvSpPr>
            <p:cNvPr id="19" name="MH_SubTitle_2">
              <a:extLst>
                <a:ext uri="{FF2B5EF4-FFF2-40B4-BE49-F238E27FC236}">
                  <a16:creationId xmlns:a16="http://schemas.microsoft.com/office/drawing/2014/main" id="{DAB5585B-3D12-832B-EEC3-7A6E6F052774}"/>
                </a:ext>
              </a:extLst>
            </p:cNvPr>
            <p:cNvSpPr/>
            <p:nvPr>
              <p:custDataLst>
                <p:tags r:id="rId2"/>
              </p:custDataLst>
            </p:nvPr>
          </p:nvSpPr>
          <p:spPr>
            <a:xfrm flipH="1">
              <a:off x="7193915" y="817315"/>
              <a:ext cx="3511458" cy="733252"/>
            </a:xfrm>
            <a:prstGeom prst="homePlate">
              <a:avLst/>
            </a:prstGeom>
            <a:solidFill>
              <a:srgbClr val="C698E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r>
                <a:rPr lang="zh-CN" altLang="en-US" sz="2400" b="1" dirty="0">
                  <a:solidFill>
                    <a:schemeClr val="bg1"/>
                  </a:solidFill>
                  <a:latin typeface="微软雅黑" panose="020B0503020204020204" charset="-122"/>
                  <a:ea typeface="微软雅黑" panose="020B0503020204020204" charset="-122"/>
                  <a:cs typeface="黑体" panose="02010609060101010101" pitchFamily="49" charset="-122"/>
                </a:rPr>
                <a:t>类的关系</a:t>
              </a:r>
            </a:p>
          </p:txBody>
        </p:sp>
        <p:sp>
          <p:nvSpPr>
            <p:cNvPr id="20" name="MH_Other_5">
              <a:extLst>
                <a:ext uri="{FF2B5EF4-FFF2-40B4-BE49-F238E27FC236}">
                  <a16:creationId xmlns:a16="http://schemas.microsoft.com/office/drawing/2014/main" id="{AC869FDA-F13B-3099-0A0B-483DFB61F378}"/>
                </a:ext>
              </a:extLst>
            </p:cNvPr>
            <p:cNvSpPr/>
            <p:nvPr>
              <p:custDataLst>
                <p:tags r:id="rId3"/>
              </p:custDataLst>
            </p:nvPr>
          </p:nvSpPr>
          <p:spPr>
            <a:xfrm flipH="1">
              <a:off x="11200669" y="694634"/>
              <a:ext cx="1006571" cy="971610"/>
            </a:xfrm>
            <a:prstGeom prst="rect">
              <a:avLst/>
            </a:prstGeom>
            <a:solidFill>
              <a:srgbClr val="C698E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r>
                <a:rPr lang="en-US" altLang="zh-CN" sz="3200" dirty="0">
                  <a:solidFill>
                    <a:srgbClr val="FFFFFF"/>
                  </a:solidFill>
                  <a:latin typeface="Times New Roman" panose="02020603050405020304" pitchFamily="18" charset="0"/>
                  <a:ea typeface="微软雅黑" panose="020B0503020204020204" charset="-122"/>
                </a:rPr>
                <a:t>02</a:t>
              </a:r>
              <a:endParaRPr lang="zh-CN" altLang="en-US" sz="3200" dirty="0">
                <a:solidFill>
                  <a:srgbClr val="FFFFFF"/>
                </a:solidFill>
                <a:latin typeface="Times New Roman" panose="02020603050405020304" pitchFamily="18" charset="0"/>
                <a:ea typeface="微软雅黑" panose="020B0503020204020204" charset="-122"/>
              </a:endParaRPr>
            </a:p>
          </p:txBody>
        </p:sp>
        <p:sp>
          <p:nvSpPr>
            <p:cNvPr id="21" name="MH_Other_6">
              <a:extLst>
                <a:ext uri="{FF2B5EF4-FFF2-40B4-BE49-F238E27FC236}">
                  <a16:creationId xmlns:a16="http://schemas.microsoft.com/office/drawing/2014/main" id="{4D0E26AD-1EBC-0E74-E214-FD2D7DF251C8}"/>
                </a:ext>
              </a:extLst>
            </p:cNvPr>
            <p:cNvSpPr/>
            <p:nvPr>
              <p:custDataLst>
                <p:tags r:id="rId4"/>
              </p:custDataLst>
            </p:nvPr>
          </p:nvSpPr>
          <p:spPr>
            <a:xfrm flipH="1">
              <a:off x="10703596" y="694054"/>
              <a:ext cx="516601" cy="973455"/>
            </a:xfrm>
            <a:custGeom>
              <a:avLst/>
              <a:gdLst>
                <a:gd name="connsiteX0" fmla="*/ 2382 w 461963"/>
                <a:gd name="connsiteY0" fmla="*/ 0 h 1081088"/>
                <a:gd name="connsiteX1" fmla="*/ 461963 w 461963"/>
                <a:gd name="connsiteY1" fmla="*/ 138113 h 1081088"/>
                <a:gd name="connsiteX2" fmla="*/ 461963 w 461963"/>
                <a:gd name="connsiteY2" fmla="*/ 950119 h 1081088"/>
                <a:gd name="connsiteX3" fmla="*/ 0 w 461963"/>
                <a:gd name="connsiteY3" fmla="*/ 1081088 h 1081088"/>
                <a:gd name="connsiteX4" fmla="*/ 2382 w 461963"/>
                <a:gd name="connsiteY4" fmla="*/ 0 h 108108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61963" h="1081088">
                  <a:moveTo>
                    <a:pt x="2382" y="0"/>
                  </a:moveTo>
                  <a:lnTo>
                    <a:pt x="461963" y="138113"/>
                  </a:lnTo>
                  <a:lnTo>
                    <a:pt x="461963" y="950119"/>
                  </a:lnTo>
                  <a:lnTo>
                    <a:pt x="0" y="1081088"/>
                  </a:lnTo>
                  <a:lnTo>
                    <a:pt x="2382" y="0"/>
                  </a:lnTo>
                  <a:close/>
                </a:path>
              </a:pathLst>
            </a:custGeom>
            <a:solidFill>
              <a:srgbClr val="A154CC"/>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a:solidFill>
                  <a:srgbClr val="FFFFFF"/>
                </a:solidFill>
                <a:latin typeface="微软雅黑" panose="020B0503020204020204" charset="-122"/>
                <a:ea typeface="微软雅黑" panose="020B0503020204020204" charset="-122"/>
              </a:endParaRPr>
            </a:p>
          </p:txBody>
        </p:sp>
      </p:grpSp>
      <p:sp>
        <p:nvSpPr>
          <p:cNvPr id="8" name="文本框 7">
            <a:extLst>
              <a:ext uri="{FF2B5EF4-FFF2-40B4-BE49-F238E27FC236}">
                <a16:creationId xmlns:a16="http://schemas.microsoft.com/office/drawing/2014/main" id="{DE5240CD-DBB0-0311-C358-D3849F59B74D}"/>
              </a:ext>
            </a:extLst>
          </p:cNvPr>
          <p:cNvSpPr txBox="1"/>
          <p:nvPr/>
        </p:nvSpPr>
        <p:spPr>
          <a:xfrm>
            <a:off x="694801" y="1980000"/>
            <a:ext cx="6324600" cy="2277547"/>
          </a:xfrm>
          <a:prstGeom prst="rect">
            <a:avLst/>
          </a:prstGeom>
          <a:noFill/>
        </p:spPr>
        <p:txBody>
          <a:bodyPr wrap="square" rtlCol="0">
            <a:spAutoFit/>
          </a:bodyPr>
          <a:lstStyle/>
          <a:p>
            <a:pPr>
              <a:spcAft>
                <a:spcPts val="600"/>
              </a:spcAft>
            </a:pPr>
            <a:r>
              <a:rPr lang="zh-CN" altLang="en-US" sz="1600" dirty="0"/>
              <a:t>泛化 </a:t>
            </a:r>
            <a:r>
              <a:rPr lang="en-US" altLang="zh-CN" sz="1600" dirty="0"/>
              <a:t> Generalization</a:t>
            </a:r>
          </a:p>
          <a:p>
            <a:pPr marL="285750" indent="-285750">
              <a:spcAft>
                <a:spcPts val="600"/>
              </a:spcAft>
              <a:buFont typeface="Arial" panose="020B0604020202020204" pitchFamily="34" charset="0"/>
              <a:buChar char="•"/>
            </a:pPr>
            <a:r>
              <a:rPr lang="zh-CN" altLang="en-US" sz="1600" dirty="0"/>
              <a:t>继承关系</a:t>
            </a:r>
            <a:endParaRPr lang="en-US" altLang="zh-CN" sz="1600" dirty="0"/>
          </a:p>
          <a:p>
            <a:pPr marL="285750" indent="-285750">
              <a:spcAft>
                <a:spcPts val="600"/>
              </a:spcAft>
              <a:buFont typeface="Arial" panose="020B0604020202020204" pitchFamily="34" charset="0"/>
              <a:buChar char="•"/>
            </a:pPr>
            <a:r>
              <a:rPr lang="zh-CN" altLang="en-US" sz="1600" dirty="0"/>
              <a:t>表示一个类（子类）是另一个类（父类）的特殊形式</a:t>
            </a:r>
            <a:endParaRPr lang="en-US" altLang="zh-CN" sz="1600" dirty="0"/>
          </a:p>
          <a:p>
            <a:pPr marL="285750" indent="-285750">
              <a:spcAft>
                <a:spcPts val="600"/>
              </a:spcAft>
              <a:buFont typeface="Arial" panose="020B0604020202020204" pitchFamily="34" charset="0"/>
              <a:buChar char="•"/>
            </a:pPr>
            <a:r>
              <a:rPr lang="zh-CN" altLang="en-US" sz="1600" dirty="0"/>
              <a:t>是一种 </a:t>
            </a:r>
            <a:r>
              <a:rPr lang="en-US" altLang="zh-CN" sz="1600" dirty="0"/>
              <a:t>is-a </a:t>
            </a:r>
            <a:r>
              <a:rPr lang="zh-CN" altLang="en-US" sz="1600" dirty="0"/>
              <a:t>的关系</a:t>
            </a:r>
            <a:endParaRPr lang="en-US" altLang="zh-CN" sz="1600" dirty="0"/>
          </a:p>
          <a:p>
            <a:pPr marL="285750" indent="-285750">
              <a:spcAft>
                <a:spcPts val="600"/>
              </a:spcAft>
              <a:buFont typeface="Arial" panose="020B0604020202020204" pitchFamily="34" charset="0"/>
              <a:buChar char="•"/>
            </a:pPr>
            <a:r>
              <a:rPr lang="zh-CN" altLang="en-US" sz="1600" dirty="0"/>
              <a:t>由子类指向父类的实线 </a:t>
            </a:r>
            <a:r>
              <a:rPr lang="en-US" altLang="zh-CN" sz="1600" dirty="0"/>
              <a:t>+ </a:t>
            </a:r>
            <a:r>
              <a:rPr lang="zh-CN" altLang="en-US" sz="1600" dirty="0"/>
              <a:t>空心三角箭头</a:t>
            </a:r>
            <a:endParaRPr lang="en-US" altLang="zh-CN" sz="1600" dirty="0"/>
          </a:p>
          <a:p>
            <a:pPr marL="285750" indent="-285750">
              <a:spcAft>
                <a:spcPts val="600"/>
              </a:spcAft>
              <a:buFont typeface="Arial" panose="020B0604020202020204" pitchFamily="34" charset="0"/>
              <a:buChar char="•"/>
            </a:pPr>
            <a:r>
              <a:rPr lang="zh-CN" altLang="en-US" sz="1600" dirty="0"/>
              <a:t>代码实现中采用关键字 </a:t>
            </a:r>
            <a:r>
              <a:rPr lang="en-US" altLang="zh-CN" sz="1600" dirty="0"/>
              <a:t>extends</a:t>
            </a:r>
          </a:p>
          <a:p>
            <a:pPr marL="742950" lvl="1" indent="-285750">
              <a:spcAft>
                <a:spcPts val="600"/>
              </a:spcAft>
              <a:buFont typeface="Arial" panose="020B0604020202020204" pitchFamily="34" charset="0"/>
              <a:buChar char="•"/>
            </a:pPr>
            <a:r>
              <a:rPr lang="zh-CN" altLang="en-US" sz="1600" dirty="0"/>
              <a:t>汽车是交通工具</a:t>
            </a:r>
            <a:endParaRPr lang="en-US" altLang="zh-CN" sz="1600" dirty="0"/>
          </a:p>
        </p:txBody>
      </p:sp>
      <p:sp>
        <p:nvSpPr>
          <p:cNvPr id="2" name="MH_SubTitle_2">
            <a:extLst>
              <a:ext uri="{FF2B5EF4-FFF2-40B4-BE49-F238E27FC236}">
                <a16:creationId xmlns:a16="http://schemas.microsoft.com/office/drawing/2014/main" id="{D843B03E-F5D8-BF75-09A2-281FC8D8F6DA}"/>
              </a:ext>
            </a:extLst>
          </p:cNvPr>
          <p:cNvSpPr/>
          <p:nvPr>
            <p:custDataLst>
              <p:tags r:id="rId1"/>
            </p:custDataLst>
          </p:nvPr>
        </p:nvSpPr>
        <p:spPr>
          <a:xfrm flipH="1">
            <a:off x="9312000" y="1864360"/>
            <a:ext cx="2880000" cy="504000"/>
          </a:xfrm>
          <a:prstGeom prst="homePlate">
            <a:avLst>
              <a:gd name="adj" fmla="val 55040"/>
            </a:avLst>
          </a:prstGeom>
          <a:solidFill>
            <a:srgbClr val="C698E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r>
              <a:rPr lang="zh-CN" altLang="en-US">
                <a:latin typeface="+mj-lt"/>
                <a:ea typeface="+mj-ea"/>
              </a:rPr>
              <a:t>泛化 </a:t>
            </a:r>
            <a:r>
              <a:rPr lang="en-US" altLang="zh-CN" dirty="0">
                <a:latin typeface="+mj-lt"/>
                <a:ea typeface="+mj-ea"/>
              </a:rPr>
              <a:t>Generalization</a:t>
            </a:r>
            <a:endParaRPr lang="zh-CN" altLang="en-US" dirty="0">
              <a:latin typeface="+mj-lt"/>
              <a:ea typeface="+mj-ea"/>
            </a:endParaRPr>
          </a:p>
        </p:txBody>
      </p:sp>
      <p:grpSp>
        <p:nvGrpSpPr>
          <p:cNvPr id="24" name="组合 23">
            <a:extLst>
              <a:ext uri="{FF2B5EF4-FFF2-40B4-BE49-F238E27FC236}">
                <a16:creationId xmlns:a16="http://schemas.microsoft.com/office/drawing/2014/main" id="{AAA31212-E9EA-2EB8-8E7A-CAD747FA5B7E}"/>
              </a:ext>
            </a:extLst>
          </p:cNvPr>
          <p:cNvGrpSpPr/>
          <p:nvPr/>
        </p:nvGrpSpPr>
        <p:grpSpPr>
          <a:xfrm>
            <a:off x="4678989" y="3275111"/>
            <a:ext cx="1953867" cy="307777"/>
            <a:chOff x="7703516" y="4304406"/>
            <a:chExt cx="1953867" cy="307777"/>
          </a:xfrm>
        </p:grpSpPr>
        <p:cxnSp>
          <p:nvCxnSpPr>
            <p:cNvPr id="11" name="直接连接符 10">
              <a:extLst>
                <a:ext uri="{FF2B5EF4-FFF2-40B4-BE49-F238E27FC236}">
                  <a16:creationId xmlns:a16="http://schemas.microsoft.com/office/drawing/2014/main" id="{D40255BE-DE59-7378-4911-38E7655D28CB}"/>
                </a:ext>
              </a:extLst>
            </p:cNvPr>
            <p:cNvCxnSpPr>
              <a:cxnSpLocks/>
            </p:cNvCxnSpPr>
            <p:nvPr/>
          </p:nvCxnSpPr>
          <p:spPr>
            <a:xfrm>
              <a:off x="7703516" y="4458294"/>
              <a:ext cx="1225296" cy="0"/>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sp>
          <p:nvSpPr>
            <p:cNvPr id="15" name="文本框 14">
              <a:extLst>
                <a:ext uri="{FF2B5EF4-FFF2-40B4-BE49-F238E27FC236}">
                  <a16:creationId xmlns:a16="http://schemas.microsoft.com/office/drawing/2014/main" id="{545964F3-13B4-6D6A-E22C-6F24650A86EC}"/>
                </a:ext>
              </a:extLst>
            </p:cNvPr>
            <p:cNvSpPr txBox="1"/>
            <p:nvPr/>
          </p:nvSpPr>
          <p:spPr>
            <a:xfrm>
              <a:off x="9113643" y="4304406"/>
              <a:ext cx="543740" cy="307777"/>
            </a:xfrm>
            <a:prstGeom prst="rect">
              <a:avLst/>
            </a:prstGeom>
            <a:noFill/>
          </p:spPr>
          <p:txBody>
            <a:bodyPr wrap="none" rtlCol="0">
              <a:spAutoFit/>
            </a:bodyPr>
            <a:lstStyle/>
            <a:p>
              <a:pPr algn="ctr"/>
              <a:r>
                <a:rPr lang="zh-CN" altLang="en-US" sz="1400" dirty="0"/>
                <a:t>泛化</a:t>
              </a:r>
            </a:p>
          </p:txBody>
        </p:sp>
        <p:sp>
          <p:nvSpPr>
            <p:cNvPr id="18" name="等腰三角形 17">
              <a:extLst>
                <a:ext uri="{FF2B5EF4-FFF2-40B4-BE49-F238E27FC236}">
                  <a16:creationId xmlns:a16="http://schemas.microsoft.com/office/drawing/2014/main" id="{8D7C9488-ADDF-6602-0B12-9F3B16D3E80E}"/>
                </a:ext>
              </a:extLst>
            </p:cNvPr>
            <p:cNvSpPr/>
            <p:nvPr/>
          </p:nvSpPr>
          <p:spPr>
            <a:xfrm rot="5400000">
              <a:off x="8918301" y="4392604"/>
              <a:ext cx="152400" cy="131379"/>
            </a:xfrm>
            <a:prstGeom prst="triangle">
              <a:avLst/>
            </a:prstGeom>
            <a:no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grpSp>
        <p:nvGrpSpPr>
          <p:cNvPr id="43" name="组合 42">
            <a:extLst>
              <a:ext uri="{FF2B5EF4-FFF2-40B4-BE49-F238E27FC236}">
                <a16:creationId xmlns:a16="http://schemas.microsoft.com/office/drawing/2014/main" id="{D231C630-C85E-6781-6EC7-0C5984EA6B05}"/>
              </a:ext>
            </a:extLst>
          </p:cNvPr>
          <p:cNvGrpSpPr/>
          <p:nvPr/>
        </p:nvGrpSpPr>
        <p:grpSpPr>
          <a:xfrm flipH="1">
            <a:off x="5372856" y="5365930"/>
            <a:ext cx="1440000" cy="108000"/>
            <a:chOff x="7703516" y="4404294"/>
            <a:chExt cx="1440000" cy="108000"/>
          </a:xfrm>
        </p:grpSpPr>
        <p:cxnSp>
          <p:nvCxnSpPr>
            <p:cNvPr id="44" name="直接连接符 43">
              <a:extLst>
                <a:ext uri="{FF2B5EF4-FFF2-40B4-BE49-F238E27FC236}">
                  <a16:creationId xmlns:a16="http://schemas.microsoft.com/office/drawing/2014/main" id="{E3CECB40-7DA0-8334-4D59-1D4CE4D1DD9E}"/>
                </a:ext>
              </a:extLst>
            </p:cNvPr>
            <p:cNvCxnSpPr>
              <a:cxnSpLocks/>
            </p:cNvCxnSpPr>
            <p:nvPr/>
          </p:nvCxnSpPr>
          <p:spPr>
            <a:xfrm>
              <a:off x="7703516" y="4458293"/>
              <a:ext cx="1440000" cy="0"/>
            </a:xfrm>
            <a:prstGeom prst="line">
              <a:avLst/>
            </a:prstGeom>
            <a:ln w="28575">
              <a:solidFill>
                <a:schemeClr val="tx1"/>
              </a:solidFill>
              <a:prstDash val="solid"/>
            </a:ln>
          </p:spPr>
          <p:style>
            <a:lnRef idx="1">
              <a:schemeClr val="accent1"/>
            </a:lnRef>
            <a:fillRef idx="0">
              <a:schemeClr val="accent1"/>
            </a:fillRef>
            <a:effectRef idx="0">
              <a:schemeClr val="accent1"/>
            </a:effectRef>
            <a:fontRef idx="minor">
              <a:schemeClr val="tx1"/>
            </a:fontRef>
          </p:style>
        </p:cxnSp>
        <p:sp>
          <p:nvSpPr>
            <p:cNvPr id="45" name="等腰三角形 44">
              <a:extLst>
                <a:ext uri="{FF2B5EF4-FFF2-40B4-BE49-F238E27FC236}">
                  <a16:creationId xmlns:a16="http://schemas.microsoft.com/office/drawing/2014/main" id="{4C3B9FA8-9DC9-A0CD-27ED-D17F8A62D7A2}"/>
                </a:ext>
              </a:extLst>
            </p:cNvPr>
            <p:cNvSpPr/>
            <p:nvPr/>
          </p:nvSpPr>
          <p:spPr>
            <a:xfrm rot="16200000" flipH="1">
              <a:off x="7739516" y="4368294"/>
              <a:ext cx="108000" cy="180000"/>
            </a:xfrm>
            <a:prstGeom prst="triangle">
              <a:avLst/>
            </a:prstGeom>
            <a:solidFill>
              <a:schemeClr val="bg1"/>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sp>
        <p:nvSpPr>
          <p:cNvPr id="50" name="矩形 49">
            <a:extLst>
              <a:ext uri="{FF2B5EF4-FFF2-40B4-BE49-F238E27FC236}">
                <a16:creationId xmlns:a16="http://schemas.microsoft.com/office/drawing/2014/main" id="{E109B5B1-AFC3-C063-D268-080854186268}"/>
              </a:ext>
            </a:extLst>
          </p:cNvPr>
          <p:cNvSpPr/>
          <p:nvPr/>
        </p:nvSpPr>
        <p:spPr>
          <a:xfrm>
            <a:off x="4299145" y="5239930"/>
            <a:ext cx="108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chorCtr="0"/>
          <a:lstStyle/>
          <a:p>
            <a:pPr algn="ctr"/>
            <a:r>
              <a:rPr lang="en-US" altLang="zh-CN" sz="1400" dirty="0">
                <a:solidFill>
                  <a:schemeClr val="tx1"/>
                </a:solidFill>
              </a:rPr>
              <a:t>Car</a:t>
            </a:r>
            <a:endParaRPr lang="zh-CN" altLang="en-US" sz="1400" dirty="0">
              <a:solidFill>
                <a:schemeClr val="tx1"/>
              </a:solidFill>
            </a:endParaRPr>
          </a:p>
        </p:txBody>
      </p:sp>
      <p:sp>
        <p:nvSpPr>
          <p:cNvPr id="51" name="矩形 50">
            <a:extLst>
              <a:ext uri="{FF2B5EF4-FFF2-40B4-BE49-F238E27FC236}">
                <a16:creationId xmlns:a16="http://schemas.microsoft.com/office/drawing/2014/main" id="{70F62DDC-D6FD-73AB-C2E1-6B997813D6C2}"/>
              </a:ext>
            </a:extLst>
          </p:cNvPr>
          <p:cNvSpPr/>
          <p:nvPr/>
        </p:nvSpPr>
        <p:spPr>
          <a:xfrm>
            <a:off x="6812856" y="5239930"/>
            <a:ext cx="108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chorCtr="0"/>
          <a:lstStyle/>
          <a:p>
            <a:pPr algn="ctr"/>
            <a:r>
              <a:rPr lang="en-US" altLang="zh-CN" sz="1400" dirty="0">
                <a:solidFill>
                  <a:schemeClr val="tx1"/>
                </a:solidFill>
              </a:rPr>
              <a:t>Vehicle</a:t>
            </a:r>
            <a:endParaRPr lang="zh-CN" altLang="en-US" sz="1400" dirty="0">
              <a:solidFill>
                <a:schemeClr val="tx1"/>
              </a:solidFill>
            </a:endParaRPr>
          </a:p>
        </p:txBody>
      </p:sp>
    </p:spTree>
    <p:extLst>
      <p:ext uri="{BB962C8B-B14F-4D97-AF65-F5344CB8AC3E}">
        <p14:creationId xmlns:p14="http://schemas.microsoft.com/office/powerpoint/2010/main" val="2316920818"/>
      </p:ext>
    </p:extLst>
  </p:cSld>
  <p:clrMapOvr>
    <a:masterClrMapping/>
  </p:clrMapOvr>
  <p:transition>
    <p:diamond/>
  </p:transition>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2F5B59-7AE8-D9D8-08B3-EAB3A8B011D7}"/>
            </a:ext>
          </a:extLst>
        </p:cNvPr>
        <p:cNvGrpSpPr/>
        <p:nvPr/>
      </p:nvGrpSpPr>
      <p:grpSpPr>
        <a:xfrm>
          <a:off x="0" y="0"/>
          <a:ext cx="0" cy="0"/>
          <a:chOff x="0" y="0"/>
          <a:chExt cx="0" cy="0"/>
        </a:xfrm>
      </p:grpSpPr>
      <p:sp>
        <p:nvSpPr>
          <p:cNvPr id="3" name="标题 2">
            <a:extLst>
              <a:ext uri="{FF2B5EF4-FFF2-40B4-BE49-F238E27FC236}">
                <a16:creationId xmlns:a16="http://schemas.microsoft.com/office/drawing/2014/main" id="{FEF32DA6-4014-8033-873B-52990F26A206}"/>
              </a:ext>
            </a:extLst>
          </p:cNvPr>
          <p:cNvSpPr>
            <a:spLocks noGrp="1"/>
          </p:cNvSpPr>
          <p:nvPr>
            <p:ph type="title"/>
          </p:nvPr>
        </p:nvSpPr>
        <p:spPr>
          <a:xfrm>
            <a:off x="694801" y="360000"/>
            <a:ext cx="5401200" cy="523220"/>
          </a:xfrm>
        </p:spPr>
        <p:txBody>
          <a:bodyPr>
            <a:normAutofit/>
          </a:bodyPr>
          <a:lstStyle/>
          <a:p>
            <a:r>
              <a:rPr lang="en-US" altLang="zh-CN" dirty="0">
                <a:sym typeface="+mn-ea"/>
              </a:rPr>
              <a:t>6.3 UML</a:t>
            </a:r>
            <a:r>
              <a:rPr lang="zh-CN" altLang="en-US" dirty="0">
                <a:sym typeface="+mn-ea"/>
              </a:rPr>
              <a:t>图</a:t>
            </a:r>
            <a:endParaRPr lang="zh-CN" altLang="en-US" dirty="0"/>
          </a:p>
        </p:txBody>
      </p:sp>
      <p:sp>
        <p:nvSpPr>
          <p:cNvPr id="6" name="文本占位符 5">
            <a:extLst>
              <a:ext uri="{FF2B5EF4-FFF2-40B4-BE49-F238E27FC236}">
                <a16:creationId xmlns:a16="http://schemas.microsoft.com/office/drawing/2014/main" id="{490EEBBE-C541-4AA2-3CEC-CB4D5A1A27F5}"/>
              </a:ext>
            </a:extLst>
          </p:cNvPr>
          <p:cNvSpPr>
            <a:spLocks noGrp="1"/>
          </p:cNvSpPr>
          <p:nvPr>
            <p:ph type="body" sz="quarter" idx="10"/>
          </p:nvPr>
        </p:nvSpPr>
        <p:spPr>
          <a:xfrm>
            <a:off x="900001" y="1322832"/>
            <a:ext cx="5196000" cy="400110"/>
          </a:xfrm>
        </p:spPr>
        <p:txBody>
          <a:bodyPr/>
          <a:lstStyle/>
          <a:p>
            <a:r>
              <a:rPr lang="en-US" altLang="zh-CN" dirty="0"/>
              <a:t>6.3.2 </a:t>
            </a:r>
            <a:r>
              <a:rPr lang="zh-CN" altLang="en-US" dirty="0"/>
              <a:t>类图和包</a:t>
            </a:r>
          </a:p>
        </p:txBody>
      </p:sp>
      <p:grpSp>
        <p:nvGrpSpPr>
          <p:cNvPr id="7" name="组合 6">
            <a:extLst>
              <a:ext uri="{FF2B5EF4-FFF2-40B4-BE49-F238E27FC236}">
                <a16:creationId xmlns:a16="http://schemas.microsoft.com/office/drawing/2014/main" id="{109C131A-5808-5AAF-A9B6-E72077454F50}"/>
              </a:ext>
            </a:extLst>
          </p:cNvPr>
          <p:cNvGrpSpPr/>
          <p:nvPr/>
        </p:nvGrpSpPr>
        <p:grpSpPr>
          <a:xfrm>
            <a:off x="7178675" y="694054"/>
            <a:ext cx="5013325" cy="973455"/>
            <a:chOff x="7193915" y="694054"/>
            <a:chExt cx="5013325" cy="973455"/>
          </a:xfrm>
        </p:grpSpPr>
        <p:sp>
          <p:nvSpPr>
            <p:cNvPr id="19" name="MH_SubTitle_2">
              <a:extLst>
                <a:ext uri="{FF2B5EF4-FFF2-40B4-BE49-F238E27FC236}">
                  <a16:creationId xmlns:a16="http://schemas.microsoft.com/office/drawing/2014/main" id="{DAB5585B-3D12-832B-EEC3-7A6E6F052774}"/>
                </a:ext>
              </a:extLst>
            </p:cNvPr>
            <p:cNvSpPr/>
            <p:nvPr>
              <p:custDataLst>
                <p:tags r:id="rId2"/>
              </p:custDataLst>
            </p:nvPr>
          </p:nvSpPr>
          <p:spPr>
            <a:xfrm flipH="1">
              <a:off x="7193915" y="817315"/>
              <a:ext cx="3511458" cy="733252"/>
            </a:xfrm>
            <a:prstGeom prst="homePlate">
              <a:avLst/>
            </a:prstGeom>
            <a:solidFill>
              <a:srgbClr val="C698E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r>
                <a:rPr lang="zh-CN" altLang="en-US" sz="2400" b="1" dirty="0">
                  <a:solidFill>
                    <a:schemeClr val="bg1"/>
                  </a:solidFill>
                  <a:latin typeface="微软雅黑" panose="020B0503020204020204" charset="-122"/>
                  <a:ea typeface="微软雅黑" panose="020B0503020204020204" charset="-122"/>
                  <a:cs typeface="黑体" panose="02010609060101010101" pitchFamily="49" charset="-122"/>
                </a:rPr>
                <a:t>类的关系</a:t>
              </a:r>
            </a:p>
          </p:txBody>
        </p:sp>
        <p:sp>
          <p:nvSpPr>
            <p:cNvPr id="20" name="MH_Other_5">
              <a:extLst>
                <a:ext uri="{FF2B5EF4-FFF2-40B4-BE49-F238E27FC236}">
                  <a16:creationId xmlns:a16="http://schemas.microsoft.com/office/drawing/2014/main" id="{AC869FDA-F13B-3099-0A0B-483DFB61F378}"/>
                </a:ext>
              </a:extLst>
            </p:cNvPr>
            <p:cNvSpPr/>
            <p:nvPr>
              <p:custDataLst>
                <p:tags r:id="rId3"/>
              </p:custDataLst>
            </p:nvPr>
          </p:nvSpPr>
          <p:spPr>
            <a:xfrm flipH="1">
              <a:off x="11200669" y="694634"/>
              <a:ext cx="1006571" cy="971610"/>
            </a:xfrm>
            <a:prstGeom prst="rect">
              <a:avLst/>
            </a:prstGeom>
            <a:solidFill>
              <a:srgbClr val="C698E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r>
                <a:rPr lang="en-US" altLang="zh-CN" sz="3200" dirty="0">
                  <a:solidFill>
                    <a:srgbClr val="FFFFFF"/>
                  </a:solidFill>
                  <a:latin typeface="Times New Roman" panose="02020603050405020304" pitchFamily="18" charset="0"/>
                  <a:ea typeface="微软雅黑" panose="020B0503020204020204" charset="-122"/>
                </a:rPr>
                <a:t>02</a:t>
              </a:r>
              <a:endParaRPr lang="zh-CN" altLang="en-US" sz="3200" dirty="0">
                <a:solidFill>
                  <a:srgbClr val="FFFFFF"/>
                </a:solidFill>
                <a:latin typeface="Times New Roman" panose="02020603050405020304" pitchFamily="18" charset="0"/>
                <a:ea typeface="微软雅黑" panose="020B0503020204020204" charset="-122"/>
              </a:endParaRPr>
            </a:p>
          </p:txBody>
        </p:sp>
        <p:sp>
          <p:nvSpPr>
            <p:cNvPr id="21" name="MH_Other_6">
              <a:extLst>
                <a:ext uri="{FF2B5EF4-FFF2-40B4-BE49-F238E27FC236}">
                  <a16:creationId xmlns:a16="http://schemas.microsoft.com/office/drawing/2014/main" id="{4D0E26AD-1EBC-0E74-E214-FD2D7DF251C8}"/>
                </a:ext>
              </a:extLst>
            </p:cNvPr>
            <p:cNvSpPr/>
            <p:nvPr>
              <p:custDataLst>
                <p:tags r:id="rId4"/>
              </p:custDataLst>
            </p:nvPr>
          </p:nvSpPr>
          <p:spPr>
            <a:xfrm flipH="1">
              <a:off x="10703596" y="694054"/>
              <a:ext cx="516601" cy="973455"/>
            </a:xfrm>
            <a:custGeom>
              <a:avLst/>
              <a:gdLst>
                <a:gd name="connsiteX0" fmla="*/ 2382 w 461963"/>
                <a:gd name="connsiteY0" fmla="*/ 0 h 1081088"/>
                <a:gd name="connsiteX1" fmla="*/ 461963 w 461963"/>
                <a:gd name="connsiteY1" fmla="*/ 138113 h 1081088"/>
                <a:gd name="connsiteX2" fmla="*/ 461963 w 461963"/>
                <a:gd name="connsiteY2" fmla="*/ 950119 h 1081088"/>
                <a:gd name="connsiteX3" fmla="*/ 0 w 461963"/>
                <a:gd name="connsiteY3" fmla="*/ 1081088 h 1081088"/>
                <a:gd name="connsiteX4" fmla="*/ 2382 w 461963"/>
                <a:gd name="connsiteY4" fmla="*/ 0 h 108108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61963" h="1081088">
                  <a:moveTo>
                    <a:pt x="2382" y="0"/>
                  </a:moveTo>
                  <a:lnTo>
                    <a:pt x="461963" y="138113"/>
                  </a:lnTo>
                  <a:lnTo>
                    <a:pt x="461963" y="950119"/>
                  </a:lnTo>
                  <a:lnTo>
                    <a:pt x="0" y="1081088"/>
                  </a:lnTo>
                  <a:lnTo>
                    <a:pt x="2382" y="0"/>
                  </a:lnTo>
                  <a:close/>
                </a:path>
              </a:pathLst>
            </a:custGeom>
            <a:solidFill>
              <a:srgbClr val="A154CC"/>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a:solidFill>
                  <a:srgbClr val="FFFFFF"/>
                </a:solidFill>
                <a:latin typeface="微软雅黑" panose="020B0503020204020204" charset="-122"/>
                <a:ea typeface="微软雅黑" panose="020B0503020204020204" charset="-122"/>
              </a:endParaRPr>
            </a:p>
          </p:txBody>
        </p:sp>
      </p:grpSp>
      <p:sp>
        <p:nvSpPr>
          <p:cNvPr id="8" name="文本框 7">
            <a:extLst>
              <a:ext uri="{FF2B5EF4-FFF2-40B4-BE49-F238E27FC236}">
                <a16:creationId xmlns:a16="http://schemas.microsoft.com/office/drawing/2014/main" id="{DE5240CD-DBB0-0311-C358-D3849F59B74D}"/>
              </a:ext>
            </a:extLst>
          </p:cNvPr>
          <p:cNvSpPr txBox="1"/>
          <p:nvPr/>
        </p:nvSpPr>
        <p:spPr>
          <a:xfrm>
            <a:off x="694801" y="1980000"/>
            <a:ext cx="6324600" cy="1954381"/>
          </a:xfrm>
          <a:prstGeom prst="rect">
            <a:avLst/>
          </a:prstGeom>
          <a:noFill/>
        </p:spPr>
        <p:txBody>
          <a:bodyPr wrap="square" rtlCol="0">
            <a:spAutoFit/>
          </a:bodyPr>
          <a:lstStyle/>
          <a:p>
            <a:pPr>
              <a:spcAft>
                <a:spcPts val="600"/>
              </a:spcAft>
            </a:pPr>
            <a:r>
              <a:rPr lang="zh-CN" altLang="en-US" sz="1600" dirty="0"/>
              <a:t>实现 </a:t>
            </a:r>
            <a:r>
              <a:rPr lang="en-US" altLang="zh-CN" sz="1600" dirty="0"/>
              <a:t>Realization</a:t>
            </a:r>
          </a:p>
          <a:p>
            <a:pPr marL="285750" indent="-285750">
              <a:spcAft>
                <a:spcPts val="600"/>
              </a:spcAft>
              <a:buFont typeface="Arial" panose="020B0604020202020204" pitchFamily="34" charset="0"/>
              <a:buChar char="•"/>
            </a:pPr>
            <a:r>
              <a:rPr lang="zh-CN" altLang="en-US" sz="1600" dirty="0"/>
              <a:t>类和接口之间的关系</a:t>
            </a:r>
            <a:endParaRPr lang="en-US" altLang="zh-CN" sz="1600" dirty="0"/>
          </a:p>
          <a:p>
            <a:pPr marL="285750" indent="-285750">
              <a:spcAft>
                <a:spcPts val="600"/>
              </a:spcAft>
              <a:buFont typeface="Arial" panose="020B0604020202020204" pitchFamily="34" charset="0"/>
              <a:buChar char="•"/>
            </a:pPr>
            <a:r>
              <a:rPr lang="zh-CN" altLang="en-US" sz="1600" dirty="0"/>
              <a:t>一个类可以实现多个接口</a:t>
            </a:r>
            <a:endParaRPr lang="en-US" altLang="zh-CN" sz="1600" dirty="0"/>
          </a:p>
          <a:p>
            <a:pPr marL="285750" indent="-285750">
              <a:spcAft>
                <a:spcPts val="600"/>
              </a:spcAft>
              <a:buFont typeface="Arial" panose="020B0604020202020204" pitchFamily="34" charset="0"/>
              <a:buChar char="•"/>
            </a:pPr>
            <a:r>
              <a:rPr lang="zh-CN" altLang="en-US" sz="1600" dirty="0"/>
              <a:t>由实现类指向接口的虚线 </a:t>
            </a:r>
            <a:r>
              <a:rPr lang="en-US" altLang="zh-CN" sz="1600" dirty="0"/>
              <a:t>+ </a:t>
            </a:r>
            <a:r>
              <a:rPr lang="zh-CN" altLang="en-US" sz="1600" dirty="0"/>
              <a:t>空心三角箭头</a:t>
            </a:r>
            <a:endParaRPr lang="en-US" altLang="zh-CN" sz="1600" dirty="0"/>
          </a:p>
          <a:p>
            <a:pPr marL="285750" indent="-285750">
              <a:spcAft>
                <a:spcPts val="600"/>
              </a:spcAft>
              <a:buFont typeface="Arial" panose="020B0604020202020204" pitchFamily="34" charset="0"/>
              <a:buChar char="•"/>
            </a:pPr>
            <a:r>
              <a:rPr lang="zh-CN" altLang="en-US" sz="1600" dirty="0"/>
              <a:t>使用关键字 </a:t>
            </a:r>
            <a:r>
              <a:rPr lang="en-US" altLang="zh-CN" sz="1600" dirty="0"/>
              <a:t>implements </a:t>
            </a:r>
            <a:r>
              <a:rPr lang="zh-CN" altLang="en-US" sz="1600" dirty="0"/>
              <a:t>声明一个接口</a:t>
            </a:r>
            <a:endParaRPr lang="en-US" altLang="zh-CN" sz="1600" dirty="0"/>
          </a:p>
          <a:p>
            <a:pPr marL="742950" lvl="1" indent="-285750">
              <a:spcAft>
                <a:spcPts val="600"/>
              </a:spcAft>
              <a:buFont typeface="Arial" panose="020B0604020202020204" pitchFamily="34" charset="0"/>
              <a:buChar char="•"/>
            </a:pPr>
            <a:r>
              <a:rPr lang="zh-CN" altLang="en-US" sz="1600" dirty="0"/>
              <a:t>鼠标实现了 </a:t>
            </a:r>
            <a:r>
              <a:rPr lang="en-US" altLang="zh-CN" sz="1600" dirty="0"/>
              <a:t>USB </a:t>
            </a:r>
            <a:r>
              <a:rPr lang="zh-CN" altLang="en-US" sz="1600" dirty="0"/>
              <a:t>接口</a:t>
            </a:r>
            <a:endParaRPr lang="en-US" altLang="zh-CN" sz="1600" dirty="0"/>
          </a:p>
        </p:txBody>
      </p:sp>
      <p:sp>
        <p:nvSpPr>
          <p:cNvPr id="2" name="MH_SubTitle_2">
            <a:extLst>
              <a:ext uri="{FF2B5EF4-FFF2-40B4-BE49-F238E27FC236}">
                <a16:creationId xmlns:a16="http://schemas.microsoft.com/office/drawing/2014/main" id="{D843B03E-F5D8-BF75-09A2-281FC8D8F6DA}"/>
              </a:ext>
            </a:extLst>
          </p:cNvPr>
          <p:cNvSpPr/>
          <p:nvPr>
            <p:custDataLst>
              <p:tags r:id="rId1"/>
            </p:custDataLst>
          </p:nvPr>
        </p:nvSpPr>
        <p:spPr>
          <a:xfrm flipH="1">
            <a:off x="9312000" y="1864360"/>
            <a:ext cx="2880000" cy="504000"/>
          </a:xfrm>
          <a:prstGeom prst="homePlate">
            <a:avLst>
              <a:gd name="adj" fmla="val 55040"/>
            </a:avLst>
          </a:prstGeom>
          <a:solidFill>
            <a:srgbClr val="C698E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r>
              <a:rPr lang="zh-CN" altLang="en-US" dirty="0">
                <a:latin typeface="+mj-lt"/>
                <a:ea typeface="+mj-ea"/>
              </a:rPr>
              <a:t>实现 </a:t>
            </a:r>
            <a:r>
              <a:rPr lang="en-US" altLang="zh-CN" dirty="0">
                <a:latin typeface="+mj-lt"/>
                <a:ea typeface="+mj-ea"/>
              </a:rPr>
              <a:t>Realization</a:t>
            </a:r>
          </a:p>
        </p:txBody>
      </p:sp>
      <p:grpSp>
        <p:nvGrpSpPr>
          <p:cNvPr id="24" name="组合 23">
            <a:extLst>
              <a:ext uri="{FF2B5EF4-FFF2-40B4-BE49-F238E27FC236}">
                <a16:creationId xmlns:a16="http://schemas.microsoft.com/office/drawing/2014/main" id="{AAA31212-E9EA-2EB8-8E7A-CAD747FA5B7E}"/>
              </a:ext>
            </a:extLst>
          </p:cNvPr>
          <p:cNvGrpSpPr/>
          <p:nvPr/>
        </p:nvGrpSpPr>
        <p:grpSpPr>
          <a:xfrm>
            <a:off x="4858988" y="2933583"/>
            <a:ext cx="1953868" cy="307777"/>
            <a:chOff x="7703516" y="4304406"/>
            <a:chExt cx="1953868" cy="307777"/>
          </a:xfrm>
        </p:grpSpPr>
        <p:cxnSp>
          <p:nvCxnSpPr>
            <p:cNvPr id="11" name="直接连接符 10">
              <a:extLst>
                <a:ext uri="{FF2B5EF4-FFF2-40B4-BE49-F238E27FC236}">
                  <a16:creationId xmlns:a16="http://schemas.microsoft.com/office/drawing/2014/main" id="{D40255BE-DE59-7378-4911-38E7655D28CB}"/>
                </a:ext>
              </a:extLst>
            </p:cNvPr>
            <p:cNvCxnSpPr>
              <a:cxnSpLocks/>
            </p:cNvCxnSpPr>
            <p:nvPr/>
          </p:nvCxnSpPr>
          <p:spPr>
            <a:xfrm>
              <a:off x="7703516" y="4458294"/>
              <a:ext cx="1225296" cy="0"/>
            </a:xfrm>
            <a:prstGeom prst="line">
              <a:avLst/>
            </a:prstGeom>
            <a:ln w="28575">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15" name="文本框 14">
              <a:extLst>
                <a:ext uri="{FF2B5EF4-FFF2-40B4-BE49-F238E27FC236}">
                  <a16:creationId xmlns:a16="http://schemas.microsoft.com/office/drawing/2014/main" id="{545964F3-13B4-6D6A-E22C-6F24650A86EC}"/>
                </a:ext>
              </a:extLst>
            </p:cNvPr>
            <p:cNvSpPr txBox="1"/>
            <p:nvPr/>
          </p:nvSpPr>
          <p:spPr>
            <a:xfrm>
              <a:off x="9113645" y="4304406"/>
              <a:ext cx="543739" cy="307777"/>
            </a:xfrm>
            <a:prstGeom prst="rect">
              <a:avLst/>
            </a:prstGeom>
            <a:noFill/>
          </p:spPr>
          <p:txBody>
            <a:bodyPr wrap="none" rtlCol="0">
              <a:spAutoFit/>
            </a:bodyPr>
            <a:lstStyle/>
            <a:p>
              <a:pPr algn="ctr"/>
              <a:r>
                <a:rPr lang="zh-CN" altLang="en-US" sz="1400" dirty="0"/>
                <a:t>实现</a:t>
              </a:r>
            </a:p>
          </p:txBody>
        </p:sp>
        <p:sp>
          <p:nvSpPr>
            <p:cNvPr id="18" name="等腰三角形 17">
              <a:extLst>
                <a:ext uri="{FF2B5EF4-FFF2-40B4-BE49-F238E27FC236}">
                  <a16:creationId xmlns:a16="http://schemas.microsoft.com/office/drawing/2014/main" id="{8D7C9488-ADDF-6602-0B12-9F3B16D3E80E}"/>
                </a:ext>
              </a:extLst>
            </p:cNvPr>
            <p:cNvSpPr/>
            <p:nvPr/>
          </p:nvSpPr>
          <p:spPr>
            <a:xfrm rot="5400000">
              <a:off x="8918301" y="4392604"/>
              <a:ext cx="152400" cy="131379"/>
            </a:xfrm>
            <a:prstGeom prst="triangle">
              <a:avLst/>
            </a:prstGeom>
            <a:no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grpSp>
        <p:nvGrpSpPr>
          <p:cNvPr id="30" name="组合 29">
            <a:extLst>
              <a:ext uri="{FF2B5EF4-FFF2-40B4-BE49-F238E27FC236}">
                <a16:creationId xmlns:a16="http://schemas.microsoft.com/office/drawing/2014/main" id="{25E88CBD-8406-ED3E-ED1B-0A450518463D}"/>
              </a:ext>
            </a:extLst>
          </p:cNvPr>
          <p:cNvGrpSpPr/>
          <p:nvPr/>
        </p:nvGrpSpPr>
        <p:grpSpPr>
          <a:xfrm flipH="1">
            <a:off x="5372856" y="5365930"/>
            <a:ext cx="1440000" cy="108000"/>
            <a:chOff x="7703516" y="4404294"/>
            <a:chExt cx="1440000" cy="108000"/>
          </a:xfrm>
        </p:grpSpPr>
        <p:cxnSp>
          <p:nvCxnSpPr>
            <p:cNvPr id="31" name="直接连接符 30">
              <a:extLst>
                <a:ext uri="{FF2B5EF4-FFF2-40B4-BE49-F238E27FC236}">
                  <a16:creationId xmlns:a16="http://schemas.microsoft.com/office/drawing/2014/main" id="{51EA15DC-F765-81C3-43D9-058765ED5E96}"/>
                </a:ext>
              </a:extLst>
            </p:cNvPr>
            <p:cNvCxnSpPr>
              <a:cxnSpLocks/>
            </p:cNvCxnSpPr>
            <p:nvPr/>
          </p:nvCxnSpPr>
          <p:spPr>
            <a:xfrm>
              <a:off x="7703516" y="4458293"/>
              <a:ext cx="1440000" cy="0"/>
            </a:xfrm>
            <a:prstGeom prst="line">
              <a:avLst/>
            </a:prstGeom>
            <a:ln w="28575">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32" name="等腰三角形 31">
              <a:extLst>
                <a:ext uri="{FF2B5EF4-FFF2-40B4-BE49-F238E27FC236}">
                  <a16:creationId xmlns:a16="http://schemas.microsoft.com/office/drawing/2014/main" id="{69FA3DEF-1F3C-D3B8-8F42-23357D1D8612}"/>
                </a:ext>
              </a:extLst>
            </p:cNvPr>
            <p:cNvSpPr/>
            <p:nvPr/>
          </p:nvSpPr>
          <p:spPr>
            <a:xfrm rot="16200000" flipH="1">
              <a:off x="7739516" y="4368294"/>
              <a:ext cx="108000" cy="180000"/>
            </a:xfrm>
            <a:prstGeom prst="triangle">
              <a:avLst/>
            </a:prstGeom>
            <a:solidFill>
              <a:schemeClr val="bg1"/>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sp>
        <p:nvSpPr>
          <p:cNvPr id="33" name="矩形 32">
            <a:extLst>
              <a:ext uri="{FF2B5EF4-FFF2-40B4-BE49-F238E27FC236}">
                <a16:creationId xmlns:a16="http://schemas.microsoft.com/office/drawing/2014/main" id="{DC43111C-1F48-7234-DB85-59BC32F809E5}"/>
              </a:ext>
            </a:extLst>
          </p:cNvPr>
          <p:cNvSpPr/>
          <p:nvPr/>
        </p:nvSpPr>
        <p:spPr>
          <a:xfrm>
            <a:off x="4299145" y="5239930"/>
            <a:ext cx="108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chorCtr="0"/>
          <a:lstStyle/>
          <a:p>
            <a:pPr algn="ctr"/>
            <a:r>
              <a:rPr lang="en-US" altLang="zh-CN" sz="1400" dirty="0">
                <a:solidFill>
                  <a:schemeClr val="tx1"/>
                </a:solidFill>
              </a:rPr>
              <a:t>Mouse</a:t>
            </a:r>
            <a:endParaRPr lang="zh-CN" altLang="en-US" sz="1400" dirty="0">
              <a:solidFill>
                <a:schemeClr val="tx1"/>
              </a:solidFill>
            </a:endParaRPr>
          </a:p>
        </p:txBody>
      </p:sp>
      <p:sp>
        <p:nvSpPr>
          <p:cNvPr id="35" name="矩形 34">
            <a:extLst>
              <a:ext uri="{FF2B5EF4-FFF2-40B4-BE49-F238E27FC236}">
                <a16:creationId xmlns:a16="http://schemas.microsoft.com/office/drawing/2014/main" id="{F844D1CE-5370-D405-7EA0-B9C617F0D8FE}"/>
              </a:ext>
            </a:extLst>
          </p:cNvPr>
          <p:cNvSpPr/>
          <p:nvPr/>
        </p:nvSpPr>
        <p:spPr>
          <a:xfrm>
            <a:off x="6812856" y="5239930"/>
            <a:ext cx="108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chorCtr="0"/>
          <a:lstStyle/>
          <a:p>
            <a:pPr algn="ctr"/>
            <a:r>
              <a:rPr lang="en-US" altLang="zh-CN" sz="1400" dirty="0">
                <a:solidFill>
                  <a:schemeClr val="tx1"/>
                </a:solidFill>
              </a:rPr>
              <a:t>USB</a:t>
            </a:r>
            <a:endParaRPr lang="zh-CN" altLang="en-US" sz="1400" dirty="0">
              <a:solidFill>
                <a:schemeClr val="tx1"/>
              </a:solidFill>
            </a:endParaRPr>
          </a:p>
        </p:txBody>
      </p:sp>
    </p:spTree>
    <p:extLst>
      <p:ext uri="{BB962C8B-B14F-4D97-AF65-F5344CB8AC3E}">
        <p14:creationId xmlns:p14="http://schemas.microsoft.com/office/powerpoint/2010/main" val="574502660"/>
      </p:ext>
    </p:extLst>
  </p:cSld>
  <p:clrMapOvr>
    <a:masterClrMapping/>
  </p:clrMapOvr>
  <p:transition>
    <p:diamond/>
  </p:transition>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2F5B59-7AE8-D9D8-08B3-EAB3A8B011D7}"/>
            </a:ext>
          </a:extLst>
        </p:cNvPr>
        <p:cNvGrpSpPr/>
        <p:nvPr/>
      </p:nvGrpSpPr>
      <p:grpSpPr>
        <a:xfrm>
          <a:off x="0" y="0"/>
          <a:ext cx="0" cy="0"/>
          <a:chOff x="0" y="0"/>
          <a:chExt cx="0" cy="0"/>
        </a:xfrm>
      </p:grpSpPr>
      <p:sp>
        <p:nvSpPr>
          <p:cNvPr id="3" name="标题 2">
            <a:extLst>
              <a:ext uri="{FF2B5EF4-FFF2-40B4-BE49-F238E27FC236}">
                <a16:creationId xmlns:a16="http://schemas.microsoft.com/office/drawing/2014/main" id="{FEF32DA6-4014-8033-873B-52990F26A206}"/>
              </a:ext>
            </a:extLst>
          </p:cNvPr>
          <p:cNvSpPr>
            <a:spLocks noGrp="1"/>
          </p:cNvSpPr>
          <p:nvPr>
            <p:ph type="title"/>
          </p:nvPr>
        </p:nvSpPr>
        <p:spPr>
          <a:xfrm>
            <a:off x="694801" y="360000"/>
            <a:ext cx="5401200" cy="523220"/>
          </a:xfrm>
        </p:spPr>
        <p:txBody>
          <a:bodyPr>
            <a:normAutofit/>
          </a:bodyPr>
          <a:lstStyle/>
          <a:p>
            <a:r>
              <a:rPr lang="en-US" altLang="zh-CN" dirty="0">
                <a:sym typeface="+mn-ea"/>
              </a:rPr>
              <a:t>6.3 UML</a:t>
            </a:r>
            <a:r>
              <a:rPr lang="zh-CN" altLang="en-US" dirty="0">
                <a:sym typeface="+mn-ea"/>
              </a:rPr>
              <a:t>图</a:t>
            </a:r>
            <a:endParaRPr lang="zh-CN" altLang="en-US" dirty="0"/>
          </a:p>
        </p:txBody>
      </p:sp>
      <p:sp>
        <p:nvSpPr>
          <p:cNvPr id="6" name="文本占位符 5">
            <a:extLst>
              <a:ext uri="{FF2B5EF4-FFF2-40B4-BE49-F238E27FC236}">
                <a16:creationId xmlns:a16="http://schemas.microsoft.com/office/drawing/2014/main" id="{490EEBBE-C541-4AA2-3CEC-CB4D5A1A27F5}"/>
              </a:ext>
            </a:extLst>
          </p:cNvPr>
          <p:cNvSpPr>
            <a:spLocks noGrp="1"/>
          </p:cNvSpPr>
          <p:nvPr>
            <p:ph type="body" sz="quarter" idx="10"/>
          </p:nvPr>
        </p:nvSpPr>
        <p:spPr>
          <a:xfrm>
            <a:off x="900001" y="1322832"/>
            <a:ext cx="5196000" cy="400110"/>
          </a:xfrm>
        </p:spPr>
        <p:txBody>
          <a:bodyPr/>
          <a:lstStyle/>
          <a:p>
            <a:r>
              <a:rPr lang="en-US" altLang="zh-CN" dirty="0"/>
              <a:t>6.3.2 </a:t>
            </a:r>
            <a:r>
              <a:rPr lang="zh-CN" altLang="en-US" dirty="0"/>
              <a:t>类图和包</a:t>
            </a:r>
          </a:p>
        </p:txBody>
      </p:sp>
      <p:grpSp>
        <p:nvGrpSpPr>
          <p:cNvPr id="7" name="组合 6">
            <a:extLst>
              <a:ext uri="{FF2B5EF4-FFF2-40B4-BE49-F238E27FC236}">
                <a16:creationId xmlns:a16="http://schemas.microsoft.com/office/drawing/2014/main" id="{109C131A-5808-5AAF-A9B6-E72077454F50}"/>
              </a:ext>
            </a:extLst>
          </p:cNvPr>
          <p:cNvGrpSpPr/>
          <p:nvPr/>
        </p:nvGrpSpPr>
        <p:grpSpPr>
          <a:xfrm>
            <a:off x="7178675" y="694054"/>
            <a:ext cx="5013325" cy="973455"/>
            <a:chOff x="7193915" y="694054"/>
            <a:chExt cx="5013325" cy="973455"/>
          </a:xfrm>
        </p:grpSpPr>
        <p:sp>
          <p:nvSpPr>
            <p:cNvPr id="19" name="MH_SubTitle_2">
              <a:extLst>
                <a:ext uri="{FF2B5EF4-FFF2-40B4-BE49-F238E27FC236}">
                  <a16:creationId xmlns:a16="http://schemas.microsoft.com/office/drawing/2014/main" id="{DAB5585B-3D12-832B-EEC3-7A6E6F052774}"/>
                </a:ext>
              </a:extLst>
            </p:cNvPr>
            <p:cNvSpPr/>
            <p:nvPr>
              <p:custDataLst>
                <p:tags r:id="rId2"/>
              </p:custDataLst>
            </p:nvPr>
          </p:nvSpPr>
          <p:spPr>
            <a:xfrm flipH="1">
              <a:off x="7193915" y="817315"/>
              <a:ext cx="3511458" cy="733252"/>
            </a:xfrm>
            <a:prstGeom prst="homePlate">
              <a:avLst/>
            </a:prstGeom>
            <a:solidFill>
              <a:srgbClr val="C698E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r>
                <a:rPr lang="zh-CN" altLang="en-US" sz="2400" b="1" dirty="0">
                  <a:solidFill>
                    <a:schemeClr val="bg1"/>
                  </a:solidFill>
                  <a:latin typeface="微软雅黑" panose="020B0503020204020204" charset="-122"/>
                  <a:ea typeface="微软雅黑" panose="020B0503020204020204" charset="-122"/>
                  <a:cs typeface="黑体" panose="02010609060101010101" pitchFamily="49" charset="-122"/>
                </a:rPr>
                <a:t>类的关系</a:t>
              </a:r>
            </a:p>
          </p:txBody>
        </p:sp>
        <p:sp>
          <p:nvSpPr>
            <p:cNvPr id="20" name="MH_Other_5">
              <a:extLst>
                <a:ext uri="{FF2B5EF4-FFF2-40B4-BE49-F238E27FC236}">
                  <a16:creationId xmlns:a16="http://schemas.microsoft.com/office/drawing/2014/main" id="{AC869FDA-F13B-3099-0A0B-483DFB61F378}"/>
                </a:ext>
              </a:extLst>
            </p:cNvPr>
            <p:cNvSpPr/>
            <p:nvPr>
              <p:custDataLst>
                <p:tags r:id="rId3"/>
              </p:custDataLst>
            </p:nvPr>
          </p:nvSpPr>
          <p:spPr>
            <a:xfrm flipH="1">
              <a:off x="11200669" y="694634"/>
              <a:ext cx="1006571" cy="971610"/>
            </a:xfrm>
            <a:prstGeom prst="rect">
              <a:avLst/>
            </a:prstGeom>
            <a:solidFill>
              <a:srgbClr val="C698E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r>
                <a:rPr lang="en-US" altLang="zh-CN" sz="3200" dirty="0">
                  <a:solidFill>
                    <a:srgbClr val="FFFFFF"/>
                  </a:solidFill>
                  <a:latin typeface="Times New Roman" panose="02020603050405020304" pitchFamily="18" charset="0"/>
                  <a:ea typeface="微软雅黑" panose="020B0503020204020204" charset="-122"/>
                </a:rPr>
                <a:t>02</a:t>
              </a:r>
              <a:endParaRPr lang="zh-CN" altLang="en-US" sz="3200" dirty="0">
                <a:solidFill>
                  <a:srgbClr val="FFFFFF"/>
                </a:solidFill>
                <a:latin typeface="Times New Roman" panose="02020603050405020304" pitchFamily="18" charset="0"/>
                <a:ea typeface="微软雅黑" panose="020B0503020204020204" charset="-122"/>
              </a:endParaRPr>
            </a:p>
          </p:txBody>
        </p:sp>
        <p:sp>
          <p:nvSpPr>
            <p:cNvPr id="21" name="MH_Other_6">
              <a:extLst>
                <a:ext uri="{FF2B5EF4-FFF2-40B4-BE49-F238E27FC236}">
                  <a16:creationId xmlns:a16="http://schemas.microsoft.com/office/drawing/2014/main" id="{4D0E26AD-1EBC-0E74-E214-FD2D7DF251C8}"/>
                </a:ext>
              </a:extLst>
            </p:cNvPr>
            <p:cNvSpPr/>
            <p:nvPr>
              <p:custDataLst>
                <p:tags r:id="rId4"/>
              </p:custDataLst>
            </p:nvPr>
          </p:nvSpPr>
          <p:spPr>
            <a:xfrm flipH="1">
              <a:off x="10703596" y="694054"/>
              <a:ext cx="516601" cy="973455"/>
            </a:xfrm>
            <a:custGeom>
              <a:avLst/>
              <a:gdLst>
                <a:gd name="connsiteX0" fmla="*/ 2382 w 461963"/>
                <a:gd name="connsiteY0" fmla="*/ 0 h 1081088"/>
                <a:gd name="connsiteX1" fmla="*/ 461963 w 461963"/>
                <a:gd name="connsiteY1" fmla="*/ 138113 h 1081088"/>
                <a:gd name="connsiteX2" fmla="*/ 461963 w 461963"/>
                <a:gd name="connsiteY2" fmla="*/ 950119 h 1081088"/>
                <a:gd name="connsiteX3" fmla="*/ 0 w 461963"/>
                <a:gd name="connsiteY3" fmla="*/ 1081088 h 1081088"/>
                <a:gd name="connsiteX4" fmla="*/ 2382 w 461963"/>
                <a:gd name="connsiteY4" fmla="*/ 0 h 108108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61963" h="1081088">
                  <a:moveTo>
                    <a:pt x="2382" y="0"/>
                  </a:moveTo>
                  <a:lnTo>
                    <a:pt x="461963" y="138113"/>
                  </a:lnTo>
                  <a:lnTo>
                    <a:pt x="461963" y="950119"/>
                  </a:lnTo>
                  <a:lnTo>
                    <a:pt x="0" y="1081088"/>
                  </a:lnTo>
                  <a:lnTo>
                    <a:pt x="2382" y="0"/>
                  </a:lnTo>
                  <a:close/>
                </a:path>
              </a:pathLst>
            </a:custGeom>
            <a:solidFill>
              <a:srgbClr val="A154CC"/>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a:solidFill>
                  <a:srgbClr val="FFFFFF"/>
                </a:solidFill>
                <a:latin typeface="微软雅黑" panose="020B0503020204020204" charset="-122"/>
                <a:ea typeface="微软雅黑" panose="020B0503020204020204" charset="-122"/>
              </a:endParaRPr>
            </a:p>
          </p:txBody>
        </p:sp>
      </p:grpSp>
      <p:sp>
        <p:nvSpPr>
          <p:cNvPr id="8" name="文本框 7">
            <a:extLst>
              <a:ext uri="{FF2B5EF4-FFF2-40B4-BE49-F238E27FC236}">
                <a16:creationId xmlns:a16="http://schemas.microsoft.com/office/drawing/2014/main" id="{DE5240CD-DBB0-0311-C358-D3849F59B74D}"/>
              </a:ext>
            </a:extLst>
          </p:cNvPr>
          <p:cNvSpPr txBox="1"/>
          <p:nvPr/>
        </p:nvSpPr>
        <p:spPr>
          <a:xfrm>
            <a:off x="694801" y="1980000"/>
            <a:ext cx="10791184" cy="2277547"/>
          </a:xfrm>
          <a:prstGeom prst="rect">
            <a:avLst/>
          </a:prstGeom>
          <a:noFill/>
        </p:spPr>
        <p:txBody>
          <a:bodyPr wrap="square" rtlCol="0">
            <a:spAutoFit/>
          </a:bodyPr>
          <a:lstStyle/>
          <a:p>
            <a:pPr>
              <a:spcAft>
                <a:spcPts val="600"/>
              </a:spcAft>
            </a:pPr>
            <a:r>
              <a:rPr lang="zh-CN" altLang="en-US" sz="1600" dirty="0"/>
              <a:t>组合 </a:t>
            </a:r>
            <a:r>
              <a:rPr lang="en-US" altLang="zh-CN" sz="1600" dirty="0"/>
              <a:t>Composition</a:t>
            </a:r>
          </a:p>
          <a:p>
            <a:pPr marL="285750" indent="-285750">
              <a:spcAft>
                <a:spcPts val="600"/>
              </a:spcAft>
              <a:buFont typeface="Arial" panose="020B0604020202020204" pitchFamily="34" charset="0"/>
              <a:buChar char="•"/>
            </a:pPr>
            <a:r>
              <a:rPr lang="zh-CN" altLang="en-US" sz="1600" dirty="0"/>
              <a:t>类和类之间的特殊关联关系，更强烈，整体和部分的关系</a:t>
            </a:r>
            <a:endParaRPr lang="en-US" altLang="zh-CN" sz="1600" dirty="0"/>
          </a:p>
          <a:p>
            <a:pPr marL="285750" indent="-285750">
              <a:spcAft>
                <a:spcPts val="600"/>
              </a:spcAft>
              <a:buFont typeface="Arial" panose="020B0604020202020204" pitchFamily="34" charset="0"/>
              <a:buChar char="•"/>
            </a:pPr>
            <a:r>
              <a:rPr lang="zh-CN" altLang="en-US" sz="1600" dirty="0"/>
              <a:t>整体可以控制部分的生命周期，一旦整体不存在，部分也就不存在</a:t>
            </a:r>
            <a:r>
              <a:rPr lang="en-US" altLang="zh-CN" sz="1600" dirty="0"/>
              <a:t>|</a:t>
            </a:r>
            <a:r>
              <a:rPr lang="zh-CN" altLang="en-US" sz="1600" dirty="0"/>
              <a:t>部分不能脱离整体而单独存在</a:t>
            </a:r>
            <a:endParaRPr lang="en-US" altLang="zh-CN" sz="1600" dirty="0"/>
          </a:p>
          <a:p>
            <a:pPr marL="285750" indent="-285750">
              <a:spcAft>
                <a:spcPts val="600"/>
              </a:spcAft>
              <a:buFont typeface="Arial" panose="020B0604020202020204" pitchFamily="34" charset="0"/>
              <a:buChar char="•"/>
            </a:pPr>
            <a:r>
              <a:rPr lang="zh-CN" altLang="en-US" sz="1600" dirty="0"/>
              <a:t>将多个部分有机组合到一起；整体部分不可分离</a:t>
            </a:r>
            <a:endParaRPr lang="en-US" altLang="zh-CN" sz="1600" dirty="0"/>
          </a:p>
          <a:p>
            <a:pPr marL="285750" indent="-285750">
              <a:spcAft>
                <a:spcPts val="600"/>
              </a:spcAft>
              <a:buFont typeface="Arial" panose="020B0604020202020204" pitchFamily="34" charset="0"/>
              <a:buChar char="•"/>
            </a:pPr>
            <a:r>
              <a:rPr lang="zh-CN" altLang="en-US" sz="1600" dirty="0"/>
              <a:t>是包含 </a:t>
            </a:r>
            <a:r>
              <a:rPr lang="en-US" altLang="zh-CN" sz="1600" dirty="0"/>
              <a:t>Contains </a:t>
            </a:r>
            <a:r>
              <a:rPr lang="zh-CN" altLang="en-US" sz="1600" dirty="0"/>
              <a:t>的关系</a:t>
            </a:r>
            <a:endParaRPr lang="en-US" altLang="zh-CN" sz="1600" dirty="0"/>
          </a:p>
          <a:p>
            <a:pPr marL="285750" indent="-285750">
              <a:spcAft>
                <a:spcPts val="600"/>
              </a:spcAft>
              <a:buFont typeface="Arial" panose="020B0604020202020204" pitchFamily="34" charset="0"/>
              <a:buChar char="•"/>
            </a:pPr>
            <a:r>
              <a:rPr lang="zh-CN" altLang="en-US" sz="1600" dirty="0"/>
              <a:t>实线 </a:t>
            </a:r>
            <a:r>
              <a:rPr lang="en-US" altLang="zh-CN" sz="1600" dirty="0"/>
              <a:t>+ </a:t>
            </a:r>
            <a:r>
              <a:rPr lang="zh-CN" altLang="en-US" sz="1600" dirty="0"/>
              <a:t>实心菱形箭头；菱形在整体端</a:t>
            </a:r>
            <a:endParaRPr lang="en-US" altLang="zh-CN" sz="1600" dirty="0"/>
          </a:p>
          <a:p>
            <a:pPr marL="285750" indent="-285750">
              <a:spcAft>
                <a:spcPts val="600"/>
              </a:spcAft>
              <a:buFont typeface="Arial" panose="020B0604020202020204" pitchFamily="34" charset="0"/>
              <a:buChar char="•"/>
            </a:pPr>
            <a:endParaRPr lang="en-US" altLang="zh-CN" sz="1600" dirty="0"/>
          </a:p>
        </p:txBody>
      </p:sp>
      <p:sp>
        <p:nvSpPr>
          <p:cNvPr id="2" name="MH_SubTitle_2">
            <a:extLst>
              <a:ext uri="{FF2B5EF4-FFF2-40B4-BE49-F238E27FC236}">
                <a16:creationId xmlns:a16="http://schemas.microsoft.com/office/drawing/2014/main" id="{D843B03E-F5D8-BF75-09A2-281FC8D8F6DA}"/>
              </a:ext>
            </a:extLst>
          </p:cNvPr>
          <p:cNvSpPr/>
          <p:nvPr>
            <p:custDataLst>
              <p:tags r:id="rId1"/>
            </p:custDataLst>
          </p:nvPr>
        </p:nvSpPr>
        <p:spPr>
          <a:xfrm flipH="1">
            <a:off x="9312000" y="1864360"/>
            <a:ext cx="2880000" cy="504000"/>
          </a:xfrm>
          <a:prstGeom prst="homePlate">
            <a:avLst>
              <a:gd name="adj" fmla="val 55040"/>
            </a:avLst>
          </a:prstGeom>
          <a:solidFill>
            <a:srgbClr val="C698E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r>
              <a:rPr lang="zh-CN" altLang="en-US" dirty="0">
                <a:latin typeface="+mj-lt"/>
                <a:ea typeface="+mj-ea"/>
              </a:rPr>
              <a:t>组合 </a:t>
            </a:r>
            <a:r>
              <a:rPr lang="en-US" altLang="zh-CN" dirty="0">
                <a:latin typeface="+mj-lt"/>
                <a:ea typeface="+mj-ea"/>
              </a:rPr>
              <a:t>Composition</a:t>
            </a:r>
          </a:p>
        </p:txBody>
      </p:sp>
      <p:grpSp>
        <p:nvGrpSpPr>
          <p:cNvPr id="24" name="组合 23">
            <a:extLst>
              <a:ext uri="{FF2B5EF4-FFF2-40B4-BE49-F238E27FC236}">
                <a16:creationId xmlns:a16="http://schemas.microsoft.com/office/drawing/2014/main" id="{AAA31212-E9EA-2EB8-8E7A-CAD747FA5B7E}"/>
              </a:ext>
            </a:extLst>
          </p:cNvPr>
          <p:cNvGrpSpPr/>
          <p:nvPr/>
        </p:nvGrpSpPr>
        <p:grpSpPr>
          <a:xfrm>
            <a:off x="4485922" y="3597087"/>
            <a:ext cx="1953868" cy="307777"/>
            <a:chOff x="7703516" y="4304406"/>
            <a:chExt cx="1953868" cy="307777"/>
          </a:xfrm>
        </p:grpSpPr>
        <p:cxnSp>
          <p:nvCxnSpPr>
            <p:cNvPr id="11" name="直接连接符 10">
              <a:extLst>
                <a:ext uri="{FF2B5EF4-FFF2-40B4-BE49-F238E27FC236}">
                  <a16:creationId xmlns:a16="http://schemas.microsoft.com/office/drawing/2014/main" id="{D40255BE-DE59-7378-4911-38E7655D28CB}"/>
                </a:ext>
              </a:extLst>
            </p:cNvPr>
            <p:cNvCxnSpPr>
              <a:cxnSpLocks/>
            </p:cNvCxnSpPr>
            <p:nvPr/>
          </p:nvCxnSpPr>
          <p:spPr>
            <a:xfrm>
              <a:off x="7703516" y="4458294"/>
              <a:ext cx="1225296" cy="0"/>
            </a:xfrm>
            <a:prstGeom prst="line">
              <a:avLst/>
            </a:prstGeom>
            <a:ln w="28575">
              <a:solidFill>
                <a:schemeClr val="tx1"/>
              </a:solidFill>
              <a:prstDash val="solid"/>
            </a:ln>
          </p:spPr>
          <p:style>
            <a:lnRef idx="1">
              <a:schemeClr val="accent1"/>
            </a:lnRef>
            <a:fillRef idx="0">
              <a:schemeClr val="accent1"/>
            </a:fillRef>
            <a:effectRef idx="0">
              <a:schemeClr val="accent1"/>
            </a:effectRef>
            <a:fontRef idx="minor">
              <a:schemeClr val="tx1"/>
            </a:fontRef>
          </p:style>
        </p:cxnSp>
        <p:sp>
          <p:nvSpPr>
            <p:cNvPr id="15" name="文本框 14">
              <a:extLst>
                <a:ext uri="{FF2B5EF4-FFF2-40B4-BE49-F238E27FC236}">
                  <a16:creationId xmlns:a16="http://schemas.microsoft.com/office/drawing/2014/main" id="{545964F3-13B4-6D6A-E22C-6F24650A86EC}"/>
                </a:ext>
              </a:extLst>
            </p:cNvPr>
            <p:cNvSpPr txBox="1"/>
            <p:nvPr/>
          </p:nvSpPr>
          <p:spPr>
            <a:xfrm>
              <a:off x="9113645" y="4304406"/>
              <a:ext cx="543739" cy="307777"/>
            </a:xfrm>
            <a:prstGeom prst="rect">
              <a:avLst/>
            </a:prstGeom>
            <a:noFill/>
          </p:spPr>
          <p:txBody>
            <a:bodyPr wrap="none" rtlCol="0">
              <a:spAutoFit/>
            </a:bodyPr>
            <a:lstStyle/>
            <a:p>
              <a:pPr algn="ctr"/>
              <a:r>
                <a:rPr lang="zh-CN" altLang="en-US" sz="1400" dirty="0"/>
                <a:t>组合</a:t>
              </a:r>
            </a:p>
          </p:txBody>
        </p:sp>
        <p:sp>
          <p:nvSpPr>
            <p:cNvPr id="18" name="菱形 17">
              <a:extLst>
                <a:ext uri="{FF2B5EF4-FFF2-40B4-BE49-F238E27FC236}">
                  <a16:creationId xmlns:a16="http://schemas.microsoft.com/office/drawing/2014/main" id="{8D7C9488-ADDF-6602-0B12-9F3B16D3E80E}"/>
                </a:ext>
              </a:extLst>
            </p:cNvPr>
            <p:cNvSpPr/>
            <p:nvPr/>
          </p:nvSpPr>
          <p:spPr>
            <a:xfrm rot="5400000">
              <a:off x="8934853" y="4368294"/>
              <a:ext cx="108000" cy="180000"/>
            </a:xfrm>
            <a:prstGeom prst="diamond">
              <a:avLst/>
            </a:prstGeom>
            <a:solidFill>
              <a:schemeClr val="tx1"/>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grpSp>
        <p:nvGrpSpPr>
          <p:cNvPr id="26" name="组合 25">
            <a:extLst>
              <a:ext uri="{FF2B5EF4-FFF2-40B4-BE49-F238E27FC236}">
                <a16:creationId xmlns:a16="http://schemas.microsoft.com/office/drawing/2014/main" id="{853FBA92-1624-ED02-2493-1B6E7F56A98D}"/>
              </a:ext>
            </a:extLst>
          </p:cNvPr>
          <p:cNvGrpSpPr/>
          <p:nvPr/>
        </p:nvGrpSpPr>
        <p:grpSpPr>
          <a:xfrm>
            <a:off x="5376001" y="4983375"/>
            <a:ext cx="1440000" cy="108000"/>
            <a:chOff x="7703516" y="4404294"/>
            <a:chExt cx="1440000" cy="108000"/>
          </a:xfrm>
        </p:grpSpPr>
        <p:cxnSp>
          <p:nvCxnSpPr>
            <p:cNvPr id="27" name="直接连接符 26">
              <a:extLst>
                <a:ext uri="{FF2B5EF4-FFF2-40B4-BE49-F238E27FC236}">
                  <a16:creationId xmlns:a16="http://schemas.microsoft.com/office/drawing/2014/main" id="{BA401781-2205-FA94-2DDB-3C0B1E702F0C}"/>
                </a:ext>
              </a:extLst>
            </p:cNvPr>
            <p:cNvCxnSpPr>
              <a:cxnSpLocks/>
            </p:cNvCxnSpPr>
            <p:nvPr/>
          </p:nvCxnSpPr>
          <p:spPr>
            <a:xfrm>
              <a:off x="7703516" y="4458294"/>
              <a:ext cx="1440000" cy="0"/>
            </a:xfrm>
            <a:prstGeom prst="line">
              <a:avLst/>
            </a:prstGeom>
            <a:ln w="28575">
              <a:solidFill>
                <a:schemeClr val="tx1"/>
              </a:solidFill>
              <a:prstDash val="solid"/>
            </a:ln>
          </p:spPr>
          <p:style>
            <a:lnRef idx="1">
              <a:schemeClr val="accent1"/>
            </a:lnRef>
            <a:fillRef idx="0">
              <a:schemeClr val="accent1"/>
            </a:fillRef>
            <a:effectRef idx="0">
              <a:schemeClr val="accent1"/>
            </a:effectRef>
            <a:fontRef idx="minor">
              <a:schemeClr val="tx1"/>
            </a:fontRef>
          </p:style>
        </p:cxnSp>
        <p:sp>
          <p:nvSpPr>
            <p:cNvPr id="29" name="菱形 28">
              <a:extLst>
                <a:ext uri="{FF2B5EF4-FFF2-40B4-BE49-F238E27FC236}">
                  <a16:creationId xmlns:a16="http://schemas.microsoft.com/office/drawing/2014/main" id="{2D0619D5-C6D0-253C-2BFC-E2B7A1FB798A}"/>
                </a:ext>
              </a:extLst>
            </p:cNvPr>
            <p:cNvSpPr/>
            <p:nvPr/>
          </p:nvSpPr>
          <p:spPr>
            <a:xfrm rot="5400000">
              <a:off x="7739516" y="4368294"/>
              <a:ext cx="108000" cy="180000"/>
            </a:xfrm>
            <a:prstGeom prst="diamond">
              <a:avLst/>
            </a:prstGeom>
            <a:solidFill>
              <a:schemeClr val="tx1"/>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sp>
        <p:nvSpPr>
          <p:cNvPr id="33" name="矩形 32">
            <a:extLst>
              <a:ext uri="{FF2B5EF4-FFF2-40B4-BE49-F238E27FC236}">
                <a16:creationId xmlns:a16="http://schemas.microsoft.com/office/drawing/2014/main" id="{9CE0F7C8-4F0D-C642-B87C-1BEE4480291C}"/>
              </a:ext>
            </a:extLst>
          </p:cNvPr>
          <p:cNvSpPr/>
          <p:nvPr/>
        </p:nvSpPr>
        <p:spPr>
          <a:xfrm>
            <a:off x="4299145" y="4857375"/>
            <a:ext cx="108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chorCtr="0"/>
          <a:lstStyle/>
          <a:p>
            <a:pPr algn="ctr"/>
            <a:r>
              <a:rPr lang="en-US" altLang="zh-CN" sz="1400" dirty="0">
                <a:solidFill>
                  <a:schemeClr val="tx1"/>
                </a:solidFill>
              </a:rPr>
              <a:t>Order</a:t>
            </a:r>
            <a:endParaRPr lang="zh-CN" altLang="en-US" sz="1400" dirty="0">
              <a:solidFill>
                <a:schemeClr val="tx1"/>
              </a:solidFill>
            </a:endParaRPr>
          </a:p>
        </p:txBody>
      </p:sp>
      <p:sp>
        <p:nvSpPr>
          <p:cNvPr id="34" name="矩形 33">
            <a:extLst>
              <a:ext uri="{FF2B5EF4-FFF2-40B4-BE49-F238E27FC236}">
                <a16:creationId xmlns:a16="http://schemas.microsoft.com/office/drawing/2014/main" id="{D4A7F55A-C85E-9101-EBE5-5431790CC0E3}"/>
              </a:ext>
            </a:extLst>
          </p:cNvPr>
          <p:cNvSpPr/>
          <p:nvPr/>
        </p:nvSpPr>
        <p:spPr>
          <a:xfrm>
            <a:off x="6812856" y="4857375"/>
            <a:ext cx="108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chorCtr="0"/>
          <a:lstStyle/>
          <a:p>
            <a:pPr algn="ctr"/>
            <a:r>
              <a:rPr lang="en-US" altLang="zh-CN" sz="1400" dirty="0" err="1">
                <a:solidFill>
                  <a:schemeClr val="tx1"/>
                </a:solidFill>
              </a:rPr>
              <a:t>OrderItem</a:t>
            </a:r>
            <a:endParaRPr lang="zh-CN" altLang="en-US" sz="1400" dirty="0">
              <a:solidFill>
                <a:schemeClr val="tx1"/>
              </a:solidFill>
            </a:endParaRPr>
          </a:p>
        </p:txBody>
      </p:sp>
      <p:grpSp>
        <p:nvGrpSpPr>
          <p:cNvPr id="37" name="组合 36">
            <a:extLst>
              <a:ext uri="{FF2B5EF4-FFF2-40B4-BE49-F238E27FC236}">
                <a16:creationId xmlns:a16="http://schemas.microsoft.com/office/drawing/2014/main" id="{C391E39B-5DC2-6D22-93CE-58FE01688EF4}"/>
              </a:ext>
            </a:extLst>
          </p:cNvPr>
          <p:cNvGrpSpPr/>
          <p:nvPr/>
        </p:nvGrpSpPr>
        <p:grpSpPr>
          <a:xfrm>
            <a:off x="5372856" y="5693696"/>
            <a:ext cx="1440000" cy="108000"/>
            <a:chOff x="7703516" y="4404294"/>
            <a:chExt cx="1440000" cy="108000"/>
          </a:xfrm>
        </p:grpSpPr>
        <p:cxnSp>
          <p:nvCxnSpPr>
            <p:cNvPr id="38" name="直接连接符 37">
              <a:extLst>
                <a:ext uri="{FF2B5EF4-FFF2-40B4-BE49-F238E27FC236}">
                  <a16:creationId xmlns:a16="http://schemas.microsoft.com/office/drawing/2014/main" id="{77F3A9C7-3D9B-9A80-C0F5-A23CA3944334}"/>
                </a:ext>
              </a:extLst>
            </p:cNvPr>
            <p:cNvCxnSpPr>
              <a:cxnSpLocks/>
            </p:cNvCxnSpPr>
            <p:nvPr/>
          </p:nvCxnSpPr>
          <p:spPr>
            <a:xfrm>
              <a:off x="7703516" y="4458294"/>
              <a:ext cx="1440000" cy="0"/>
            </a:xfrm>
            <a:prstGeom prst="line">
              <a:avLst/>
            </a:prstGeom>
            <a:ln w="28575">
              <a:solidFill>
                <a:schemeClr val="tx1"/>
              </a:solidFill>
              <a:prstDash val="solid"/>
            </a:ln>
          </p:spPr>
          <p:style>
            <a:lnRef idx="1">
              <a:schemeClr val="accent1"/>
            </a:lnRef>
            <a:fillRef idx="0">
              <a:schemeClr val="accent1"/>
            </a:fillRef>
            <a:effectRef idx="0">
              <a:schemeClr val="accent1"/>
            </a:effectRef>
            <a:fontRef idx="minor">
              <a:schemeClr val="tx1"/>
            </a:fontRef>
          </p:style>
        </p:cxnSp>
        <p:sp>
          <p:nvSpPr>
            <p:cNvPr id="39" name="菱形 38">
              <a:extLst>
                <a:ext uri="{FF2B5EF4-FFF2-40B4-BE49-F238E27FC236}">
                  <a16:creationId xmlns:a16="http://schemas.microsoft.com/office/drawing/2014/main" id="{34ED69C3-3A56-0ED0-B3BF-A9575BD21F10}"/>
                </a:ext>
              </a:extLst>
            </p:cNvPr>
            <p:cNvSpPr/>
            <p:nvPr/>
          </p:nvSpPr>
          <p:spPr>
            <a:xfrm rot="5400000">
              <a:off x="7739516" y="4368294"/>
              <a:ext cx="108000" cy="180000"/>
            </a:xfrm>
            <a:prstGeom prst="diamond">
              <a:avLst/>
            </a:prstGeom>
            <a:solidFill>
              <a:schemeClr val="tx1"/>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sp>
        <p:nvSpPr>
          <p:cNvPr id="40" name="矩形 39">
            <a:extLst>
              <a:ext uri="{FF2B5EF4-FFF2-40B4-BE49-F238E27FC236}">
                <a16:creationId xmlns:a16="http://schemas.microsoft.com/office/drawing/2014/main" id="{639F83DD-E35D-C045-3153-1F91B0F78600}"/>
              </a:ext>
            </a:extLst>
          </p:cNvPr>
          <p:cNvSpPr/>
          <p:nvPr/>
        </p:nvSpPr>
        <p:spPr>
          <a:xfrm>
            <a:off x="4296000" y="5567696"/>
            <a:ext cx="108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chorCtr="0"/>
          <a:lstStyle/>
          <a:p>
            <a:pPr algn="ctr"/>
            <a:r>
              <a:rPr lang="en-US" altLang="zh-CN" sz="1400" dirty="0">
                <a:solidFill>
                  <a:schemeClr val="tx1"/>
                </a:solidFill>
              </a:rPr>
              <a:t>Cart</a:t>
            </a:r>
            <a:endParaRPr lang="zh-CN" altLang="en-US" sz="1400" dirty="0">
              <a:solidFill>
                <a:schemeClr val="tx1"/>
              </a:solidFill>
            </a:endParaRPr>
          </a:p>
        </p:txBody>
      </p:sp>
      <p:sp>
        <p:nvSpPr>
          <p:cNvPr id="41" name="矩形 40">
            <a:extLst>
              <a:ext uri="{FF2B5EF4-FFF2-40B4-BE49-F238E27FC236}">
                <a16:creationId xmlns:a16="http://schemas.microsoft.com/office/drawing/2014/main" id="{877E780E-1C7B-9439-07DD-03AC1B09D597}"/>
              </a:ext>
            </a:extLst>
          </p:cNvPr>
          <p:cNvSpPr/>
          <p:nvPr/>
        </p:nvSpPr>
        <p:spPr>
          <a:xfrm>
            <a:off x="6809711" y="5567696"/>
            <a:ext cx="108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chorCtr="0"/>
          <a:lstStyle/>
          <a:p>
            <a:pPr algn="ctr"/>
            <a:r>
              <a:rPr lang="en-US" altLang="zh-CN" sz="1400" dirty="0" err="1">
                <a:solidFill>
                  <a:schemeClr val="tx1"/>
                </a:solidFill>
              </a:rPr>
              <a:t>CartItem</a:t>
            </a:r>
            <a:endParaRPr lang="zh-CN" altLang="en-US" sz="1400" dirty="0">
              <a:solidFill>
                <a:schemeClr val="tx1"/>
              </a:solidFill>
            </a:endParaRPr>
          </a:p>
        </p:txBody>
      </p:sp>
    </p:spTree>
    <p:extLst>
      <p:ext uri="{BB962C8B-B14F-4D97-AF65-F5344CB8AC3E}">
        <p14:creationId xmlns:p14="http://schemas.microsoft.com/office/powerpoint/2010/main" val="922329482"/>
      </p:ext>
    </p:extLst>
  </p:cSld>
  <p:clrMapOvr>
    <a:masterClrMapping/>
  </p:clrMapOvr>
  <p:transition>
    <p:diamond/>
  </p:transition>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2F5B59-7AE8-D9D8-08B3-EAB3A8B011D7}"/>
            </a:ext>
          </a:extLst>
        </p:cNvPr>
        <p:cNvGrpSpPr/>
        <p:nvPr/>
      </p:nvGrpSpPr>
      <p:grpSpPr>
        <a:xfrm>
          <a:off x="0" y="0"/>
          <a:ext cx="0" cy="0"/>
          <a:chOff x="0" y="0"/>
          <a:chExt cx="0" cy="0"/>
        </a:xfrm>
      </p:grpSpPr>
      <p:sp>
        <p:nvSpPr>
          <p:cNvPr id="3" name="标题 2">
            <a:extLst>
              <a:ext uri="{FF2B5EF4-FFF2-40B4-BE49-F238E27FC236}">
                <a16:creationId xmlns:a16="http://schemas.microsoft.com/office/drawing/2014/main" id="{FEF32DA6-4014-8033-873B-52990F26A206}"/>
              </a:ext>
            </a:extLst>
          </p:cNvPr>
          <p:cNvSpPr>
            <a:spLocks noGrp="1"/>
          </p:cNvSpPr>
          <p:nvPr>
            <p:ph type="title"/>
          </p:nvPr>
        </p:nvSpPr>
        <p:spPr>
          <a:xfrm>
            <a:off x="694801" y="360000"/>
            <a:ext cx="5401200" cy="523220"/>
          </a:xfrm>
        </p:spPr>
        <p:txBody>
          <a:bodyPr>
            <a:normAutofit/>
          </a:bodyPr>
          <a:lstStyle/>
          <a:p>
            <a:r>
              <a:rPr lang="en-US" altLang="zh-CN" dirty="0">
                <a:sym typeface="+mn-ea"/>
              </a:rPr>
              <a:t>6.3 UML</a:t>
            </a:r>
            <a:r>
              <a:rPr lang="zh-CN" altLang="en-US" dirty="0">
                <a:sym typeface="+mn-ea"/>
              </a:rPr>
              <a:t>图</a:t>
            </a:r>
            <a:endParaRPr lang="zh-CN" altLang="en-US" dirty="0"/>
          </a:p>
        </p:txBody>
      </p:sp>
      <p:sp>
        <p:nvSpPr>
          <p:cNvPr id="6" name="文本占位符 5">
            <a:extLst>
              <a:ext uri="{FF2B5EF4-FFF2-40B4-BE49-F238E27FC236}">
                <a16:creationId xmlns:a16="http://schemas.microsoft.com/office/drawing/2014/main" id="{490EEBBE-C541-4AA2-3CEC-CB4D5A1A27F5}"/>
              </a:ext>
            </a:extLst>
          </p:cNvPr>
          <p:cNvSpPr>
            <a:spLocks noGrp="1"/>
          </p:cNvSpPr>
          <p:nvPr>
            <p:ph type="body" sz="quarter" idx="10"/>
          </p:nvPr>
        </p:nvSpPr>
        <p:spPr>
          <a:xfrm>
            <a:off x="900001" y="1322832"/>
            <a:ext cx="5196000" cy="400110"/>
          </a:xfrm>
        </p:spPr>
        <p:txBody>
          <a:bodyPr/>
          <a:lstStyle/>
          <a:p>
            <a:r>
              <a:rPr lang="en-US" altLang="zh-CN" dirty="0"/>
              <a:t>6.3.2 </a:t>
            </a:r>
            <a:r>
              <a:rPr lang="zh-CN" altLang="en-US" dirty="0"/>
              <a:t>类图和包</a:t>
            </a:r>
          </a:p>
        </p:txBody>
      </p:sp>
      <p:grpSp>
        <p:nvGrpSpPr>
          <p:cNvPr id="7" name="组合 6">
            <a:extLst>
              <a:ext uri="{FF2B5EF4-FFF2-40B4-BE49-F238E27FC236}">
                <a16:creationId xmlns:a16="http://schemas.microsoft.com/office/drawing/2014/main" id="{109C131A-5808-5AAF-A9B6-E72077454F50}"/>
              </a:ext>
            </a:extLst>
          </p:cNvPr>
          <p:cNvGrpSpPr/>
          <p:nvPr/>
        </p:nvGrpSpPr>
        <p:grpSpPr>
          <a:xfrm>
            <a:off x="7178675" y="694054"/>
            <a:ext cx="5013325" cy="973455"/>
            <a:chOff x="7193915" y="694054"/>
            <a:chExt cx="5013325" cy="973455"/>
          </a:xfrm>
        </p:grpSpPr>
        <p:sp>
          <p:nvSpPr>
            <p:cNvPr id="19" name="MH_SubTitle_2">
              <a:extLst>
                <a:ext uri="{FF2B5EF4-FFF2-40B4-BE49-F238E27FC236}">
                  <a16:creationId xmlns:a16="http://schemas.microsoft.com/office/drawing/2014/main" id="{DAB5585B-3D12-832B-EEC3-7A6E6F052774}"/>
                </a:ext>
              </a:extLst>
            </p:cNvPr>
            <p:cNvSpPr/>
            <p:nvPr>
              <p:custDataLst>
                <p:tags r:id="rId2"/>
              </p:custDataLst>
            </p:nvPr>
          </p:nvSpPr>
          <p:spPr>
            <a:xfrm flipH="1">
              <a:off x="7193915" y="817315"/>
              <a:ext cx="3511458" cy="733252"/>
            </a:xfrm>
            <a:prstGeom prst="homePlate">
              <a:avLst/>
            </a:prstGeom>
            <a:solidFill>
              <a:srgbClr val="C698E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r>
                <a:rPr lang="zh-CN" altLang="en-US" sz="2400" b="1" dirty="0">
                  <a:solidFill>
                    <a:schemeClr val="bg1"/>
                  </a:solidFill>
                  <a:latin typeface="微软雅黑" panose="020B0503020204020204" charset="-122"/>
                  <a:ea typeface="微软雅黑" panose="020B0503020204020204" charset="-122"/>
                  <a:cs typeface="黑体" panose="02010609060101010101" pitchFamily="49" charset="-122"/>
                </a:rPr>
                <a:t>类的关系</a:t>
              </a:r>
            </a:p>
          </p:txBody>
        </p:sp>
        <p:sp>
          <p:nvSpPr>
            <p:cNvPr id="20" name="MH_Other_5">
              <a:extLst>
                <a:ext uri="{FF2B5EF4-FFF2-40B4-BE49-F238E27FC236}">
                  <a16:creationId xmlns:a16="http://schemas.microsoft.com/office/drawing/2014/main" id="{AC869FDA-F13B-3099-0A0B-483DFB61F378}"/>
                </a:ext>
              </a:extLst>
            </p:cNvPr>
            <p:cNvSpPr/>
            <p:nvPr>
              <p:custDataLst>
                <p:tags r:id="rId3"/>
              </p:custDataLst>
            </p:nvPr>
          </p:nvSpPr>
          <p:spPr>
            <a:xfrm flipH="1">
              <a:off x="11200669" y="694634"/>
              <a:ext cx="1006571" cy="971610"/>
            </a:xfrm>
            <a:prstGeom prst="rect">
              <a:avLst/>
            </a:prstGeom>
            <a:solidFill>
              <a:srgbClr val="C698E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r>
                <a:rPr lang="en-US" altLang="zh-CN" sz="3200" dirty="0">
                  <a:solidFill>
                    <a:srgbClr val="FFFFFF"/>
                  </a:solidFill>
                  <a:latin typeface="Times New Roman" panose="02020603050405020304" pitchFamily="18" charset="0"/>
                  <a:ea typeface="微软雅黑" panose="020B0503020204020204" charset="-122"/>
                </a:rPr>
                <a:t>02</a:t>
              </a:r>
              <a:endParaRPr lang="zh-CN" altLang="en-US" sz="3200" dirty="0">
                <a:solidFill>
                  <a:srgbClr val="FFFFFF"/>
                </a:solidFill>
                <a:latin typeface="Times New Roman" panose="02020603050405020304" pitchFamily="18" charset="0"/>
                <a:ea typeface="微软雅黑" panose="020B0503020204020204" charset="-122"/>
              </a:endParaRPr>
            </a:p>
          </p:txBody>
        </p:sp>
        <p:sp>
          <p:nvSpPr>
            <p:cNvPr id="21" name="MH_Other_6">
              <a:extLst>
                <a:ext uri="{FF2B5EF4-FFF2-40B4-BE49-F238E27FC236}">
                  <a16:creationId xmlns:a16="http://schemas.microsoft.com/office/drawing/2014/main" id="{4D0E26AD-1EBC-0E74-E214-FD2D7DF251C8}"/>
                </a:ext>
              </a:extLst>
            </p:cNvPr>
            <p:cNvSpPr/>
            <p:nvPr>
              <p:custDataLst>
                <p:tags r:id="rId4"/>
              </p:custDataLst>
            </p:nvPr>
          </p:nvSpPr>
          <p:spPr>
            <a:xfrm flipH="1">
              <a:off x="10703596" y="694054"/>
              <a:ext cx="516601" cy="973455"/>
            </a:xfrm>
            <a:custGeom>
              <a:avLst/>
              <a:gdLst>
                <a:gd name="connsiteX0" fmla="*/ 2382 w 461963"/>
                <a:gd name="connsiteY0" fmla="*/ 0 h 1081088"/>
                <a:gd name="connsiteX1" fmla="*/ 461963 w 461963"/>
                <a:gd name="connsiteY1" fmla="*/ 138113 h 1081088"/>
                <a:gd name="connsiteX2" fmla="*/ 461963 w 461963"/>
                <a:gd name="connsiteY2" fmla="*/ 950119 h 1081088"/>
                <a:gd name="connsiteX3" fmla="*/ 0 w 461963"/>
                <a:gd name="connsiteY3" fmla="*/ 1081088 h 1081088"/>
                <a:gd name="connsiteX4" fmla="*/ 2382 w 461963"/>
                <a:gd name="connsiteY4" fmla="*/ 0 h 108108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61963" h="1081088">
                  <a:moveTo>
                    <a:pt x="2382" y="0"/>
                  </a:moveTo>
                  <a:lnTo>
                    <a:pt x="461963" y="138113"/>
                  </a:lnTo>
                  <a:lnTo>
                    <a:pt x="461963" y="950119"/>
                  </a:lnTo>
                  <a:lnTo>
                    <a:pt x="0" y="1081088"/>
                  </a:lnTo>
                  <a:lnTo>
                    <a:pt x="2382" y="0"/>
                  </a:lnTo>
                  <a:close/>
                </a:path>
              </a:pathLst>
            </a:custGeom>
            <a:solidFill>
              <a:srgbClr val="A154CC"/>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a:solidFill>
                  <a:srgbClr val="FFFFFF"/>
                </a:solidFill>
                <a:latin typeface="微软雅黑" panose="020B0503020204020204" charset="-122"/>
                <a:ea typeface="微软雅黑" panose="020B0503020204020204" charset="-122"/>
              </a:endParaRPr>
            </a:p>
          </p:txBody>
        </p:sp>
      </p:grpSp>
      <p:sp>
        <p:nvSpPr>
          <p:cNvPr id="8" name="文本框 7">
            <a:extLst>
              <a:ext uri="{FF2B5EF4-FFF2-40B4-BE49-F238E27FC236}">
                <a16:creationId xmlns:a16="http://schemas.microsoft.com/office/drawing/2014/main" id="{DE5240CD-DBB0-0311-C358-D3849F59B74D}"/>
              </a:ext>
            </a:extLst>
          </p:cNvPr>
          <p:cNvSpPr txBox="1"/>
          <p:nvPr/>
        </p:nvSpPr>
        <p:spPr>
          <a:xfrm>
            <a:off x="694801" y="1980000"/>
            <a:ext cx="10791184" cy="2277547"/>
          </a:xfrm>
          <a:prstGeom prst="rect">
            <a:avLst/>
          </a:prstGeom>
          <a:noFill/>
        </p:spPr>
        <p:txBody>
          <a:bodyPr wrap="square" rtlCol="0">
            <a:spAutoFit/>
          </a:bodyPr>
          <a:lstStyle/>
          <a:p>
            <a:pPr>
              <a:spcAft>
                <a:spcPts val="600"/>
              </a:spcAft>
            </a:pPr>
            <a:r>
              <a:rPr lang="zh-CN" altLang="en-US" sz="1600" dirty="0"/>
              <a:t>聚合 </a:t>
            </a:r>
            <a:r>
              <a:rPr lang="en-US" altLang="zh-CN" sz="1600" dirty="0"/>
              <a:t>Aggregation</a:t>
            </a:r>
          </a:p>
          <a:p>
            <a:pPr marL="285750" indent="-285750">
              <a:spcAft>
                <a:spcPts val="600"/>
              </a:spcAft>
              <a:buFont typeface="Arial" panose="020B0604020202020204" pitchFamily="34" charset="0"/>
              <a:buChar char="•"/>
            </a:pPr>
            <a:r>
              <a:rPr lang="zh-CN" altLang="en-US" sz="1600" dirty="0"/>
              <a:t>类和类之间的关系</a:t>
            </a:r>
            <a:endParaRPr lang="en-US" altLang="zh-CN" sz="1600" dirty="0"/>
          </a:p>
          <a:p>
            <a:pPr marL="285750" indent="-285750">
              <a:spcAft>
                <a:spcPts val="600"/>
              </a:spcAft>
              <a:buFont typeface="Arial" panose="020B0604020202020204" pitchFamily="34" charset="0"/>
              <a:buChar char="•"/>
            </a:pPr>
            <a:r>
              <a:rPr lang="zh-CN" altLang="en-US" sz="1600" dirty="0"/>
              <a:t>一个类作为另外一个类的成员对象</a:t>
            </a:r>
            <a:r>
              <a:rPr lang="en-US" altLang="zh-CN" sz="1600" dirty="0"/>
              <a:t>|</a:t>
            </a:r>
            <a:r>
              <a:rPr lang="zh-CN" altLang="en-US" sz="1600" dirty="0"/>
              <a:t>属性</a:t>
            </a:r>
            <a:endParaRPr lang="en-US" altLang="zh-CN" sz="1600" dirty="0"/>
          </a:p>
          <a:p>
            <a:pPr marL="285750" indent="-285750">
              <a:spcAft>
                <a:spcPts val="600"/>
              </a:spcAft>
              <a:buFont typeface="Arial" panose="020B0604020202020204" pitchFamily="34" charset="0"/>
              <a:buChar char="•"/>
            </a:pPr>
            <a:r>
              <a:rPr lang="zh-CN" altLang="en-US" sz="1600" dirty="0"/>
              <a:t>较弱的拥有关系，表示整体与部分可以分离。部分可以脱离整体而独立存在，拥有自己的生命周期</a:t>
            </a:r>
            <a:endParaRPr lang="en-US" altLang="zh-CN" sz="1600" dirty="0"/>
          </a:p>
          <a:p>
            <a:pPr marL="285750" indent="-285750">
              <a:spcAft>
                <a:spcPts val="600"/>
              </a:spcAft>
              <a:buFont typeface="Arial" panose="020B0604020202020204" pitchFamily="34" charset="0"/>
              <a:buChar char="•"/>
            </a:pPr>
            <a:r>
              <a:rPr lang="zh-CN" altLang="en-US" sz="1600" dirty="0"/>
              <a:t>球队和多个球员、学校和多个老师、车和多个轮胎、一个发动机、电脑和</a:t>
            </a:r>
            <a:r>
              <a:rPr lang="en-US" altLang="zh-CN" sz="1600" dirty="0"/>
              <a:t>CPU</a:t>
            </a:r>
          </a:p>
          <a:p>
            <a:pPr marL="285750" indent="-285750">
              <a:spcAft>
                <a:spcPts val="600"/>
              </a:spcAft>
              <a:buFont typeface="Arial" panose="020B0604020202020204" pitchFamily="34" charset="0"/>
              <a:buChar char="•"/>
            </a:pPr>
            <a:r>
              <a:rPr lang="zh-CN" altLang="en-US" sz="1600" dirty="0"/>
              <a:t>实线 </a:t>
            </a:r>
            <a:r>
              <a:rPr lang="en-US" altLang="zh-CN" sz="1600" dirty="0"/>
              <a:t>+ </a:t>
            </a:r>
            <a:r>
              <a:rPr lang="zh-CN" altLang="en-US" sz="1600" dirty="0"/>
              <a:t>空心菱形箭头；菱形在整体端</a:t>
            </a:r>
            <a:endParaRPr lang="en-US" altLang="zh-CN" sz="1600" dirty="0"/>
          </a:p>
          <a:p>
            <a:pPr marL="285750" indent="-285750">
              <a:spcAft>
                <a:spcPts val="600"/>
              </a:spcAft>
              <a:buFont typeface="Arial" panose="020B0604020202020204" pitchFamily="34" charset="0"/>
              <a:buChar char="•"/>
            </a:pPr>
            <a:r>
              <a:rPr lang="zh-CN" altLang="en-US" sz="1600" dirty="0"/>
              <a:t>通常包含多个成员对象；将多个部分聚合到一起</a:t>
            </a:r>
            <a:endParaRPr lang="en-US" altLang="zh-CN" sz="1600" dirty="0"/>
          </a:p>
        </p:txBody>
      </p:sp>
      <p:sp>
        <p:nvSpPr>
          <p:cNvPr id="2" name="MH_SubTitle_2">
            <a:extLst>
              <a:ext uri="{FF2B5EF4-FFF2-40B4-BE49-F238E27FC236}">
                <a16:creationId xmlns:a16="http://schemas.microsoft.com/office/drawing/2014/main" id="{D843B03E-F5D8-BF75-09A2-281FC8D8F6DA}"/>
              </a:ext>
            </a:extLst>
          </p:cNvPr>
          <p:cNvSpPr/>
          <p:nvPr>
            <p:custDataLst>
              <p:tags r:id="rId1"/>
            </p:custDataLst>
          </p:nvPr>
        </p:nvSpPr>
        <p:spPr>
          <a:xfrm flipH="1">
            <a:off x="9312000" y="1864360"/>
            <a:ext cx="2880000" cy="504000"/>
          </a:xfrm>
          <a:prstGeom prst="homePlate">
            <a:avLst>
              <a:gd name="adj" fmla="val 55040"/>
            </a:avLst>
          </a:prstGeom>
          <a:solidFill>
            <a:srgbClr val="C698E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r>
              <a:rPr lang="zh-CN" altLang="en-US" dirty="0">
                <a:latin typeface="+mj-lt"/>
                <a:ea typeface="+mj-ea"/>
              </a:rPr>
              <a:t>聚合 </a:t>
            </a:r>
            <a:r>
              <a:rPr lang="en-US" altLang="zh-CN" dirty="0">
                <a:latin typeface="+mj-lt"/>
                <a:ea typeface="+mj-ea"/>
              </a:rPr>
              <a:t>Aggregation</a:t>
            </a:r>
          </a:p>
        </p:txBody>
      </p:sp>
      <p:grpSp>
        <p:nvGrpSpPr>
          <p:cNvPr id="5" name="组合 4">
            <a:extLst>
              <a:ext uri="{FF2B5EF4-FFF2-40B4-BE49-F238E27FC236}">
                <a16:creationId xmlns:a16="http://schemas.microsoft.com/office/drawing/2014/main" id="{F09B7702-250A-2329-1D5F-D70478E71AF5}"/>
              </a:ext>
            </a:extLst>
          </p:cNvPr>
          <p:cNvGrpSpPr/>
          <p:nvPr/>
        </p:nvGrpSpPr>
        <p:grpSpPr>
          <a:xfrm>
            <a:off x="5466001" y="3901851"/>
            <a:ext cx="1953868" cy="307777"/>
            <a:chOff x="7703516" y="4304406"/>
            <a:chExt cx="1953868" cy="307777"/>
          </a:xfrm>
        </p:grpSpPr>
        <p:cxnSp>
          <p:nvCxnSpPr>
            <p:cNvPr id="9" name="直接连接符 8">
              <a:extLst>
                <a:ext uri="{FF2B5EF4-FFF2-40B4-BE49-F238E27FC236}">
                  <a16:creationId xmlns:a16="http://schemas.microsoft.com/office/drawing/2014/main" id="{1DB30F4C-6BBA-0A0D-85F3-DF09D47F829A}"/>
                </a:ext>
              </a:extLst>
            </p:cNvPr>
            <p:cNvCxnSpPr>
              <a:cxnSpLocks/>
            </p:cNvCxnSpPr>
            <p:nvPr/>
          </p:nvCxnSpPr>
          <p:spPr>
            <a:xfrm>
              <a:off x="7703516" y="4458294"/>
              <a:ext cx="1225296" cy="0"/>
            </a:xfrm>
            <a:prstGeom prst="line">
              <a:avLst/>
            </a:prstGeom>
            <a:ln w="28575">
              <a:solidFill>
                <a:schemeClr val="tx1"/>
              </a:solidFill>
              <a:prstDash val="solid"/>
            </a:ln>
          </p:spPr>
          <p:style>
            <a:lnRef idx="1">
              <a:schemeClr val="accent1"/>
            </a:lnRef>
            <a:fillRef idx="0">
              <a:schemeClr val="accent1"/>
            </a:fillRef>
            <a:effectRef idx="0">
              <a:schemeClr val="accent1"/>
            </a:effectRef>
            <a:fontRef idx="minor">
              <a:schemeClr val="tx1"/>
            </a:fontRef>
          </p:style>
        </p:cxnSp>
        <p:sp>
          <p:nvSpPr>
            <p:cNvPr id="10" name="文本框 9">
              <a:extLst>
                <a:ext uri="{FF2B5EF4-FFF2-40B4-BE49-F238E27FC236}">
                  <a16:creationId xmlns:a16="http://schemas.microsoft.com/office/drawing/2014/main" id="{5E642EA8-0333-196F-7699-A2D8540611DE}"/>
                </a:ext>
              </a:extLst>
            </p:cNvPr>
            <p:cNvSpPr txBox="1"/>
            <p:nvPr/>
          </p:nvSpPr>
          <p:spPr>
            <a:xfrm>
              <a:off x="9113645" y="4304406"/>
              <a:ext cx="543739" cy="307777"/>
            </a:xfrm>
            <a:prstGeom prst="rect">
              <a:avLst/>
            </a:prstGeom>
            <a:noFill/>
          </p:spPr>
          <p:txBody>
            <a:bodyPr wrap="none" rtlCol="0">
              <a:spAutoFit/>
            </a:bodyPr>
            <a:lstStyle/>
            <a:p>
              <a:pPr algn="ctr"/>
              <a:r>
                <a:rPr lang="zh-CN" altLang="en-US" sz="1400" dirty="0"/>
                <a:t>聚合</a:t>
              </a:r>
            </a:p>
          </p:txBody>
        </p:sp>
        <p:sp>
          <p:nvSpPr>
            <p:cNvPr id="12" name="菱形 11">
              <a:extLst>
                <a:ext uri="{FF2B5EF4-FFF2-40B4-BE49-F238E27FC236}">
                  <a16:creationId xmlns:a16="http://schemas.microsoft.com/office/drawing/2014/main" id="{35EAB4E8-2EBF-C93F-BBA0-4D67842DDF91}"/>
                </a:ext>
              </a:extLst>
            </p:cNvPr>
            <p:cNvSpPr/>
            <p:nvPr/>
          </p:nvSpPr>
          <p:spPr>
            <a:xfrm rot="5400000">
              <a:off x="8934853" y="4368294"/>
              <a:ext cx="108000" cy="180000"/>
            </a:xfrm>
            <a:prstGeom prst="diamond">
              <a:avLst/>
            </a:prstGeom>
            <a:solidFill>
              <a:schemeClr val="bg1"/>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grpSp>
        <p:nvGrpSpPr>
          <p:cNvPr id="26" name="组合 25">
            <a:extLst>
              <a:ext uri="{FF2B5EF4-FFF2-40B4-BE49-F238E27FC236}">
                <a16:creationId xmlns:a16="http://schemas.microsoft.com/office/drawing/2014/main" id="{141FECC5-9344-C48D-2724-697C261793D8}"/>
              </a:ext>
            </a:extLst>
          </p:cNvPr>
          <p:cNvGrpSpPr/>
          <p:nvPr/>
        </p:nvGrpSpPr>
        <p:grpSpPr>
          <a:xfrm>
            <a:off x="5376001" y="4675460"/>
            <a:ext cx="1440000" cy="108000"/>
            <a:chOff x="7703516" y="4404294"/>
            <a:chExt cx="1440000" cy="108000"/>
          </a:xfrm>
        </p:grpSpPr>
        <p:cxnSp>
          <p:nvCxnSpPr>
            <p:cNvPr id="27" name="直接连接符 26">
              <a:extLst>
                <a:ext uri="{FF2B5EF4-FFF2-40B4-BE49-F238E27FC236}">
                  <a16:creationId xmlns:a16="http://schemas.microsoft.com/office/drawing/2014/main" id="{149C1D33-E7B0-5244-74C8-E6F9AEEF5680}"/>
                </a:ext>
              </a:extLst>
            </p:cNvPr>
            <p:cNvCxnSpPr>
              <a:cxnSpLocks/>
            </p:cNvCxnSpPr>
            <p:nvPr/>
          </p:nvCxnSpPr>
          <p:spPr>
            <a:xfrm>
              <a:off x="7703516" y="4458294"/>
              <a:ext cx="1440000" cy="0"/>
            </a:xfrm>
            <a:prstGeom prst="line">
              <a:avLst/>
            </a:prstGeom>
            <a:ln w="28575">
              <a:solidFill>
                <a:schemeClr val="tx1"/>
              </a:solidFill>
              <a:prstDash val="solid"/>
            </a:ln>
          </p:spPr>
          <p:style>
            <a:lnRef idx="1">
              <a:schemeClr val="accent1"/>
            </a:lnRef>
            <a:fillRef idx="0">
              <a:schemeClr val="accent1"/>
            </a:fillRef>
            <a:effectRef idx="0">
              <a:schemeClr val="accent1"/>
            </a:effectRef>
            <a:fontRef idx="minor">
              <a:schemeClr val="tx1"/>
            </a:fontRef>
          </p:style>
        </p:cxnSp>
        <p:sp>
          <p:nvSpPr>
            <p:cNvPr id="28" name="菱形 27">
              <a:extLst>
                <a:ext uri="{FF2B5EF4-FFF2-40B4-BE49-F238E27FC236}">
                  <a16:creationId xmlns:a16="http://schemas.microsoft.com/office/drawing/2014/main" id="{5A884408-34B1-0CE4-E23A-08866299C1D4}"/>
                </a:ext>
              </a:extLst>
            </p:cNvPr>
            <p:cNvSpPr/>
            <p:nvPr/>
          </p:nvSpPr>
          <p:spPr>
            <a:xfrm rot="5400000">
              <a:off x="7739516" y="4368294"/>
              <a:ext cx="108000" cy="180000"/>
            </a:xfrm>
            <a:prstGeom prst="diamond">
              <a:avLst/>
            </a:prstGeom>
            <a:solidFill>
              <a:schemeClr val="bg1"/>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sp>
        <p:nvSpPr>
          <p:cNvPr id="29" name="矩形 28">
            <a:extLst>
              <a:ext uri="{FF2B5EF4-FFF2-40B4-BE49-F238E27FC236}">
                <a16:creationId xmlns:a16="http://schemas.microsoft.com/office/drawing/2014/main" id="{C4E480A0-FFFC-60D2-6347-29C99F310A0A}"/>
              </a:ext>
            </a:extLst>
          </p:cNvPr>
          <p:cNvSpPr/>
          <p:nvPr/>
        </p:nvSpPr>
        <p:spPr>
          <a:xfrm>
            <a:off x="4299145" y="4549460"/>
            <a:ext cx="108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chorCtr="0"/>
          <a:lstStyle/>
          <a:p>
            <a:pPr algn="ctr"/>
            <a:r>
              <a:rPr lang="en-US" altLang="zh-CN" sz="1400" dirty="0">
                <a:solidFill>
                  <a:schemeClr val="tx1"/>
                </a:solidFill>
              </a:rPr>
              <a:t>University</a:t>
            </a:r>
            <a:endParaRPr lang="zh-CN" altLang="en-US" sz="1400" dirty="0">
              <a:solidFill>
                <a:schemeClr val="tx1"/>
              </a:solidFill>
            </a:endParaRPr>
          </a:p>
        </p:txBody>
      </p:sp>
      <p:sp>
        <p:nvSpPr>
          <p:cNvPr id="30" name="矩形 29">
            <a:extLst>
              <a:ext uri="{FF2B5EF4-FFF2-40B4-BE49-F238E27FC236}">
                <a16:creationId xmlns:a16="http://schemas.microsoft.com/office/drawing/2014/main" id="{67061CFC-3EA9-F2FA-6578-B0C4A72D4253}"/>
              </a:ext>
            </a:extLst>
          </p:cNvPr>
          <p:cNvSpPr/>
          <p:nvPr/>
        </p:nvSpPr>
        <p:spPr>
          <a:xfrm>
            <a:off x="6812856" y="4549460"/>
            <a:ext cx="108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chorCtr="0"/>
          <a:lstStyle/>
          <a:p>
            <a:pPr algn="ctr"/>
            <a:r>
              <a:rPr lang="en-US" altLang="zh-CN" sz="1400" dirty="0">
                <a:solidFill>
                  <a:schemeClr val="tx1"/>
                </a:solidFill>
              </a:rPr>
              <a:t>Teacher</a:t>
            </a:r>
            <a:endParaRPr lang="zh-CN" altLang="en-US" sz="1400" dirty="0">
              <a:solidFill>
                <a:schemeClr val="tx1"/>
              </a:solidFill>
            </a:endParaRPr>
          </a:p>
        </p:txBody>
      </p:sp>
      <p:sp>
        <p:nvSpPr>
          <p:cNvPr id="32" name="矩形 31">
            <a:extLst>
              <a:ext uri="{FF2B5EF4-FFF2-40B4-BE49-F238E27FC236}">
                <a16:creationId xmlns:a16="http://schemas.microsoft.com/office/drawing/2014/main" id="{9166FA5E-A312-1628-0006-AEB5FD3258D5}"/>
              </a:ext>
            </a:extLst>
          </p:cNvPr>
          <p:cNvSpPr/>
          <p:nvPr/>
        </p:nvSpPr>
        <p:spPr>
          <a:xfrm>
            <a:off x="4299145" y="5227348"/>
            <a:ext cx="108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chorCtr="0"/>
          <a:lstStyle/>
          <a:p>
            <a:pPr algn="ctr"/>
            <a:r>
              <a:rPr lang="en-US" altLang="zh-CN" sz="1400" dirty="0">
                <a:solidFill>
                  <a:schemeClr val="tx1"/>
                </a:solidFill>
              </a:rPr>
              <a:t>User</a:t>
            </a:r>
            <a:endParaRPr lang="zh-CN" altLang="en-US" sz="1400" dirty="0">
              <a:solidFill>
                <a:schemeClr val="tx1"/>
              </a:solidFill>
            </a:endParaRPr>
          </a:p>
        </p:txBody>
      </p:sp>
      <p:sp>
        <p:nvSpPr>
          <p:cNvPr id="33" name="矩形 32">
            <a:extLst>
              <a:ext uri="{FF2B5EF4-FFF2-40B4-BE49-F238E27FC236}">
                <a16:creationId xmlns:a16="http://schemas.microsoft.com/office/drawing/2014/main" id="{511FB2B6-451D-7EDE-9E0F-3B0D1ECE9AB2}"/>
              </a:ext>
            </a:extLst>
          </p:cNvPr>
          <p:cNvSpPr/>
          <p:nvPr/>
        </p:nvSpPr>
        <p:spPr>
          <a:xfrm>
            <a:off x="6812856" y="5227348"/>
            <a:ext cx="108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chorCtr="0"/>
          <a:lstStyle/>
          <a:p>
            <a:pPr algn="ctr"/>
            <a:r>
              <a:rPr lang="en-US" altLang="zh-CN" sz="1400" dirty="0">
                <a:solidFill>
                  <a:schemeClr val="tx1"/>
                </a:solidFill>
              </a:rPr>
              <a:t>Address</a:t>
            </a:r>
            <a:endParaRPr lang="zh-CN" altLang="en-US" sz="1400" dirty="0">
              <a:solidFill>
                <a:schemeClr val="tx1"/>
              </a:solidFill>
            </a:endParaRPr>
          </a:p>
        </p:txBody>
      </p:sp>
      <p:sp>
        <p:nvSpPr>
          <p:cNvPr id="35" name="矩形 34">
            <a:extLst>
              <a:ext uri="{FF2B5EF4-FFF2-40B4-BE49-F238E27FC236}">
                <a16:creationId xmlns:a16="http://schemas.microsoft.com/office/drawing/2014/main" id="{8F75E28C-B6FB-D3E8-4D93-BBE6A9DA401B}"/>
              </a:ext>
            </a:extLst>
          </p:cNvPr>
          <p:cNvSpPr/>
          <p:nvPr/>
        </p:nvSpPr>
        <p:spPr>
          <a:xfrm>
            <a:off x="4299145" y="5905235"/>
            <a:ext cx="108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chorCtr="0"/>
          <a:lstStyle/>
          <a:p>
            <a:pPr algn="ctr"/>
            <a:r>
              <a:rPr lang="en-US" altLang="zh-CN" sz="1400" dirty="0">
                <a:solidFill>
                  <a:schemeClr val="tx1"/>
                </a:solidFill>
              </a:rPr>
              <a:t>User</a:t>
            </a:r>
            <a:endParaRPr lang="zh-CN" altLang="en-US" sz="1400" dirty="0">
              <a:solidFill>
                <a:schemeClr val="tx1"/>
              </a:solidFill>
            </a:endParaRPr>
          </a:p>
        </p:txBody>
      </p:sp>
      <p:sp>
        <p:nvSpPr>
          <p:cNvPr id="36" name="矩形 35">
            <a:extLst>
              <a:ext uri="{FF2B5EF4-FFF2-40B4-BE49-F238E27FC236}">
                <a16:creationId xmlns:a16="http://schemas.microsoft.com/office/drawing/2014/main" id="{CB88420A-688D-3505-86D8-4A7DA969768E}"/>
              </a:ext>
            </a:extLst>
          </p:cNvPr>
          <p:cNvSpPr/>
          <p:nvPr/>
        </p:nvSpPr>
        <p:spPr>
          <a:xfrm>
            <a:off x="6812856" y="5905235"/>
            <a:ext cx="108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chorCtr="0"/>
          <a:lstStyle/>
          <a:p>
            <a:pPr algn="ctr"/>
            <a:r>
              <a:rPr lang="en-US" altLang="zh-CN" sz="1400" dirty="0">
                <a:solidFill>
                  <a:schemeClr val="tx1"/>
                </a:solidFill>
              </a:rPr>
              <a:t>Coupon</a:t>
            </a:r>
            <a:endParaRPr lang="zh-CN" altLang="en-US" sz="1400" dirty="0">
              <a:solidFill>
                <a:schemeClr val="tx1"/>
              </a:solidFill>
            </a:endParaRPr>
          </a:p>
        </p:txBody>
      </p:sp>
      <p:grpSp>
        <p:nvGrpSpPr>
          <p:cNvPr id="37" name="组合 36">
            <a:extLst>
              <a:ext uri="{FF2B5EF4-FFF2-40B4-BE49-F238E27FC236}">
                <a16:creationId xmlns:a16="http://schemas.microsoft.com/office/drawing/2014/main" id="{E7280F17-2A34-CECA-C6D3-4088C7478B88}"/>
              </a:ext>
            </a:extLst>
          </p:cNvPr>
          <p:cNvGrpSpPr/>
          <p:nvPr/>
        </p:nvGrpSpPr>
        <p:grpSpPr>
          <a:xfrm>
            <a:off x="5376001" y="5353348"/>
            <a:ext cx="1440000" cy="108000"/>
            <a:chOff x="7703516" y="4404294"/>
            <a:chExt cx="1440000" cy="108000"/>
          </a:xfrm>
        </p:grpSpPr>
        <p:cxnSp>
          <p:nvCxnSpPr>
            <p:cNvPr id="38" name="直接连接符 37">
              <a:extLst>
                <a:ext uri="{FF2B5EF4-FFF2-40B4-BE49-F238E27FC236}">
                  <a16:creationId xmlns:a16="http://schemas.microsoft.com/office/drawing/2014/main" id="{1CCFCA05-88E0-1815-AE29-748099674D43}"/>
                </a:ext>
              </a:extLst>
            </p:cNvPr>
            <p:cNvCxnSpPr>
              <a:cxnSpLocks/>
            </p:cNvCxnSpPr>
            <p:nvPr/>
          </p:nvCxnSpPr>
          <p:spPr>
            <a:xfrm>
              <a:off x="7703516" y="4458294"/>
              <a:ext cx="1440000" cy="0"/>
            </a:xfrm>
            <a:prstGeom prst="line">
              <a:avLst/>
            </a:prstGeom>
            <a:ln w="28575">
              <a:solidFill>
                <a:schemeClr val="tx1"/>
              </a:solidFill>
              <a:prstDash val="solid"/>
            </a:ln>
          </p:spPr>
          <p:style>
            <a:lnRef idx="1">
              <a:schemeClr val="accent1"/>
            </a:lnRef>
            <a:fillRef idx="0">
              <a:schemeClr val="accent1"/>
            </a:fillRef>
            <a:effectRef idx="0">
              <a:schemeClr val="accent1"/>
            </a:effectRef>
            <a:fontRef idx="minor">
              <a:schemeClr val="tx1"/>
            </a:fontRef>
          </p:style>
        </p:cxnSp>
        <p:sp>
          <p:nvSpPr>
            <p:cNvPr id="39" name="菱形 38">
              <a:extLst>
                <a:ext uri="{FF2B5EF4-FFF2-40B4-BE49-F238E27FC236}">
                  <a16:creationId xmlns:a16="http://schemas.microsoft.com/office/drawing/2014/main" id="{44DEE905-ECCB-2C2B-9391-65DAC968BF65}"/>
                </a:ext>
              </a:extLst>
            </p:cNvPr>
            <p:cNvSpPr/>
            <p:nvPr/>
          </p:nvSpPr>
          <p:spPr>
            <a:xfrm rot="5400000">
              <a:off x="7739516" y="4368294"/>
              <a:ext cx="108000" cy="180000"/>
            </a:xfrm>
            <a:prstGeom prst="diamond">
              <a:avLst/>
            </a:prstGeom>
            <a:solidFill>
              <a:schemeClr val="bg1"/>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grpSp>
        <p:nvGrpSpPr>
          <p:cNvPr id="40" name="组合 39">
            <a:extLst>
              <a:ext uri="{FF2B5EF4-FFF2-40B4-BE49-F238E27FC236}">
                <a16:creationId xmlns:a16="http://schemas.microsoft.com/office/drawing/2014/main" id="{1048C38D-B9E5-EE30-D594-9988C0AB8128}"/>
              </a:ext>
            </a:extLst>
          </p:cNvPr>
          <p:cNvGrpSpPr/>
          <p:nvPr/>
        </p:nvGrpSpPr>
        <p:grpSpPr>
          <a:xfrm>
            <a:off x="5376001" y="6031235"/>
            <a:ext cx="1440000" cy="108000"/>
            <a:chOff x="7703516" y="4404294"/>
            <a:chExt cx="1440000" cy="108000"/>
          </a:xfrm>
        </p:grpSpPr>
        <p:cxnSp>
          <p:nvCxnSpPr>
            <p:cNvPr id="41" name="直接连接符 40">
              <a:extLst>
                <a:ext uri="{FF2B5EF4-FFF2-40B4-BE49-F238E27FC236}">
                  <a16:creationId xmlns:a16="http://schemas.microsoft.com/office/drawing/2014/main" id="{5EF265D9-F1A8-5371-A144-6A04E811A1CC}"/>
                </a:ext>
              </a:extLst>
            </p:cNvPr>
            <p:cNvCxnSpPr>
              <a:cxnSpLocks/>
            </p:cNvCxnSpPr>
            <p:nvPr/>
          </p:nvCxnSpPr>
          <p:spPr>
            <a:xfrm>
              <a:off x="7703516" y="4458294"/>
              <a:ext cx="1440000" cy="0"/>
            </a:xfrm>
            <a:prstGeom prst="line">
              <a:avLst/>
            </a:prstGeom>
            <a:ln w="28575">
              <a:solidFill>
                <a:schemeClr val="tx1"/>
              </a:solidFill>
              <a:prstDash val="solid"/>
            </a:ln>
          </p:spPr>
          <p:style>
            <a:lnRef idx="1">
              <a:schemeClr val="accent1"/>
            </a:lnRef>
            <a:fillRef idx="0">
              <a:schemeClr val="accent1"/>
            </a:fillRef>
            <a:effectRef idx="0">
              <a:schemeClr val="accent1"/>
            </a:effectRef>
            <a:fontRef idx="minor">
              <a:schemeClr val="tx1"/>
            </a:fontRef>
          </p:style>
        </p:cxnSp>
        <p:sp>
          <p:nvSpPr>
            <p:cNvPr id="42" name="菱形 41">
              <a:extLst>
                <a:ext uri="{FF2B5EF4-FFF2-40B4-BE49-F238E27FC236}">
                  <a16:creationId xmlns:a16="http://schemas.microsoft.com/office/drawing/2014/main" id="{300E73A4-EE89-CE21-1436-114380368540}"/>
                </a:ext>
              </a:extLst>
            </p:cNvPr>
            <p:cNvSpPr/>
            <p:nvPr/>
          </p:nvSpPr>
          <p:spPr>
            <a:xfrm rot="5400000">
              <a:off x="7739516" y="4368294"/>
              <a:ext cx="108000" cy="180000"/>
            </a:xfrm>
            <a:prstGeom prst="diamond">
              <a:avLst/>
            </a:prstGeom>
            <a:solidFill>
              <a:schemeClr val="bg1"/>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spTree>
    <p:extLst>
      <p:ext uri="{BB962C8B-B14F-4D97-AF65-F5344CB8AC3E}">
        <p14:creationId xmlns:p14="http://schemas.microsoft.com/office/powerpoint/2010/main" val="137640"/>
      </p:ext>
    </p:extLst>
  </p:cSld>
  <p:clrMapOvr>
    <a:masterClrMapping/>
  </p:clrMapOvr>
  <p:transition>
    <p:diamond/>
  </p:transition>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2F5B59-7AE8-D9D8-08B3-EAB3A8B011D7}"/>
            </a:ext>
          </a:extLst>
        </p:cNvPr>
        <p:cNvGrpSpPr/>
        <p:nvPr/>
      </p:nvGrpSpPr>
      <p:grpSpPr>
        <a:xfrm>
          <a:off x="0" y="0"/>
          <a:ext cx="0" cy="0"/>
          <a:chOff x="0" y="0"/>
          <a:chExt cx="0" cy="0"/>
        </a:xfrm>
      </p:grpSpPr>
      <p:sp>
        <p:nvSpPr>
          <p:cNvPr id="3" name="标题 2">
            <a:extLst>
              <a:ext uri="{FF2B5EF4-FFF2-40B4-BE49-F238E27FC236}">
                <a16:creationId xmlns:a16="http://schemas.microsoft.com/office/drawing/2014/main" id="{FEF32DA6-4014-8033-873B-52990F26A206}"/>
              </a:ext>
            </a:extLst>
          </p:cNvPr>
          <p:cNvSpPr>
            <a:spLocks noGrp="1"/>
          </p:cNvSpPr>
          <p:nvPr>
            <p:ph type="title"/>
          </p:nvPr>
        </p:nvSpPr>
        <p:spPr>
          <a:xfrm>
            <a:off x="694801" y="360000"/>
            <a:ext cx="5401200" cy="523220"/>
          </a:xfrm>
        </p:spPr>
        <p:txBody>
          <a:bodyPr>
            <a:normAutofit/>
          </a:bodyPr>
          <a:lstStyle/>
          <a:p>
            <a:r>
              <a:rPr lang="en-US" altLang="zh-CN" dirty="0">
                <a:sym typeface="+mn-ea"/>
              </a:rPr>
              <a:t>6.3 UML</a:t>
            </a:r>
            <a:r>
              <a:rPr lang="zh-CN" altLang="en-US" dirty="0">
                <a:sym typeface="+mn-ea"/>
              </a:rPr>
              <a:t>图</a:t>
            </a:r>
            <a:endParaRPr lang="zh-CN" altLang="en-US" dirty="0"/>
          </a:p>
        </p:txBody>
      </p:sp>
      <p:sp>
        <p:nvSpPr>
          <p:cNvPr id="6" name="文本占位符 5">
            <a:extLst>
              <a:ext uri="{FF2B5EF4-FFF2-40B4-BE49-F238E27FC236}">
                <a16:creationId xmlns:a16="http://schemas.microsoft.com/office/drawing/2014/main" id="{490EEBBE-C541-4AA2-3CEC-CB4D5A1A27F5}"/>
              </a:ext>
            </a:extLst>
          </p:cNvPr>
          <p:cNvSpPr>
            <a:spLocks noGrp="1"/>
          </p:cNvSpPr>
          <p:nvPr>
            <p:ph type="body" sz="quarter" idx="10"/>
          </p:nvPr>
        </p:nvSpPr>
        <p:spPr>
          <a:xfrm>
            <a:off x="900001" y="1322832"/>
            <a:ext cx="5196000" cy="400110"/>
          </a:xfrm>
        </p:spPr>
        <p:txBody>
          <a:bodyPr/>
          <a:lstStyle/>
          <a:p>
            <a:r>
              <a:rPr lang="en-US" altLang="zh-CN" dirty="0"/>
              <a:t>6.3.2 </a:t>
            </a:r>
            <a:r>
              <a:rPr lang="zh-CN" altLang="en-US" dirty="0"/>
              <a:t>类图和包</a:t>
            </a:r>
          </a:p>
        </p:txBody>
      </p:sp>
      <p:grpSp>
        <p:nvGrpSpPr>
          <p:cNvPr id="7" name="组合 6">
            <a:extLst>
              <a:ext uri="{FF2B5EF4-FFF2-40B4-BE49-F238E27FC236}">
                <a16:creationId xmlns:a16="http://schemas.microsoft.com/office/drawing/2014/main" id="{109C131A-5808-5AAF-A9B6-E72077454F50}"/>
              </a:ext>
            </a:extLst>
          </p:cNvPr>
          <p:cNvGrpSpPr/>
          <p:nvPr/>
        </p:nvGrpSpPr>
        <p:grpSpPr>
          <a:xfrm>
            <a:off x="7178675" y="694054"/>
            <a:ext cx="5013325" cy="973455"/>
            <a:chOff x="7193915" y="694054"/>
            <a:chExt cx="5013325" cy="973455"/>
          </a:xfrm>
        </p:grpSpPr>
        <p:sp>
          <p:nvSpPr>
            <p:cNvPr id="19" name="MH_SubTitle_2">
              <a:extLst>
                <a:ext uri="{FF2B5EF4-FFF2-40B4-BE49-F238E27FC236}">
                  <a16:creationId xmlns:a16="http://schemas.microsoft.com/office/drawing/2014/main" id="{DAB5585B-3D12-832B-EEC3-7A6E6F052774}"/>
                </a:ext>
              </a:extLst>
            </p:cNvPr>
            <p:cNvSpPr/>
            <p:nvPr>
              <p:custDataLst>
                <p:tags r:id="rId2"/>
              </p:custDataLst>
            </p:nvPr>
          </p:nvSpPr>
          <p:spPr>
            <a:xfrm flipH="1">
              <a:off x="7193915" y="817315"/>
              <a:ext cx="3511458" cy="733252"/>
            </a:xfrm>
            <a:prstGeom prst="homePlate">
              <a:avLst/>
            </a:prstGeom>
            <a:solidFill>
              <a:srgbClr val="C698E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r>
                <a:rPr lang="zh-CN" altLang="en-US" sz="2400" b="1" dirty="0">
                  <a:solidFill>
                    <a:schemeClr val="bg1"/>
                  </a:solidFill>
                  <a:latin typeface="微软雅黑" panose="020B0503020204020204" charset="-122"/>
                  <a:ea typeface="微软雅黑" panose="020B0503020204020204" charset="-122"/>
                  <a:cs typeface="黑体" panose="02010609060101010101" pitchFamily="49" charset="-122"/>
                </a:rPr>
                <a:t>类的关系</a:t>
              </a:r>
            </a:p>
          </p:txBody>
        </p:sp>
        <p:sp>
          <p:nvSpPr>
            <p:cNvPr id="20" name="MH_Other_5">
              <a:extLst>
                <a:ext uri="{FF2B5EF4-FFF2-40B4-BE49-F238E27FC236}">
                  <a16:creationId xmlns:a16="http://schemas.microsoft.com/office/drawing/2014/main" id="{AC869FDA-F13B-3099-0A0B-483DFB61F378}"/>
                </a:ext>
              </a:extLst>
            </p:cNvPr>
            <p:cNvSpPr/>
            <p:nvPr>
              <p:custDataLst>
                <p:tags r:id="rId3"/>
              </p:custDataLst>
            </p:nvPr>
          </p:nvSpPr>
          <p:spPr>
            <a:xfrm flipH="1">
              <a:off x="11200669" y="694634"/>
              <a:ext cx="1006571" cy="971610"/>
            </a:xfrm>
            <a:prstGeom prst="rect">
              <a:avLst/>
            </a:prstGeom>
            <a:solidFill>
              <a:srgbClr val="C698E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r>
                <a:rPr lang="en-US" altLang="zh-CN" sz="3200" dirty="0">
                  <a:solidFill>
                    <a:srgbClr val="FFFFFF"/>
                  </a:solidFill>
                  <a:latin typeface="Times New Roman" panose="02020603050405020304" pitchFamily="18" charset="0"/>
                  <a:ea typeface="微软雅黑" panose="020B0503020204020204" charset="-122"/>
                </a:rPr>
                <a:t>02</a:t>
              </a:r>
              <a:endParaRPr lang="zh-CN" altLang="en-US" sz="3200" dirty="0">
                <a:solidFill>
                  <a:srgbClr val="FFFFFF"/>
                </a:solidFill>
                <a:latin typeface="Times New Roman" panose="02020603050405020304" pitchFamily="18" charset="0"/>
                <a:ea typeface="微软雅黑" panose="020B0503020204020204" charset="-122"/>
              </a:endParaRPr>
            </a:p>
          </p:txBody>
        </p:sp>
        <p:sp>
          <p:nvSpPr>
            <p:cNvPr id="21" name="MH_Other_6">
              <a:extLst>
                <a:ext uri="{FF2B5EF4-FFF2-40B4-BE49-F238E27FC236}">
                  <a16:creationId xmlns:a16="http://schemas.microsoft.com/office/drawing/2014/main" id="{4D0E26AD-1EBC-0E74-E214-FD2D7DF251C8}"/>
                </a:ext>
              </a:extLst>
            </p:cNvPr>
            <p:cNvSpPr/>
            <p:nvPr>
              <p:custDataLst>
                <p:tags r:id="rId4"/>
              </p:custDataLst>
            </p:nvPr>
          </p:nvSpPr>
          <p:spPr>
            <a:xfrm flipH="1">
              <a:off x="10703596" y="694054"/>
              <a:ext cx="516601" cy="973455"/>
            </a:xfrm>
            <a:custGeom>
              <a:avLst/>
              <a:gdLst>
                <a:gd name="connsiteX0" fmla="*/ 2382 w 461963"/>
                <a:gd name="connsiteY0" fmla="*/ 0 h 1081088"/>
                <a:gd name="connsiteX1" fmla="*/ 461963 w 461963"/>
                <a:gd name="connsiteY1" fmla="*/ 138113 h 1081088"/>
                <a:gd name="connsiteX2" fmla="*/ 461963 w 461963"/>
                <a:gd name="connsiteY2" fmla="*/ 950119 h 1081088"/>
                <a:gd name="connsiteX3" fmla="*/ 0 w 461963"/>
                <a:gd name="connsiteY3" fmla="*/ 1081088 h 1081088"/>
                <a:gd name="connsiteX4" fmla="*/ 2382 w 461963"/>
                <a:gd name="connsiteY4" fmla="*/ 0 h 108108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61963" h="1081088">
                  <a:moveTo>
                    <a:pt x="2382" y="0"/>
                  </a:moveTo>
                  <a:lnTo>
                    <a:pt x="461963" y="138113"/>
                  </a:lnTo>
                  <a:lnTo>
                    <a:pt x="461963" y="950119"/>
                  </a:lnTo>
                  <a:lnTo>
                    <a:pt x="0" y="1081088"/>
                  </a:lnTo>
                  <a:lnTo>
                    <a:pt x="2382" y="0"/>
                  </a:lnTo>
                  <a:close/>
                </a:path>
              </a:pathLst>
            </a:custGeom>
            <a:solidFill>
              <a:srgbClr val="A154CC"/>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a:solidFill>
                  <a:srgbClr val="FFFFFF"/>
                </a:solidFill>
                <a:latin typeface="微软雅黑" panose="020B0503020204020204" charset="-122"/>
                <a:ea typeface="微软雅黑" panose="020B0503020204020204" charset="-122"/>
              </a:endParaRPr>
            </a:p>
          </p:txBody>
        </p:sp>
      </p:grpSp>
      <p:sp>
        <p:nvSpPr>
          <p:cNvPr id="8" name="文本框 7">
            <a:extLst>
              <a:ext uri="{FF2B5EF4-FFF2-40B4-BE49-F238E27FC236}">
                <a16:creationId xmlns:a16="http://schemas.microsoft.com/office/drawing/2014/main" id="{DE5240CD-DBB0-0311-C358-D3849F59B74D}"/>
              </a:ext>
            </a:extLst>
          </p:cNvPr>
          <p:cNvSpPr txBox="1"/>
          <p:nvPr/>
        </p:nvSpPr>
        <p:spPr>
          <a:xfrm>
            <a:off x="694801" y="1980000"/>
            <a:ext cx="10791184" cy="1308050"/>
          </a:xfrm>
          <a:prstGeom prst="rect">
            <a:avLst/>
          </a:prstGeom>
          <a:noFill/>
        </p:spPr>
        <p:txBody>
          <a:bodyPr wrap="square" rtlCol="0">
            <a:spAutoFit/>
          </a:bodyPr>
          <a:lstStyle/>
          <a:p>
            <a:pPr>
              <a:spcAft>
                <a:spcPts val="600"/>
              </a:spcAft>
            </a:pPr>
            <a:r>
              <a:rPr lang="zh-CN" altLang="en-US" sz="1600" dirty="0"/>
              <a:t>关联 </a:t>
            </a:r>
            <a:r>
              <a:rPr lang="en-US" altLang="zh-CN" sz="1600" dirty="0"/>
              <a:t> Association</a:t>
            </a:r>
          </a:p>
          <a:p>
            <a:pPr marL="285750" indent="-285750">
              <a:spcAft>
                <a:spcPts val="600"/>
              </a:spcAft>
              <a:buFont typeface="Arial" panose="020B0604020202020204" pitchFamily="34" charset="0"/>
              <a:buChar char="•"/>
            </a:pPr>
            <a:r>
              <a:rPr lang="zh-CN" altLang="en-US" sz="1600" dirty="0"/>
              <a:t>描述类与类之间的一种引用关系；一个类持有另一个类的引用；也是最常见的关系</a:t>
            </a:r>
            <a:endParaRPr lang="en-US" altLang="zh-CN" sz="1600" dirty="0"/>
          </a:p>
          <a:p>
            <a:pPr marL="285750" indent="-285750">
              <a:spcAft>
                <a:spcPts val="600"/>
              </a:spcAft>
              <a:buFont typeface="Arial" panose="020B0604020202020204" pitchFamily="34" charset="0"/>
              <a:buChar char="•"/>
            </a:pPr>
            <a:r>
              <a:rPr lang="zh-CN" altLang="en-US" sz="1600" dirty="0"/>
              <a:t>是一种 </a:t>
            </a:r>
            <a:r>
              <a:rPr lang="en-US" altLang="zh-CN" sz="1600" dirty="0"/>
              <a:t>has-a </a:t>
            </a:r>
            <a:r>
              <a:rPr lang="zh-CN" altLang="en-US" sz="1600" dirty="0"/>
              <a:t>的关系；</a:t>
            </a:r>
            <a:r>
              <a:rPr lang="en-US" altLang="zh-CN" sz="1600" dirty="0"/>
              <a:t>A </a:t>
            </a:r>
            <a:r>
              <a:rPr lang="zh-CN" altLang="en-US" sz="1600" dirty="0"/>
              <a:t>有一个 </a:t>
            </a:r>
            <a:r>
              <a:rPr lang="en-US" altLang="zh-CN" sz="1600" dirty="0"/>
              <a:t>B </a:t>
            </a:r>
            <a:r>
              <a:rPr lang="zh-CN" altLang="en-US" sz="1600" dirty="0"/>
              <a:t>类型的成员变量</a:t>
            </a:r>
            <a:endParaRPr lang="en-US" altLang="zh-CN" sz="1600" dirty="0"/>
          </a:p>
          <a:p>
            <a:pPr marL="285750" indent="-285750">
              <a:spcAft>
                <a:spcPts val="600"/>
              </a:spcAft>
              <a:buFont typeface="Arial" panose="020B0604020202020204" pitchFamily="34" charset="0"/>
              <a:buChar char="•"/>
            </a:pPr>
            <a:r>
              <a:rPr lang="zh-CN" altLang="en-US" sz="1600" dirty="0"/>
              <a:t>图形表示：连接两个类的实线，可以带箭头表示导航方向</a:t>
            </a:r>
          </a:p>
        </p:txBody>
      </p:sp>
      <p:sp>
        <p:nvSpPr>
          <p:cNvPr id="2" name="MH_SubTitle_2">
            <a:extLst>
              <a:ext uri="{FF2B5EF4-FFF2-40B4-BE49-F238E27FC236}">
                <a16:creationId xmlns:a16="http://schemas.microsoft.com/office/drawing/2014/main" id="{D843B03E-F5D8-BF75-09A2-281FC8D8F6DA}"/>
              </a:ext>
            </a:extLst>
          </p:cNvPr>
          <p:cNvSpPr/>
          <p:nvPr>
            <p:custDataLst>
              <p:tags r:id="rId1"/>
            </p:custDataLst>
          </p:nvPr>
        </p:nvSpPr>
        <p:spPr>
          <a:xfrm flipH="1">
            <a:off x="9312000" y="1864360"/>
            <a:ext cx="2880000" cy="504000"/>
          </a:xfrm>
          <a:prstGeom prst="homePlate">
            <a:avLst>
              <a:gd name="adj" fmla="val 55040"/>
            </a:avLst>
          </a:prstGeom>
          <a:solidFill>
            <a:srgbClr val="C698E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r>
              <a:rPr lang="zh-CN" altLang="en-US" dirty="0">
                <a:latin typeface="+mj-lt"/>
                <a:ea typeface="+mj-ea"/>
              </a:rPr>
              <a:t>关联  </a:t>
            </a:r>
            <a:r>
              <a:rPr lang="en-US" altLang="zh-CN" dirty="0">
                <a:latin typeface="+mj-lt"/>
                <a:ea typeface="+mj-ea"/>
              </a:rPr>
              <a:t>Association</a:t>
            </a:r>
          </a:p>
        </p:txBody>
      </p:sp>
      <p:grpSp>
        <p:nvGrpSpPr>
          <p:cNvPr id="5" name="组合 4">
            <a:extLst>
              <a:ext uri="{FF2B5EF4-FFF2-40B4-BE49-F238E27FC236}">
                <a16:creationId xmlns:a16="http://schemas.microsoft.com/office/drawing/2014/main" id="{F09B7702-250A-2329-1D5F-D70478E71AF5}"/>
              </a:ext>
            </a:extLst>
          </p:cNvPr>
          <p:cNvGrpSpPr/>
          <p:nvPr/>
        </p:nvGrpSpPr>
        <p:grpSpPr>
          <a:xfrm>
            <a:off x="6295265" y="2980273"/>
            <a:ext cx="1953869" cy="307777"/>
            <a:chOff x="7703516" y="4304406"/>
            <a:chExt cx="1953869" cy="307777"/>
          </a:xfrm>
        </p:grpSpPr>
        <p:cxnSp>
          <p:nvCxnSpPr>
            <p:cNvPr id="9" name="直接连接符 8">
              <a:extLst>
                <a:ext uri="{FF2B5EF4-FFF2-40B4-BE49-F238E27FC236}">
                  <a16:creationId xmlns:a16="http://schemas.microsoft.com/office/drawing/2014/main" id="{1DB30F4C-6BBA-0A0D-85F3-DF09D47F829A}"/>
                </a:ext>
              </a:extLst>
            </p:cNvPr>
            <p:cNvCxnSpPr>
              <a:cxnSpLocks/>
            </p:cNvCxnSpPr>
            <p:nvPr/>
          </p:nvCxnSpPr>
          <p:spPr>
            <a:xfrm>
              <a:off x="7703516" y="4458294"/>
              <a:ext cx="1225296" cy="0"/>
            </a:xfrm>
            <a:prstGeom prst="line">
              <a:avLst/>
            </a:prstGeom>
            <a:ln w="28575">
              <a:solidFill>
                <a:schemeClr val="tx1"/>
              </a:solidFill>
              <a:prstDash val="solid"/>
              <a:tailEnd type="none"/>
            </a:ln>
          </p:spPr>
          <p:style>
            <a:lnRef idx="1">
              <a:schemeClr val="accent1"/>
            </a:lnRef>
            <a:fillRef idx="0">
              <a:schemeClr val="accent1"/>
            </a:fillRef>
            <a:effectRef idx="0">
              <a:schemeClr val="accent1"/>
            </a:effectRef>
            <a:fontRef idx="minor">
              <a:schemeClr val="tx1"/>
            </a:fontRef>
          </p:style>
        </p:cxnSp>
        <p:sp>
          <p:nvSpPr>
            <p:cNvPr id="10" name="文本框 9">
              <a:extLst>
                <a:ext uri="{FF2B5EF4-FFF2-40B4-BE49-F238E27FC236}">
                  <a16:creationId xmlns:a16="http://schemas.microsoft.com/office/drawing/2014/main" id="{5E642EA8-0333-196F-7699-A2D8540611DE}"/>
                </a:ext>
              </a:extLst>
            </p:cNvPr>
            <p:cNvSpPr txBox="1"/>
            <p:nvPr/>
          </p:nvSpPr>
          <p:spPr>
            <a:xfrm>
              <a:off x="9113645" y="4304406"/>
              <a:ext cx="543740" cy="307777"/>
            </a:xfrm>
            <a:prstGeom prst="rect">
              <a:avLst/>
            </a:prstGeom>
            <a:noFill/>
          </p:spPr>
          <p:txBody>
            <a:bodyPr wrap="none" rtlCol="0">
              <a:spAutoFit/>
            </a:bodyPr>
            <a:lstStyle/>
            <a:p>
              <a:pPr algn="ctr"/>
              <a:r>
                <a:rPr lang="zh-CN" altLang="en-US" sz="1400" dirty="0"/>
                <a:t>关联</a:t>
              </a:r>
            </a:p>
          </p:txBody>
        </p:sp>
      </p:grpSp>
      <p:cxnSp>
        <p:nvCxnSpPr>
          <p:cNvPr id="23" name="直接连接符 22">
            <a:extLst>
              <a:ext uri="{FF2B5EF4-FFF2-40B4-BE49-F238E27FC236}">
                <a16:creationId xmlns:a16="http://schemas.microsoft.com/office/drawing/2014/main" id="{DB1D6280-5F27-5A25-E5A8-7A234D32A25D}"/>
              </a:ext>
            </a:extLst>
          </p:cNvPr>
          <p:cNvCxnSpPr>
            <a:cxnSpLocks/>
            <a:stCxn id="29" idx="3"/>
            <a:endCxn id="30" idx="1"/>
          </p:cNvCxnSpPr>
          <p:nvPr/>
        </p:nvCxnSpPr>
        <p:spPr>
          <a:xfrm>
            <a:off x="5379145" y="4729460"/>
            <a:ext cx="1433711" cy="0"/>
          </a:xfrm>
          <a:prstGeom prst="line">
            <a:avLst/>
          </a:prstGeom>
          <a:ln w="28575">
            <a:solidFill>
              <a:schemeClr val="tx1"/>
            </a:solidFill>
            <a:prstDash val="solid"/>
          </a:ln>
        </p:spPr>
        <p:style>
          <a:lnRef idx="1">
            <a:schemeClr val="accent1"/>
          </a:lnRef>
          <a:fillRef idx="0">
            <a:schemeClr val="accent1"/>
          </a:fillRef>
          <a:effectRef idx="0">
            <a:schemeClr val="accent1"/>
          </a:effectRef>
          <a:fontRef idx="minor">
            <a:schemeClr val="tx1"/>
          </a:fontRef>
        </p:style>
      </p:cxnSp>
      <p:sp>
        <p:nvSpPr>
          <p:cNvPr id="29" name="矩形 28">
            <a:extLst>
              <a:ext uri="{FF2B5EF4-FFF2-40B4-BE49-F238E27FC236}">
                <a16:creationId xmlns:a16="http://schemas.microsoft.com/office/drawing/2014/main" id="{4B3576A7-6E2F-4465-79F2-E0DBAEF23E6B}"/>
              </a:ext>
            </a:extLst>
          </p:cNvPr>
          <p:cNvSpPr/>
          <p:nvPr/>
        </p:nvSpPr>
        <p:spPr>
          <a:xfrm>
            <a:off x="4299145" y="4549460"/>
            <a:ext cx="108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chorCtr="0"/>
          <a:lstStyle/>
          <a:p>
            <a:pPr algn="ctr"/>
            <a:r>
              <a:rPr lang="en-US" altLang="zh-CN" sz="1400" dirty="0">
                <a:solidFill>
                  <a:schemeClr val="tx1"/>
                </a:solidFill>
              </a:rPr>
              <a:t>Student</a:t>
            </a:r>
            <a:endParaRPr lang="zh-CN" altLang="en-US" sz="1400" dirty="0">
              <a:solidFill>
                <a:schemeClr val="tx1"/>
              </a:solidFill>
            </a:endParaRPr>
          </a:p>
        </p:txBody>
      </p:sp>
      <p:sp>
        <p:nvSpPr>
          <p:cNvPr id="30" name="矩形 29">
            <a:extLst>
              <a:ext uri="{FF2B5EF4-FFF2-40B4-BE49-F238E27FC236}">
                <a16:creationId xmlns:a16="http://schemas.microsoft.com/office/drawing/2014/main" id="{0212B6A9-1B51-B73C-5F9B-D8812BD3D662}"/>
              </a:ext>
            </a:extLst>
          </p:cNvPr>
          <p:cNvSpPr/>
          <p:nvPr/>
        </p:nvSpPr>
        <p:spPr>
          <a:xfrm>
            <a:off x="6812856" y="4549460"/>
            <a:ext cx="108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chorCtr="0"/>
          <a:lstStyle/>
          <a:p>
            <a:pPr algn="ctr"/>
            <a:r>
              <a:rPr lang="en-US" altLang="zh-CN" sz="1400" dirty="0">
                <a:solidFill>
                  <a:schemeClr val="tx1"/>
                </a:solidFill>
              </a:rPr>
              <a:t>Teacher</a:t>
            </a:r>
            <a:endParaRPr lang="zh-CN" altLang="en-US" sz="1400" dirty="0">
              <a:solidFill>
                <a:schemeClr val="tx1"/>
              </a:solidFill>
            </a:endParaRPr>
          </a:p>
        </p:txBody>
      </p:sp>
      <p:sp>
        <p:nvSpPr>
          <p:cNvPr id="31" name="矩形 30">
            <a:extLst>
              <a:ext uri="{FF2B5EF4-FFF2-40B4-BE49-F238E27FC236}">
                <a16:creationId xmlns:a16="http://schemas.microsoft.com/office/drawing/2014/main" id="{48349F16-07B6-BBEF-E4EE-0BFA18E3FA90}"/>
              </a:ext>
            </a:extLst>
          </p:cNvPr>
          <p:cNvSpPr/>
          <p:nvPr/>
        </p:nvSpPr>
        <p:spPr>
          <a:xfrm>
            <a:off x="4299145" y="5227348"/>
            <a:ext cx="108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chorCtr="0"/>
          <a:lstStyle/>
          <a:p>
            <a:pPr algn="ctr"/>
            <a:r>
              <a:rPr lang="en-US" altLang="zh-CN" sz="1400" dirty="0">
                <a:solidFill>
                  <a:schemeClr val="tx1"/>
                </a:solidFill>
              </a:rPr>
              <a:t>User</a:t>
            </a:r>
            <a:endParaRPr lang="zh-CN" altLang="en-US" sz="1400" dirty="0">
              <a:solidFill>
                <a:schemeClr val="tx1"/>
              </a:solidFill>
            </a:endParaRPr>
          </a:p>
        </p:txBody>
      </p:sp>
      <p:sp>
        <p:nvSpPr>
          <p:cNvPr id="32" name="矩形 31">
            <a:extLst>
              <a:ext uri="{FF2B5EF4-FFF2-40B4-BE49-F238E27FC236}">
                <a16:creationId xmlns:a16="http://schemas.microsoft.com/office/drawing/2014/main" id="{A8C34649-DCC6-FF0F-9BD4-B59ECA497303}"/>
              </a:ext>
            </a:extLst>
          </p:cNvPr>
          <p:cNvSpPr/>
          <p:nvPr/>
        </p:nvSpPr>
        <p:spPr>
          <a:xfrm>
            <a:off x="6812856" y="5227348"/>
            <a:ext cx="108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chorCtr="0"/>
          <a:lstStyle/>
          <a:p>
            <a:pPr algn="ctr"/>
            <a:r>
              <a:rPr lang="en-US" altLang="zh-CN" sz="1400" dirty="0">
                <a:solidFill>
                  <a:schemeClr val="tx1"/>
                </a:solidFill>
              </a:rPr>
              <a:t>Address</a:t>
            </a:r>
            <a:endParaRPr lang="zh-CN" altLang="en-US" sz="1400" dirty="0">
              <a:solidFill>
                <a:schemeClr val="tx1"/>
              </a:solidFill>
            </a:endParaRPr>
          </a:p>
        </p:txBody>
      </p:sp>
      <p:cxnSp>
        <p:nvCxnSpPr>
          <p:cNvPr id="38" name="直接连接符 37">
            <a:extLst>
              <a:ext uri="{FF2B5EF4-FFF2-40B4-BE49-F238E27FC236}">
                <a16:creationId xmlns:a16="http://schemas.microsoft.com/office/drawing/2014/main" id="{1F19AC2E-800D-8FFA-4A70-A1D823F9E417}"/>
              </a:ext>
            </a:extLst>
          </p:cNvPr>
          <p:cNvCxnSpPr>
            <a:cxnSpLocks/>
            <a:stCxn id="31" idx="3"/>
            <a:endCxn id="32" idx="1"/>
          </p:cNvCxnSpPr>
          <p:nvPr/>
        </p:nvCxnSpPr>
        <p:spPr>
          <a:xfrm>
            <a:off x="5379145" y="5407348"/>
            <a:ext cx="1433711" cy="0"/>
          </a:xfrm>
          <a:prstGeom prst="line">
            <a:avLst/>
          </a:prstGeom>
          <a:ln w="28575">
            <a:solidFill>
              <a:schemeClr val="tx1"/>
            </a:solidFill>
            <a:prstDash val="solid"/>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44860530"/>
      </p:ext>
    </p:extLst>
  </p:cSld>
  <p:clrMapOvr>
    <a:masterClrMapping/>
  </p:clrMapOvr>
  <p:transition>
    <p:diamond/>
  </p:transition>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DA1B758-03A5-7D70-DA80-2294ECD78F5E}"/>
            </a:ext>
          </a:extLst>
        </p:cNvPr>
        <p:cNvGrpSpPr/>
        <p:nvPr/>
      </p:nvGrpSpPr>
      <p:grpSpPr>
        <a:xfrm>
          <a:off x="0" y="0"/>
          <a:ext cx="0" cy="0"/>
          <a:chOff x="0" y="0"/>
          <a:chExt cx="0" cy="0"/>
        </a:xfrm>
      </p:grpSpPr>
      <p:sp>
        <p:nvSpPr>
          <p:cNvPr id="3" name="标题 2">
            <a:extLst>
              <a:ext uri="{FF2B5EF4-FFF2-40B4-BE49-F238E27FC236}">
                <a16:creationId xmlns:a16="http://schemas.microsoft.com/office/drawing/2014/main" id="{D8E1C3FD-C05A-18C1-8C62-9D9E9402EEB8}"/>
              </a:ext>
            </a:extLst>
          </p:cNvPr>
          <p:cNvSpPr>
            <a:spLocks noGrp="1"/>
          </p:cNvSpPr>
          <p:nvPr>
            <p:ph type="title"/>
          </p:nvPr>
        </p:nvSpPr>
        <p:spPr>
          <a:xfrm>
            <a:off x="694801" y="360000"/>
            <a:ext cx="5401200" cy="523220"/>
          </a:xfrm>
        </p:spPr>
        <p:txBody>
          <a:bodyPr>
            <a:normAutofit/>
          </a:bodyPr>
          <a:lstStyle/>
          <a:p>
            <a:r>
              <a:rPr lang="en-US" altLang="zh-CN" dirty="0">
                <a:sym typeface="+mn-ea"/>
              </a:rPr>
              <a:t>6.3 UML</a:t>
            </a:r>
            <a:r>
              <a:rPr lang="zh-CN" altLang="en-US" dirty="0">
                <a:sym typeface="+mn-ea"/>
              </a:rPr>
              <a:t>图</a:t>
            </a:r>
            <a:endParaRPr lang="zh-CN" altLang="en-US" dirty="0"/>
          </a:p>
        </p:txBody>
      </p:sp>
      <p:sp>
        <p:nvSpPr>
          <p:cNvPr id="6" name="文本占位符 5">
            <a:extLst>
              <a:ext uri="{FF2B5EF4-FFF2-40B4-BE49-F238E27FC236}">
                <a16:creationId xmlns:a16="http://schemas.microsoft.com/office/drawing/2014/main" id="{859880F0-1A45-E541-71FA-877AF95A8540}"/>
              </a:ext>
            </a:extLst>
          </p:cNvPr>
          <p:cNvSpPr>
            <a:spLocks noGrp="1"/>
          </p:cNvSpPr>
          <p:nvPr>
            <p:ph type="body" sz="quarter" idx="10"/>
          </p:nvPr>
        </p:nvSpPr>
        <p:spPr>
          <a:xfrm>
            <a:off x="900001" y="1322832"/>
            <a:ext cx="5196000" cy="400110"/>
          </a:xfrm>
        </p:spPr>
        <p:txBody>
          <a:bodyPr/>
          <a:lstStyle/>
          <a:p>
            <a:r>
              <a:rPr lang="en-US" altLang="zh-CN" dirty="0"/>
              <a:t>6.3.2 </a:t>
            </a:r>
            <a:r>
              <a:rPr lang="zh-CN" altLang="en-US" dirty="0"/>
              <a:t>类图和包</a:t>
            </a:r>
          </a:p>
        </p:txBody>
      </p:sp>
      <p:grpSp>
        <p:nvGrpSpPr>
          <p:cNvPr id="7" name="组合 6">
            <a:extLst>
              <a:ext uri="{FF2B5EF4-FFF2-40B4-BE49-F238E27FC236}">
                <a16:creationId xmlns:a16="http://schemas.microsoft.com/office/drawing/2014/main" id="{E0AC7A41-3AC5-F52A-8577-21A923218729}"/>
              </a:ext>
            </a:extLst>
          </p:cNvPr>
          <p:cNvGrpSpPr/>
          <p:nvPr/>
        </p:nvGrpSpPr>
        <p:grpSpPr>
          <a:xfrm>
            <a:off x="7178675" y="694054"/>
            <a:ext cx="5013325" cy="973455"/>
            <a:chOff x="7193915" y="694054"/>
            <a:chExt cx="5013325" cy="973455"/>
          </a:xfrm>
        </p:grpSpPr>
        <p:sp>
          <p:nvSpPr>
            <p:cNvPr id="19" name="MH_SubTitle_2">
              <a:extLst>
                <a:ext uri="{FF2B5EF4-FFF2-40B4-BE49-F238E27FC236}">
                  <a16:creationId xmlns:a16="http://schemas.microsoft.com/office/drawing/2014/main" id="{A35B71E3-9F98-DD21-9812-D02952F0D48C}"/>
                </a:ext>
              </a:extLst>
            </p:cNvPr>
            <p:cNvSpPr/>
            <p:nvPr>
              <p:custDataLst>
                <p:tags r:id="rId2"/>
              </p:custDataLst>
            </p:nvPr>
          </p:nvSpPr>
          <p:spPr>
            <a:xfrm flipH="1">
              <a:off x="7193915" y="817315"/>
              <a:ext cx="3511458" cy="733252"/>
            </a:xfrm>
            <a:prstGeom prst="homePlate">
              <a:avLst/>
            </a:prstGeom>
            <a:solidFill>
              <a:srgbClr val="C698E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r>
                <a:rPr lang="zh-CN" altLang="en-US" sz="2400" b="1" dirty="0">
                  <a:solidFill>
                    <a:schemeClr val="bg1"/>
                  </a:solidFill>
                  <a:latin typeface="微软雅黑" panose="020B0503020204020204" charset="-122"/>
                  <a:ea typeface="微软雅黑" panose="020B0503020204020204" charset="-122"/>
                  <a:cs typeface="黑体" panose="02010609060101010101" pitchFamily="49" charset="-122"/>
                </a:rPr>
                <a:t>类的关系</a:t>
              </a:r>
            </a:p>
          </p:txBody>
        </p:sp>
        <p:sp>
          <p:nvSpPr>
            <p:cNvPr id="20" name="MH_Other_5">
              <a:extLst>
                <a:ext uri="{FF2B5EF4-FFF2-40B4-BE49-F238E27FC236}">
                  <a16:creationId xmlns:a16="http://schemas.microsoft.com/office/drawing/2014/main" id="{ECE4F2D4-6E17-23B4-2B42-6B847445B312}"/>
                </a:ext>
              </a:extLst>
            </p:cNvPr>
            <p:cNvSpPr/>
            <p:nvPr>
              <p:custDataLst>
                <p:tags r:id="rId3"/>
              </p:custDataLst>
            </p:nvPr>
          </p:nvSpPr>
          <p:spPr>
            <a:xfrm flipH="1">
              <a:off x="11200669" y="694634"/>
              <a:ext cx="1006571" cy="971610"/>
            </a:xfrm>
            <a:prstGeom prst="rect">
              <a:avLst/>
            </a:prstGeom>
            <a:solidFill>
              <a:srgbClr val="C698E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r>
                <a:rPr lang="en-US" altLang="zh-CN" sz="3200" dirty="0">
                  <a:solidFill>
                    <a:srgbClr val="FFFFFF"/>
                  </a:solidFill>
                  <a:latin typeface="Times New Roman" panose="02020603050405020304" pitchFamily="18" charset="0"/>
                  <a:ea typeface="微软雅黑" panose="020B0503020204020204" charset="-122"/>
                </a:rPr>
                <a:t>02</a:t>
              </a:r>
              <a:endParaRPr lang="zh-CN" altLang="en-US" sz="3200" dirty="0">
                <a:solidFill>
                  <a:srgbClr val="FFFFFF"/>
                </a:solidFill>
                <a:latin typeface="Times New Roman" panose="02020603050405020304" pitchFamily="18" charset="0"/>
                <a:ea typeface="微软雅黑" panose="020B0503020204020204" charset="-122"/>
              </a:endParaRPr>
            </a:p>
          </p:txBody>
        </p:sp>
        <p:sp>
          <p:nvSpPr>
            <p:cNvPr id="21" name="MH_Other_6">
              <a:extLst>
                <a:ext uri="{FF2B5EF4-FFF2-40B4-BE49-F238E27FC236}">
                  <a16:creationId xmlns:a16="http://schemas.microsoft.com/office/drawing/2014/main" id="{B806BA6E-C792-57BC-417C-9D6288C5046B}"/>
                </a:ext>
              </a:extLst>
            </p:cNvPr>
            <p:cNvSpPr/>
            <p:nvPr>
              <p:custDataLst>
                <p:tags r:id="rId4"/>
              </p:custDataLst>
            </p:nvPr>
          </p:nvSpPr>
          <p:spPr>
            <a:xfrm flipH="1">
              <a:off x="10703596" y="694054"/>
              <a:ext cx="516601" cy="973455"/>
            </a:xfrm>
            <a:custGeom>
              <a:avLst/>
              <a:gdLst>
                <a:gd name="connsiteX0" fmla="*/ 2382 w 461963"/>
                <a:gd name="connsiteY0" fmla="*/ 0 h 1081088"/>
                <a:gd name="connsiteX1" fmla="*/ 461963 w 461963"/>
                <a:gd name="connsiteY1" fmla="*/ 138113 h 1081088"/>
                <a:gd name="connsiteX2" fmla="*/ 461963 w 461963"/>
                <a:gd name="connsiteY2" fmla="*/ 950119 h 1081088"/>
                <a:gd name="connsiteX3" fmla="*/ 0 w 461963"/>
                <a:gd name="connsiteY3" fmla="*/ 1081088 h 1081088"/>
                <a:gd name="connsiteX4" fmla="*/ 2382 w 461963"/>
                <a:gd name="connsiteY4" fmla="*/ 0 h 108108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61963" h="1081088">
                  <a:moveTo>
                    <a:pt x="2382" y="0"/>
                  </a:moveTo>
                  <a:lnTo>
                    <a:pt x="461963" y="138113"/>
                  </a:lnTo>
                  <a:lnTo>
                    <a:pt x="461963" y="950119"/>
                  </a:lnTo>
                  <a:lnTo>
                    <a:pt x="0" y="1081088"/>
                  </a:lnTo>
                  <a:lnTo>
                    <a:pt x="2382" y="0"/>
                  </a:lnTo>
                  <a:close/>
                </a:path>
              </a:pathLst>
            </a:custGeom>
            <a:solidFill>
              <a:srgbClr val="A154CC"/>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a:solidFill>
                  <a:srgbClr val="FFFFFF"/>
                </a:solidFill>
                <a:latin typeface="微软雅黑" panose="020B0503020204020204" charset="-122"/>
                <a:ea typeface="微软雅黑" panose="020B0503020204020204" charset="-122"/>
              </a:endParaRPr>
            </a:p>
          </p:txBody>
        </p:sp>
      </p:grpSp>
      <p:sp>
        <p:nvSpPr>
          <p:cNvPr id="8" name="文本框 7">
            <a:extLst>
              <a:ext uri="{FF2B5EF4-FFF2-40B4-BE49-F238E27FC236}">
                <a16:creationId xmlns:a16="http://schemas.microsoft.com/office/drawing/2014/main" id="{8E87E8AB-E800-28D2-BB3D-9A4DED38846A}"/>
              </a:ext>
            </a:extLst>
          </p:cNvPr>
          <p:cNvSpPr txBox="1"/>
          <p:nvPr/>
        </p:nvSpPr>
        <p:spPr>
          <a:xfrm>
            <a:off x="694801" y="1980000"/>
            <a:ext cx="10791184" cy="2600712"/>
          </a:xfrm>
          <a:prstGeom prst="rect">
            <a:avLst/>
          </a:prstGeom>
          <a:noFill/>
        </p:spPr>
        <p:txBody>
          <a:bodyPr wrap="square" rtlCol="0">
            <a:spAutoFit/>
          </a:bodyPr>
          <a:lstStyle/>
          <a:p>
            <a:pPr>
              <a:spcAft>
                <a:spcPts val="600"/>
              </a:spcAft>
            </a:pPr>
            <a:r>
              <a:rPr lang="zh-CN" altLang="en-US" sz="1600" dirty="0"/>
              <a:t>依赖 </a:t>
            </a:r>
            <a:r>
              <a:rPr lang="en-US" altLang="zh-CN" sz="1600" dirty="0"/>
              <a:t> Dependence</a:t>
            </a:r>
          </a:p>
          <a:p>
            <a:pPr marL="285750" indent="-285750">
              <a:spcAft>
                <a:spcPts val="600"/>
              </a:spcAft>
              <a:buFont typeface="Arial" panose="020B0604020202020204" pitchFamily="34" charset="0"/>
              <a:buChar char="•"/>
            </a:pPr>
            <a:r>
              <a:rPr lang="zh-CN" altLang="en-US" sz="1600" dirty="0"/>
              <a:t>类和类之间的关系，是一种</a:t>
            </a:r>
            <a:r>
              <a:rPr lang="zh-CN" altLang="en-US" sz="1600" b="1" dirty="0">
                <a:solidFill>
                  <a:srgbClr val="00B0F0"/>
                </a:solidFill>
              </a:rPr>
              <a:t>使用</a:t>
            </a:r>
            <a:r>
              <a:rPr lang="zh-CN" altLang="en-US" sz="1600" dirty="0"/>
              <a:t>关系：用到了你，但不是我的一部分</a:t>
            </a:r>
            <a:endParaRPr lang="en-US" altLang="zh-CN" sz="1600" dirty="0"/>
          </a:p>
          <a:p>
            <a:pPr marL="285750" indent="-285750">
              <a:spcAft>
                <a:spcPts val="600"/>
              </a:spcAft>
              <a:buFont typeface="Arial" panose="020B0604020202020204" pitchFamily="34" charset="0"/>
              <a:buChar char="•"/>
            </a:pPr>
            <a:r>
              <a:rPr lang="zh-CN" altLang="en-US" sz="1600" dirty="0"/>
              <a:t>对象之间耦合度最弱的一种关系</a:t>
            </a:r>
            <a:endParaRPr lang="en-US" altLang="zh-CN" sz="1600" dirty="0"/>
          </a:p>
          <a:p>
            <a:pPr marL="285750" indent="-285750">
              <a:spcAft>
                <a:spcPts val="600"/>
              </a:spcAft>
              <a:buFont typeface="Arial" panose="020B0604020202020204" pitchFamily="34" charset="0"/>
              <a:buChar char="•"/>
            </a:pPr>
            <a:r>
              <a:rPr lang="zh-CN" altLang="en-US" sz="1600" dirty="0"/>
              <a:t>依赖方指向被依赖方的虚线 </a:t>
            </a:r>
            <a:r>
              <a:rPr lang="en-US" altLang="zh-CN" sz="1600" dirty="0"/>
              <a:t>+ </a:t>
            </a:r>
            <a:r>
              <a:rPr lang="zh-CN" altLang="en-US" sz="1600" dirty="0"/>
              <a:t>普通箭头</a:t>
            </a:r>
            <a:endParaRPr lang="en-US" altLang="zh-CN" sz="1600" dirty="0"/>
          </a:p>
          <a:p>
            <a:pPr marL="285750" indent="-285750">
              <a:spcAft>
                <a:spcPts val="600"/>
              </a:spcAft>
              <a:buFont typeface="Arial" panose="020B0604020202020204" pitchFamily="34" charset="0"/>
              <a:buChar char="•"/>
            </a:pPr>
            <a:r>
              <a:rPr lang="zh-CN" altLang="en-US" sz="1600" dirty="0"/>
              <a:t>在 </a:t>
            </a:r>
            <a:r>
              <a:rPr lang="en-US" altLang="zh-CN" sz="1600" dirty="0"/>
              <a:t>A </a:t>
            </a:r>
            <a:r>
              <a:rPr lang="zh-CN" altLang="en-US" sz="1600" dirty="0"/>
              <a:t>中使用了 </a:t>
            </a:r>
            <a:r>
              <a:rPr lang="en-US" altLang="zh-CN" sz="1600" dirty="0"/>
              <a:t>B</a:t>
            </a:r>
            <a:r>
              <a:rPr lang="zh-CN" altLang="en-US" sz="1600" dirty="0"/>
              <a:t>。但是这个使用是临时的、偶然的、弱关系，所以用虚线表示</a:t>
            </a:r>
            <a:endParaRPr lang="en-US" altLang="zh-CN" sz="1600" dirty="0"/>
          </a:p>
          <a:p>
            <a:pPr marL="742950" lvl="1" indent="-285750">
              <a:spcAft>
                <a:spcPts val="600"/>
              </a:spcAft>
              <a:buFont typeface="Arial" panose="020B0604020202020204" pitchFamily="34" charset="0"/>
              <a:buChar char="•"/>
            </a:pPr>
            <a:r>
              <a:rPr lang="zh-CN" altLang="en-US" sz="1600" dirty="0"/>
              <a:t>或作为局部变量</a:t>
            </a:r>
            <a:endParaRPr lang="en-US" altLang="zh-CN" sz="1600" dirty="0"/>
          </a:p>
          <a:p>
            <a:pPr marL="742950" lvl="1" indent="-285750">
              <a:spcAft>
                <a:spcPts val="600"/>
              </a:spcAft>
              <a:buFont typeface="Arial" panose="020B0604020202020204" pitchFamily="34" charset="0"/>
              <a:buChar char="•"/>
            </a:pPr>
            <a:r>
              <a:rPr lang="zh-CN" altLang="en-US" sz="1600" dirty="0"/>
              <a:t>或作为方法的参数</a:t>
            </a:r>
            <a:r>
              <a:rPr lang="en-US" altLang="zh-CN" sz="1600" dirty="0"/>
              <a:t>|</a:t>
            </a:r>
            <a:r>
              <a:rPr lang="zh-CN" altLang="en-US" sz="1600" dirty="0"/>
              <a:t>类</a:t>
            </a:r>
            <a:r>
              <a:rPr lang="en-US" altLang="zh-CN" sz="1600" dirty="0"/>
              <a:t>B</a:t>
            </a:r>
            <a:r>
              <a:rPr lang="zh-CN" altLang="en-US" sz="1600" dirty="0"/>
              <a:t>作为类</a:t>
            </a:r>
            <a:r>
              <a:rPr lang="en-US" altLang="zh-CN" sz="1600" dirty="0"/>
              <a:t>A</a:t>
            </a:r>
            <a:r>
              <a:rPr lang="zh-CN" altLang="en-US" sz="1600" dirty="0"/>
              <a:t>的方法的参数或局部变量存在</a:t>
            </a:r>
            <a:endParaRPr lang="en-US" altLang="zh-CN" sz="1600" dirty="0"/>
          </a:p>
          <a:p>
            <a:pPr marL="742950" lvl="1" indent="-285750">
              <a:spcAft>
                <a:spcPts val="600"/>
              </a:spcAft>
              <a:buFont typeface="Arial" panose="020B0604020202020204" pitchFamily="34" charset="0"/>
              <a:buChar char="•"/>
            </a:pPr>
            <a:r>
              <a:rPr lang="zh-CN" altLang="en-US" sz="1600" dirty="0"/>
              <a:t>或者作为静态方法被类</a:t>
            </a:r>
            <a:r>
              <a:rPr lang="en-US" altLang="zh-CN" sz="1600" dirty="0"/>
              <a:t>A</a:t>
            </a:r>
            <a:r>
              <a:rPr lang="zh-CN" altLang="en-US" sz="1600" dirty="0"/>
              <a:t>使用</a:t>
            </a:r>
            <a:endParaRPr lang="en-US" altLang="zh-CN" sz="1600" dirty="0"/>
          </a:p>
        </p:txBody>
      </p:sp>
      <p:sp>
        <p:nvSpPr>
          <p:cNvPr id="2" name="MH_SubTitle_2">
            <a:extLst>
              <a:ext uri="{FF2B5EF4-FFF2-40B4-BE49-F238E27FC236}">
                <a16:creationId xmlns:a16="http://schemas.microsoft.com/office/drawing/2014/main" id="{339660ED-014C-CDA3-634B-3A35D62AB1F2}"/>
              </a:ext>
            </a:extLst>
          </p:cNvPr>
          <p:cNvSpPr/>
          <p:nvPr>
            <p:custDataLst>
              <p:tags r:id="rId1"/>
            </p:custDataLst>
          </p:nvPr>
        </p:nvSpPr>
        <p:spPr>
          <a:xfrm flipH="1">
            <a:off x="9312000" y="1864360"/>
            <a:ext cx="2880000" cy="504000"/>
          </a:xfrm>
          <a:prstGeom prst="homePlate">
            <a:avLst>
              <a:gd name="adj" fmla="val 55040"/>
            </a:avLst>
          </a:prstGeom>
          <a:solidFill>
            <a:srgbClr val="C698E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r>
              <a:rPr lang="zh-CN" altLang="en-US" dirty="0">
                <a:latin typeface="+mj-lt"/>
                <a:ea typeface="+mj-ea"/>
              </a:rPr>
              <a:t>依赖  </a:t>
            </a:r>
            <a:r>
              <a:rPr lang="en-US" altLang="zh-CN" dirty="0">
                <a:latin typeface="+mj-lt"/>
                <a:ea typeface="+mj-ea"/>
              </a:rPr>
              <a:t>Dependence</a:t>
            </a:r>
          </a:p>
        </p:txBody>
      </p:sp>
      <p:grpSp>
        <p:nvGrpSpPr>
          <p:cNvPr id="5" name="组合 4">
            <a:extLst>
              <a:ext uri="{FF2B5EF4-FFF2-40B4-BE49-F238E27FC236}">
                <a16:creationId xmlns:a16="http://schemas.microsoft.com/office/drawing/2014/main" id="{16F602E3-061F-90B8-56D8-5109153C2CED}"/>
              </a:ext>
            </a:extLst>
          </p:cNvPr>
          <p:cNvGrpSpPr/>
          <p:nvPr/>
        </p:nvGrpSpPr>
        <p:grpSpPr>
          <a:xfrm>
            <a:off x="4663468" y="2956953"/>
            <a:ext cx="1953870" cy="307777"/>
            <a:chOff x="7703516" y="4304406"/>
            <a:chExt cx="1953870" cy="307777"/>
          </a:xfrm>
        </p:grpSpPr>
        <p:cxnSp>
          <p:nvCxnSpPr>
            <p:cNvPr id="9" name="直接连接符 8">
              <a:extLst>
                <a:ext uri="{FF2B5EF4-FFF2-40B4-BE49-F238E27FC236}">
                  <a16:creationId xmlns:a16="http://schemas.microsoft.com/office/drawing/2014/main" id="{119EC37A-91C0-6830-2C7C-F582BE9EE198}"/>
                </a:ext>
              </a:extLst>
            </p:cNvPr>
            <p:cNvCxnSpPr>
              <a:cxnSpLocks/>
            </p:cNvCxnSpPr>
            <p:nvPr/>
          </p:nvCxnSpPr>
          <p:spPr>
            <a:xfrm>
              <a:off x="7703516" y="4458294"/>
              <a:ext cx="1225296" cy="0"/>
            </a:xfrm>
            <a:prstGeom prst="line">
              <a:avLst/>
            </a:prstGeom>
            <a:ln w="28575">
              <a:solidFill>
                <a:schemeClr val="tx1"/>
              </a:solidFill>
              <a:prstDash val="dash"/>
              <a:tailEnd type="triangle"/>
            </a:ln>
          </p:spPr>
          <p:style>
            <a:lnRef idx="1">
              <a:schemeClr val="accent1"/>
            </a:lnRef>
            <a:fillRef idx="0">
              <a:schemeClr val="accent1"/>
            </a:fillRef>
            <a:effectRef idx="0">
              <a:schemeClr val="accent1"/>
            </a:effectRef>
            <a:fontRef idx="minor">
              <a:schemeClr val="tx1"/>
            </a:fontRef>
          </p:style>
        </p:cxnSp>
        <p:sp>
          <p:nvSpPr>
            <p:cNvPr id="10" name="文本框 9">
              <a:extLst>
                <a:ext uri="{FF2B5EF4-FFF2-40B4-BE49-F238E27FC236}">
                  <a16:creationId xmlns:a16="http://schemas.microsoft.com/office/drawing/2014/main" id="{CCEF1EDB-1FD5-B69F-417E-00E4B217A97F}"/>
                </a:ext>
              </a:extLst>
            </p:cNvPr>
            <p:cNvSpPr txBox="1"/>
            <p:nvPr/>
          </p:nvSpPr>
          <p:spPr>
            <a:xfrm>
              <a:off x="9113647" y="4304406"/>
              <a:ext cx="543739" cy="307777"/>
            </a:xfrm>
            <a:prstGeom prst="rect">
              <a:avLst/>
            </a:prstGeom>
            <a:noFill/>
          </p:spPr>
          <p:txBody>
            <a:bodyPr wrap="none" rtlCol="0">
              <a:spAutoFit/>
            </a:bodyPr>
            <a:lstStyle/>
            <a:p>
              <a:pPr algn="ctr"/>
              <a:r>
                <a:rPr lang="zh-CN" altLang="en-US" sz="1400" dirty="0"/>
                <a:t>依赖</a:t>
              </a:r>
            </a:p>
          </p:txBody>
        </p:sp>
      </p:grpSp>
      <p:cxnSp>
        <p:nvCxnSpPr>
          <p:cNvPr id="23" name="直接连接符 22">
            <a:extLst>
              <a:ext uri="{FF2B5EF4-FFF2-40B4-BE49-F238E27FC236}">
                <a16:creationId xmlns:a16="http://schemas.microsoft.com/office/drawing/2014/main" id="{815F4A3A-7A27-D4A3-AA98-66FB88345644}"/>
              </a:ext>
            </a:extLst>
          </p:cNvPr>
          <p:cNvCxnSpPr>
            <a:cxnSpLocks/>
            <a:stCxn id="29" idx="3"/>
            <a:endCxn id="30" idx="1"/>
          </p:cNvCxnSpPr>
          <p:nvPr/>
        </p:nvCxnSpPr>
        <p:spPr>
          <a:xfrm>
            <a:off x="5379145" y="5961103"/>
            <a:ext cx="1433711" cy="0"/>
          </a:xfrm>
          <a:prstGeom prst="line">
            <a:avLst/>
          </a:prstGeom>
          <a:ln w="28575">
            <a:solidFill>
              <a:schemeClr val="tx1"/>
            </a:solidFill>
            <a:prstDash val="dash"/>
            <a:tailEnd type="triangle"/>
          </a:ln>
        </p:spPr>
        <p:style>
          <a:lnRef idx="1">
            <a:schemeClr val="accent1"/>
          </a:lnRef>
          <a:fillRef idx="0">
            <a:schemeClr val="accent1"/>
          </a:fillRef>
          <a:effectRef idx="0">
            <a:schemeClr val="accent1"/>
          </a:effectRef>
          <a:fontRef idx="minor">
            <a:schemeClr val="tx1"/>
          </a:fontRef>
        </p:style>
      </p:cxnSp>
      <p:sp>
        <p:nvSpPr>
          <p:cNvPr id="29" name="矩形 28">
            <a:extLst>
              <a:ext uri="{FF2B5EF4-FFF2-40B4-BE49-F238E27FC236}">
                <a16:creationId xmlns:a16="http://schemas.microsoft.com/office/drawing/2014/main" id="{E564E1A0-C77A-BE85-52FA-28C5B8E0E850}"/>
              </a:ext>
            </a:extLst>
          </p:cNvPr>
          <p:cNvSpPr/>
          <p:nvPr/>
        </p:nvSpPr>
        <p:spPr>
          <a:xfrm>
            <a:off x="4299145" y="5781103"/>
            <a:ext cx="108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chorCtr="0"/>
          <a:lstStyle/>
          <a:p>
            <a:pPr algn="ctr"/>
            <a:r>
              <a:rPr lang="en-US" altLang="zh-CN" sz="1400" dirty="0">
                <a:solidFill>
                  <a:schemeClr val="tx1"/>
                </a:solidFill>
              </a:rPr>
              <a:t>Tool</a:t>
            </a:r>
            <a:endParaRPr lang="zh-CN" altLang="en-US" sz="1400" dirty="0">
              <a:solidFill>
                <a:schemeClr val="tx1"/>
              </a:solidFill>
            </a:endParaRPr>
          </a:p>
        </p:txBody>
      </p:sp>
      <p:sp>
        <p:nvSpPr>
          <p:cNvPr id="30" name="矩形 29">
            <a:extLst>
              <a:ext uri="{FF2B5EF4-FFF2-40B4-BE49-F238E27FC236}">
                <a16:creationId xmlns:a16="http://schemas.microsoft.com/office/drawing/2014/main" id="{5823D73D-C612-1B78-31EE-C528A2FE0A5D}"/>
              </a:ext>
            </a:extLst>
          </p:cNvPr>
          <p:cNvSpPr/>
          <p:nvPr/>
        </p:nvSpPr>
        <p:spPr>
          <a:xfrm>
            <a:off x="6812856" y="5781103"/>
            <a:ext cx="108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chorCtr="0"/>
          <a:lstStyle/>
          <a:p>
            <a:pPr algn="ctr"/>
            <a:r>
              <a:rPr lang="en-US" altLang="zh-CN" sz="1400" dirty="0">
                <a:solidFill>
                  <a:schemeClr val="tx1"/>
                </a:solidFill>
              </a:rPr>
              <a:t>Draw()</a:t>
            </a:r>
            <a:endParaRPr lang="zh-CN" altLang="en-US" sz="1400" dirty="0">
              <a:solidFill>
                <a:schemeClr val="tx1"/>
              </a:solidFill>
            </a:endParaRPr>
          </a:p>
        </p:txBody>
      </p:sp>
      <p:sp>
        <p:nvSpPr>
          <p:cNvPr id="31" name="矩形 30">
            <a:extLst>
              <a:ext uri="{FF2B5EF4-FFF2-40B4-BE49-F238E27FC236}">
                <a16:creationId xmlns:a16="http://schemas.microsoft.com/office/drawing/2014/main" id="{107AE61F-16A9-A5DE-C548-69EAC7A3CF5D}"/>
              </a:ext>
            </a:extLst>
          </p:cNvPr>
          <p:cNvSpPr/>
          <p:nvPr/>
        </p:nvSpPr>
        <p:spPr>
          <a:xfrm>
            <a:off x="4299145" y="5227348"/>
            <a:ext cx="108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chorCtr="0"/>
          <a:lstStyle/>
          <a:p>
            <a:pPr algn="ctr"/>
            <a:r>
              <a:rPr lang="en-US" altLang="zh-CN" sz="1400" dirty="0">
                <a:solidFill>
                  <a:schemeClr val="tx1"/>
                </a:solidFill>
              </a:rPr>
              <a:t>Order</a:t>
            </a:r>
            <a:endParaRPr lang="zh-CN" altLang="en-US" sz="1400" dirty="0">
              <a:solidFill>
                <a:schemeClr val="tx1"/>
              </a:solidFill>
            </a:endParaRPr>
          </a:p>
        </p:txBody>
      </p:sp>
      <p:sp>
        <p:nvSpPr>
          <p:cNvPr id="32" name="矩形 31">
            <a:extLst>
              <a:ext uri="{FF2B5EF4-FFF2-40B4-BE49-F238E27FC236}">
                <a16:creationId xmlns:a16="http://schemas.microsoft.com/office/drawing/2014/main" id="{A4C7584A-4B90-4340-2850-EDEE6CFA0B4C}"/>
              </a:ext>
            </a:extLst>
          </p:cNvPr>
          <p:cNvSpPr/>
          <p:nvPr/>
        </p:nvSpPr>
        <p:spPr>
          <a:xfrm>
            <a:off x="6812856" y="5227348"/>
            <a:ext cx="108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chorCtr="0"/>
          <a:lstStyle/>
          <a:p>
            <a:pPr algn="ctr"/>
            <a:r>
              <a:rPr lang="en-US" altLang="zh-CN" sz="1400" dirty="0">
                <a:solidFill>
                  <a:schemeClr val="tx1"/>
                </a:solidFill>
              </a:rPr>
              <a:t>Pay</a:t>
            </a:r>
            <a:endParaRPr lang="zh-CN" altLang="en-US" sz="1400" dirty="0">
              <a:solidFill>
                <a:schemeClr val="tx1"/>
              </a:solidFill>
            </a:endParaRPr>
          </a:p>
        </p:txBody>
      </p:sp>
      <p:cxnSp>
        <p:nvCxnSpPr>
          <p:cNvPr id="38" name="直接连接符 37">
            <a:extLst>
              <a:ext uri="{FF2B5EF4-FFF2-40B4-BE49-F238E27FC236}">
                <a16:creationId xmlns:a16="http://schemas.microsoft.com/office/drawing/2014/main" id="{3673DE04-57FD-1048-8145-78A3806A2E7C}"/>
              </a:ext>
            </a:extLst>
          </p:cNvPr>
          <p:cNvCxnSpPr>
            <a:cxnSpLocks/>
            <a:stCxn id="31" idx="3"/>
            <a:endCxn id="32" idx="1"/>
          </p:cNvCxnSpPr>
          <p:nvPr/>
        </p:nvCxnSpPr>
        <p:spPr>
          <a:xfrm>
            <a:off x="5379145" y="5407348"/>
            <a:ext cx="1433711" cy="0"/>
          </a:xfrm>
          <a:prstGeom prst="line">
            <a:avLst/>
          </a:prstGeom>
          <a:ln w="28575">
            <a:solidFill>
              <a:schemeClr val="tx1"/>
            </a:solidFill>
            <a:prstDash val="dash"/>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285413022"/>
      </p:ext>
    </p:extLst>
  </p:cSld>
  <p:clrMapOvr>
    <a:masterClrMapping/>
  </p:clrMapOvr>
  <p:transition>
    <p:diamond/>
  </p:transition>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694801" y="360000"/>
            <a:ext cx="5401200" cy="523220"/>
          </a:xfrm>
        </p:spPr>
        <p:txBody>
          <a:bodyPr>
            <a:normAutofit/>
          </a:bodyPr>
          <a:lstStyle/>
          <a:p>
            <a:r>
              <a:rPr lang="en-US" altLang="zh-CN" dirty="0">
                <a:sym typeface="+mn-ea"/>
              </a:rPr>
              <a:t>6.3 UML</a:t>
            </a:r>
            <a:r>
              <a:rPr lang="zh-CN" altLang="en-US" dirty="0">
                <a:sym typeface="+mn-ea"/>
              </a:rPr>
              <a:t>图</a:t>
            </a:r>
            <a:endParaRPr lang="zh-CN" altLang="en-US" dirty="0"/>
          </a:p>
        </p:txBody>
      </p:sp>
      <p:sp>
        <p:nvSpPr>
          <p:cNvPr id="6" name="文本占位符 5">
            <a:extLst>
              <a:ext uri="{FF2B5EF4-FFF2-40B4-BE49-F238E27FC236}">
                <a16:creationId xmlns:a16="http://schemas.microsoft.com/office/drawing/2014/main" id="{73A99D04-E629-E3BE-B9F9-4EB0E744393C}"/>
              </a:ext>
            </a:extLst>
          </p:cNvPr>
          <p:cNvSpPr>
            <a:spLocks noGrp="1"/>
          </p:cNvSpPr>
          <p:nvPr>
            <p:ph type="body" sz="quarter" idx="10"/>
          </p:nvPr>
        </p:nvSpPr>
        <p:spPr>
          <a:xfrm>
            <a:off x="900001" y="1322832"/>
            <a:ext cx="5196000" cy="400110"/>
          </a:xfrm>
        </p:spPr>
        <p:txBody>
          <a:bodyPr/>
          <a:lstStyle/>
          <a:p>
            <a:r>
              <a:rPr lang="en-US" altLang="zh-CN" dirty="0"/>
              <a:t>6.3.2 </a:t>
            </a:r>
            <a:r>
              <a:rPr lang="zh-CN" altLang="en-US" dirty="0"/>
              <a:t>类图和包</a:t>
            </a:r>
          </a:p>
        </p:txBody>
      </p:sp>
      <p:grpSp>
        <p:nvGrpSpPr>
          <p:cNvPr id="7" name="组合 6">
            <a:extLst>
              <a:ext uri="{FF2B5EF4-FFF2-40B4-BE49-F238E27FC236}">
                <a16:creationId xmlns:a16="http://schemas.microsoft.com/office/drawing/2014/main" id="{F8E10976-6E62-3C19-C45F-FF9A4DBA9DB7}"/>
              </a:ext>
            </a:extLst>
          </p:cNvPr>
          <p:cNvGrpSpPr/>
          <p:nvPr/>
        </p:nvGrpSpPr>
        <p:grpSpPr>
          <a:xfrm>
            <a:off x="7178675" y="694054"/>
            <a:ext cx="5013325" cy="973455"/>
            <a:chOff x="7193915" y="694054"/>
            <a:chExt cx="5013325" cy="973455"/>
          </a:xfrm>
        </p:grpSpPr>
        <p:sp>
          <p:nvSpPr>
            <p:cNvPr id="19" name="MH_SubTitle_2"/>
            <p:cNvSpPr/>
            <p:nvPr>
              <p:custDataLst>
                <p:tags r:id="rId3"/>
              </p:custDataLst>
            </p:nvPr>
          </p:nvSpPr>
          <p:spPr>
            <a:xfrm flipH="1">
              <a:off x="7193915" y="817315"/>
              <a:ext cx="3511458" cy="733252"/>
            </a:xfrm>
            <a:prstGeom prst="homePlate">
              <a:avLst/>
            </a:prstGeom>
            <a:solidFill>
              <a:srgbClr val="C698E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r>
                <a:rPr lang="zh-CN" altLang="en-US" sz="2400" b="1" dirty="0">
                  <a:solidFill>
                    <a:schemeClr val="bg1"/>
                  </a:solidFill>
                  <a:latin typeface="微软雅黑" panose="020B0503020204020204" charset="-122"/>
                  <a:ea typeface="微软雅黑" panose="020B0503020204020204" charset="-122"/>
                  <a:cs typeface="黑体" panose="02010609060101010101" pitchFamily="49" charset="-122"/>
                </a:rPr>
                <a:t>类的关联关系</a:t>
              </a:r>
            </a:p>
          </p:txBody>
        </p:sp>
        <p:sp>
          <p:nvSpPr>
            <p:cNvPr id="20" name="MH_Other_5"/>
            <p:cNvSpPr/>
            <p:nvPr>
              <p:custDataLst>
                <p:tags r:id="rId4"/>
              </p:custDataLst>
            </p:nvPr>
          </p:nvSpPr>
          <p:spPr>
            <a:xfrm flipH="1">
              <a:off x="11200669" y="694634"/>
              <a:ext cx="1006571" cy="971610"/>
            </a:xfrm>
            <a:prstGeom prst="rect">
              <a:avLst/>
            </a:prstGeom>
            <a:solidFill>
              <a:srgbClr val="C698E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r>
                <a:rPr lang="en-US" altLang="zh-CN" sz="3200" dirty="0">
                  <a:solidFill>
                    <a:srgbClr val="FFFFFF"/>
                  </a:solidFill>
                  <a:latin typeface="Times New Roman" panose="02020603050405020304" pitchFamily="18" charset="0"/>
                  <a:ea typeface="微软雅黑" panose="020B0503020204020204" charset="-122"/>
                </a:rPr>
                <a:t>02</a:t>
              </a:r>
              <a:endParaRPr lang="zh-CN" altLang="en-US" sz="3200" dirty="0">
                <a:solidFill>
                  <a:srgbClr val="FFFFFF"/>
                </a:solidFill>
                <a:latin typeface="Times New Roman" panose="02020603050405020304" pitchFamily="18" charset="0"/>
                <a:ea typeface="微软雅黑" panose="020B0503020204020204" charset="-122"/>
              </a:endParaRPr>
            </a:p>
          </p:txBody>
        </p:sp>
        <p:sp>
          <p:nvSpPr>
            <p:cNvPr id="21" name="MH_Other_6"/>
            <p:cNvSpPr/>
            <p:nvPr>
              <p:custDataLst>
                <p:tags r:id="rId5"/>
              </p:custDataLst>
            </p:nvPr>
          </p:nvSpPr>
          <p:spPr>
            <a:xfrm flipH="1">
              <a:off x="10703596" y="694054"/>
              <a:ext cx="516601" cy="973455"/>
            </a:xfrm>
            <a:custGeom>
              <a:avLst/>
              <a:gdLst>
                <a:gd name="connsiteX0" fmla="*/ 2382 w 461963"/>
                <a:gd name="connsiteY0" fmla="*/ 0 h 1081088"/>
                <a:gd name="connsiteX1" fmla="*/ 461963 w 461963"/>
                <a:gd name="connsiteY1" fmla="*/ 138113 h 1081088"/>
                <a:gd name="connsiteX2" fmla="*/ 461963 w 461963"/>
                <a:gd name="connsiteY2" fmla="*/ 950119 h 1081088"/>
                <a:gd name="connsiteX3" fmla="*/ 0 w 461963"/>
                <a:gd name="connsiteY3" fmla="*/ 1081088 h 1081088"/>
                <a:gd name="connsiteX4" fmla="*/ 2382 w 461963"/>
                <a:gd name="connsiteY4" fmla="*/ 0 h 108108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61963" h="1081088">
                  <a:moveTo>
                    <a:pt x="2382" y="0"/>
                  </a:moveTo>
                  <a:lnTo>
                    <a:pt x="461963" y="138113"/>
                  </a:lnTo>
                  <a:lnTo>
                    <a:pt x="461963" y="950119"/>
                  </a:lnTo>
                  <a:lnTo>
                    <a:pt x="0" y="1081088"/>
                  </a:lnTo>
                  <a:lnTo>
                    <a:pt x="2382" y="0"/>
                  </a:lnTo>
                  <a:close/>
                </a:path>
              </a:pathLst>
            </a:custGeom>
            <a:solidFill>
              <a:srgbClr val="A154CC"/>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a:solidFill>
                  <a:srgbClr val="FFFFFF"/>
                </a:solidFill>
                <a:latin typeface="微软雅黑" panose="020B0503020204020204" charset="-122"/>
                <a:ea typeface="微软雅黑" panose="020B0503020204020204" charset="-122"/>
              </a:endParaRPr>
            </a:p>
          </p:txBody>
        </p:sp>
      </p:grpSp>
      <p:sp>
        <p:nvSpPr>
          <p:cNvPr id="22" name="MH_Desc_1"/>
          <p:cNvSpPr/>
          <p:nvPr>
            <p:custDataLst>
              <p:tags r:id="rId1"/>
            </p:custDataLst>
          </p:nvPr>
        </p:nvSpPr>
        <p:spPr>
          <a:xfrm>
            <a:off x="1143000" y="2606675"/>
            <a:ext cx="5846445" cy="3471545"/>
          </a:xfrm>
          <a:custGeom>
            <a:avLst/>
            <a:gdLst>
              <a:gd name="connsiteX0" fmla="*/ 0 w 3456384"/>
              <a:gd name="connsiteY0" fmla="*/ 3836610 h 3882329"/>
              <a:gd name="connsiteX1" fmla="*/ 3456384 w 3456384"/>
              <a:gd name="connsiteY1" fmla="*/ 3836610 h 3882329"/>
              <a:gd name="connsiteX2" fmla="*/ 3456384 w 3456384"/>
              <a:gd name="connsiteY2" fmla="*/ 3882329 h 3882329"/>
              <a:gd name="connsiteX3" fmla="*/ 0 w 3456384"/>
              <a:gd name="connsiteY3" fmla="*/ 3882329 h 3882329"/>
              <a:gd name="connsiteX4" fmla="*/ 0 w 3456384"/>
              <a:gd name="connsiteY4" fmla="*/ 0 h 3882329"/>
              <a:gd name="connsiteX5" fmla="*/ 3456384 w 3456384"/>
              <a:gd name="connsiteY5" fmla="*/ 0 h 3882329"/>
              <a:gd name="connsiteX6" fmla="*/ 3456384 w 3456384"/>
              <a:gd name="connsiteY6" fmla="*/ 45719 h 3882329"/>
              <a:gd name="connsiteX7" fmla="*/ 0 w 3456384"/>
              <a:gd name="connsiteY7" fmla="*/ 45719 h 3882329"/>
              <a:gd name="connsiteX0-1" fmla="*/ 0 w 3456384"/>
              <a:gd name="connsiteY0-2" fmla="*/ 3836610 h 3882329"/>
              <a:gd name="connsiteX1-3" fmla="*/ 3456384 w 3456384"/>
              <a:gd name="connsiteY1-4" fmla="*/ 3836610 h 3882329"/>
              <a:gd name="connsiteX2-5" fmla="*/ 3456384 w 3456384"/>
              <a:gd name="connsiteY2-6" fmla="*/ 3882329 h 3882329"/>
              <a:gd name="connsiteX3-7" fmla="*/ 0 w 3456384"/>
              <a:gd name="connsiteY3-8" fmla="*/ 3882329 h 3882329"/>
              <a:gd name="connsiteX4-9" fmla="*/ 0 w 3456384"/>
              <a:gd name="connsiteY4-10" fmla="*/ 3836610 h 3882329"/>
              <a:gd name="connsiteX5-11" fmla="*/ 0 w 3456384"/>
              <a:gd name="connsiteY5-12" fmla="*/ 0 h 3882329"/>
              <a:gd name="connsiteX6-13" fmla="*/ 3456384 w 3456384"/>
              <a:gd name="connsiteY6-14" fmla="*/ 0 h 3882329"/>
              <a:gd name="connsiteX7-15" fmla="*/ 3456384 w 3456384"/>
              <a:gd name="connsiteY7-16" fmla="*/ 45719 h 3882329"/>
              <a:gd name="connsiteX8" fmla="*/ 0 w 3456384"/>
              <a:gd name="connsiteY8" fmla="*/ 0 h 3882329"/>
              <a:gd name="connsiteX0-17" fmla="*/ 0 w 3456384"/>
              <a:gd name="connsiteY0-18" fmla="*/ 3836610 h 3882329"/>
              <a:gd name="connsiteX1-19" fmla="*/ 3456384 w 3456384"/>
              <a:gd name="connsiteY1-20" fmla="*/ 3836610 h 3882329"/>
              <a:gd name="connsiteX2-21" fmla="*/ 3456384 w 3456384"/>
              <a:gd name="connsiteY2-22" fmla="*/ 3882329 h 3882329"/>
              <a:gd name="connsiteX3-23" fmla="*/ 0 w 3456384"/>
              <a:gd name="connsiteY3-24" fmla="*/ 3882329 h 3882329"/>
              <a:gd name="connsiteX4-25" fmla="*/ 0 w 3456384"/>
              <a:gd name="connsiteY4-26" fmla="*/ 3836610 h 3882329"/>
              <a:gd name="connsiteX5-27" fmla="*/ 0 w 3456384"/>
              <a:gd name="connsiteY5-28" fmla="*/ 0 h 3882329"/>
              <a:gd name="connsiteX6-29" fmla="*/ 3456384 w 3456384"/>
              <a:gd name="connsiteY6-30" fmla="*/ 0 h 3882329"/>
              <a:gd name="connsiteX7-31" fmla="*/ 0 w 3456384"/>
              <a:gd name="connsiteY7-32" fmla="*/ 0 h 3882329"/>
              <a:gd name="connsiteX0-33" fmla="*/ 0 w 3456384"/>
              <a:gd name="connsiteY0-34" fmla="*/ 3836610 h 3882329"/>
              <a:gd name="connsiteX1-35" fmla="*/ 3456384 w 3456384"/>
              <a:gd name="connsiteY1-36" fmla="*/ 3836610 h 3882329"/>
              <a:gd name="connsiteX2-37" fmla="*/ 3456384 w 3456384"/>
              <a:gd name="connsiteY2-38" fmla="*/ 3882329 h 3882329"/>
              <a:gd name="connsiteX3-39" fmla="*/ 0 w 3456384"/>
              <a:gd name="connsiteY3-40" fmla="*/ 3882329 h 3882329"/>
              <a:gd name="connsiteX4-41" fmla="*/ 0 w 3456384"/>
              <a:gd name="connsiteY4-42" fmla="*/ 3836610 h 3882329"/>
              <a:gd name="connsiteX5-43" fmla="*/ 0 w 3456384"/>
              <a:gd name="connsiteY5-44" fmla="*/ 0 h 3882329"/>
              <a:gd name="connsiteX6-45" fmla="*/ 3456384 w 3456384"/>
              <a:gd name="connsiteY6-46" fmla="*/ 0 h 3882329"/>
              <a:gd name="connsiteX7-47" fmla="*/ 0 w 3456384"/>
              <a:gd name="connsiteY7-48" fmla="*/ 0 h 3882329"/>
              <a:gd name="connsiteX0-49" fmla="*/ 0 w 3456384"/>
              <a:gd name="connsiteY0-50" fmla="*/ 3836610 h 3882329"/>
              <a:gd name="connsiteX1-51" fmla="*/ 3456384 w 3456384"/>
              <a:gd name="connsiteY1-52" fmla="*/ 3836610 h 3882329"/>
              <a:gd name="connsiteX2-53" fmla="*/ 3456384 w 3456384"/>
              <a:gd name="connsiteY2-54" fmla="*/ 3882329 h 3882329"/>
              <a:gd name="connsiteX3-55" fmla="*/ 0 w 3456384"/>
              <a:gd name="connsiteY3-56" fmla="*/ 3882329 h 3882329"/>
              <a:gd name="connsiteX4-57" fmla="*/ 0 w 3456384"/>
              <a:gd name="connsiteY4-58" fmla="*/ 3836610 h 3882329"/>
              <a:gd name="connsiteX5-59" fmla="*/ 0 w 3456384"/>
              <a:gd name="connsiteY5-60" fmla="*/ 0 h 3882329"/>
              <a:gd name="connsiteX6-61" fmla="*/ 3456384 w 3456384"/>
              <a:gd name="connsiteY6-62" fmla="*/ 0 h 3882329"/>
              <a:gd name="connsiteX7-63" fmla="*/ 0 w 3456384"/>
              <a:gd name="connsiteY7-64" fmla="*/ 0 h 3882329"/>
              <a:gd name="connsiteX0-65" fmla="*/ 0 w 3456384"/>
              <a:gd name="connsiteY0-66" fmla="*/ 3882329 h 3882329"/>
              <a:gd name="connsiteX1-67" fmla="*/ 3456384 w 3456384"/>
              <a:gd name="connsiteY1-68" fmla="*/ 3836610 h 3882329"/>
              <a:gd name="connsiteX2-69" fmla="*/ 3456384 w 3456384"/>
              <a:gd name="connsiteY2-70" fmla="*/ 3882329 h 3882329"/>
              <a:gd name="connsiteX3-71" fmla="*/ 0 w 3456384"/>
              <a:gd name="connsiteY3-72" fmla="*/ 3882329 h 3882329"/>
              <a:gd name="connsiteX4-73" fmla="*/ 0 w 3456384"/>
              <a:gd name="connsiteY4-74" fmla="*/ 0 h 3882329"/>
              <a:gd name="connsiteX5-75" fmla="*/ 3456384 w 3456384"/>
              <a:gd name="connsiteY5-76" fmla="*/ 0 h 3882329"/>
              <a:gd name="connsiteX6-77" fmla="*/ 0 w 3456384"/>
              <a:gd name="connsiteY6-78" fmla="*/ 0 h 3882329"/>
              <a:gd name="connsiteX0-79" fmla="*/ 0 w 3456384"/>
              <a:gd name="connsiteY0-80" fmla="*/ 3882329 h 3882329"/>
              <a:gd name="connsiteX1-81" fmla="*/ 3456384 w 3456384"/>
              <a:gd name="connsiteY1-82" fmla="*/ 3882329 h 3882329"/>
              <a:gd name="connsiteX2-83" fmla="*/ 0 w 3456384"/>
              <a:gd name="connsiteY2-84" fmla="*/ 3882329 h 3882329"/>
              <a:gd name="connsiteX3-85" fmla="*/ 0 w 3456384"/>
              <a:gd name="connsiteY3-86" fmla="*/ 0 h 3882329"/>
              <a:gd name="connsiteX4-87" fmla="*/ 3456384 w 3456384"/>
              <a:gd name="connsiteY4-88" fmla="*/ 0 h 3882329"/>
              <a:gd name="connsiteX5-89" fmla="*/ 0 w 3456384"/>
              <a:gd name="connsiteY5-90" fmla="*/ 0 h 3882329"/>
              <a:gd name="connsiteX0-91" fmla="*/ 0 w 3456384"/>
              <a:gd name="connsiteY0-92" fmla="*/ 3882329 h 3882329"/>
              <a:gd name="connsiteX1-93" fmla="*/ 3456384 w 3456384"/>
              <a:gd name="connsiteY1-94" fmla="*/ 3882329 h 3882329"/>
              <a:gd name="connsiteX2-95" fmla="*/ 0 w 3456384"/>
              <a:gd name="connsiteY2-96" fmla="*/ 3882329 h 3882329"/>
              <a:gd name="connsiteX3-97" fmla="*/ 0 w 3456384"/>
              <a:gd name="connsiteY3-98" fmla="*/ 0 h 3882329"/>
              <a:gd name="connsiteX4-99" fmla="*/ 3456384 w 3456384"/>
              <a:gd name="connsiteY4-100" fmla="*/ 0 h 3882329"/>
              <a:gd name="connsiteX5-101" fmla="*/ 0 w 3456384"/>
              <a:gd name="connsiteY5-102" fmla="*/ 0 h 3882329"/>
              <a:gd name="connsiteX0-103" fmla="*/ 0 w 3456384"/>
              <a:gd name="connsiteY0-104" fmla="*/ 3882329 h 3882329"/>
              <a:gd name="connsiteX1-105" fmla="*/ 3456384 w 3456384"/>
              <a:gd name="connsiteY1-106" fmla="*/ 3882329 h 3882329"/>
              <a:gd name="connsiteX2-107" fmla="*/ 0 w 3456384"/>
              <a:gd name="connsiteY2-108" fmla="*/ 3882329 h 3882329"/>
              <a:gd name="connsiteX3-109" fmla="*/ 0 w 3456384"/>
              <a:gd name="connsiteY3-110" fmla="*/ 0 h 3882329"/>
              <a:gd name="connsiteX4-111" fmla="*/ 3456384 w 3456384"/>
              <a:gd name="connsiteY4-112" fmla="*/ 0 h 3882329"/>
              <a:gd name="connsiteX5-113" fmla="*/ 0 w 3456384"/>
              <a:gd name="connsiteY5-114" fmla="*/ 0 h 3882329"/>
            </a:gdLst>
            <a:ahLst/>
            <a:cxnLst>
              <a:cxn ang="0">
                <a:pos x="connsiteX0-1" y="connsiteY0-2"/>
              </a:cxn>
              <a:cxn ang="0">
                <a:pos x="connsiteX1-3" y="connsiteY1-4"/>
              </a:cxn>
              <a:cxn ang="0">
                <a:pos x="connsiteX2-5" y="connsiteY2-6"/>
              </a:cxn>
              <a:cxn ang="0">
                <a:pos x="connsiteX3-7" y="connsiteY3-8"/>
              </a:cxn>
              <a:cxn ang="0">
                <a:pos x="connsiteX4-9" y="connsiteY4-10"/>
              </a:cxn>
              <a:cxn ang="0">
                <a:pos x="connsiteX5-11" y="connsiteY5-12"/>
              </a:cxn>
            </a:cxnLst>
            <a:rect l="l" t="t" r="r" b="b"/>
            <a:pathLst>
              <a:path w="3456384" h="3882329">
                <a:moveTo>
                  <a:pt x="0" y="3882329"/>
                </a:moveTo>
                <a:lnTo>
                  <a:pt x="3456384" y="3882329"/>
                </a:lnTo>
                <a:lnTo>
                  <a:pt x="0" y="3882329"/>
                </a:lnTo>
                <a:close/>
                <a:moveTo>
                  <a:pt x="0" y="0"/>
                </a:moveTo>
                <a:lnTo>
                  <a:pt x="3456384" y="0"/>
                </a:lnTo>
                <a:lnTo>
                  <a:pt x="0" y="0"/>
                </a:lnTo>
                <a:close/>
              </a:path>
            </a:pathLst>
          </a:custGeom>
          <a:ln w="3175">
            <a:solidFill>
              <a:srgbClr val="B2B2B2"/>
            </a:solidFill>
            <a:round/>
          </a:ln>
        </p:spPr>
        <p:style>
          <a:lnRef idx="2">
            <a:schemeClr val="accent1">
              <a:shade val="50000"/>
            </a:schemeClr>
          </a:lnRef>
          <a:fillRef idx="1">
            <a:schemeClr val="accent1"/>
          </a:fillRef>
          <a:effectRef idx="0">
            <a:schemeClr val="accent1"/>
          </a:effectRef>
          <a:fontRef idx="minor">
            <a:schemeClr val="lt1"/>
          </a:fontRef>
        </p:style>
        <p:txBody>
          <a:bodyPr lIns="0" tIns="72000" rIns="0" bIns="72000" anchor="ctr">
            <a:noAutofit/>
          </a:bodyPr>
          <a:lstStyle/>
          <a:p>
            <a:pPr indent="0">
              <a:lnSpc>
                <a:spcPct val="120000"/>
              </a:lnSpc>
              <a:buNone/>
            </a:pPr>
            <a:r>
              <a:rPr lang="zh-CN" altLang="en-US" dirty="0">
                <a:solidFill>
                  <a:schemeClr val="tx1"/>
                </a:solidFill>
              </a:rPr>
              <a:t>       两个类之间的关联关系用直线连接来表示。类的关联关系有方向时，用黑三角表示方向，可在方向上起名字，也可不起名字</a:t>
            </a:r>
            <a:r>
              <a:rPr lang="zh-CN" altLang="en-US">
                <a:solidFill>
                  <a:schemeClr val="tx1"/>
                </a:solidFill>
              </a:rPr>
              <a:t>，图</a:t>
            </a:r>
            <a:r>
              <a:rPr lang="en-US" altLang="zh-CN" dirty="0">
                <a:solidFill>
                  <a:schemeClr val="tx1"/>
                </a:solidFill>
              </a:rPr>
              <a:t>6-5</a:t>
            </a:r>
            <a:r>
              <a:rPr lang="zh-CN" altLang="en-US" dirty="0">
                <a:solidFill>
                  <a:schemeClr val="tx1"/>
                </a:solidFill>
              </a:rPr>
              <a:t>表示了关联的方向。不带箭头的关联可以是方向未知、未确定或双向的。</a:t>
            </a:r>
          </a:p>
          <a:p>
            <a:pPr indent="0">
              <a:lnSpc>
                <a:spcPct val="120000"/>
              </a:lnSpc>
              <a:buNone/>
            </a:pPr>
            <a:r>
              <a:rPr lang="zh-CN" altLang="en-US" dirty="0">
                <a:solidFill>
                  <a:schemeClr val="tx1"/>
                </a:solidFill>
              </a:rPr>
              <a:t>       在类图中还可以表示关联中的数量关系，即参与关联的对象的个数或数量范围。例如右图：</a:t>
            </a:r>
          </a:p>
          <a:p>
            <a:pPr indent="0">
              <a:lnSpc>
                <a:spcPct val="120000"/>
              </a:lnSpc>
              <a:buNone/>
            </a:pPr>
            <a:r>
              <a:rPr lang="zh-CN" altLang="en-US">
                <a:solidFill>
                  <a:schemeClr val="tx1"/>
                </a:solidFill>
              </a:rPr>
              <a:t>       图</a:t>
            </a:r>
            <a:r>
              <a:rPr lang="en-US" altLang="zh-CN" dirty="0">
                <a:solidFill>
                  <a:schemeClr val="tx1"/>
                </a:solidFill>
              </a:rPr>
              <a:t>6-5</a:t>
            </a:r>
            <a:r>
              <a:rPr lang="zh-CN" altLang="en-US" dirty="0">
                <a:solidFill>
                  <a:schemeClr val="tx1"/>
                </a:solidFill>
              </a:rPr>
              <a:t>表示学生与计算机的关联，学生使用计算机，计算机被学生使用，几个学生合用一台计算机或多个学生使用多台计算机。</a:t>
            </a:r>
          </a:p>
        </p:txBody>
      </p:sp>
      <p:sp>
        <p:nvSpPr>
          <p:cNvPr id="13" name="文本框 99"/>
          <p:cNvSpPr txBox="1"/>
          <p:nvPr/>
        </p:nvSpPr>
        <p:spPr>
          <a:xfrm>
            <a:off x="7506578" y="2911578"/>
            <a:ext cx="4130040" cy="2097170"/>
          </a:xfrm>
          <a:prstGeom prst="roundRect">
            <a:avLst/>
          </a:prstGeom>
          <a:noFill/>
          <a:ln w="9525">
            <a:solidFill>
              <a:schemeClr val="accent3"/>
            </a:solidFill>
          </a:ln>
        </p:spPr>
        <p:txBody>
          <a:bodyPr wrap="square" lIns="72000" tIns="36000" rIns="72000" bIns="36000">
            <a:spAutoFit/>
          </a:bodyPr>
          <a:lstStyle/>
          <a:p>
            <a:pPr>
              <a:lnSpc>
                <a:spcPct val="150000"/>
              </a:lnSpc>
            </a:pPr>
            <a:r>
              <a:rPr lang="en-US" altLang="zh-CN" sz="1600" dirty="0">
                <a:latin typeface="+mj-lt"/>
                <a:ea typeface="+mj-ea"/>
                <a:cs typeface="宋体" panose="02010600030101010101" pitchFamily="2" charset="-122"/>
              </a:rPr>
              <a:t>0…1		</a:t>
            </a:r>
            <a:r>
              <a:rPr lang="zh-CN" altLang="en-US" sz="1600" dirty="0">
                <a:latin typeface="+mj-lt"/>
                <a:ea typeface="+mj-ea"/>
                <a:cs typeface="宋体" panose="02010600030101010101" pitchFamily="2" charset="-122"/>
              </a:rPr>
              <a:t>表示：</a:t>
            </a:r>
            <a:r>
              <a:rPr lang="en-US" altLang="zh-CN" sz="1600" dirty="0">
                <a:latin typeface="+mj-lt"/>
                <a:ea typeface="+mj-ea"/>
                <a:cs typeface="宋体" panose="02010600030101010101" pitchFamily="2" charset="-122"/>
              </a:rPr>
              <a:t>0</a:t>
            </a:r>
            <a:r>
              <a:rPr lang="zh-CN" altLang="en-US" sz="1600" dirty="0">
                <a:latin typeface="+mj-lt"/>
                <a:ea typeface="+mj-ea"/>
                <a:cs typeface="宋体" panose="02010600030101010101" pitchFamily="2" charset="-122"/>
              </a:rPr>
              <a:t>到</a:t>
            </a:r>
            <a:r>
              <a:rPr lang="en-US" altLang="zh-CN" sz="1600" dirty="0">
                <a:latin typeface="+mj-lt"/>
                <a:ea typeface="+mj-ea"/>
                <a:cs typeface="宋体" panose="02010600030101010101" pitchFamily="2" charset="-122"/>
              </a:rPr>
              <a:t>1</a:t>
            </a:r>
            <a:r>
              <a:rPr lang="zh-CN" altLang="en-US" sz="1600" dirty="0">
                <a:latin typeface="+mj-lt"/>
                <a:ea typeface="+mj-ea"/>
                <a:cs typeface="宋体" panose="02010600030101010101" pitchFamily="2" charset="-122"/>
              </a:rPr>
              <a:t>个对象</a:t>
            </a:r>
          </a:p>
          <a:p>
            <a:pPr>
              <a:lnSpc>
                <a:spcPct val="150000"/>
              </a:lnSpc>
            </a:pPr>
            <a:r>
              <a:rPr lang="en-US" altLang="zh-CN" sz="1600" dirty="0">
                <a:latin typeface="+mj-lt"/>
                <a:ea typeface="+mj-ea"/>
                <a:cs typeface="宋体" panose="02010600030101010101" pitchFamily="2" charset="-122"/>
              </a:rPr>
              <a:t>0…* </a:t>
            </a:r>
            <a:r>
              <a:rPr lang="zh-CN" altLang="en-US" sz="1600" dirty="0">
                <a:latin typeface="+mj-lt"/>
                <a:ea typeface="+mj-ea"/>
                <a:cs typeface="宋体" panose="02010600030101010101" pitchFamily="2" charset="-122"/>
              </a:rPr>
              <a:t>或 *</a:t>
            </a:r>
            <a:r>
              <a:rPr lang="en-US" altLang="zh-CN" sz="1600" dirty="0">
                <a:latin typeface="+mj-lt"/>
                <a:ea typeface="+mj-ea"/>
                <a:cs typeface="宋体" panose="02010600030101010101" pitchFamily="2" charset="-122"/>
              </a:rPr>
              <a:t>		</a:t>
            </a:r>
            <a:r>
              <a:rPr lang="zh-CN" altLang="en-US" sz="1600" dirty="0">
                <a:latin typeface="+mj-lt"/>
                <a:ea typeface="+mj-ea"/>
                <a:cs typeface="宋体" panose="02010600030101010101" pitchFamily="2" charset="-122"/>
              </a:rPr>
              <a:t>表示：</a:t>
            </a:r>
            <a:r>
              <a:rPr lang="en-US" altLang="zh-CN" sz="1600" dirty="0">
                <a:latin typeface="+mj-lt"/>
                <a:ea typeface="+mj-ea"/>
                <a:cs typeface="宋体" panose="02010600030101010101" pitchFamily="2" charset="-122"/>
              </a:rPr>
              <a:t>0</a:t>
            </a:r>
            <a:r>
              <a:rPr lang="zh-CN" altLang="en-US" sz="1600" dirty="0">
                <a:latin typeface="+mj-lt"/>
                <a:ea typeface="+mj-ea"/>
                <a:cs typeface="宋体" panose="02010600030101010101" pitchFamily="2" charset="-122"/>
              </a:rPr>
              <a:t>到多个对象</a:t>
            </a:r>
          </a:p>
          <a:p>
            <a:pPr>
              <a:lnSpc>
                <a:spcPct val="150000"/>
              </a:lnSpc>
            </a:pPr>
            <a:r>
              <a:rPr lang="en-US" altLang="zh-CN" sz="1600" dirty="0">
                <a:latin typeface="+mj-lt"/>
                <a:ea typeface="+mj-ea"/>
                <a:cs typeface="宋体" panose="02010600030101010101" pitchFamily="2" charset="-122"/>
              </a:rPr>
              <a:t>1…15		</a:t>
            </a:r>
            <a:r>
              <a:rPr lang="zh-CN" altLang="en-US" sz="1600" dirty="0">
                <a:latin typeface="+mj-lt"/>
                <a:ea typeface="+mj-ea"/>
                <a:cs typeface="宋体" panose="02010600030101010101" pitchFamily="2" charset="-122"/>
              </a:rPr>
              <a:t>表示：</a:t>
            </a:r>
            <a:r>
              <a:rPr lang="en-US" altLang="zh-CN" sz="1600" dirty="0">
                <a:latin typeface="+mj-lt"/>
                <a:ea typeface="+mj-ea"/>
                <a:cs typeface="宋体" panose="02010600030101010101" pitchFamily="2" charset="-122"/>
              </a:rPr>
              <a:t>1</a:t>
            </a:r>
            <a:r>
              <a:rPr lang="zh-CN" altLang="en-US" sz="1600" dirty="0">
                <a:latin typeface="+mj-lt"/>
                <a:ea typeface="+mj-ea"/>
                <a:cs typeface="宋体" panose="02010600030101010101" pitchFamily="2" charset="-122"/>
              </a:rPr>
              <a:t>到</a:t>
            </a:r>
            <a:r>
              <a:rPr lang="en-US" altLang="zh-CN" sz="1600" dirty="0">
                <a:latin typeface="+mj-lt"/>
                <a:ea typeface="+mj-ea"/>
                <a:cs typeface="宋体" panose="02010600030101010101" pitchFamily="2" charset="-122"/>
              </a:rPr>
              <a:t>15</a:t>
            </a:r>
            <a:r>
              <a:rPr lang="zh-CN" altLang="en-US" sz="1600" dirty="0">
                <a:latin typeface="+mj-lt"/>
                <a:ea typeface="+mj-ea"/>
                <a:cs typeface="宋体" panose="02010600030101010101" pitchFamily="2" charset="-122"/>
              </a:rPr>
              <a:t>个对象</a:t>
            </a:r>
          </a:p>
          <a:p>
            <a:pPr>
              <a:lnSpc>
                <a:spcPct val="150000"/>
              </a:lnSpc>
            </a:pPr>
            <a:r>
              <a:rPr lang="en-US" altLang="zh-CN" sz="1600" dirty="0">
                <a:latin typeface="+mj-lt"/>
                <a:ea typeface="+mj-ea"/>
                <a:cs typeface="宋体" panose="02010600030101010101" pitchFamily="2" charset="-122"/>
              </a:rPr>
              <a:t>3		</a:t>
            </a:r>
            <a:r>
              <a:rPr lang="zh-CN" altLang="en-US" sz="1600" dirty="0">
                <a:latin typeface="+mj-lt"/>
                <a:ea typeface="+mj-ea"/>
                <a:cs typeface="宋体" panose="02010600030101010101" pitchFamily="2" charset="-122"/>
              </a:rPr>
              <a:t>表示：</a:t>
            </a:r>
            <a:r>
              <a:rPr lang="en-US" altLang="zh-CN" sz="1600" dirty="0">
                <a:latin typeface="+mj-lt"/>
                <a:ea typeface="+mj-ea"/>
                <a:cs typeface="宋体" panose="02010600030101010101" pitchFamily="2" charset="-122"/>
              </a:rPr>
              <a:t>3</a:t>
            </a:r>
            <a:r>
              <a:rPr lang="zh-CN" altLang="en-US" sz="1600" dirty="0">
                <a:latin typeface="+mj-lt"/>
                <a:ea typeface="+mj-ea"/>
                <a:cs typeface="宋体" panose="02010600030101010101" pitchFamily="2" charset="-122"/>
              </a:rPr>
              <a:t>个对象</a:t>
            </a:r>
          </a:p>
          <a:p>
            <a:pPr>
              <a:lnSpc>
                <a:spcPct val="150000"/>
              </a:lnSpc>
            </a:pPr>
            <a:r>
              <a:rPr lang="zh-CN" altLang="en-US" sz="1600" dirty="0">
                <a:latin typeface="+mj-lt"/>
                <a:ea typeface="+mj-ea"/>
                <a:cs typeface="宋体" panose="02010600030101010101" pitchFamily="2" charset="-122"/>
              </a:rPr>
              <a:t>个数缺省</a:t>
            </a:r>
            <a:r>
              <a:rPr lang="en-US" altLang="zh-CN" sz="1600" dirty="0">
                <a:latin typeface="+mj-lt"/>
                <a:ea typeface="+mj-ea"/>
                <a:cs typeface="宋体" panose="02010600030101010101" pitchFamily="2" charset="-122"/>
              </a:rPr>
              <a:t>		</a:t>
            </a:r>
            <a:r>
              <a:rPr lang="zh-CN" altLang="en-US" sz="1600" dirty="0">
                <a:latin typeface="+mj-lt"/>
                <a:ea typeface="+mj-ea"/>
                <a:cs typeface="宋体" panose="02010600030101010101" pitchFamily="2" charset="-122"/>
              </a:rPr>
              <a:t>表示：</a:t>
            </a:r>
            <a:r>
              <a:rPr lang="en-US" altLang="zh-CN" sz="1600" dirty="0">
                <a:latin typeface="+mj-lt"/>
                <a:ea typeface="+mj-ea"/>
                <a:cs typeface="宋体" panose="02010600030101010101" pitchFamily="2" charset="-122"/>
              </a:rPr>
              <a:t>1</a:t>
            </a:r>
          </a:p>
        </p:txBody>
      </p:sp>
      <p:pic>
        <p:nvPicPr>
          <p:cNvPr id="156674" name="图片 158"/>
          <p:cNvPicPr>
            <a:picLocks noChangeAspect="1" noChangeArrowheads="1"/>
          </p:cNvPicPr>
          <p:nvPr/>
        </p:nvPicPr>
        <p:blipFill>
          <a:blip r:embed="rId7" cstate="print"/>
          <a:srcRect/>
          <a:stretch>
            <a:fillRect/>
          </a:stretch>
        </p:blipFill>
        <p:spPr bwMode="auto">
          <a:xfrm>
            <a:off x="7656189" y="5061584"/>
            <a:ext cx="3463296" cy="577216"/>
          </a:xfrm>
          <a:prstGeom prst="rect">
            <a:avLst/>
          </a:prstGeom>
          <a:noFill/>
          <a:ln w="9525">
            <a:noFill/>
            <a:miter lim="800000"/>
            <a:headEnd/>
            <a:tailEnd/>
          </a:ln>
        </p:spPr>
      </p:pic>
      <p:sp>
        <p:nvSpPr>
          <p:cNvPr id="15" name="矩形 14"/>
          <p:cNvSpPr/>
          <p:nvPr/>
        </p:nvSpPr>
        <p:spPr>
          <a:xfrm>
            <a:off x="8178981" y="5697974"/>
            <a:ext cx="2326278" cy="369332"/>
          </a:xfrm>
          <a:prstGeom prst="rect">
            <a:avLst/>
          </a:prstGeom>
        </p:spPr>
        <p:txBody>
          <a:bodyPr wrap="none">
            <a:spAutoFit/>
          </a:bodyPr>
          <a:lstStyle/>
          <a:p>
            <a:r>
              <a:rPr lang="zh-CN" altLang="en-US" dirty="0"/>
              <a:t>图</a:t>
            </a:r>
            <a:r>
              <a:rPr lang="en-US" dirty="0"/>
              <a:t>6-5  </a:t>
            </a:r>
            <a:r>
              <a:rPr lang="zh-CN" altLang="en-US" dirty="0"/>
              <a:t>类与类的关联</a:t>
            </a:r>
            <a:r>
              <a:rPr lang="en-US" dirty="0"/>
              <a:t> </a:t>
            </a:r>
            <a:endParaRPr lang="zh-CN" altLang="en-US" dirty="0"/>
          </a:p>
        </p:txBody>
      </p:sp>
      <p:sp>
        <p:nvSpPr>
          <p:cNvPr id="2" name="MH_SubTitle_2">
            <a:extLst>
              <a:ext uri="{FF2B5EF4-FFF2-40B4-BE49-F238E27FC236}">
                <a16:creationId xmlns:a16="http://schemas.microsoft.com/office/drawing/2014/main" id="{BBC5A1CC-0E07-4B05-8545-0524CE52B057}"/>
              </a:ext>
            </a:extLst>
          </p:cNvPr>
          <p:cNvSpPr/>
          <p:nvPr>
            <p:custDataLst>
              <p:tags r:id="rId2"/>
            </p:custDataLst>
          </p:nvPr>
        </p:nvSpPr>
        <p:spPr>
          <a:xfrm flipH="1">
            <a:off x="8680450" y="1864360"/>
            <a:ext cx="3511550" cy="733425"/>
          </a:xfrm>
          <a:prstGeom prst="homePlate">
            <a:avLst/>
          </a:prstGeom>
          <a:solidFill>
            <a:srgbClr val="C698E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r>
              <a:rPr lang="zh-CN" altLang="en-US" sz="2400" b="1" dirty="0">
                <a:solidFill>
                  <a:schemeClr val="bg1"/>
                </a:solidFill>
                <a:latin typeface="微软雅黑" panose="020B0503020204020204" charset="-122"/>
                <a:ea typeface="微软雅黑" panose="020B0503020204020204" charset="-122"/>
                <a:cs typeface="黑体" panose="02010609060101010101" pitchFamily="49" charset="-122"/>
              </a:rPr>
              <a:t>一般关联</a:t>
            </a:r>
          </a:p>
        </p:txBody>
      </p:sp>
    </p:spTree>
    <p:extLst>
      <p:ext uri="{BB962C8B-B14F-4D97-AF65-F5344CB8AC3E}">
        <p14:creationId xmlns:p14="http://schemas.microsoft.com/office/powerpoint/2010/main" val="1345727954"/>
      </p:ext>
    </p:extLst>
  </p:cSld>
  <p:clrMapOvr>
    <a:masterClrMapping/>
  </p:clrMapOvr>
  <p:transition>
    <p:diamond/>
  </p:transition>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694801" y="360000"/>
            <a:ext cx="5401200" cy="523220"/>
          </a:xfrm>
        </p:spPr>
        <p:txBody>
          <a:bodyPr>
            <a:normAutofit/>
          </a:bodyPr>
          <a:lstStyle/>
          <a:p>
            <a:r>
              <a:rPr lang="en-US" altLang="zh-CN" dirty="0">
                <a:sym typeface="+mn-ea"/>
              </a:rPr>
              <a:t>6.3 UML</a:t>
            </a:r>
            <a:r>
              <a:rPr lang="zh-CN" altLang="en-US" dirty="0">
                <a:sym typeface="+mn-ea"/>
              </a:rPr>
              <a:t>图</a:t>
            </a:r>
            <a:endParaRPr lang="zh-CN" altLang="en-US" dirty="0"/>
          </a:p>
        </p:txBody>
      </p:sp>
      <p:sp>
        <p:nvSpPr>
          <p:cNvPr id="5" name="文本占位符 4">
            <a:extLst>
              <a:ext uri="{FF2B5EF4-FFF2-40B4-BE49-F238E27FC236}">
                <a16:creationId xmlns:a16="http://schemas.microsoft.com/office/drawing/2014/main" id="{44189B56-4219-0F1A-DB85-02DA8019E517}"/>
              </a:ext>
            </a:extLst>
          </p:cNvPr>
          <p:cNvSpPr>
            <a:spLocks noGrp="1"/>
          </p:cNvSpPr>
          <p:nvPr>
            <p:ph type="body" sz="quarter" idx="10"/>
          </p:nvPr>
        </p:nvSpPr>
        <p:spPr>
          <a:xfrm>
            <a:off x="900001" y="1322832"/>
            <a:ext cx="5196000" cy="400110"/>
          </a:xfrm>
        </p:spPr>
        <p:txBody>
          <a:bodyPr/>
          <a:lstStyle/>
          <a:p>
            <a:r>
              <a:rPr lang="en-US" altLang="zh-CN" dirty="0"/>
              <a:t>6.3.2 </a:t>
            </a:r>
            <a:r>
              <a:rPr lang="zh-CN" altLang="en-US" dirty="0"/>
              <a:t>类图和包</a:t>
            </a:r>
          </a:p>
        </p:txBody>
      </p:sp>
      <p:sp>
        <p:nvSpPr>
          <p:cNvPr id="22" name="MH_Desc_1"/>
          <p:cNvSpPr/>
          <p:nvPr>
            <p:custDataLst>
              <p:tags r:id="rId1"/>
            </p:custDataLst>
          </p:nvPr>
        </p:nvSpPr>
        <p:spPr>
          <a:xfrm>
            <a:off x="1364615" y="2301875"/>
            <a:ext cx="6114415" cy="3504565"/>
          </a:xfrm>
          <a:custGeom>
            <a:avLst/>
            <a:gdLst>
              <a:gd name="connsiteX0" fmla="*/ 0 w 3456384"/>
              <a:gd name="connsiteY0" fmla="*/ 3836610 h 3882329"/>
              <a:gd name="connsiteX1" fmla="*/ 3456384 w 3456384"/>
              <a:gd name="connsiteY1" fmla="*/ 3836610 h 3882329"/>
              <a:gd name="connsiteX2" fmla="*/ 3456384 w 3456384"/>
              <a:gd name="connsiteY2" fmla="*/ 3882329 h 3882329"/>
              <a:gd name="connsiteX3" fmla="*/ 0 w 3456384"/>
              <a:gd name="connsiteY3" fmla="*/ 3882329 h 3882329"/>
              <a:gd name="connsiteX4" fmla="*/ 0 w 3456384"/>
              <a:gd name="connsiteY4" fmla="*/ 0 h 3882329"/>
              <a:gd name="connsiteX5" fmla="*/ 3456384 w 3456384"/>
              <a:gd name="connsiteY5" fmla="*/ 0 h 3882329"/>
              <a:gd name="connsiteX6" fmla="*/ 3456384 w 3456384"/>
              <a:gd name="connsiteY6" fmla="*/ 45719 h 3882329"/>
              <a:gd name="connsiteX7" fmla="*/ 0 w 3456384"/>
              <a:gd name="connsiteY7" fmla="*/ 45719 h 3882329"/>
              <a:gd name="connsiteX0-1" fmla="*/ 0 w 3456384"/>
              <a:gd name="connsiteY0-2" fmla="*/ 3836610 h 3882329"/>
              <a:gd name="connsiteX1-3" fmla="*/ 3456384 w 3456384"/>
              <a:gd name="connsiteY1-4" fmla="*/ 3836610 h 3882329"/>
              <a:gd name="connsiteX2-5" fmla="*/ 3456384 w 3456384"/>
              <a:gd name="connsiteY2-6" fmla="*/ 3882329 h 3882329"/>
              <a:gd name="connsiteX3-7" fmla="*/ 0 w 3456384"/>
              <a:gd name="connsiteY3-8" fmla="*/ 3882329 h 3882329"/>
              <a:gd name="connsiteX4-9" fmla="*/ 0 w 3456384"/>
              <a:gd name="connsiteY4-10" fmla="*/ 3836610 h 3882329"/>
              <a:gd name="connsiteX5-11" fmla="*/ 0 w 3456384"/>
              <a:gd name="connsiteY5-12" fmla="*/ 0 h 3882329"/>
              <a:gd name="connsiteX6-13" fmla="*/ 3456384 w 3456384"/>
              <a:gd name="connsiteY6-14" fmla="*/ 0 h 3882329"/>
              <a:gd name="connsiteX7-15" fmla="*/ 3456384 w 3456384"/>
              <a:gd name="connsiteY7-16" fmla="*/ 45719 h 3882329"/>
              <a:gd name="connsiteX8" fmla="*/ 0 w 3456384"/>
              <a:gd name="connsiteY8" fmla="*/ 0 h 3882329"/>
              <a:gd name="connsiteX0-17" fmla="*/ 0 w 3456384"/>
              <a:gd name="connsiteY0-18" fmla="*/ 3836610 h 3882329"/>
              <a:gd name="connsiteX1-19" fmla="*/ 3456384 w 3456384"/>
              <a:gd name="connsiteY1-20" fmla="*/ 3836610 h 3882329"/>
              <a:gd name="connsiteX2-21" fmla="*/ 3456384 w 3456384"/>
              <a:gd name="connsiteY2-22" fmla="*/ 3882329 h 3882329"/>
              <a:gd name="connsiteX3-23" fmla="*/ 0 w 3456384"/>
              <a:gd name="connsiteY3-24" fmla="*/ 3882329 h 3882329"/>
              <a:gd name="connsiteX4-25" fmla="*/ 0 w 3456384"/>
              <a:gd name="connsiteY4-26" fmla="*/ 3836610 h 3882329"/>
              <a:gd name="connsiteX5-27" fmla="*/ 0 w 3456384"/>
              <a:gd name="connsiteY5-28" fmla="*/ 0 h 3882329"/>
              <a:gd name="connsiteX6-29" fmla="*/ 3456384 w 3456384"/>
              <a:gd name="connsiteY6-30" fmla="*/ 0 h 3882329"/>
              <a:gd name="connsiteX7-31" fmla="*/ 0 w 3456384"/>
              <a:gd name="connsiteY7-32" fmla="*/ 0 h 3882329"/>
              <a:gd name="connsiteX0-33" fmla="*/ 0 w 3456384"/>
              <a:gd name="connsiteY0-34" fmla="*/ 3836610 h 3882329"/>
              <a:gd name="connsiteX1-35" fmla="*/ 3456384 w 3456384"/>
              <a:gd name="connsiteY1-36" fmla="*/ 3836610 h 3882329"/>
              <a:gd name="connsiteX2-37" fmla="*/ 3456384 w 3456384"/>
              <a:gd name="connsiteY2-38" fmla="*/ 3882329 h 3882329"/>
              <a:gd name="connsiteX3-39" fmla="*/ 0 w 3456384"/>
              <a:gd name="connsiteY3-40" fmla="*/ 3882329 h 3882329"/>
              <a:gd name="connsiteX4-41" fmla="*/ 0 w 3456384"/>
              <a:gd name="connsiteY4-42" fmla="*/ 3836610 h 3882329"/>
              <a:gd name="connsiteX5-43" fmla="*/ 0 w 3456384"/>
              <a:gd name="connsiteY5-44" fmla="*/ 0 h 3882329"/>
              <a:gd name="connsiteX6-45" fmla="*/ 3456384 w 3456384"/>
              <a:gd name="connsiteY6-46" fmla="*/ 0 h 3882329"/>
              <a:gd name="connsiteX7-47" fmla="*/ 0 w 3456384"/>
              <a:gd name="connsiteY7-48" fmla="*/ 0 h 3882329"/>
              <a:gd name="connsiteX0-49" fmla="*/ 0 w 3456384"/>
              <a:gd name="connsiteY0-50" fmla="*/ 3836610 h 3882329"/>
              <a:gd name="connsiteX1-51" fmla="*/ 3456384 w 3456384"/>
              <a:gd name="connsiteY1-52" fmla="*/ 3836610 h 3882329"/>
              <a:gd name="connsiteX2-53" fmla="*/ 3456384 w 3456384"/>
              <a:gd name="connsiteY2-54" fmla="*/ 3882329 h 3882329"/>
              <a:gd name="connsiteX3-55" fmla="*/ 0 w 3456384"/>
              <a:gd name="connsiteY3-56" fmla="*/ 3882329 h 3882329"/>
              <a:gd name="connsiteX4-57" fmla="*/ 0 w 3456384"/>
              <a:gd name="connsiteY4-58" fmla="*/ 3836610 h 3882329"/>
              <a:gd name="connsiteX5-59" fmla="*/ 0 w 3456384"/>
              <a:gd name="connsiteY5-60" fmla="*/ 0 h 3882329"/>
              <a:gd name="connsiteX6-61" fmla="*/ 3456384 w 3456384"/>
              <a:gd name="connsiteY6-62" fmla="*/ 0 h 3882329"/>
              <a:gd name="connsiteX7-63" fmla="*/ 0 w 3456384"/>
              <a:gd name="connsiteY7-64" fmla="*/ 0 h 3882329"/>
              <a:gd name="connsiteX0-65" fmla="*/ 0 w 3456384"/>
              <a:gd name="connsiteY0-66" fmla="*/ 3882329 h 3882329"/>
              <a:gd name="connsiteX1-67" fmla="*/ 3456384 w 3456384"/>
              <a:gd name="connsiteY1-68" fmla="*/ 3836610 h 3882329"/>
              <a:gd name="connsiteX2-69" fmla="*/ 3456384 w 3456384"/>
              <a:gd name="connsiteY2-70" fmla="*/ 3882329 h 3882329"/>
              <a:gd name="connsiteX3-71" fmla="*/ 0 w 3456384"/>
              <a:gd name="connsiteY3-72" fmla="*/ 3882329 h 3882329"/>
              <a:gd name="connsiteX4-73" fmla="*/ 0 w 3456384"/>
              <a:gd name="connsiteY4-74" fmla="*/ 0 h 3882329"/>
              <a:gd name="connsiteX5-75" fmla="*/ 3456384 w 3456384"/>
              <a:gd name="connsiteY5-76" fmla="*/ 0 h 3882329"/>
              <a:gd name="connsiteX6-77" fmla="*/ 0 w 3456384"/>
              <a:gd name="connsiteY6-78" fmla="*/ 0 h 3882329"/>
              <a:gd name="connsiteX0-79" fmla="*/ 0 w 3456384"/>
              <a:gd name="connsiteY0-80" fmla="*/ 3882329 h 3882329"/>
              <a:gd name="connsiteX1-81" fmla="*/ 3456384 w 3456384"/>
              <a:gd name="connsiteY1-82" fmla="*/ 3882329 h 3882329"/>
              <a:gd name="connsiteX2-83" fmla="*/ 0 w 3456384"/>
              <a:gd name="connsiteY2-84" fmla="*/ 3882329 h 3882329"/>
              <a:gd name="connsiteX3-85" fmla="*/ 0 w 3456384"/>
              <a:gd name="connsiteY3-86" fmla="*/ 0 h 3882329"/>
              <a:gd name="connsiteX4-87" fmla="*/ 3456384 w 3456384"/>
              <a:gd name="connsiteY4-88" fmla="*/ 0 h 3882329"/>
              <a:gd name="connsiteX5-89" fmla="*/ 0 w 3456384"/>
              <a:gd name="connsiteY5-90" fmla="*/ 0 h 3882329"/>
              <a:gd name="connsiteX0-91" fmla="*/ 0 w 3456384"/>
              <a:gd name="connsiteY0-92" fmla="*/ 3882329 h 3882329"/>
              <a:gd name="connsiteX1-93" fmla="*/ 3456384 w 3456384"/>
              <a:gd name="connsiteY1-94" fmla="*/ 3882329 h 3882329"/>
              <a:gd name="connsiteX2-95" fmla="*/ 0 w 3456384"/>
              <a:gd name="connsiteY2-96" fmla="*/ 3882329 h 3882329"/>
              <a:gd name="connsiteX3-97" fmla="*/ 0 w 3456384"/>
              <a:gd name="connsiteY3-98" fmla="*/ 0 h 3882329"/>
              <a:gd name="connsiteX4-99" fmla="*/ 3456384 w 3456384"/>
              <a:gd name="connsiteY4-100" fmla="*/ 0 h 3882329"/>
              <a:gd name="connsiteX5-101" fmla="*/ 0 w 3456384"/>
              <a:gd name="connsiteY5-102" fmla="*/ 0 h 3882329"/>
              <a:gd name="connsiteX0-103" fmla="*/ 0 w 3456384"/>
              <a:gd name="connsiteY0-104" fmla="*/ 3882329 h 3882329"/>
              <a:gd name="connsiteX1-105" fmla="*/ 3456384 w 3456384"/>
              <a:gd name="connsiteY1-106" fmla="*/ 3882329 h 3882329"/>
              <a:gd name="connsiteX2-107" fmla="*/ 0 w 3456384"/>
              <a:gd name="connsiteY2-108" fmla="*/ 3882329 h 3882329"/>
              <a:gd name="connsiteX3-109" fmla="*/ 0 w 3456384"/>
              <a:gd name="connsiteY3-110" fmla="*/ 0 h 3882329"/>
              <a:gd name="connsiteX4-111" fmla="*/ 3456384 w 3456384"/>
              <a:gd name="connsiteY4-112" fmla="*/ 0 h 3882329"/>
              <a:gd name="connsiteX5-113" fmla="*/ 0 w 3456384"/>
              <a:gd name="connsiteY5-114" fmla="*/ 0 h 3882329"/>
            </a:gdLst>
            <a:ahLst/>
            <a:cxnLst>
              <a:cxn ang="0">
                <a:pos x="connsiteX0-1" y="connsiteY0-2"/>
              </a:cxn>
              <a:cxn ang="0">
                <a:pos x="connsiteX1-3" y="connsiteY1-4"/>
              </a:cxn>
              <a:cxn ang="0">
                <a:pos x="connsiteX2-5" y="connsiteY2-6"/>
              </a:cxn>
              <a:cxn ang="0">
                <a:pos x="connsiteX3-7" y="connsiteY3-8"/>
              </a:cxn>
              <a:cxn ang="0">
                <a:pos x="connsiteX4-9" y="connsiteY4-10"/>
              </a:cxn>
              <a:cxn ang="0">
                <a:pos x="connsiteX5-11" y="connsiteY5-12"/>
              </a:cxn>
            </a:cxnLst>
            <a:rect l="l" t="t" r="r" b="b"/>
            <a:pathLst>
              <a:path w="3456384" h="3882329">
                <a:moveTo>
                  <a:pt x="0" y="3882329"/>
                </a:moveTo>
                <a:lnTo>
                  <a:pt x="3456384" y="3882329"/>
                </a:lnTo>
                <a:lnTo>
                  <a:pt x="0" y="3882329"/>
                </a:lnTo>
                <a:close/>
                <a:moveTo>
                  <a:pt x="0" y="0"/>
                </a:moveTo>
                <a:lnTo>
                  <a:pt x="3456384" y="0"/>
                </a:lnTo>
                <a:lnTo>
                  <a:pt x="0" y="0"/>
                </a:lnTo>
                <a:close/>
              </a:path>
            </a:pathLst>
          </a:custGeom>
          <a:ln w="3175">
            <a:solidFill>
              <a:srgbClr val="B2B2B2"/>
            </a:solidFill>
            <a:round/>
          </a:ln>
        </p:spPr>
        <p:style>
          <a:lnRef idx="2">
            <a:schemeClr val="accent1">
              <a:shade val="50000"/>
            </a:schemeClr>
          </a:lnRef>
          <a:fillRef idx="1">
            <a:schemeClr val="accent1"/>
          </a:fillRef>
          <a:effectRef idx="0">
            <a:schemeClr val="accent1"/>
          </a:effectRef>
          <a:fontRef idx="minor">
            <a:schemeClr val="lt1"/>
          </a:fontRef>
        </p:style>
        <p:txBody>
          <a:bodyPr lIns="0" tIns="72000" rIns="0" bIns="72000" anchor="ctr">
            <a:noAutofit/>
          </a:bodyPr>
          <a:lstStyle/>
          <a:p>
            <a:pPr indent="0">
              <a:lnSpc>
                <a:spcPct val="120000"/>
              </a:lnSpc>
              <a:buNone/>
            </a:pPr>
            <a:r>
              <a:rPr lang="zh-CN" altLang="en-US" dirty="0">
                <a:solidFill>
                  <a:schemeClr val="tx1"/>
                </a:solidFill>
              </a:rPr>
              <a:t>       在一对多或多对多的关联关系中，可以用限定词将关联变成一对一的关联，限定词放在关联关系末端的一个小方框内，</a:t>
            </a:r>
            <a:r>
              <a:rPr lang="zh-CN" altLang="en-US">
                <a:solidFill>
                  <a:schemeClr val="tx1"/>
                </a:solidFill>
              </a:rPr>
              <a:t>如图</a:t>
            </a:r>
            <a:r>
              <a:rPr lang="en-US" altLang="zh-CN" dirty="0">
                <a:solidFill>
                  <a:schemeClr val="tx1"/>
                </a:solidFill>
              </a:rPr>
              <a:t>6-6</a:t>
            </a:r>
            <a:r>
              <a:rPr lang="zh-CN" altLang="en-US" dirty="0">
                <a:solidFill>
                  <a:schemeClr val="tx1"/>
                </a:solidFill>
              </a:rPr>
              <a:t>所示。</a:t>
            </a:r>
          </a:p>
        </p:txBody>
      </p:sp>
      <p:pic>
        <p:nvPicPr>
          <p:cNvPr id="157698" name="Picture 4" descr="6-6"/>
          <p:cNvPicPr>
            <a:picLocks noChangeAspect="1" noChangeArrowheads="1"/>
          </p:cNvPicPr>
          <p:nvPr/>
        </p:nvPicPr>
        <p:blipFill>
          <a:blip r:embed="rId7" cstate="print"/>
          <a:srcRect/>
          <a:stretch>
            <a:fillRect/>
          </a:stretch>
        </p:blipFill>
        <p:spPr bwMode="auto">
          <a:xfrm>
            <a:off x="7675246" y="3825240"/>
            <a:ext cx="3550920" cy="518160"/>
          </a:xfrm>
          <a:prstGeom prst="rect">
            <a:avLst/>
          </a:prstGeom>
          <a:noFill/>
          <a:ln w="9525">
            <a:noFill/>
            <a:miter lim="800000"/>
            <a:headEnd/>
            <a:tailEnd/>
          </a:ln>
        </p:spPr>
      </p:pic>
      <p:sp>
        <p:nvSpPr>
          <p:cNvPr id="13" name="矩形 12"/>
          <p:cNvSpPr/>
          <p:nvPr/>
        </p:nvSpPr>
        <p:spPr>
          <a:xfrm>
            <a:off x="8396153" y="4509254"/>
            <a:ext cx="1800493" cy="369332"/>
          </a:xfrm>
          <a:prstGeom prst="rect">
            <a:avLst/>
          </a:prstGeom>
        </p:spPr>
        <p:txBody>
          <a:bodyPr wrap="none">
            <a:spAutoFit/>
          </a:bodyPr>
          <a:lstStyle/>
          <a:p>
            <a:r>
              <a:rPr lang="zh-CN" altLang="en-US" dirty="0"/>
              <a:t>图</a:t>
            </a:r>
            <a:r>
              <a:rPr lang="en-US" dirty="0"/>
              <a:t>6-6  </a:t>
            </a:r>
            <a:r>
              <a:rPr lang="zh-CN" altLang="en-US" dirty="0"/>
              <a:t>类的限定</a:t>
            </a:r>
          </a:p>
        </p:txBody>
      </p:sp>
      <p:grpSp>
        <p:nvGrpSpPr>
          <p:cNvPr id="11" name="组合 10">
            <a:extLst>
              <a:ext uri="{FF2B5EF4-FFF2-40B4-BE49-F238E27FC236}">
                <a16:creationId xmlns:a16="http://schemas.microsoft.com/office/drawing/2014/main" id="{B660D065-307D-4B20-8DE7-8251B0B55B68}"/>
              </a:ext>
            </a:extLst>
          </p:cNvPr>
          <p:cNvGrpSpPr/>
          <p:nvPr/>
        </p:nvGrpSpPr>
        <p:grpSpPr>
          <a:xfrm>
            <a:off x="7178675" y="694054"/>
            <a:ext cx="5013325" cy="973455"/>
            <a:chOff x="7193915" y="694054"/>
            <a:chExt cx="5013325" cy="973455"/>
          </a:xfrm>
        </p:grpSpPr>
        <p:sp>
          <p:nvSpPr>
            <p:cNvPr id="9" name="MH_SubTitle_2"/>
            <p:cNvSpPr/>
            <p:nvPr>
              <p:custDataLst>
                <p:tags r:id="rId3"/>
              </p:custDataLst>
            </p:nvPr>
          </p:nvSpPr>
          <p:spPr>
            <a:xfrm flipH="1">
              <a:off x="7193915" y="817315"/>
              <a:ext cx="3511458" cy="733252"/>
            </a:xfrm>
            <a:prstGeom prst="homePlate">
              <a:avLst/>
            </a:prstGeom>
            <a:solidFill>
              <a:srgbClr val="C698E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r>
                <a:rPr lang="zh-CN" altLang="en-US" sz="2400" b="1" dirty="0">
                  <a:solidFill>
                    <a:schemeClr val="bg1"/>
                  </a:solidFill>
                  <a:latin typeface="微软雅黑" panose="020B0503020204020204" charset="-122"/>
                  <a:ea typeface="微软雅黑" panose="020B0503020204020204" charset="-122"/>
                  <a:cs typeface="黑体" panose="02010609060101010101" pitchFamily="49" charset="-122"/>
                </a:rPr>
                <a:t>类的关联关系</a:t>
              </a:r>
            </a:p>
          </p:txBody>
        </p:sp>
        <p:sp>
          <p:nvSpPr>
            <p:cNvPr id="20" name="MH_Other_5"/>
            <p:cNvSpPr/>
            <p:nvPr>
              <p:custDataLst>
                <p:tags r:id="rId4"/>
              </p:custDataLst>
            </p:nvPr>
          </p:nvSpPr>
          <p:spPr>
            <a:xfrm flipH="1">
              <a:off x="11200669" y="694634"/>
              <a:ext cx="1006571" cy="971610"/>
            </a:xfrm>
            <a:prstGeom prst="rect">
              <a:avLst/>
            </a:prstGeom>
            <a:solidFill>
              <a:srgbClr val="C698E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r>
                <a:rPr lang="en-US" altLang="zh-CN" sz="3200" dirty="0">
                  <a:solidFill>
                    <a:srgbClr val="FFFFFF"/>
                  </a:solidFill>
                  <a:latin typeface="Times New Roman" panose="02020603050405020304" pitchFamily="18" charset="0"/>
                  <a:ea typeface="微软雅黑" panose="020B0503020204020204" charset="-122"/>
                </a:rPr>
                <a:t>02</a:t>
              </a:r>
              <a:endParaRPr lang="zh-CN" altLang="en-US" sz="3200" dirty="0">
                <a:solidFill>
                  <a:srgbClr val="FFFFFF"/>
                </a:solidFill>
                <a:latin typeface="Times New Roman" panose="02020603050405020304" pitchFamily="18" charset="0"/>
                <a:ea typeface="微软雅黑" panose="020B0503020204020204" charset="-122"/>
              </a:endParaRPr>
            </a:p>
          </p:txBody>
        </p:sp>
        <p:sp>
          <p:nvSpPr>
            <p:cNvPr id="21" name="MH_Other_6"/>
            <p:cNvSpPr/>
            <p:nvPr>
              <p:custDataLst>
                <p:tags r:id="rId5"/>
              </p:custDataLst>
            </p:nvPr>
          </p:nvSpPr>
          <p:spPr>
            <a:xfrm flipH="1">
              <a:off x="10703596" y="694054"/>
              <a:ext cx="516601" cy="973455"/>
            </a:xfrm>
            <a:custGeom>
              <a:avLst/>
              <a:gdLst>
                <a:gd name="connsiteX0" fmla="*/ 2382 w 461963"/>
                <a:gd name="connsiteY0" fmla="*/ 0 h 1081088"/>
                <a:gd name="connsiteX1" fmla="*/ 461963 w 461963"/>
                <a:gd name="connsiteY1" fmla="*/ 138113 h 1081088"/>
                <a:gd name="connsiteX2" fmla="*/ 461963 w 461963"/>
                <a:gd name="connsiteY2" fmla="*/ 950119 h 1081088"/>
                <a:gd name="connsiteX3" fmla="*/ 0 w 461963"/>
                <a:gd name="connsiteY3" fmla="*/ 1081088 h 1081088"/>
                <a:gd name="connsiteX4" fmla="*/ 2382 w 461963"/>
                <a:gd name="connsiteY4" fmla="*/ 0 h 108108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61963" h="1081088">
                  <a:moveTo>
                    <a:pt x="2382" y="0"/>
                  </a:moveTo>
                  <a:lnTo>
                    <a:pt x="461963" y="138113"/>
                  </a:lnTo>
                  <a:lnTo>
                    <a:pt x="461963" y="950119"/>
                  </a:lnTo>
                  <a:lnTo>
                    <a:pt x="0" y="1081088"/>
                  </a:lnTo>
                  <a:lnTo>
                    <a:pt x="2382" y="0"/>
                  </a:lnTo>
                  <a:close/>
                </a:path>
              </a:pathLst>
            </a:custGeom>
            <a:solidFill>
              <a:srgbClr val="A154CC"/>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a:solidFill>
                  <a:srgbClr val="FFFFFF"/>
                </a:solidFill>
                <a:latin typeface="微软雅黑" panose="020B0503020204020204" charset="-122"/>
                <a:ea typeface="微软雅黑" panose="020B0503020204020204" charset="-122"/>
              </a:endParaRPr>
            </a:p>
          </p:txBody>
        </p:sp>
      </p:grpSp>
      <p:sp>
        <p:nvSpPr>
          <p:cNvPr id="10" name="MH_SubTitle_2">
            <a:extLst>
              <a:ext uri="{FF2B5EF4-FFF2-40B4-BE49-F238E27FC236}">
                <a16:creationId xmlns:a16="http://schemas.microsoft.com/office/drawing/2014/main" id="{9A5AC9A7-7E5E-95A1-F720-FF6B5D362896}"/>
              </a:ext>
            </a:extLst>
          </p:cNvPr>
          <p:cNvSpPr/>
          <p:nvPr>
            <p:custDataLst>
              <p:tags r:id="rId2"/>
            </p:custDataLst>
          </p:nvPr>
        </p:nvSpPr>
        <p:spPr>
          <a:xfrm flipH="1">
            <a:off x="8680450" y="1864360"/>
            <a:ext cx="3511550" cy="733425"/>
          </a:xfrm>
          <a:prstGeom prst="homePlate">
            <a:avLst/>
          </a:prstGeom>
          <a:solidFill>
            <a:srgbClr val="C698E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r>
              <a:rPr lang="zh-CN" altLang="en-US" sz="2400" b="1" dirty="0">
                <a:solidFill>
                  <a:schemeClr val="bg1"/>
                </a:solidFill>
                <a:latin typeface="微软雅黑" panose="020B0503020204020204" charset="-122"/>
                <a:ea typeface="微软雅黑" panose="020B0503020204020204" charset="-122"/>
                <a:cs typeface="黑体" panose="02010609060101010101" pitchFamily="49" charset="-122"/>
              </a:rPr>
              <a:t>限定关联</a:t>
            </a:r>
          </a:p>
        </p:txBody>
      </p:sp>
    </p:spTree>
  </p:cSld>
  <p:clrMapOvr>
    <a:masterClrMapping/>
  </p:clrMapOvr>
  <p:transition>
    <p:diamond/>
  </p:transition>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694801" y="360000"/>
            <a:ext cx="5401200" cy="523220"/>
          </a:xfrm>
        </p:spPr>
        <p:txBody>
          <a:bodyPr>
            <a:normAutofit/>
          </a:bodyPr>
          <a:lstStyle/>
          <a:p>
            <a:r>
              <a:rPr lang="en-US" altLang="zh-CN" dirty="0">
                <a:sym typeface="+mn-ea"/>
              </a:rPr>
              <a:t>6.3 UML</a:t>
            </a:r>
            <a:r>
              <a:rPr lang="zh-CN" altLang="en-US" dirty="0">
                <a:sym typeface="+mn-ea"/>
              </a:rPr>
              <a:t>图</a:t>
            </a:r>
            <a:endParaRPr lang="zh-CN" altLang="en-US" dirty="0"/>
          </a:p>
        </p:txBody>
      </p:sp>
      <p:sp>
        <p:nvSpPr>
          <p:cNvPr id="5" name="文本占位符 4">
            <a:extLst>
              <a:ext uri="{FF2B5EF4-FFF2-40B4-BE49-F238E27FC236}">
                <a16:creationId xmlns:a16="http://schemas.microsoft.com/office/drawing/2014/main" id="{94265ED4-78A8-0125-68E9-728E4FB05123}"/>
              </a:ext>
            </a:extLst>
          </p:cNvPr>
          <p:cNvSpPr>
            <a:spLocks noGrp="1"/>
          </p:cNvSpPr>
          <p:nvPr>
            <p:ph type="body" sz="quarter" idx="10"/>
          </p:nvPr>
        </p:nvSpPr>
        <p:spPr>
          <a:xfrm>
            <a:off x="900001" y="1322832"/>
            <a:ext cx="5196000" cy="400110"/>
          </a:xfrm>
        </p:spPr>
        <p:txBody>
          <a:bodyPr/>
          <a:lstStyle/>
          <a:p>
            <a:r>
              <a:rPr lang="en-US" altLang="zh-CN" dirty="0"/>
              <a:t>6.3.2 </a:t>
            </a:r>
            <a:r>
              <a:rPr lang="zh-CN" altLang="en-US" dirty="0"/>
              <a:t>类图和包</a:t>
            </a:r>
          </a:p>
        </p:txBody>
      </p:sp>
      <p:sp>
        <p:nvSpPr>
          <p:cNvPr id="19" name="MH_SubTitle_2"/>
          <p:cNvSpPr/>
          <p:nvPr>
            <p:custDataLst>
              <p:tags r:id="rId1"/>
            </p:custDataLst>
          </p:nvPr>
        </p:nvSpPr>
        <p:spPr>
          <a:xfrm flipH="1">
            <a:off x="8680450" y="1864360"/>
            <a:ext cx="3511550" cy="733425"/>
          </a:xfrm>
          <a:prstGeom prst="homePlate">
            <a:avLst/>
          </a:prstGeom>
          <a:solidFill>
            <a:srgbClr val="C698E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r>
              <a:rPr lang="zh-CN" altLang="en-US" sz="2400" b="1" dirty="0">
                <a:solidFill>
                  <a:schemeClr val="bg1"/>
                </a:solidFill>
                <a:latin typeface="微软雅黑" panose="020B0503020204020204" charset="-122"/>
                <a:ea typeface="微软雅黑" panose="020B0503020204020204" charset="-122"/>
                <a:cs typeface="黑体" panose="02010609060101010101" pitchFamily="49" charset="-122"/>
              </a:rPr>
              <a:t>关联类</a:t>
            </a:r>
          </a:p>
        </p:txBody>
      </p:sp>
      <p:sp>
        <p:nvSpPr>
          <p:cNvPr id="22" name="MH_Desc_1"/>
          <p:cNvSpPr/>
          <p:nvPr>
            <p:custDataLst>
              <p:tags r:id="rId2"/>
            </p:custDataLst>
          </p:nvPr>
        </p:nvSpPr>
        <p:spPr>
          <a:xfrm>
            <a:off x="1391920" y="2233930"/>
            <a:ext cx="6155055" cy="3776345"/>
          </a:xfrm>
          <a:custGeom>
            <a:avLst/>
            <a:gdLst>
              <a:gd name="connsiteX0" fmla="*/ 0 w 3456384"/>
              <a:gd name="connsiteY0" fmla="*/ 3836610 h 3882329"/>
              <a:gd name="connsiteX1" fmla="*/ 3456384 w 3456384"/>
              <a:gd name="connsiteY1" fmla="*/ 3836610 h 3882329"/>
              <a:gd name="connsiteX2" fmla="*/ 3456384 w 3456384"/>
              <a:gd name="connsiteY2" fmla="*/ 3882329 h 3882329"/>
              <a:gd name="connsiteX3" fmla="*/ 0 w 3456384"/>
              <a:gd name="connsiteY3" fmla="*/ 3882329 h 3882329"/>
              <a:gd name="connsiteX4" fmla="*/ 0 w 3456384"/>
              <a:gd name="connsiteY4" fmla="*/ 0 h 3882329"/>
              <a:gd name="connsiteX5" fmla="*/ 3456384 w 3456384"/>
              <a:gd name="connsiteY5" fmla="*/ 0 h 3882329"/>
              <a:gd name="connsiteX6" fmla="*/ 3456384 w 3456384"/>
              <a:gd name="connsiteY6" fmla="*/ 45719 h 3882329"/>
              <a:gd name="connsiteX7" fmla="*/ 0 w 3456384"/>
              <a:gd name="connsiteY7" fmla="*/ 45719 h 3882329"/>
              <a:gd name="connsiteX0-1" fmla="*/ 0 w 3456384"/>
              <a:gd name="connsiteY0-2" fmla="*/ 3836610 h 3882329"/>
              <a:gd name="connsiteX1-3" fmla="*/ 3456384 w 3456384"/>
              <a:gd name="connsiteY1-4" fmla="*/ 3836610 h 3882329"/>
              <a:gd name="connsiteX2-5" fmla="*/ 3456384 w 3456384"/>
              <a:gd name="connsiteY2-6" fmla="*/ 3882329 h 3882329"/>
              <a:gd name="connsiteX3-7" fmla="*/ 0 w 3456384"/>
              <a:gd name="connsiteY3-8" fmla="*/ 3882329 h 3882329"/>
              <a:gd name="connsiteX4-9" fmla="*/ 0 w 3456384"/>
              <a:gd name="connsiteY4-10" fmla="*/ 3836610 h 3882329"/>
              <a:gd name="connsiteX5-11" fmla="*/ 0 w 3456384"/>
              <a:gd name="connsiteY5-12" fmla="*/ 0 h 3882329"/>
              <a:gd name="connsiteX6-13" fmla="*/ 3456384 w 3456384"/>
              <a:gd name="connsiteY6-14" fmla="*/ 0 h 3882329"/>
              <a:gd name="connsiteX7-15" fmla="*/ 3456384 w 3456384"/>
              <a:gd name="connsiteY7-16" fmla="*/ 45719 h 3882329"/>
              <a:gd name="connsiteX8" fmla="*/ 0 w 3456384"/>
              <a:gd name="connsiteY8" fmla="*/ 0 h 3882329"/>
              <a:gd name="connsiteX0-17" fmla="*/ 0 w 3456384"/>
              <a:gd name="connsiteY0-18" fmla="*/ 3836610 h 3882329"/>
              <a:gd name="connsiteX1-19" fmla="*/ 3456384 w 3456384"/>
              <a:gd name="connsiteY1-20" fmla="*/ 3836610 h 3882329"/>
              <a:gd name="connsiteX2-21" fmla="*/ 3456384 w 3456384"/>
              <a:gd name="connsiteY2-22" fmla="*/ 3882329 h 3882329"/>
              <a:gd name="connsiteX3-23" fmla="*/ 0 w 3456384"/>
              <a:gd name="connsiteY3-24" fmla="*/ 3882329 h 3882329"/>
              <a:gd name="connsiteX4-25" fmla="*/ 0 w 3456384"/>
              <a:gd name="connsiteY4-26" fmla="*/ 3836610 h 3882329"/>
              <a:gd name="connsiteX5-27" fmla="*/ 0 w 3456384"/>
              <a:gd name="connsiteY5-28" fmla="*/ 0 h 3882329"/>
              <a:gd name="connsiteX6-29" fmla="*/ 3456384 w 3456384"/>
              <a:gd name="connsiteY6-30" fmla="*/ 0 h 3882329"/>
              <a:gd name="connsiteX7-31" fmla="*/ 0 w 3456384"/>
              <a:gd name="connsiteY7-32" fmla="*/ 0 h 3882329"/>
              <a:gd name="connsiteX0-33" fmla="*/ 0 w 3456384"/>
              <a:gd name="connsiteY0-34" fmla="*/ 3836610 h 3882329"/>
              <a:gd name="connsiteX1-35" fmla="*/ 3456384 w 3456384"/>
              <a:gd name="connsiteY1-36" fmla="*/ 3836610 h 3882329"/>
              <a:gd name="connsiteX2-37" fmla="*/ 3456384 w 3456384"/>
              <a:gd name="connsiteY2-38" fmla="*/ 3882329 h 3882329"/>
              <a:gd name="connsiteX3-39" fmla="*/ 0 w 3456384"/>
              <a:gd name="connsiteY3-40" fmla="*/ 3882329 h 3882329"/>
              <a:gd name="connsiteX4-41" fmla="*/ 0 w 3456384"/>
              <a:gd name="connsiteY4-42" fmla="*/ 3836610 h 3882329"/>
              <a:gd name="connsiteX5-43" fmla="*/ 0 w 3456384"/>
              <a:gd name="connsiteY5-44" fmla="*/ 0 h 3882329"/>
              <a:gd name="connsiteX6-45" fmla="*/ 3456384 w 3456384"/>
              <a:gd name="connsiteY6-46" fmla="*/ 0 h 3882329"/>
              <a:gd name="connsiteX7-47" fmla="*/ 0 w 3456384"/>
              <a:gd name="connsiteY7-48" fmla="*/ 0 h 3882329"/>
              <a:gd name="connsiteX0-49" fmla="*/ 0 w 3456384"/>
              <a:gd name="connsiteY0-50" fmla="*/ 3836610 h 3882329"/>
              <a:gd name="connsiteX1-51" fmla="*/ 3456384 w 3456384"/>
              <a:gd name="connsiteY1-52" fmla="*/ 3836610 h 3882329"/>
              <a:gd name="connsiteX2-53" fmla="*/ 3456384 w 3456384"/>
              <a:gd name="connsiteY2-54" fmla="*/ 3882329 h 3882329"/>
              <a:gd name="connsiteX3-55" fmla="*/ 0 w 3456384"/>
              <a:gd name="connsiteY3-56" fmla="*/ 3882329 h 3882329"/>
              <a:gd name="connsiteX4-57" fmla="*/ 0 w 3456384"/>
              <a:gd name="connsiteY4-58" fmla="*/ 3836610 h 3882329"/>
              <a:gd name="connsiteX5-59" fmla="*/ 0 w 3456384"/>
              <a:gd name="connsiteY5-60" fmla="*/ 0 h 3882329"/>
              <a:gd name="connsiteX6-61" fmla="*/ 3456384 w 3456384"/>
              <a:gd name="connsiteY6-62" fmla="*/ 0 h 3882329"/>
              <a:gd name="connsiteX7-63" fmla="*/ 0 w 3456384"/>
              <a:gd name="connsiteY7-64" fmla="*/ 0 h 3882329"/>
              <a:gd name="connsiteX0-65" fmla="*/ 0 w 3456384"/>
              <a:gd name="connsiteY0-66" fmla="*/ 3882329 h 3882329"/>
              <a:gd name="connsiteX1-67" fmla="*/ 3456384 w 3456384"/>
              <a:gd name="connsiteY1-68" fmla="*/ 3836610 h 3882329"/>
              <a:gd name="connsiteX2-69" fmla="*/ 3456384 w 3456384"/>
              <a:gd name="connsiteY2-70" fmla="*/ 3882329 h 3882329"/>
              <a:gd name="connsiteX3-71" fmla="*/ 0 w 3456384"/>
              <a:gd name="connsiteY3-72" fmla="*/ 3882329 h 3882329"/>
              <a:gd name="connsiteX4-73" fmla="*/ 0 w 3456384"/>
              <a:gd name="connsiteY4-74" fmla="*/ 0 h 3882329"/>
              <a:gd name="connsiteX5-75" fmla="*/ 3456384 w 3456384"/>
              <a:gd name="connsiteY5-76" fmla="*/ 0 h 3882329"/>
              <a:gd name="connsiteX6-77" fmla="*/ 0 w 3456384"/>
              <a:gd name="connsiteY6-78" fmla="*/ 0 h 3882329"/>
              <a:gd name="connsiteX0-79" fmla="*/ 0 w 3456384"/>
              <a:gd name="connsiteY0-80" fmla="*/ 3882329 h 3882329"/>
              <a:gd name="connsiteX1-81" fmla="*/ 3456384 w 3456384"/>
              <a:gd name="connsiteY1-82" fmla="*/ 3882329 h 3882329"/>
              <a:gd name="connsiteX2-83" fmla="*/ 0 w 3456384"/>
              <a:gd name="connsiteY2-84" fmla="*/ 3882329 h 3882329"/>
              <a:gd name="connsiteX3-85" fmla="*/ 0 w 3456384"/>
              <a:gd name="connsiteY3-86" fmla="*/ 0 h 3882329"/>
              <a:gd name="connsiteX4-87" fmla="*/ 3456384 w 3456384"/>
              <a:gd name="connsiteY4-88" fmla="*/ 0 h 3882329"/>
              <a:gd name="connsiteX5-89" fmla="*/ 0 w 3456384"/>
              <a:gd name="connsiteY5-90" fmla="*/ 0 h 3882329"/>
              <a:gd name="connsiteX0-91" fmla="*/ 0 w 3456384"/>
              <a:gd name="connsiteY0-92" fmla="*/ 3882329 h 3882329"/>
              <a:gd name="connsiteX1-93" fmla="*/ 3456384 w 3456384"/>
              <a:gd name="connsiteY1-94" fmla="*/ 3882329 h 3882329"/>
              <a:gd name="connsiteX2-95" fmla="*/ 0 w 3456384"/>
              <a:gd name="connsiteY2-96" fmla="*/ 3882329 h 3882329"/>
              <a:gd name="connsiteX3-97" fmla="*/ 0 w 3456384"/>
              <a:gd name="connsiteY3-98" fmla="*/ 0 h 3882329"/>
              <a:gd name="connsiteX4-99" fmla="*/ 3456384 w 3456384"/>
              <a:gd name="connsiteY4-100" fmla="*/ 0 h 3882329"/>
              <a:gd name="connsiteX5-101" fmla="*/ 0 w 3456384"/>
              <a:gd name="connsiteY5-102" fmla="*/ 0 h 3882329"/>
              <a:gd name="connsiteX0-103" fmla="*/ 0 w 3456384"/>
              <a:gd name="connsiteY0-104" fmla="*/ 3882329 h 3882329"/>
              <a:gd name="connsiteX1-105" fmla="*/ 3456384 w 3456384"/>
              <a:gd name="connsiteY1-106" fmla="*/ 3882329 h 3882329"/>
              <a:gd name="connsiteX2-107" fmla="*/ 0 w 3456384"/>
              <a:gd name="connsiteY2-108" fmla="*/ 3882329 h 3882329"/>
              <a:gd name="connsiteX3-109" fmla="*/ 0 w 3456384"/>
              <a:gd name="connsiteY3-110" fmla="*/ 0 h 3882329"/>
              <a:gd name="connsiteX4-111" fmla="*/ 3456384 w 3456384"/>
              <a:gd name="connsiteY4-112" fmla="*/ 0 h 3882329"/>
              <a:gd name="connsiteX5-113" fmla="*/ 0 w 3456384"/>
              <a:gd name="connsiteY5-114" fmla="*/ 0 h 3882329"/>
            </a:gdLst>
            <a:ahLst/>
            <a:cxnLst>
              <a:cxn ang="0">
                <a:pos x="connsiteX0-1" y="connsiteY0-2"/>
              </a:cxn>
              <a:cxn ang="0">
                <a:pos x="connsiteX1-3" y="connsiteY1-4"/>
              </a:cxn>
              <a:cxn ang="0">
                <a:pos x="connsiteX2-5" y="connsiteY2-6"/>
              </a:cxn>
              <a:cxn ang="0">
                <a:pos x="connsiteX3-7" y="connsiteY3-8"/>
              </a:cxn>
              <a:cxn ang="0">
                <a:pos x="connsiteX4-9" y="connsiteY4-10"/>
              </a:cxn>
              <a:cxn ang="0">
                <a:pos x="connsiteX5-11" y="connsiteY5-12"/>
              </a:cxn>
            </a:cxnLst>
            <a:rect l="l" t="t" r="r" b="b"/>
            <a:pathLst>
              <a:path w="3456384" h="3882329">
                <a:moveTo>
                  <a:pt x="0" y="3882329"/>
                </a:moveTo>
                <a:lnTo>
                  <a:pt x="3456384" y="3882329"/>
                </a:lnTo>
                <a:lnTo>
                  <a:pt x="0" y="3882329"/>
                </a:lnTo>
                <a:close/>
                <a:moveTo>
                  <a:pt x="0" y="0"/>
                </a:moveTo>
                <a:lnTo>
                  <a:pt x="3456384" y="0"/>
                </a:lnTo>
                <a:lnTo>
                  <a:pt x="0" y="0"/>
                </a:lnTo>
                <a:close/>
              </a:path>
            </a:pathLst>
          </a:custGeom>
          <a:ln w="3175">
            <a:solidFill>
              <a:srgbClr val="B2B2B2"/>
            </a:solidFill>
            <a:round/>
          </a:ln>
        </p:spPr>
        <p:style>
          <a:lnRef idx="2">
            <a:schemeClr val="accent1">
              <a:shade val="50000"/>
            </a:schemeClr>
          </a:lnRef>
          <a:fillRef idx="1">
            <a:schemeClr val="accent1"/>
          </a:fillRef>
          <a:effectRef idx="0">
            <a:schemeClr val="accent1"/>
          </a:effectRef>
          <a:fontRef idx="minor">
            <a:schemeClr val="lt1"/>
          </a:fontRef>
        </p:style>
        <p:txBody>
          <a:bodyPr lIns="0" tIns="72000" rIns="0" bIns="72000" anchor="ctr">
            <a:noAutofit/>
          </a:bodyPr>
          <a:lstStyle/>
          <a:p>
            <a:pPr indent="0">
              <a:lnSpc>
                <a:spcPct val="120000"/>
              </a:lnSpc>
              <a:buNone/>
            </a:pPr>
            <a:r>
              <a:rPr lang="zh-CN" altLang="en-US" dirty="0">
                <a:solidFill>
                  <a:schemeClr val="tx1"/>
                </a:solidFill>
              </a:rPr>
              <a:t>       为了说明关联的性质，可以用关联类来记录关联的一些附加信息。关联类与一般类一样，可以定义其属性、操作和关联。关联类用一条虚线与关联连接。</a:t>
            </a:r>
          </a:p>
          <a:p>
            <a:pPr indent="0">
              <a:lnSpc>
                <a:spcPct val="120000"/>
              </a:lnSpc>
              <a:buNone/>
            </a:pPr>
            <a:r>
              <a:rPr lang="zh-CN" altLang="en-US" dirty="0">
                <a:solidFill>
                  <a:schemeClr val="tx1"/>
                </a:solidFill>
              </a:rPr>
              <a:t>       例如，学生与所学习的课程具有关联关系，学生学习每门课程都可得到相应的学分、成绩</a:t>
            </a:r>
            <a:r>
              <a:rPr lang="zh-CN" altLang="en-US">
                <a:solidFill>
                  <a:schemeClr val="tx1"/>
                </a:solidFill>
              </a:rPr>
              <a:t>。图</a:t>
            </a:r>
            <a:r>
              <a:rPr lang="en-US" altLang="zh-CN" dirty="0">
                <a:solidFill>
                  <a:schemeClr val="tx1"/>
                </a:solidFill>
              </a:rPr>
              <a:t>6-7</a:t>
            </a:r>
            <a:r>
              <a:rPr lang="zh-CN" altLang="en-US" dirty="0">
                <a:solidFill>
                  <a:schemeClr val="tx1"/>
                </a:solidFill>
              </a:rPr>
              <a:t>是学生类与课程类关联关系的关联类图示。</a:t>
            </a:r>
          </a:p>
        </p:txBody>
      </p:sp>
      <p:pic>
        <p:nvPicPr>
          <p:cNvPr id="158722" name="Picture 20" descr="6-7"/>
          <p:cNvPicPr>
            <a:picLocks noChangeAspect="1" noChangeArrowheads="1"/>
          </p:cNvPicPr>
          <p:nvPr/>
        </p:nvPicPr>
        <p:blipFill>
          <a:blip r:embed="rId4" cstate="print"/>
          <a:srcRect/>
          <a:stretch>
            <a:fillRect/>
          </a:stretch>
        </p:blipFill>
        <p:spPr bwMode="auto">
          <a:xfrm>
            <a:off x="7720564" y="3261360"/>
            <a:ext cx="3467502" cy="1996440"/>
          </a:xfrm>
          <a:prstGeom prst="rect">
            <a:avLst/>
          </a:prstGeom>
          <a:noFill/>
          <a:ln w="9525">
            <a:noFill/>
            <a:miter lim="800000"/>
            <a:headEnd/>
            <a:tailEnd/>
          </a:ln>
        </p:spPr>
      </p:pic>
      <p:sp>
        <p:nvSpPr>
          <p:cNvPr id="13" name="矩形 12"/>
          <p:cNvSpPr/>
          <p:nvPr/>
        </p:nvSpPr>
        <p:spPr>
          <a:xfrm>
            <a:off x="8417897" y="5454134"/>
            <a:ext cx="2031325" cy="369332"/>
          </a:xfrm>
          <a:prstGeom prst="rect">
            <a:avLst/>
          </a:prstGeom>
        </p:spPr>
        <p:txBody>
          <a:bodyPr wrap="none">
            <a:spAutoFit/>
          </a:bodyPr>
          <a:lstStyle/>
          <a:p>
            <a:r>
              <a:rPr lang="zh-CN" altLang="en-US" dirty="0"/>
              <a:t>图</a:t>
            </a:r>
            <a:r>
              <a:rPr lang="en-US" dirty="0"/>
              <a:t>6-7  </a:t>
            </a:r>
            <a:r>
              <a:rPr lang="zh-CN" altLang="en-US" dirty="0"/>
              <a:t>关联类图示</a:t>
            </a:r>
          </a:p>
        </p:txBody>
      </p:sp>
    </p:spTree>
  </p:cSld>
  <p:clrMapOvr>
    <a:masterClrMapping/>
  </p:clrMapOvr>
  <p:transition>
    <p:diamond/>
  </p:transition>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694801" y="360000"/>
            <a:ext cx="5401200" cy="523220"/>
          </a:xfrm>
        </p:spPr>
        <p:txBody>
          <a:bodyPr>
            <a:normAutofit/>
          </a:bodyPr>
          <a:lstStyle/>
          <a:p>
            <a:r>
              <a:rPr lang="en-US" altLang="zh-CN" dirty="0">
                <a:sym typeface="+mn-ea"/>
              </a:rPr>
              <a:t>6.3 UML</a:t>
            </a:r>
            <a:r>
              <a:rPr lang="zh-CN" altLang="en-US" dirty="0">
                <a:sym typeface="+mn-ea"/>
              </a:rPr>
              <a:t>图</a:t>
            </a:r>
            <a:endParaRPr lang="zh-CN" altLang="en-US" dirty="0"/>
          </a:p>
        </p:txBody>
      </p:sp>
      <p:sp>
        <p:nvSpPr>
          <p:cNvPr id="5" name="文本占位符 4">
            <a:extLst>
              <a:ext uri="{FF2B5EF4-FFF2-40B4-BE49-F238E27FC236}">
                <a16:creationId xmlns:a16="http://schemas.microsoft.com/office/drawing/2014/main" id="{FE4BBF3B-78FE-5DA4-4718-E0311BB06031}"/>
              </a:ext>
            </a:extLst>
          </p:cNvPr>
          <p:cNvSpPr>
            <a:spLocks noGrp="1"/>
          </p:cNvSpPr>
          <p:nvPr>
            <p:ph type="body" sz="quarter" idx="10"/>
          </p:nvPr>
        </p:nvSpPr>
        <p:spPr>
          <a:xfrm>
            <a:off x="900001" y="1322832"/>
            <a:ext cx="5196000" cy="400110"/>
          </a:xfrm>
        </p:spPr>
        <p:txBody>
          <a:bodyPr/>
          <a:lstStyle/>
          <a:p>
            <a:r>
              <a:rPr lang="en-US" altLang="zh-CN" dirty="0"/>
              <a:t>6.3.2 </a:t>
            </a:r>
            <a:r>
              <a:rPr lang="zh-CN" altLang="en-US" dirty="0"/>
              <a:t>类图和包</a:t>
            </a:r>
          </a:p>
        </p:txBody>
      </p:sp>
      <p:sp>
        <p:nvSpPr>
          <p:cNvPr id="19" name="MH_SubTitle_2"/>
          <p:cNvSpPr/>
          <p:nvPr>
            <p:custDataLst>
              <p:tags r:id="rId1"/>
            </p:custDataLst>
          </p:nvPr>
        </p:nvSpPr>
        <p:spPr>
          <a:xfrm flipH="1">
            <a:off x="8680450" y="1864360"/>
            <a:ext cx="3511550" cy="733425"/>
          </a:xfrm>
          <a:prstGeom prst="homePlate">
            <a:avLst/>
          </a:prstGeom>
          <a:solidFill>
            <a:srgbClr val="C698E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r>
              <a:rPr lang="zh-CN" altLang="en-US" sz="2400" b="1" dirty="0">
                <a:solidFill>
                  <a:schemeClr val="bg1"/>
                </a:solidFill>
                <a:latin typeface="微软雅黑" panose="020B0503020204020204" charset="-122"/>
                <a:ea typeface="微软雅黑" panose="020B0503020204020204" charset="-122"/>
                <a:cs typeface="黑体" panose="02010609060101010101" pitchFamily="49" charset="-122"/>
              </a:rPr>
              <a:t>聚集</a:t>
            </a:r>
          </a:p>
        </p:txBody>
      </p:sp>
      <p:sp>
        <p:nvSpPr>
          <p:cNvPr id="22" name="MH_Desc_1"/>
          <p:cNvSpPr/>
          <p:nvPr>
            <p:custDataLst>
              <p:tags r:id="rId2"/>
            </p:custDataLst>
          </p:nvPr>
        </p:nvSpPr>
        <p:spPr>
          <a:xfrm>
            <a:off x="1364615" y="2233930"/>
            <a:ext cx="5746115" cy="3776345"/>
          </a:xfrm>
          <a:custGeom>
            <a:avLst/>
            <a:gdLst>
              <a:gd name="connsiteX0" fmla="*/ 0 w 3456384"/>
              <a:gd name="connsiteY0" fmla="*/ 3836610 h 3882329"/>
              <a:gd name="connsiteX1" fmla="*/ 3456384 w 3456384"/>
              <a:gd name="connsiteY1" fmla="*/ 3836610 h 3882329"/>
              <a:gd name="connsiteX2" fmla="*/ 3456384 w 3456384"/>
              <a:gd name="connsiteY2" fmla="*/ 3882329 h 3882329"/>
              <a:gd name="connsiteX3" fmla="*/ 0 w 3456384"/>
              <a:gd name="connsiteY3" fmla="*/ 3882329 h 3882329"/>
              <a:gd name="connsiteX4" fmla="*/ 0 w 3456384"/>
              <a:gd name="connsiteY4" fmla="*/ 0 h 3882329"/>
              <a:gd name="connsiteX5" fmla="*/ 3456384 w 3456384"/>
              <a:gd name="connsiteY5" fmla="*/ 0 h 3882329"/>
              <a:gd name="connsiteX6" fmla="*/ 3456384 w 3456384"/>
              <a:gd name="connsiteY6" fmla="*/ 45719 h 3882329"/>
              <a:gd name="connsiteX7" fmla="*/ 0 w 3456384"/>
              <a:gd name="connsiteY7" fmla="*/ 45719 h 3882329"/>
              <a:gd name="connsiteX0-1" fmla="*/ 0 w 3456384"/>
              <a:gd name="connsiteY0-2" fmla="*/ 3836610 h 3882329"/>
              <a:gd name="connsiteX1-3" fmla="*/ 3456384 w 3456384"/>
              <a:gd name="connsiteY1-4" fmla="*/ 3836610 h 3882329"/>
              <a:gd name="connsiteX2-5" fmla="*/ 3456384 w 3456384"/>
              <a:gd name="connsiteY2-6" fmla="*/ 3882329 h 3882329"/>
              <a:gd name="connsiteX3-7" fmla="*/ 0 w 3456384"/>
              <a:gd name="connsiteY3-8" fmla="*/ 3882329 h 3882329"/>
              <a:gd name="connsiteX4-9" fmla="*/ 0 w 3456384"/>
              <a:gd name="connsiteY4-10" fmla="*/ 3836610 h 3882329"/>
              <a:gd name="connsiteX5-11" fmla="*/ 0 w 3456384"/>
              <a:gd name="connsiteY5-12" fmla="*/ 0 h 3882329"/>
              <a:gd name="connsiteX6-13" fmla="*/ 3456384 w 3456384"/>
              <a:gd name="connsiteY6-14" fmla="*/ 0 h 3882329"/>
              <a:gd name="connsiteX7-15" fmla="*/ 3456384 w 3456384"/>
              <a:gd name="connsiteY7-16" fmla="*/ 45719 h 3882329"/>
              <a:gd name="connsiteX8" fmla="*/ 0 w 3456384"/>
              <a:gd name="connsiteY8" fmla="*/ 0 h 3882329"/>
              <a:gd name="connsiteX0-17" fmla="*/ 0 w 3456384"/>
              <a:gd name="connsiteY0-18" fmla="*/ 3836610 h 3882329"/>
              <a:gd name="connsiteX1-19" fmla="*/ 3456384 w 3456384"/>
              <a:gd name="connsiteY1-20" fmla="*/ 3836610 h 3882329"/>
              <a:gd name="connsiteX2-21" fmla="*/ 3456384 w 3456384"/>
              <a:gd name="connsiteY2-22" fmla="*/ 3882329 h 3882329"/>
              <a:gd name="connsiteX3-23" fmla="*/ 0 w 3456384"/>
              <a:gd name="connsiteY3-24" fmla="*/ 3882329 h 3882329"/>
              <a:gd name="connsiteX4-25" fmla="*/ 0 w 3456384"/>
              <a:gd name="connsiteY4-26" fmla="*/ 3836610 h 3882329"/>
              <a:gd name="connsiteX5-27" fmla="*/ 0 w 3456384"/>
              <a:gd name="connsiteY5-28" fmla="*/ 0 h 3882329"/>
              <a:gd name="connsiteX6-29" fmla="*/ 3456384 w 3456384"/>
              <a:gd name="connsiteY6-30" fmla="*/ 0 h 3882329"/>
              <a:gd name="connsiteX7-31" fmla="*/ 0 w 3456384"/>
              <a:gd name="connsiteY7-32" fmla="*/ 0 h 3882329"/>
              <a:gd name="connsiteX0-33" fmla="*/ 0 w 3456384"/>
              <a:gd name="connsiteY0-34" fmla="*/ 3836610 h 3882329"/>
              <a:gd name="connsiteX1-35" fmla="*/ 3456384 w 3456384"/>
              <a:gd name="connsiteY1-36" fmla="*/ 3836610 h 3882329"/>
              <a:gd name="connsiteX2-37" fmla="*/ 3456384 w 3456384"/>
              <a:gd name="connsiteY2-38" fmla="*/ 3882329 h 3882329"/>
              <a:gd name="connsiteX3-39" fmla="*/ 0 w 3456384"/>
              <a:gd name="connsiteY3-40" fmla="*/ 3882329 h 3882329"/>
              <a:gd name="connsiteX4-41" fmla="*/ 0 w 3456384"/>
              <a:gd name="connsiteY4-42" fmla="*/ 3836610 h 3882329"/>
              <a:gd name="connsiteX5-43" fmla="*/ 0 w 3456384"/>
              <a:gd name="connsiteY5-44" fmla="*/ 0 h 3882329"/>
              <a:gd name="connsiteX6-45" fmla="*/ 3456384 w 3456384"/>
              <a:gd name="connsiteY6-46" fmla="*/ 0 h 3882329"/>
              <a:gd name="connsiteX7-47" fmla="*/ 0 w 3456384"/>
              <a:gd name="connsiteY7-48" fmla="*/ 0 h 3882329"/>
              <a:gd name="connsiteX0-49" fmla="*/ 0 w 3456384"/>
              <a:gd name="connsiteY0-50" fmla="*/ 3836610 h 3882329"/>
              <a:gd name="connsiteX1-51" fmla="*/ 3456384 w 3456384"/>
              <a:gd name="connsiteY1-52" fmla="*/ 3836610 h 3882329"/>
              <a:gd name="connsiteX2-53" fmla="*/ 3456384 w 3456384"/>
              <a:gd name="connsiteY2-54" fmla="*/ 3882329 h 3882329"/>
              <a:gd name="connsiteX3-55" fmla="*/ 0 w 3456384"/>
              <a:gd name="connsiteY3-56" fmla="*/ 3882329 h 3882329"/>
              <a:gd name="connsiteX4-57" fmla="*/ 0 w 3456384"/>
              <a:gd name="connsiteY4-58" fmla="*/ 3836610 h 3882329"/>
              <a:gd name="connsiteX5-59" fmla="*/ 0 w 3456384"/>
              <a:gd name="connsiteY5-60" fmla="*/ 0 h 3882329"/>
              <a:gd name="connsiteX6-61" fmla="*/ 3456384 w 3456384"/>
              <a:gd name="connsiteY6-62" fmla="*/ 0 h 3882329"/>
              <a:gd name="connsiteX7-63" fmla="*/ 0 w 3456384"/>
              <a:gd name="connsiteY7-64" fmla="*/ 0 h 3882329"/>
              <a:gd name="connsiteX0-65" fmla="*/ 0 w 3456384"/>
              <a:gd name="connsiteY0-66" fmla="*/ 3882329 h 3882329"/>
              <a:gd name="connsiteX1-67" fmla="*/ 3456384 w 3456384"/>
              <a:gd name="connsiteY1-68" fmla="*/ 3836610 h 3882329"/>
              <a:gd name="connsiteX2-69" fmla="*/ 3456384 w 3456384"/>
              <a:gd name="connsiteY2-70" fmla="*/ 3882329 h 3882329"/>
              <a:gd name="connsiteX3-71" fmla="*/ 0 w 3456384"/>
              <a:gd name="connsiteY3-72" fmla="*/ 3882329 h 3882329"/>
              <a:gd name="connsiteX4-73" fmla="*/ 0 w 3456384"/>
              <a:gd name="connsiteY4-74" fmla="*/ 0 h 3882329"/>
              <a:gd name="connsiteX5-75" fmla="*/ 3456384 w 3456384"/>
              <a:gd name="connsiteY5-76" fmla="*/ 0 h 3882329"/>
              <a:gd name="connsiteX6-77" fmla="*/ 0 w 3456384"/>
              <a:gd name="connsiteY6-78" fmla="*/ 0 h 3882329"/>
              <a:gd name="connsiteX0-79" fmla="*/ 0 w 3456384"/>
              <a:gd name="connsiteY0-80" fmla="*/ 3882329 h 3882329"/>
              <a:gd name="connsiteX1-81" fmla="*/ 3456384 w 3456384"/>
              <a:gd name="connsiteY1-82" fmla="*/ 3882329 h 3882329"/>
              <a:gd name="connsiteX2-83" fmla="*/ 0 w 3456384"/>
              <a:gd name="connsiteY2-84" fmla="*/ 3882329 h 3882329"/>
              <a:gd name="connsiteX3-85" fmla="*/ 0 w 3456384"/>
              <a:gd name="connsiteY3-86" fmla="*/ 0 h 3882329"/>
              <a:gd name="connsiteX4-87" fmla="*/ 3456384 w 3456384"/>
              <a:gd name="connsiteY4-88" fmla="*/ 0 h 3882329"/>
              <a:gd name="connsiteX5-89" fmla="*/ 0 w 3456384"/>
              <a:gd name="connsiteY5-90" fmla="*/ 0 h 3882329"/>
              <a:gd name="connsiteX0-91" fmla="*/ 0 w 3456384"/>
              <a:gd name="connsiteY0-92" fmla="*/ 3882329 h 3882329"/>
              <a:gd name="connsiteX1-93" fmla="*/ 3456384 w 3456384"/>
              <a:gd name="connsiteY1-94" fmla="*/ 3882329 h 3882329"/>
              <a:gd name="connsiteX2-95" fmla="*/ 0 w 3456384"/>
              <a:gd name="connsiteY2-96" fmla="*/ 3882329 h 3882329"/>
              <a:gd name="connsiteX3-97" fmla="*/ 0 w 3456384"/>
              <a:gd name="connsiteY3-98" fmla="*/ 0 h 3882329"/>
              <a:gd name="connsiteX4-99" fmla="*/ 3456384 w 3456384"/>
              <a:gd name="connsiteY4-100" fmla="*/ 0 h 3882329"/>
              <a:gd name="connsiteX5-101" fmla="*/ 0 w 3456384"/>
              <a:gd name="connsiteY5-102" fmla="*/ 0 h 3882329"/>
              <a:gd name="connsiteX0-103" fmla="*/ 0 w 3456384"/>
              <a:gd name="connsiteY0-104" fmla="*/ 3882329 h 3882329"/>
              <a:gd name="connsiteX1-105" fmla="*/ 3456384 w 3456384"/>
              <a:gd name="connsiteY1-106" fmla="*/ 3882329 h 3882329"/>
              <a:gd name="connsiteX2-107" fmla="*/ 0 w 3456384"/>
              <a:gd name="connsiteY2-108" fmla="*/ 3882329 h 3882329"/>
              <a:gd name="connsiteX3-109" fmla="*/ 0 w 3456384"/>
              <a:gd name="connsiteY3-110" fmla="*/ 0 h 3882329"/>
              <a:gd name="connsiteX4-111" fmla="*/ 3456384 w 3456384"/>
              <a:gd name="connsiteY4-112" fmla="*/ 0 h 3882329"/>
              <a:gd name="connsiteX5-113" fmla="*/ 0 w 3456384"/>
              <a:gd name="connsiteY5-114" fmla="*/ 0 h 3882329"/>
            </a:gdLst>
            <a:ahLst/>
            <a:cxnLst>
              <a:cxn ang="0">
                <a:pos x="connsiteX0-1" y="connsiteY0-2"/>
              </a:cxn>
              <a:cxn ang="0">
                <a:pos x="connsiteX1-3" y="connsiteY1-4"/>
              </a:cxn>
              <a:cxn ang="0">
                <a:pos x="connsiteX2-5" y="connsiteY2-6"/>
              </a:cxn>
              <a:cxn ang="0">
                <a:pos x="connsiteX3-7" y="connsiteY3-8"/>
              </a:cxn>
              <a:cxn ang="0">
                <a:pos x="connsiteX4-9" y="connsiteY4-10"/>
              </a:cxn>
              <a:cxn ang="0">
                <a:pos x="connsiteX5-11" y="connsiteY5-12"/>
              </a:cxn>
            </a:cxnLst>
            <a:rect l="l" t="t" r="r" b="b"/>
            <a:pathLst>
              <a:path w="3456384" h="3882329">
                <a:moveTo>
                  <a:pt x="0" y="3882329"/>
                </a:moveTo>
                <a:lnTo>
                  <a:pt x="3456384" y="3882329"/>
                </a:lnTo>
                <a:lnTo>
                  <a:pt x="0" y="3882329"/>
                </a:lnTo>
                <a:close/>
                <a:moveTo>
                  <a:pt x="0" y="0"/>
                </a:moveTo>
                <a:lnTo>
                  <a:pt x="3456384" y="0"/>
                </a:lnTo>
                <a:lnTo>
                  <a:pt x="0" y="0"/>
                </a:lnTo>
                <a:close/>
              </a:path>
            </a:pathLst>
          </a:custGeom>
          <a:ln w="3175">
            <a:solidFill>
              <a:srgbClr val="B2B2B2"/>
            </a:solidFill>
            <a:round/>
          </a:ln>
        </p:spPr>
        <p:style>
          <a:lnRef idx="2">
            <a:schemeClr val="accent1">
              <a:shade val="50000"/>
            </a:schemeClr>
          </a:lnRef>
          <a:fillRef idx="1">
            <a:schemeClr val="accent1"/>
          </a:fillRef>
          <a:effectRef idx="0">
            <a:schemeClr val="accent1"/>
          </a:effectRef>
          <a:fontRef idx="minor">
            <a:schemeClr val="lt1"/>
          </a:fontRef>
        </p:style>
        <p:txBody>
          <a:bodyPr lIns="0" tIns="72000" rIns="0" bIns="72000" anchor="ctr">
            <a:noAutofit/>
          </a:bodyPr>
          <a:lstStyle/>
          <a:p>
            <a:pPr indent="0">
              <a:lnSpc>
                <a:spcPct val="120000"/>
              </a:lnSpc>
              <a:buNone/>
            </a:pPr>
            <a:r>
              <a:rPr lang="en-US" dirty="0">
                <a:solidFill>
                  <a:schemeClr val="tx1"/>
                </a:solidFill>
              </a:rPr>
              <a:t>   </a:t>
            </a:r>
            <a:r>
              <a:rPr dirty="0">
                <a:solidFill>
                  <a:schemeClr val="tx1"/>
                </a:solidFill>
              </a:rPr>
              <a:t>   聚集表示类与类之间的关系是整体与部分的关系。在需求分析时，使用“包含”、“组成”、“分为”等词时，意味着存在聚集关系。</a:t>
            </a:r>
          </a:p>
          <a:p>
            <a:pPr indent="0">
              <a:lnSpc>
                <a:spcPct val="120000"/>
              </a:lnSpc>
              <a:buNone/>
            </a:pPr>
            <a:r>
              <a:rPr dirty="0">
                <a:solidFill>
                  <a:schemeClr val="tx1"/>
                </a:solidFill>
              </a:rPr>
              <a:t>      聚集关系除了一般聚集关系，还有两个特殊的聚集关系，即共享聚集和复合聚集。</a:t>
            </a:r>
          </a:p>
          <a:p>
            <a:pPr marL="285750" indent="-285750">
              <a:lnSpc>
                <a:spcPct val="120000"/>
              </a:lnSpc>
              <a:buFont typeface="Wingdings" panose="05000000000000000000" charset="0"/>
              <a:buChar char="Ø"/>
            </a:pPr>
            <a:r>
              <a:rPr dirty="0">
                <a:solidFill>
                  <a:schemeClr val="tx1"/>
                </a:solidFill>
              </a:rPr>
              <a:t>共享聚集</a:t>
            </a:r>
          </a:p>
          <a:p>
            <a:pPr indent="457200">
              <a:lnSpc>
                <a:spcPct val="120000"/>
              </a:lnSpc>
            </a:pPr>
            <a:r>
              <a:rPr dirty="0">
                <a:solidFill>
                  <a:schemeClr val="tx1"/>
                </a:solidFill>
              </a:rPr>
              <a:t>部分对象可同时参与多个整体对象的构成，称为共享聚集。例如，学生可参加多个学生社团组织。</a:t>
            </a:r>
          </a:p>
          <a:p>
            <a:pPr indent="457200">
              <a:lnSpc>
                <a:spcPct val="120000"/>
              </a:lnSpc>
            </a:pPr>
            <a:r>
              <a:rPr dirty="0" err="1">
                <a:solidFill>
                  <a:schemeClr val="tx1"/>
                </a:solidFill>
              </a:rPr>
              <a:t>一般聚集和共享聚集的表示符号都是在整体类的旁边画一空心菱形，用直线连接部分类</a:t>
            </a:r>
            <a:r>
              <a:rPr lang="zh-CN" altLang="en-US" dirty="0">
                <a:solidFill>
                  <a:schemeClr val="tx1"/>
                </a:solidFill>
              </a:rPr>
              <a:t>。</a:t>
            </a:r>
            <a:endParaRPr dirty="0">
              <a:solidFill>
                <a:schemeClr val="tx1"/>
              </a:solidFill>
            </a:endParaRPr>
          </a:p>
        </p:txBody>
      </p:sp>
      <p:pic>
        <p:nvPicPr>
          <p:cNvPr id="2" name="图片 161"/>
          <p:cNvPicPr>
            <a:picLocks noChangeAspect="1"/>
          </p:cNvPicPr>
          <p:nvPr/>
        </p:nvPicPr>
        <p:blipFill>
          <a:blip r:embed="rId4" cstate="print"/>
          <a:stretch>
            <a:fillRect/>
          </a:stretch>
        </p:blipFill>
        <p:spPr>
          <a:xfrm>
            <a:off x="7433310" y="3700780"/>
            <a:ext cx="4420235" cy="634365"/>
          </a:xfrm>
          <a:prstGeom prst="rect">
            <a:avLst/>
          </a:prstGeom>
          <a:noFill/>
          <a:ln w="9525">
            <a:noFill/>
          </a:ln>
        </p:spPr>
      </p:pic>
    </p:spTree>
  </p:cSld>
  <p:clrMapOvr>
    <a:masterClrMapping/>
  </p:clrMapOvr>
  <p:transition>
    <p:diamond/>
  </p:transition>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694801" y="360000"/>
            <a:ext cx="5401200" cy="523220"/>
          </a:xfrm>
        </p:spPr>
        <p:txBody>
          <a:bodyPr>
            <a:normAutofit/>
          </a:bodyPr>
          <a:lstStyle/>
          <a:p>
            <a:r>
              <a:rPr lang="en-US" altLang="zh-CN" dirty="0">
                <a:sym typeface="+mn-ea"/>
              </a:rPr>
              <a:t>6.3 UML</a:t>
            </a:r>
            <a:r>
              <a:rPr lang="zh-CN" altLang="en-US" dirty="0">
                <a:sym typeface="+mn-ea"/>
              </a:rPr>
              <a:t>图</a:t>
            </a:r>
            <a:endParaRPr lang="zh-CN" altLang="en-US" dirty="0"/>
          </a:p>
        </p:txBody>
      </p:sp>
      <p:sp>
        <p:nvSpPr>
          <p:cNvPr id="6" name="文本占位符 5">
            <a:extLst>
              <a:ext uri="{FF2B5EF4-FFF2-40B4-BE49-F238E27FC236}">
                <a16:creationId xmlns:a16="http://schemas.microsoft.com/office/drawing/2014/main" id="{90635A89-B9A1-7488-09DE-4AFB823E8E45}"/>
              </a:ext>
            </a:extLst>
          </p:cNvPr>
          <p:cNvSpPr>
            <a:spLocks noGrp="1"/>
          </p:cNvSpPr>
          <p:nvPr>
            <p:ph type="body" sz="quarter" idx="10"/>
          </p:nvPr>
        </p:nvSpPr>
        <p:spPr>
          <a:xfrm>
            <a:off x="900001" y="1322832"/>
            <a:ext cx="5196000" cy="400110"/>
          </a:xfrm>
        </p:spPr>
        <p:txBody>
          <a:bodyPr/>
          <a:lstStyle/>
          <a:p>
            <a:r>
              <a:rPr lang="en-US" altLang="zh-CN" dirty="0"/>
              <a:t>6.3.2 </a:t>
            </a:r>
            <a:r>
              <a:rPr lang="zh-CN" altLang="en-US" dirty="0"/>
              <a:t>类图和包</a:t>
            </a:r>
          </a:p>
        </p:txBody>
      </p:sp>
      <p:sp>
        <p:nvSpPr>
          <p:cNvPr id="22" name="MH_Desc_1"/>
          <p:cNvSpPr/>
          <p:nvPr>
            <p:custDataLst>
              <p:tags r:id="rId1"/>
            </p:custDataLst>
          </p:nvPr>
        </p:nvSpPr>
        <p:spPr>
          <a:xfrm>
            <a:off x="901065" y="2301875"/>
            <a:ext cx="6005195" cy="3757930"/>
          </a:xfrm>
          <a:custGeom>
            <a:avLst/>
            <a:gdLst>
              <a:gd name="connsiteX0" fmla="*/ 0 w 3456384"/>
              <a:gd name="connsiteY0" fmla="*/ 3836610 h 3882329"/>
              <a:gd name="connsiteX1" fmla="*/ 3456384 w 3456384"/>
              <a:gd name="connsiteY1" fmla="*/ 3836610 h 3882329"/>
              <a:gd name="connsiteX2" fmla="*/ 3456384 w 3456384"/>
              <a:gd name="connsiteY2" fmla="*/ 3882329 h 3882329"/>
              <a:gd name="connsiteX3" fmla="*/ 0 w 3456384"/>
              <a:gd name="connsiteY3" fmla="*/ 3882329 h 3882329"/>
              <a:gd name="connsiteX4" fmla="*/ 0 w 3456384"/>
              <a:gd name="connsiteY4" fmla="*/ 0 h 3882329"/>
              <a:gd name="connsiteX5" fmla="*/ 3456384 w 3456384"/>
              <a:gd name="connsiteY5" fmla="*/ 0 h 3882329"/>
              <a:gd name="connsiteX6" fmla="*/ 3456384 w 3456384"/>
              <a:gd name="connsiteY6" fmla="*/ 45719 h 3882329"/>
              <a:gd name="connsiteX7" fmla="*/ 0 w 3456384"/>
              <a:gd name="connsiteY7" fmla="*/ 45719 h 3882329"/>
              <a:gd name="connsiteX0-1" fmla="*/ 0 w 3456384"/>
              <a:gd name="connsiteY0-2" fmla="*/ 3836610 h 3882329"/>
              <a:gd name="connsiteX1-3" fmla="*/ 3456384 w 3456384"/>
              <a:gd name="connsiteY1-4" fmla="*/ 3836610 h 3882329"/>
              <a:gd name="connsiteX2-5" fmla="*/ 3456384 w 3456384"/>
              <a:gd name="connsiteY2-6" fmla="*/ 3882329 h 3882329"/>
              <a:gd name="connsiteX3-7" fmla="*/ 0 w 3456384"/>
              <a:gd name="connsiteY3-8" fmla="*/ 3882329 h 3882329"/>
              <a:gd name="connsiteX4-9" fmla="*/ 0 w 3456384"/>
              <a:gd name="connsiteY4-10" fmla="*/ 3836610 h 3882329"/>
              <a:gd name="connsiteX5-11" fmla="*/ 0 w 3456384"/>
              <a:gd name="connsiteY5-12" fmla="*/ 0 h 3882329"/>
              <a:gd name="connsiteX6-13" fmla="*/ 3456384 w 3456384"/>
              <a:gd name="connsiteY6-14" fmla="*/ 0 h 3882329"/>
              <a:gd name="connsiteX7-15" fmla="*/ 3456384 w 3456384"/>
              <a:gd name="connsiteY7-16" fmla="*/ 45719 h 3882329"/>
              <a:gd name="connsiteX8" fmla="*/ 0 w 3456384"/>
              <a:gd name="connsiteY8" fmla="*/ 0 h 3882329"/>
              <a:gd name="connsiteX0-17" fmla="*/ 0 w 3456384"/>
              <a:gd name="connsiteY0-18" fmla="*/ 3836610 h 3882329"/>
              <a:gd name="connsiteX1-19" fmla="*/ 3456384 w 3456384"/>
              <a:gd name="connsiteY1-20" fmla="*/ 3836610 h 3882329"/>
              <a:gd name="connsiteX2-21" fmla="*/ 3456384 w 3456384"/>
              <a:gd name="connsiteY2-22" fmla="*/ 3882329 h 3882329"/>
              <a:gd name="connsiteX3-23" fmla="*/ 0 w 3456384"/>
              <a:gd name="connsiteY3-24" fmla="*/ 3882329 h 3882329"/>
              <a:gd name="connsiteX4-25" fmla="*/ 0 w 3456384"/>
              <a:gd name="connsiteY4-26" fmla="*/ 3836610 h 3882329"/>
              <a:gd name="connsiteX5-27" fmla="*/ 0 w 3456384"/>
              <a:gd name="connsiteY5-28" fmla="*/ 0 h 3882329"/>
              <a:gd name="connsiteX6-29" fmla="*/ 3456384 w 3456384"/>
              <a:gd name="connsiteY6-30" fmla="*/ 0 h 3882329"/>
              <a:gd name="connsiteX7-31" fmla="*/ 0 w 3456384"/>
              <a:gd name="connsiteY7-32" fmla="*/ 0 h 3882329"/>
              <a:gd name="connsiteX0-33" fmla="*/ 0 w 3456384"/>
              <a:gd name="connsiteY0-34" fmla="*/ 3836610 h 3882329"/>
              <a:gd name="connsiteX1-35" fmla="*/ 3456384 w 3456384"/>
              <a:gd name="connsiteY1-36" fmla="*/ 3836610 h 3882329"/>
              <a:gd name="connsiteX2-37" fmla="*/ 3456384 w 3456384"/>
              <a:gd name="connsiteY2-38" fmla="*/ 3882329 h 3882329"/>
              <a:gd name="connsiteX3-39" fmla="*/ 0 w 3456384"/>
              <a:gd name="connsiteY3-40" fmla="*/ 3882329 h 3882329"/>
              <a:gd name="connsiteX4-41" fmla="*/ 0 w 3456384"/>
              <a:gd name="connsiteY4-42" fmla="*/ 3836610 h 3882329"/>
              <a:gd name="connsiteX5-43" fmla="*/ 0 w 3456384"/>
              <a:gd name="connsiteY5-44" fmla="*/ 0 h 3882329"/>
              <a:gd name="connsiteX6-45" fmla="*/ 3456384 w 3456384"/>
              <a:gd name="connsiteY6-46" fmla="*/ 0 h 3882329"/>
              <a:gd name="connsiteX7-47" fmla="*/ 0 w 3456384"/>
              <a:gd name="connsiteY7-48" fmla="*/ 0 h 3882329"/>
              <a:gd name="connsiteX0-49" fmla="*/ 0 w 3456384"/>
              <a:gd name="connsiteY0-50" fmla="*/ 3836610 h 3882329"/>
              <a:gd name="connsiteX1-51" fmla="*/ 3456384 w 3456384"/>
              <a:gd name="connsiteY1-52" fmla="*/ 3836610 h 3882329"/>
              <a:gd name="connsiteX2-53" fmla="*/ 3456384 w 3456384"/>
              <a:gd name="connsiteY2-54" fmla="*/ 3882329 h 3882329"/>
              <a:gd name="connsiteX3-55" fmla="*/ 0 w 3456384"/>
              <a:gd name="connsiteY3-56" fmla="*/ 3882329 h 3882329"/>
              <a:gd name="connsiteX4-57" fmla="*/ 0 w 3456384"/>
              <a:gd name="connsiteY4-58" fmla="*/ 3836610 h 3882329"/>
              <a:gd name="connsiteX5-59" fmla="*/ 0 w 3456384"/>
              <a:gd name="connsiteY5-60" fmla="*/ 0 h 3882329"/>
              <a:gd name="connsiteX6-61" fmla="*/ 3456384 w 3456384"/>
              <a:gd name="connsiteY6-62" fmla="*/ 0 h 3882329"/>
              <a:gd name="connsiteX7-63" fmla="*/ 0 w 3456384"/>
              <a:gd name="connsiteY7-64" fmla="*/ 0 h 3882329"/>
              <a:gd name="connsiteX0-65" fmla="*/ 0 w 3456384"/>
              <a:gd name="connsiteY0-66" fmla="*/ 3882329 h 3882329"/>
              <a:gd name="connsiteX1-67" fmla="*/ 3456384 w 3456384"/>
              <a:gd name="connsiteY1-68" fmla="*/ 3836610 h 3882329"/>
              <a:gd name="connsiteX2-69" fmla="*/ 3456384 w 3456384"/>
              <a:gd name="connsiteY2-70" fmla="*/ 3882329 h 3882329"/>
              <a:gd name="connsiteX3-71" fmla="*/ 0 w 3456384"/>
              <a:gd name="connsiteY3-72" fmla="*/ 3882329 h 3882329"/>
              <a:gd name="connsiteX4-73" fmla="*/ 0 w 3456384"/>
              <a:gd name="connsiteY4-74" fmla="*/ 0 h 3882329"/>
              <a:gd name="connsiteX5-75" fmla="*/ 3456384 w 3456384"/>
              <a:gd name="connsiteY5-76" fmla="*/ 0 h 3882329"/>
              <a:gd name="connsiteX6-77" fmla="*/ 0 w 3456384"/>
              <a:gd name="connsiteY6-78" fmla="*/ 0 h 3882329"/>
              <a:gd name="connsiteX0-79" fmla="*/ 0 w 3456384"/>
              <a:gd name="connsiteY0-80" fmla="*/ 3882329 h 3882329"/>
              <a:gd name="connsiteX1-81" fmla="*/ 3456384 w 3456384"/>
              <a:gd name="connsiteY1-82" fmla="*/ 3882329 h 3882329"/>
              <a:gd name="connsiteX2-83" fmla="*/ 0 w 3456384"/>
              <a:gd name="connsiteY2-84" fmla="*/ 3882329 h 3882329"/>
              <a:gd name="connsiteX3-85" fmla="*/ 0 w 3456384"/>
              <a:gd name="connsiteY3-86" fmla="*/ 0 h 3882329"/>
              <a:gd name="connsiteX4-87" fmla="*/ 3456384 w 3456384"/>
              <a:gd name="connsiteY4-88" fmla="*/ 0 h 3882329"/>
              <a:gd name="connsiteX5-89" fmla="*/ 0 w 3456384"/>
              <a:gd name="connsiteY5-90" fmla="*/ 0 h 3882329"/>
              <a:gd name="connsiteX0-91" fmla="*/ 0 w 3456384"/>
              <a:gd name="connsiteY0-92" fmla="*/ 3882329 h 3882329"/>
              <a:gd name="connsiteX1-93" fmla="*/ 3456384 w 3456384"/>
              <a:gd name="connsiteY1-94" fmla="*/ 3882329 h 3882329"/>
              <a:gd name="connsiteX2-95" fmla="*/ 0 w 3456384"/>
              <a:gd name="connsiteY2-96" fmla="*/ 3882329 h 3882329"/>
              <a:gd name="connsiteX3-97" fmla="*/ 0 w 3456384"/>
              <a:gd name="connsiteY3-98" fmla="*/ 0 h 3882329"/>
              <a:gd name="connsiteX4-99" fmla="*/ 3456384 w 3456384"/>
              <a:gd name="connsiteY4-100" fmla="*/ 0 h 3882329"/>
              <a:gd name="connsiteX5-101" fmla="*/ 0 w 3456384"/>
              <a:gd name="connsiteY5-102" fmla="*/ 0 h 3882329"/>
              <a:gd name="connsiteX0-103" fmla="*/ 0 w 3456384"/>
              <a:gd name="connsiteY0-104" fmla="*/ 3882329 h 3882329"/>
              <a:gd name="connsiteX1-105" fmla="*/ 3456384 w 3456384"/>
              <a:gd name="connsiteY1-106" fmla="*/ 3882329 h 3882329"/>
              <a:gd name="connsiteX2-107" fmla="*/ 0 w 3456384"/>
              <a:gd name="connsiteY2-108" fmla="*/ 3882329 h 3882329"/>
              <a:gd name="connsiteX3-109" fmla="*/ 0 w 3456384"/>
              <a:gd name="connsiteY3-110" fmla="*/ 0 h 3882329"/>
              <a:gd name="connsiteX4-111" fmla="*/ 3456384 w 3456384"/>
              <a:gd name="connsiteY4-112" fmla="*/ 0 h 3882329"/>
              <a:gd name="connsiteX5-113" fmla="*/ 0 w 3456384"/>
              <a:gd name="connsiteY5-114" fmla="*/ 0 h 3882329"/>
            </a:gdLst>
            <a:ahLst/>
            <a:cxnLst>
              <a:cxn ang="0">
                <a:pos x="connsiteX0-1" y="connsiteY0-2"/>
              </a:cxn>
              <a:cxn ang="0">
                <a:pos x="connsiteX1-3" y="connsiteY1-4"/>
              </a:cxn>
              <a:cxn ang="0">
                <a:pos x="connsiteX2-5" y="connsiteY2-6"/>
              </a:cxn>
              <a:cxn ang="0">
                <a:pos x="connsiteX3-7" y="connsiteY3-8"/>
              </a:cxn>
              <a:cxn ang="0">
                <a:pos x="connsiteX4-9" y="connsiteY4-10"/>
              </a:cxn>
              <a:cxn ang="0">
                <a:pos x="connsiteX5-11" y="connsiteY5-12"/>
              </a:cxn>
            </a:cxnLst>
            <a:rect l="l" t="t" r="r" b="b"/>
            <a:pathLst>
              <a:path w="3456384" h="3882329">
                <a:moveTo>
                  <a:pt x="0" y="3882329"/>
                </a:moveTo>
                <a:lnTo>
                  <a:pt x="3456384" y="3882329"/>
                </a:lnTo>
                <a:lnTo>
                  <a:pt x="0" y="3882329"/>
                </a:lnTo>
                <a:close/>
                <a:moveTo>
                  <a:pt x="0" y="0"/>
                </a:moveTo>
                <a:lnTo>
                  <a:pt x="3456384" y="0"/>
                </a:lnTo>
                <a:lnTo>
                  <a:pt x="0" y="0"/>
                </a:lnTo>
                <a:close/>
              </a:path>
            </a:pathLst>
          </a:custGeom>
          <a:ln w="3175">
            <a:solidFill>
              <a:srgbClr val="B2B2B2"/>
            </a:solidFill>
            <a:round/>
          </a:ln>
        </p:spPr>
        <p:style>
          <a:lnRef idx="2">
            <a:schemeClr val="accent1">
              <a:shade val="50000"/>
            </a:schemeClr>
          </a:lnRef>
          <a:fillRef idx="1">
            <a:schemeClr val="accent1"/>
          </a:fillRef>
          <a:effectRef idx="0">
            <a:schemeClr val="accent1"/>
          </a:effectRef>
          <a:fontRef idx="minor">
            <a:schemeClr val="lt1"/>
          </a:fontRef>
        </p:style>
        <p:txBody>
          <a:bodyPr lIns="0" tIns="72000" rIns="0" bIns="72000" anchor="ctr">
            <a:noAutofit/>
          </a:bodyPr>
          <a:lstStyle/>
          <a:p>
            <a:pPr indent="0">
              <a:lnSpc>
                <a:spcPct val="120000"/>
              </a:lnSpc>
              <a:buFont typeface="Wingdings" panose="05000000000000000000" charset="0"/>
              <a:buNone/>
            </a:pPr>
            <a:endParaRPr dirty="0">
              <a:solidFill>
                <a:schemeClr val="tx1"/>
              </a:solidFill>
            </a:endParaRPr>
          </a:p>
          <a:p>
            <a:pPr marL="285750" indent="-285750">
              <a:lnSpc>
                <a:spcPct val="120000"/>
              </a:lnSpc>
              <a:buFont typeface="Wingdings" panose="05000000000000000000" charset="0"/>
              <a:buChar char="Ø"/>
            </a:pPr>
            <a:r>
              <a:rPr dirty="0">
                <a:solidFill>
                  <a:schemeClr val="tx1"/>
                </a:solidFill>
              </a:rPr>
              <a:t>复合聚集（组成）</a:t>
            </a:r>
          </a:p>
          <a:p>
            <a:pPr indent="457200">
              <a:lnSpc>
                <a:spcPct val="120000"/>
              </a:lnSpc>
            </a:pPr>
            <a:r>
              <a:rPr dirty="0">
                <a:solidFill>
                  <a:schemeClr val="tx1"/>
                </a:solidFill>
              </a:rPr>
              <a:t>如果部分类完全隶属于整体类，部分与整体共存亡，则称该聚集为复合聚集，简称为组成。组成关系用实心菱形表示。</a:t>
            </a:r>
          </a:p>
          <a:p>
            <a:pPr indent="457200">
              <a:lnSpc>
                <a:spcPct val="120000"/>
              </a:lnSpc>
            </a:pPr>
            <a:r>
              <a:rPr dirty="0">
                <a:solidFill>
                  <a:schemeClr val="tx1"/>
                </a:solidFill>
              </a:rPr>
              <a:t>例如，旅客列车由火车头和若干车厢组成，车厢分为软席、硬席、软席卧铺和硬席卧铺4种。图6-9是旅客列车组成图，是复合聚集图例。</a:t>
            </a:r>
          </a:p>
        </p:txBody>
      </p:sp>
      <p:pic>
        <p:nvPicPr>
          <p:cNvPr id="4" name="图片 162"/>
          <p:cNvPicPr>
            <a:picLocks noChangeAspect="1"/>
          </p:cNvPicPr>
          <p:nvPr/>
        </p:nvPicPr>
        <p:blipFill>
          <a:blip r:embed="rId4" cstate="print"/>
          <a:stretch>
            <a:fillRect/>
          </a:stretch>
        </p:blipFill>
        <p:spPr>
          <a:xfrm>
            <a:off x="7974965" y="2868295"/>
            <a:ext cx="3058795" cy="2764155"/>
          </a:xfrm>
          <a:prstGeom prst="rect">
            <a:avLst/>
          </a:prstGeom>
          <a:noFill/>
          <a:ln w="9525">
            <a:noFill/>
          </a:ln>
        </p:spPr>
      </p:pic>
      <p:sp>
        <p:nvSpPr>
          <p:cNvPr id="5" name="文本框 4"/>
          <p:cNvSpPr txBox="1"/>
          <p:nvPr/>
        </p:nvSpPr>
        <p:spPr>
          <a:xfrm>
            <a:off x="6964045" y="5744845"/>
            <a:ext cx="5080000" cy="365760"/>
          </a:xfrm>
          <a:prstGeom prst="rect">
            <a:avLst/>
          </a:prstGeom>
          <a:noFill/>
          <a:ln w="9525">
            <a:noFill/>
          </a:ln>
        </p:spPr>
        <p:txBody>
          <a:bodyPr>
            <a:spAutoFit/>
          </a:bodyPr>
          <a:lstStyle/>
          <a:p>
            <a:pPr marL="0" indent="0" algn="ctr"/>
            <a:r>
              <a:rPr lang="zh-CN" altLang="en-US" b="0" u="none" dirty="0">
                <a:latin typeface="黑体" panose="02010609060101010101" pitchFamily="49" charset="-122"/>
                <a:ea typeface="黑体" panose="02010609060101010101" pitchFamily="49" charset="-122"/>
                <a:cs typeface="黑体" panose="02010609060101010101" pitchFamily="49" charset="-122"/>
              </a:rPr>
              <a:t>图</a:t>
            </a:r>
            <a:r>
              <a:rPr lang="en-US" altLang="zh-CN" b="0" u="none" dirty="0">
                <a:latin typeface="黑体" panose="02010609060101010101" pitchFamily="49" charset="-122"/>
                <a:ea typeface="黑体" panose="02010609060101010101" pitchFamily="49" charset="-122"/>
                <a:cs typeface="黑体" panose="02010609060101010101" pitchFamily="49" charset="-122"/>
              </a:rPr>
              <a:t>6-9  </a:t>
            </a:r>
            <a:r>
              <a:rPr lang="zh-CN" altLang="en-US" b="0" u="none" dirty="0">
                <a:latin typeface="黑体" panose="02010609060101010101" pitchFamily="49" charset="-122"/>
                <a:ea typeface="黑体" panose="02010609060101010101" pitchFamily="49" charset="-122"/>
                <a:cs typeface="黑体" panose="02010609060101010101" pitchFamily="49" charset="-122"/>
              </a:rPr>
              <a:t>复合聚集图例</a:t>
            </a:r>
            <a:endParaRPr lang="zh-CN" altLang="en-US" dirty="0"/>
          </a:p>
        </p:txBody>
      </p:sp>
      <p:sp>
        <p:nvSpPr>
          <p:cNvPr id="2" name="MH_SubTitle_2">
            <a:extLst>
              <a:ext uri="{FF2B5EF4-FFF2-40B4-BE49-F238E27FC236}">
                <a16:creationId xmlns:a16="http://schemas.microsoft.com/office/drawing/2014/main" id="{2CDA713D-E796-9F4A-374E-1ED55FC7457A}"/>
              </a:ext>
            </a:extLst>
          </p:cNvPr>
          <p:cNvSpPr/>
          <p:nvPr>
            <p:custDataLst>
              <p:tags r:id="rId2"/>
            </p:custDataLst>
          </p:nvPr>
        </p:nvSpPr>
        <p:spPr>
          <a:xfrm flipH="1">
            <a:off x="8680450" y="1864360"/>
            <a:ext cx="3511550" cy="733425"/>
          </a:xfrm>
          <a:prstGeom prst="homePlate">
            <a:avLst/>
          </a:prstGeom>
          <a:solidFill>
            <a:srgbClr val="C698E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r>
              <a:rPr lang="zh-CN" altLang="en-US" sz="2400" b="1" dirty="0">
                <a:solidFill>
                  <a:schemeClr val="bg1"/>
                </a:solidFill>
                <a:latin typeface="微软雅黑" panose="020B0503020204020204" charset="-122"/>
                <a:ea typeface="微软雅黑" panose="020B0503020204020204" charset="-122"/>
                <a:cs typeface="黑体" panose="02010609060101010101" pitchFamily="49" charset="-122"/>
              </a:rPr>
              <a:t>聚集</a:t>
            </a:r>
          </a:p>
        </p:txBody>
      </p:sp>
    </p:spTree>
  </p:cSld>
  <p:clrMapOvr>
    <a:masterClrMapping/>
  </p:clrMapOvr>
  <p:transition>
    <p:diamond/>
  </p:transition>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694801" y="360000"/>
            <a:ext cx="5401200" cy="523220"/>
          </a:xfrm>
        </p:spPr>
        <p:txBody>
          <a:bodyPr>
            <a:normAutofit/>
          </a:bodyPr>
          <a:lstStyle/>
          <a:p>
            <a:r>
              <a:rPr lang="en-US" dirty="0"/>
              <a:t>6.3 </a:t>
            </a:r>
            <a:r>
              <a:rPr lang="zh-CN" altLang="en-US" dirty="0">
                <a:sym typeface="+mn-ea"/>
              </a:rPr>
              <a:t>UML图</a:t>
            </a:r>
            <a:endParaRPr lang="zh-CN" altLang="en-US" dirty="0"/>
          </a:p>
        </p:txBody>
      </p:sp>
      <p:sp>
        <p:nvSpPr>
          <p:cNvPr id="5" name="文本占位符 4">
            <a:extLst>
              <a:ext uri="{FF2B5EF4-FFF2-40B4-BE49-F238E27FC236}">
                <a16:creationId xmlns:a16="http://schemas.microsoft.com/office/drawing/2014/main" id="{B3A2BA59-99F9-804B-D8CB-13E42C062CDA}"/>
              </a:ext>
            </a:extLst>
          </p:cNvPr>
          <p:cNvSpPr>
            <a:spLocks noGrp="1"/>
          </p:cNvSpPr>
          <p:nvPr>
            <p:ph type="body" sz="quarter" idx="10"/>
          </p:nvPr>
        </p:nvSpPr>
        <p:spPr>
          <a:xfrm>
            <a:off x="900001" y="1322832"/>
            <a:ext cx="5196000" cy="400110"/>
          </a:xfrm>
        </p:spPr>
        <p:txBody>
          <a:bodyPr/>
          <a:lstStyle/>
          <a:p>
            <a:r>
              <a:rPr lang="en-US" altLang="zh-CN" dirty="0"/>
              <a:t>6.3.2 </a:t>
            </a:r>
            <a:r>
              <a:rPr lang="zh-CN" altLang="en-US" dirty="0"/>
              <a:t>类图和包</a:t>
            </a:r>
          </a:p>
        </p:txBody>
      </p:sp>
      <p:grpSp>
        <p:nvGrpSpPr>
          <p:cNvPr id="6" name="组合 5"/>
          <p:cNvGrpSpPr/>
          <p:nvPr/>
        </p:nvGrpSpPr>
        <p:grpSpPr>
          <a:xfrm>
            <a:off x="0" y="2029460"/>
            <a:ext cx="11170920" cy="4016375"/>
            <a:chOff x="0" y="3196"/>
            <a:chExt cx="17592" cy="6325"/>
          </a:xfrm>
        </p:grpSpPr>
        <p:grpSp>
          <p:nvGrpSpPr>
            <p:cNvPr id="7" name="组合 6"/>
            <p:cNvGrpSpPr/>
            <p:nvPr/>
          </p:nvGrpSpPr>
          <p:grpSpPr>
            <a:xfrm>
              <a:off x="0" y="3196"/>
              <a:ext cx="7895" cy="1530"/>
              <a:chOff x="1" y="2565401"/>
              <a:chExt cx="5013433" cy="971723"/>
            </a:xfrm>
          </p:grpSpPr>
          <p:sp>
            <p:nvSpPr>
              <p:cNvPr id="8" name="MH_SubTitle_1"/>
              <p:cNvSpPr/>
              <p:nvPr>
                <p:custDataLst>
                  <p:tags r:id="rId2"/>
                </p:custDataLst>
              </p:nvPr>
            </p:nvSpPr>
            <p:spPr>
              <a:xfrm>
                <a:off x="1501900" y="2688644"/>
                <a:ext cx="3511534" cy="731557"/>
              </a:xfrm>
              <a:prstGeom prst="homePlate">
                <a:avLst/>
              </a:prstGeom>
              <a:solidFill>
                <a:srgbClr val="20CDAA"/>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r>
                  <a:rPr lang="zh-CN" altLang="en-US" sz="2400" dirty="0">
                    <a:solidFill>
                      <a:schemeClr val="bg1"/>
                    </a:solidFill>
                    <a:latin typeface="微软雅黑" panose="020B0503020204020204" charset="-122"/>
                    <a:ea typeface="微软雅黑" panose="020B0503020204020204" charset="-122"/>
                  </a:rPr>
                  <a:t>类的一般－特殊关系</a:t>
                </a:r>
              </a:p>
            </p:txBody>
          </p:sp>
          <p:sp>
            <p:nvSpPr>
              <p:cNvPr id="9" name="MH_Other_1"/>
              <p:cNvSpPr/>
              <p:nvPr>
                <p:custDataLst>
                  <p:tags r:id="rId3"/>
                </p:custDataLst>
              </p:nvPr>
            </p:nvSpPr>
            <p:spPr>
              <a:xfrm>
                <a:off x="1" y="2565401"/>
                <a:ext cx="1006593" cy="971723"/>
              </a:xfrm>
              <a:prstGeom prst="rect">
                <a:avLst/>
              </a:prstGeom>
              <a:solidFill>
                <a:srgbClr val="20CDAA"/>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r>
                  <a:rPr lang="en-US" altLang="zh-CN" sz="3200" dirty="0">
                    <a:solidFill>
                      <a:srgbClr val="FFFFFF"/>
                    </a:solidFill>
                    <a:latin typeface="Times New Roman" panose="02020603050405020304" pitchFamily="18" charset="0"/>
                    <a:ea typeface="微软雅黑" panose="020B0503020204020204" charset="-122"/>
                  </a:rPr>
                  <a:t>0</a:t>
                </a:r>
                <a:r>
                  <a:rPr lang="en-US" sz="3200" dirty="0">
                    <a:solidFill>
                      <a:srgbClr val="FFFFFF"/>
                    </a:solidFill>
                    <a:latin typeface="Times New Roman" panose="02020603050405020304" pitchFamily="18" charset="0"/>
                    <a:ea typeface="微软雅黑" panose="020B0503020204020204" charset="-122"/>
                  </a:rPr>
                  <a:t>3</a:t>
                </a:r>
              </a:p>
            </p:txBody>
          </p:sp>
          <p:sp>
            <p:nvSpPr>
              <p:cNvPr id="11" name="MH_Other_2"/>
              <p:cNvSpPr/>
              <p:nvPr>
                <p:custDataLst>
                  <p:tags r:id="rId4"/>
                </p:custDataLst>
              </p:nvPr>
            </p:nvSpPr>
            <p:spPr>
              <a:xfrm>
                <a:off x="987065" y="2565401"/>
                <a:ext cx="516612" cy="971723"/>
              </a:xfrm>
              <a:custGeom>
                <a:avLst/>
                <a:gdLst>
                  <a:gd name="connsiteX0" fmla="*/ 2382 w 461963"/>
                  <a:gd name="connsiteY0" fmla="*/ 0 h 1081088"/>
                  <a:gd name="connsiteX1" fmla="*/ 461963 w 461963"/>
                  <a:gd name="connsiteY1" fmla="*/ 138113 h 1081088"/>
                  <a:gd name="connsiteX2" fmla="*/ 461963 w 461963"/>
                  <a:gd name="connsiteY2" fmla="*/ 950119 h 1081088"/>
                  <a:gd name="connsiteX3" fmla="*/ 0 w 461963"/>
                  <a:gd name="connsiteY3" fmla="*/ 1081088 h 1081088"/>
                  <a:gd name="connsiteX4" fmla="*/ 2382 w 461963"/>
                  <a:gd name="connsiteY4" fmla="*/ 0 h 108108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61963" h="1081088">
                    <a:moveTo>
                      <a:pt x="2382" y="0"/>
                    </a:moveTo>
                    <a:lnTo>
                      <a:pt x="461963" y="138113"/>
                    </a:lnTo>
                    <a:lnTo>
                      <a:pt x="461963" y="950119"/>
                    </a:lnTo>
                    <a:lnTo>
                      <a:pt x="0" y="1081088"/>
                    </a:lnTo>
                    <a:lnTo>
                      <a:pt x="2382" y="0"/>
                    </a:lnTo>
                    <a:close/>
                  </a:path>
                </a:pathLst>
              </a:custGeom>
              <a:solidFill>
                <a:srgbClr val="08A886"/>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a:solidFill>
                    <a:srgbClr val="FFFFFF"/>
                  </a:solidFill>
                  <a:latin typeface="微软雅黑" panose="020B0503020204020204" charset="-122"/>
                  <a:ea typeface="微软雅黑" panose="020B0503020204020204" charset="-122"/>
                </a:endParaRPr>
              </a:p>
            </p:txBody>
          </p:sp>
        </p:grpSp>
        <p:sp>
          <p:nvSpPr>
            <p:cNvPr id="12" name="MH_Desc_1"/>
            <p:cNvSpPr/>
            <p:nvPr>
              <p:custDataLst>
                <p:tags r:id="rId1"/>
              </p:custDataLst>
            </p:nvPr>
          </p:nvSpPr>
          <p:spPr>
            <a:xfrm>
              <a:off x="9420" y="3647"/>
              <a:ext cx="8172" cy="5874"/>
            </a:xfrm>
            <a:custGeom>
              <a:avLst/>
              <a:gdLst>
                <a:gd name="connsiteX0" fmla="*/ 0 w 3456384"/>
                <a:gd name="connsiteY0" fmla="*/ 3836610 h 3882329"/>
                <a:gd name="connsiteX1" fmla="*/ 3456384 w 3456384"/>
                <a:gd name="connsiteY1" fmla="*/ 3836610 h 3882329"/>
                <a:gd name="connsiteX2" fmla="*/ 3456384 w 3456384"/>
                <a:gd name="connsiteY2" fmla="*/ 3882329 h 3882329"/>
                <a:gd name="connsiteX3" fmla="*/ 0 w 3456384"/>
                <a:gd name="connsiteY3" fmla="*/ 3882329 h 3882329"/>
                <a:gd name="connsiteX4" fmla="*/ 0 w 3456384"/>
                <a:gd name="connsiteY4" fmla="*/ 0 h 3882329"/>
                <a:gd name="connsiteX5" fmla="*/ 3456384 w 3456384"/>
                <a:gd name="connsiteY5" fmla="*/ 0 h 3882329"/>
                <a:gd name="connsiteX6" fmla="*/ 3456384 w 3456384"/>
                <a:gd name="connsiteY6" fmla="*/ 45719 h 3882329"/>
                <a:gd name="connsiteX7" fmla="*/ 0 w 3456384"/>
                <a:gd name="connsiteY7" fmla="*/ 45719 h 3882329"/>
                <a:gd name="connsiteX0-1" fmla="*/ 0 w 3456384"/>
                <a:gd name="connsiteY0-2" fmla="*/ 3836610 h 3882329"/>
                <a:gd name="connsiteX1-3" fmla="*/ 3456384 w 3456384"/>
                <a:gd name="connsiteY1-4" fmla="*/ 3836610 h 3882329"/>
                <a:gd name="connsiteX2-5" fmla="*/ 3456384 w 3456384"/>
                <a:gd name="connsiteY2-6" fmla="*/ 3882329 h 3882329"/>
                <a:gd name="connsiteX3-7" fmla="*/ 0 w 3456384"/>
                <a:gd name="connsiteY3-8" fmla="*/ 3882329 h 3882329"/>
                <a:gd name="connsiteX4-9" fmla="*/ 0 w 3456384"/>
                <a:gd name="connsiteY4-10" fmla="*/ 3836610 h 3882329"/>
                <a:gd name="connsiteX5-11" fmla="*/ 0 w 3456384"/>
                <a:gd name="connsiteY5-12" fmla="*/ 0 h 3882329"/>
                <a:gd name="connsiteX6-13" fmla="*/ 3456384 w 3456384"/>
                <a:gd name="connsiteY6-14" fmla="*/ 0 h 3882329"/>
                <a:gd name="connsiteX7-15" fmla="*/ 3456384 w 3456384"/>
                <a:gd name="connsiteY7-16" fmla="*/ 45719 h 3882329"/>
                <a:gd name="connsiteX8" fmla="*/ 0 w 3456384"/>
                <a:gd name="connsiteY8" fmla="*/ 0 h 3882329"/>
                <a:gd name="connsiteX0-17" fmla="*/ 0 w 3456384"/>
                <a:gd name="connsiteY0-18" fmla="*/ 3836610 h 3882329"/>
                <a:gd name="connsiteX1-19" fmla="*/ 3456384 w 3456384"/>
                <a:gd name="connsiteY1-20" fmla="*/ 3836610 h 3882329"/>
                <a:gd name="connsiteX2-21" fmla="*/ 3456384 w 3456384"/>
                <a:gd name="connsiteY2-22" fmla="*/ 3882329 h 3882329"/>
                <a:gd name="connsiteX3-23" fmla="*/ 0 w 3456384"/>
                <a:gd name="connsiteY3-24" fmla="*/ 3882329 h 3882329"/>
                <a:gd name="connsiteX4-25" fmla="*/ 0 w 3456384"/>
                <a:gd name="connsiteY4-26" fmla="*/ 3836610 h 3882329"/>
                <a:gd name="connsiteX5-27" fmla="*/ 0 w 3456384"/>
                <a:gd name="connsiteY5-28" fmla="*/ 0 h 3882329"/>
                <a:gd name="connsiteX6-29" fmla="*/ 3456384 w 3456384"/>
                <a:gd name="connsiteY6-30" fmla="*/ 0 h 3882329"/>
                <a:gd name="connsiteX7-31" fmla="*/ 0 w 3456384"/>
                <a:gd name="connsiteY7-32" fmla="*/ 0 h 3882329"/>
                <a:gd name="connsiteX0-33" fmla="*/ 0 w 3456384"/>
                <a:gd name="connsiteY0-34" fmla="*/ 3836610 h 3882329"/>
                <a:gd name="connsiteX1-35" fmla="*/ 3456384 w 3456384"/>
                <a:gd name="connsiteY1-36" fmla="*/ 3836610 h 3882329"/>
                <a:gd name="connsiteX2-37" fmla="*/ 3456384 w 3456384"/>
                <a:gd name="connsiteY2-38" fmla="*/ 3882329 h 3882329"/>
                <a:gd name="connsiteX3-39" fmla="*/ 0 w 3456384"/>
                <a:gd name="connsiteY3-40" fmla="*/ 3882329 h 3882329"/>
                <a:gd name="connsiteX4-41" fmla="*/ 0 w 3456384"/>
                <a:gd name="connsiteY4-42" fmla="*/ 3836610 h 3882329"/>
                <a:gd name="connsiteX5-43" fmla="*/ 0 w 3456384"/>
                <a:gd name="connsiteY5-44" fmla="*/ 0 h 3882329"/>
                <a:gd name="connsiteX6-45" fmla="*/ 3456384 w 3456384"/>
                <a:gd name="connsiteY6-46" fmla="*/ 0 h 3882329"/>
                <a:gd name="connsiteX7-47" fmla="*/ 0 w 3456384"/>
                <a:gd name="connsiteY7-48" fmla="*/ 0 h 3882329"/>
                <a:gd name="connsiteX0-49" fmla="*/ 0 w 3456384"/>
                <a:gd name="connsiteY0-50" fmla="*/ 3836610 h 3882329"/>
                <a:gd name="connsiteX1-51" fmla="*/ 3456384 w 3456384"/>
                <a:gd name="connsiteY1-52" fmla="*/ 3836610 h 3882329"/>
                <a:gd name="connsiteX2-53" fmla="*/ 3456384 w 3456384"/>
                <a:gd name="connsiteY2-54" fmla="*/ 3882329 h 3882329"/>
                <a:gd name="connsiteX3-55" fmla="*/ 0 w 3456384"/>
                <a:gd name="connsiteY3-56" fmla="*/ 3882329 h 3882329"/>
                <a:gd name="connsiteX4-57" fmla="*/ 0 w 3456384"/>
                <a:gd name="connsiteY4-58" fmla="*/ 3836610 h 3882329"/>
                <a:gd name="connsiteX5-59" fmla="*/ 0 w 3456384"/>
                <a:gd name="connsiteY5-60" fmla="*/ 0 h 3882329"/>
                <a:gd name="connsiteX6-61" fmla="*/ 3456384 w 3456384"/>
                <a:gd name="connsiteY6-62" fmla="*/ 0 h 3882329"/>
                <a:gd name="connsiteX7-63" fmla="*/ 0 w 3456384"/>
                <a:gd name="connsiteY7-64" fmla="*/ 0 h 3882329"/>
                <a:gd name="connsiteX0-65" fmla="*/ 0 w 3456384"/>
                <a:gd name="connsiteY0-66" fmla="*/ 3882329 h 3882329"/>
                <a:gd name="connsiteX1-67" fmla="*/ 3456384 w 3456384"/>
                <a:gd name="connsiteY1-68" fmla="*/ 3836610 h 3882329"/>
                <a:gd name="connsiteX2-69" fmla="*/ 3456384 w 3456384"/>
                <a:gd name="connsiteY2-70" fmla="*/ 3882329 h 3882329"/>
                <a:gd name="connsiteX3-71" fmla="*/ 0 w 3456384"/>
                <a:gd name="connsiteY3-72" fmla="*/ 3882329 h 3882329"/>
                <a:gd name="connsiteX4-73" fmla="*/ 0 w 3456384"/>
                <a:gd name="connsiteY4-74" fmla="*/ 0 h 3882329"/>
                <a:gd name="connsiteX5-75" fmla="*/ 3456384 w 3456384"/>
                <a:gd name="connsiteY5-76" fmla="*/ 0 h 3882329"/>
                <a:gd name="connsiteX6-77" fmla="*/ 0 w 3456384"/>
                <a:gd name="connsiteY6-78" fmla="*/ 0 h 3882329"/>
                <a:gd name="connsiteX0-79" fmla="*/ 0 w 3456384"/>
                <a:gd name="connsiteY0-80" fmla="*/ 3882329 h 3882329"/>
                <a:gd name="connsiteX1-81" fmla="*/ 3456384 w 3456384"/>
                <a:gd name="connsiteY1-82" fmla="*/ 3882329 h 3882329"/>
                <a:gd name="connsiteX2-83" fmla="*/ 0 w 3456384"/>
                <a:gd name="connsiteY2-84" fmla="*/ 3882329 h 3882329"/>
                <a:gd name="connsiteX3-85" fmla="*/ 0 w 3456384"/>
                <a:gd name="connsiteY3-86" fmla="*/ 0 h 3882329"/>
                <a:gd name="connsiteX4-87" fmla="*/ 3456384 w 3456384"/>
                <a:gd name="connsiteY4-88" fmla="*/ 0 h 3882329"/>
                <a:gd name="connsiteX5-89" fmla="*/ 0 w 3456384"/>
                <a:gd name="connsiteY5-90" fmla="*/ 0 h 3882329"/>
                <a:gd name="connsiteX0-91" fmla="*/ 0 w 3456384"/>
                <a:gd name="connsiteY0-92" fmla="*/ 3882329 h 3882329"/>
                <a:gd name="connsiteX1-93" fmla="*/ 3456384 w 3456384"/>
                <a:gd name="connsiteY1-94" fmla="*/ 3882329 h 3882329"/>
                <a:gd name="connsiteX2-95" fmla="*/ 0 w 3456384"/>
                <a:gd name="connsiteY2-96" fmla="*/ 3882329 h 3882329"/>
                <a:gd name="connsiteX3-97" fmla="*/ 0 w 3456384"/>
                <a:gd name="connsiteY3-98" fmla="*/ 0 h 3882329"/>
                <a:gd name="connsiteX4-99" fmla="*/ 3456384 w 3456384"/>
                <a:gd name="connsiteY4-100" fmla="*/ 0 h 3882329"/>
                <a:gd name="connsiteX5-101" fmla="*/ 0 w 3456384"/>
                <a:gd name="connsiteY5-102" fmla="*/ 0 h 3882329"/>
                <a:gd name="connsiteX0-103" fmla="*/ 0 w 3456384"/>
                <a:gd name="connsiteY0-104" fmla="*/ 3882329 h 3882329"/>
                <a:gd name="connsiteX1-105" fmla="*/ 3456384 w 3456384"/>
                <a:gd name="connsiteY1-106" fmla="*/ 3882329 h 3882329"/>
                <a:gd name="connsiteX2-107" fmla="*/ 0 w 3456384"/>
                <a:gd name="connsiteY2-108" fmla="*/ 3882329 h 3882329"/>
                <a:gd name="connsiteX3-109" fmla="*/ 0 w 3456384"/>
                <a:gd name="connsiteY3-110" fmla="*/ 0 h 3882329"/>
                <a:gd name="connsiteX4-111" fmla="*/ 3456384 w 3456384"/>
                <a:gd name="connsiteY4-112" fmla="*/ 0 h 3882329"/>
                <a:gd name="connsiteX5-113" fmla="*/ 0 w 3456384"/>
                <a:gd name="connsiteY5-114" fmla="*/ 0 h 3882329"/>
              </a:gdLst>
              <a:ahLst/>
              <a:cxnLst>
                <a:cxn ang="0">
                  <a:pos x="connsiteX0-1" y="connsiteY0-2"/>
                </a:cxn>
                <a:cxn ang="0">
                  <a:pos x="connsiteX1-3" y="connsiteY1-4"/>
                </a:cxn>
                <a:cxn ang="0">
                  <a:pos x="connsiteX2-5" y="connsiteY2-6"/>
                </a:cxn>
                <a:cxn ang="0">
                  <a:pos x="connsiteX3-7" y="connsiteY3-8"/>
                </a:cxn>
                <a:cxn ang="0">
                  <a:pos x="connsiteX4-9" y="connsiteY4-10"/>
                </a:cxn>
                <a:cxn ang="0">
                  <a:pos x="connsiteX5-11" y="connsiteY5-12"/>
                </a:cxn>
              </a:cxnLst>
              <a:rect l="l" t="t" r="r" b="b"/>
              <a:pathLst>
                <a:path w="3456384" h="3882329">
                  <a:moveTo>
                    <a:pt x="0" y="3882329"/>
                  </a:moveTo>
                  <a:lnTo>
                    <a:pt x="3456384" y="3882329"/>
                  </a:lnTo>
                  <a:lnTo>
                    <a:pt x="0" y="3882329"/>
                  </a:lnTo>
                  <a:close/>
                  <a:moveTo>
                    <a:pt x="0" y="0"/>
                  </a:moveTo>
                  <a:lnTo>
                    <a:pt x="3456384" y="0"/>
                  </a:lnTo>
                  <a:lnTo>
                    <a:pt x="0" y="0"/>
                  </a:lnTo>
                  <a:close/>
                </a:path>
              </a:pathLst>
            </a:custGeom>
            <a:ln w="3175">
              <a:solidFill>
                <a:srgbClr val="B2B2B2"/>
              </a:solidFill>
              <a:round/>
            </a:ln>
          </p:spPr>
          <p:style>
            <a:lnRef idx="2">
              <a:schemeClr val="accent1">
                <a:shade val="50000"/>
              </a:schemeClr>
            </a:lnRef>
            <a:fillRef idx="1">
              <a:schemeClr val="accent1"/>
            </a:fillRef>
            <a:effectRef idx="0">
              <a:schemeClr val="accent1"/>
            </a:effectRef>
            <a:fontRef idx="minor">
              <a:schemeClr val="lt1"/>
            </a:fontRef>
          </p:style>
          <p:txBody>
            <a:bodyPr lIns="0" tIns="72000" rIns="0" bIns="72000" anchor="ctr">
              <a:noAutofit/>
            </a:bodyPr>
            <a:lstStyle/>
            <a:p>
              <a:pPr indent="457200">
                <a:lnSpc>
                  <a:spcPct val="120000"/>
                </a:lnSpc>
              </a:pPr>
              <a:r>
                <a:rPr dirty="0">
                  <a:solidFill>
                    <a:schemeClr val="tx1"/>
                  </a:solidFill>
                </a:rPr>
                <a:t>类的一般－特殊关系，也称继承关系或类的泛化，用空心三角形表示，三角形的顶角对着父类。图6-10（a）表示汽车类含客车与货车两个子类，子类与父类有单继承关系。图6-10（b）表示冷藏车既继承货车的特性（载货），又继承冷藏设备的特性（冷藏），具有多重继承关系。</a:t>
              </a:r>
            </a:p>
          </p:txBody>
        </p:sp>
      </p:grpSp>
      <p:sp>
        <p:nvSpPr>
          <p:cNvPr id="14" name="文本框 13"/>
          <p:cNvSpPr txBox="1"/>
          <p:nvPr/>
        </p:nvSpPr>
        <p:spPr>
          <a:xfrm>
            <a:off x="499110" y="5412740"/>
            <a:ext cx="4813300" cy="640080"/>
          </a:xfrm>
          <a:prstGeom prst="rect">
            <a:avLst/>
          </a:prstGeom>
          <a:noFill/>
        </p:spPr>
        <p:txBody>
          <a:bodyPr wrap="square" rtlCol="0" anchor="t">
            <a:spAutoFit/>
          </a:bodyPr>
          <a:lstStyle/>
          <a:p>
            <a:r>
              <a:rPr lang="en-US" altLang="zh-CN"/>
              <a:t>             </a:t>
            </a:r>
            <a:r>
              <a:rPr lang="zh-CN" altLang="en-US"/>
              <a:t>（a）                            （b）</a:t>
            </a:r>
          </a:p>
          <a:p>
            <a:r>
              <a:rPr lang="zh-CN" altLang="en-US"/>
              <a:t>     图6-10  类的单继承关系和多重继承关系</a:t>
            </a:r>
          </a:p>
        </p:txBody>
      </p:sp>
      <p:pic>
        <p:nvPicPr>
          <p:cNvPr id="2" name="图片 163"/>
          <p:cNvPicPr>
            <a:picLocks noChangeAspect="1"/>
          </p:cNvPicPr>
          <p:nvPr/>
        </p:nvPicPr>
        <p:blipFill>
          <a:blip r:embed="rId6" cstate="print"/>
          <a:srcRect r="53561"/>
          <a:stretch>
            <a:fillRect/>
          </a:stretch>
        </p:blipFill>
        <p:spPr>
          <a:xfrm>
            <a:off x="384175" y="3220720"/>
            <a:ext cx="2695575" cy="2192020"/>
          </a:xfrm>
          <a:prstGeom prst="rect">
            <a:avLst/>
          </a:prstGeom>
          <a:noFill/>
          <a:ln w="9525">
            <a:noFill/>
          </a:ln>
        </p:spPr>
      </p:pic>
      <p:pic>
        <p:nvPicPr>
          <p:cNvPr id="10" name="图片 163"/>
          <p:cNvPicPr>
            <a:picLocks noChangeAspect="1"/>
          </p:cNvPicPr>
          <p:nvPr/>
        </p:nvPicPr>
        <p:blipFill>
          <a:blip r:embed="rId6" cstate="print"/>
          <a:srcRect l="64588"/>
          <a:stretch>
            <a:fillRect/>
          </a:stretch>
        </p:blipFill>
        <p:spPr>
          <a:xfrm>
            <a:off x="2957830" y="3220720"/>
            <a:ext cx="2055495" cy="2192020"/>
          </a:xfrm>
          <a:prstGeom prst="rect">
            <a:avLst/>
          </a:prstGeom>
          <a:noFill/>
          <a:ln w="9525">
            <a:noFill/>
          </a:ln>
        </p:spPr>
      </p:pic>
    </p:spTree>
  </p:cSld>
  <p:clrMapOvr>
    <a:masterClrMapping/>
  </p:clrMapOvr>
  <p:transition>
    <p:diamond/>
  </p:transition>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694801" y="360000"/>
            <a:ext cx="5401200" cy="523220"/>
          </a:xfrm>
        </p:spPr>
        <p:txBody>
          <a:bodyPr>
            <a:normAutofit/>
          </a:bodyPr>
          <a:lstStyle/>
          <a:p>
            <a:r>
              <a:rPr lang="en-US" dirty="0"/>
              <a:t>6.3 </a:t>
            </a:r>
            <a:r>
              <a:rPr lang="zh-CN" altLang="en-US" dirty="0">
                <a:sym typeface="+mn-ea"/>
              </a:rPr>
              <a:t>UML图</a:t>
            </a:r>
            <a:endParaRPr lang="zh-CN" altLang="en-US" dirty="0"/>
          </a:p>
        </p:txBody>
      </p:sp>
      <p:sp>
        <p:nvSpPr>
          <p:cNvPr id="5" name="文本占位符 4">
            <a:extLst>
              <a:ext uri="{FF2B5EF4-FFF2-40B4-BE49-F238E27FC236}">
                <a16:creationId xmlns:a16="http://schemas.microsoft.com/office/drawing/2014/main" id="{371D6102-2EBB-4CE8-8365-C738140B0085}"/>
              </a:ext>
            </a:extLst>
          </p:cNvPr>
          <p:cNvSpPr>
            <a:spLocks noGrp="1"/>
          </p:cNvSpPr>
          <p:nvPr>
            <p:ph type="body" sz="quarter" idx="10"/>
          </p:nvPr>
        </p:nvSpPr>
        <p:spPr>
          <a:xfrm>
            <a:off x="900001" y="1322832"/>
            <a:ext cx="5196000" cy="400110"/>
          </a:xfrm>
        </p:spPr>
        <p:txBody>
          <a:bodyPr/>
          <a:lstStyle/>
          <a:p>
            <a:r>
              <a:rPr lang="en-US" altLang="zh-CN" dirty="0"/>
              <a:t>6.3.2 </a:t>
            </a:r>
            <a:r>
              <a:rPr lang="zh-CN" altLang="en-US" dirty="0"/>
              <a:t>类图和包</a:t>
            </a:r>
          </a:p>
        </p:txBody>
      </p:sp>
      <p:grpSp>
        <p:nvGrpSpPr>
          <p:cNvPr id="6" name="组合 5"/>
          <p:cNvGrpSpPr/>
          <p:nvPr/>
        </p:nvGrpSpPr>
        <p:grpSpPr>
          <a:xfrm>
            <a:off x="0" y="2029460"/>
            <a:ext cx="11609705" cy="3502660"/>
            <a:chOff x="0" y="3196"/>
            <a:chExt cx="18283" cy="5516"/>
          </a:xfrm>
        </p:grpSpPr>
        <p:grpSp>
          <p:nvGrpSpPr>
            <p:cNvPr id="7" name="组合 6"/>
            <p:cNvGrpSpPr/>
            <p:nvPr/>
          </p:nvGrpSpPr>
          <p:grpSpPr>
            <a:xfrm>
              <a:off x="0" y="3196"/>
              <a:ext cx="7895" cy="1530"/>
              <a:chOff x="1" y="2565401"/>
              <a:chExt cx="5013433" cy="971723"/>
            </a:xfrm>
          </p:grpSpPr>
          <p:sp>
            <p:nvSpPr>
              <p:cNvPr id="8" name="MH_SubTitle_1"/>
              <p:cNvSpPr/>
              <p:nvPr>
                <p:custDataLst>
                  <p:tags r:id="rId2"/>
                </p:custDataLst>
              </p:nvPr>
            </p:nvSpPr>
            <p:spPr>
              <a:xfrm>
                <a:off x="1501900" y="2688644"/>
                <a:ext cx="3511534" cy="731557"/>
              </a:xfrm>
              <a:prstGeom prst="homePlate">
                <a:avLst/>
              </a:prstGeom>
              <a:solidFill>
                <a:srgbClr val="20CDAA"/>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r>
                  <a:rPr lang="zh-CN" altLang="en-US" sz="2400" dirty="0">
                    <a:solidFill>
                      <a:schemeClr val="bg1"/>
                    </a:solidFill>
                    <a:latin typeface="微软雅黑" panose="020B0503020204020204" charset="-122"/>
                    <a:ea typeface="微软雅黑" panose="020B0503020204020204" charset="-122"/>
                    <a:sym typeface="+mn-ea"/>
                  </a:rPr>
                  <a:t>类的依赖关系</a:t>
                </a:r>
                <a:endParaRPr lang="zh-CN" altLang="en-US" sz="2400" dirty="0">
                  <a:solidFill>
                    <a:schemeClr val="bg1"/>
                  </a:solidFill>
                  <a:latin typeface="微软雅黑" panose="020B0503020204020204" charset="-122"/>
                  <a:ea typeface="微软雅黑" panose="020B0503020204020204" charset="-122"/>
                </a:endParaRPr>
              </a:p>
            </p:txBody>
          </p:sp>
          <p:sp>
            <p:nvSpPr>
              <p:cNvPr id="9" name="MH_Other_1"/>
              <p:cNvSpPr/>
              <p:nvPr>
                <p:custDataLst>
                  <p:tags r:id="rId3"/>
                </p:custDataLst>
              </p:nvPr>
            </p:nvSpPr>
            <p:spPr>
              <a:xfrm>
                <a:off x="1" y="2565401"/>
                <a:ext cx="1006593" cy="971723"/>
              </a:xfrm>
              <a:prstGeom prst="rect">
                <a:avLst/>
              </a:prstGeom>
              <a:solidFill>
                <a:srgbClr val="20CDAA"/>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r>
                  <a:rPr lang="en-US" altLang="zh-CN" sz="3200" dirty="0">
                    <a:solidFill>
                      <a:srgbClr val="FFFFFF"/>
                    </a:solidFill>
                    <a:latin typeface="Times New Roman" panose="02020603050405020304" pitchFamily="18" charset="0"/>
                    <a:ea typeface="微软雅黑" panose="020B0503020204020204" charset="-122"/>
                  </a:rPr>
                  <a:t>0</a:t>
                </a:r>
                <a:r>
                  <a:rPr lang="en-US" sz="3200" dirty="0">
                    <a:solidFill>
                      <a:srgbClr val="FFFFFF"/>
                    </a:solidFill>
                    <a:latin typeface="Times New Roman" panose="02020603050405020304" pitchFamily="18" charset="0"/>
                    <a:ea typeface="微软雅黑" panose="020B0503020204020204" charset="-122"/>
                  </a:rPr>
                  <a:t>4</a:t>
                </a:r>
              </a:p>
            </p:txBody>
          </p:sp>
          <p:sp>
            <p:nvSpPr>
              <p:cNvPr id="11" name="MH_Other_2"/>
              <p:cNvSpPr/>
              <p:nvPr>
                <p:custDataLst>
                  <p:tags r:id="rId4"/>
                </p:custDataLst>
              </p:nvPr>
            </p:nvSpPr>
            <p:spPr>
              <a:xfrm>
                <a:off x="987065" y="2565401"/>
                <a:ext cx="516612" cy="971723"/>
              </a:xfrm>
              <a:custGeom>
                <a:avLst/>
                <a:gdLst>
                  <a:gd name="connsiteX0" fmla="*/ 2382 w 461963"/>
                  <a:gd name="connsiteY0" fmla="*/ 0 h 1081088"/>
                  <a:gd name="connsiteX1" fmla="*/ 461963 w 461963"/>
                  <a:gd name="connsiteY1" fmla="*/ 138113 h 1081088"/>
                  <a:gd name="connsiteX2" fmla="*/ 461963 w 461963"/>
                  <a:gd name="connsiteY2" fmla="*/ 950119 h 1081088"/>
                  <a:gd name="connsiteX3" fmla="*/ 0 w 461963"/>
                  <a:gd name="connsiteY3" fmla="*/ 1081088 h 1081088"/>
                  <a:gd name="connsiteX4" fmla="*/ 2382 w 461963"/>
                  <a:gd name="connsiteY4" fmla="*/ 0 h 108108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61963" h="1081088">
                    <a:moveTo>
                      <a:pt x="2382" y="0"/>
                    </a:moveTo>
                    <a:lnTo>
                      <a:pt x="461963" y="138113"/>
                    </a:lnTo>
                    <a:lnTo>
                      <a:pt x="461963" y="950119"/>
                    </a:lnTo>
                    <a:lnTo>
                      <a:pt x="0" y="1081088"/>
                    </a:lnTo>
                    <a:lnTo>
                      <a:pt x="2382" y="0"/>
                    </a:lnTo>
                    <a:close/>
                  </a:path>
                </a:pathLst>
              </a:custGeom>
              <a:solidFill>
                <a:srgbClr val="08A886"/>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a:solidFill>
                    <a:srgbClr val="FFFFFF"/>
                  </a:solidFill>
                  <a:latin typeface="微软雅黑" panose="020B0503020204020204" charset="-122"/>
                  <a:ea typeface="微软雅黑" panose="020B0503020204020204" charset="-122"/>
                </a:endParaRPr>
              </a:p>
            </p:txBody>
          </p:sp>
        </p:grpSp>
        <p:sp>
          <p:nvSpPr>
            <p:cNvPr id="12" name="MH_Desc_1"/>
            <p:cNvSpPr/>
            <p:nvPr>
              <p:custDataLst>
                <p:tags r:id="rId1"/>
              </p:custDataLst>
            </p:nvPr>
          </p:nvSpPr>
          <p:spPr>
            <a:xfrm>
              <a:off x="9420" y="3647"/>
              <a:ext cx="8863" cy="5065"/>
            </a:xfrm>
            <a:custGeom>
              <a:avLst/>
              <a:gdLst>
                <a:gd name="connsiteX0" fmla="*/ 0 w 3456384"/>
                <a:gd name="connsiteY0" fmla="*/ 3836610 h 3882329"/>
                <a:gd name="connsiteX1" fmla="*/ 3456384 w 3456384"/>
                <a:gd name="connsiteY1" fmla="*/ 3836610 h 3882329"/>
                <a:gd name="connsiteX2" fmla="*/ 3456384 w 3456384"/>
                <a:gd name="connsiteY2" fmla="*/ 3882329 h 3882329"/>
                <a:gd name="connsiteX3" fmla="*/ 0 w 3456384"/>
                <a:gd name="connsiteY3" fmla="*/ 3882329 h 3882329"/>
                <a:gd name="connsiteX4" fmla="*/ 0 w 3456384"/>
                <a:gd name="connsiteY4" fmla="*/ 0 h 3882329"/>
                <a:gd name="connsiteX5" fmla="*/ 3456384 w 3456384"/>
                <a:gd name="connsiteY5" fmla="*/ 0 h 3882329"/>
                <a:gd name="connsiteX6" fmla="*/ 3456384 w 3456384"/>
                <a:gd name="connsiteY6" fmla="*/ 45719 h 3882329"/>
                <a:gd name="connsiteX7" fmla="*/ 0 w 3456384"/>
                <a:gd name="connsiteY7" fmla="*/ 45719 h 3882329"/>
                <a:gd name="connsiteX0-1" fmla="*/ 0 w 3456384"/>
                <a:gd name="connsiteY0-2" fmla="*/ 3836610 h 3882329"/>
                <a:gd name="connsiteX1-3" fmla="*/ 3456384 w 3456384"/>
                <a:gd name="connsiteY1-4" fmla="*/ 3836610 h 3882329"/>
                <a:gd name="connsiteX2-5" fmla="*/ 3456384 w 3456384"/>
                <a:gd name="connsiteY2-6" fmla="*/ 3882329 h 3882329"/>
                <a:gd name="connsiteX3-7" fmla="*/ 0 w 3456384"/>
                <a:gd name="connsiteY3-8" fmla="*/ 3882329 h 3882329"/>
                <a:gd name="connsiteX4-9" fmla="*/ 0 w 3456384"/>
                <a:gd name="connsiteY4-10" fmla="*/ 3836610 h 3882329"/>
                <a:gd name="connsiteX5-11" fmla="*/ 0 w 3456384"/>
                <a:gd name="connsiteY5-12" fmla="*/ 0 h 3882329"/>
                <a:gd name="connsiteX6-13" fmla="*/ 3456384 w 3456384"/>
                <a:gd name="connsiteY6-14" fmla="*/ 0 h 3882329"/>
                <a:gd name="connsiteX7-15" fmla="*/ 3456384 w 3456384"/>
                <a:gd name="connsiteY7-16" fmla="*/ 45719 h 3882329"/>
                <a:gd name="connsiteX8" fmla="*/ 0 w 3456384"/>
                <a:gd name="connsiteY8" fmla="*/ 0 h 3882329"/>
                <a:gd name="connsiteX0-17" fmla="*/ 0 w 3456384"/>
                <a:gd name="connsiteY0-18" fmla="*/ 3836610 h 3882329"/>
                <a:gd name="connsiteX1-19" fmla="*/ 3456384 w 3456384"/>
                <a:gd name="connsiteY1-20" fmla="*/ 3836610 h 3882329"/>
                <a:gd name="connsiteX2-21" fmla="*/ 3456384 w 3456384"/>
                <a:gd name="connsiteY2-22" fmla="*/ 3882329 h 3882329"/>
                <a:gd name="connsiteX3-23" fmla="*/ 0 w 3456384"/>
                <a:gd name="connsiteY3-24" fmla="*/ 3882329 h 3882329"/>
                <a:gd name="connsiteX4-25" fmla="*/ 0 w 3456384"/>
                <a:gd name="connsiteY4-26" fmla="*/ 3836610 h 3882329"/>
                <a:gd name="connsiteX5-27" fmla="*/ 0 w 3456384"/>
                <a:gd name="connsiteY5-28" fmla="*/ 0 h 3882329"/>
                <a:gd name="connsiteX6-29" fmla="*/ 3456384 w 3456384"/>
                <a:gd name="connsiteY6-30" fmla="*/ 0 h 3882329"/>
                <a:gd name="connsiteX7-31" fmla="*/ 0 w 3456384"/>
                <a:gd name="connsiteY7-32" fmla="*/ 0 h 3882329"/>
                <a:gd name="connsiteX0-33" fmla="*/ 0 w 3456384"/>
                <a:gd name="connsiteY0-34" fmla="*/ 3836610 h 3882329"/>
                <a:gd name="connsiteX1-35" fmla="*/ 3456384 w 3456384"/>
                <a:gd name="connsiteY1-36" fmla="*/ 3836610 h 3882329"/>
                <a:gd name="connsiteX2-37" fmla="*/ 3456384 w 3456384"/>
                <a:gd name="connsiteY2-38" fmla="*/ 3882329 h 3882329"/>
                <a:gd name="connsiteX3-39" fmla="*/ 0 w 3456384"/>
                <a:gd name="connsiteY3-40" fmla="*/ 3882329 h 3882329"/>
                <a:gd name="connsiteX4-41" fmla="*/ 0 w 3456384"/>
                <a:gd name="connsiteY4-42" fmla="*/ 3836610 h 3882329"/>
                <a:gd name="connsiteX5-43" fmla="*/ 0 w 3456384"/>
                <a:gd name="connsiteY5-44" fmla="*/ 0 h 3882329"/>
                <a:gd name="connsiteX6-45" fmla="*/ 3456384 w 3456384"/>
                <a:gd name="connsiteY6-46" fmla="*/ 0 h 3882329"/>
                <a:gd name="connsiteX7-47" fmla="*/ 0 w 3456384"/>
                <a:gd name="connsiteY7-48" fmla="*/ 0 h 3882329"/>
                <a:gd name="connsiteX0-49" fmla="*/ 0 w 3456384"/>
                <a:gd name="connsiteY0-50" fmla="*/ 3836610 h 3882329"/>
                <a:gd name="connsiteX1-51" fmla="*/ 3456384 w 3456384"/>
                <a:gd name="connsiteY1-52" fmla="*/ 3836610 h 3882329"/>
                <a:gd name="connsiteX2-53" fmla="*/ 3456384 w 3456384"/>
                <a:gd name="connsiteY2-54" fmla="*/ 3882329 h 3882329"/>
                <a:gd name="connsiteX3-55" fmla="*/ 0 w 3456384"/>
                <a:gd name="connsiteY3-56" fmla="*/ 3882329 h 3882329"/>
                <a:gd name="connsiteX4-57" fmla="*/ 0 w 3456384"/>
                <a:gd name="connsiteY4-58" fmla="*/ 3836610 h 3882329"/>
                <a:gd name="connsiteX5-59" fmla="*/ 0 w 3456384"/>
                <a:gd name="connsiteY5-60" fmla="*/ 0 h 3882329"/>
                <a:gd name="connsiteX6-61" fmla="*/ 3456384 w 3456384"/>
                <a:gd name="connsiteY6-62" fmla="*/ 0 h 3882329"/>
                <a:gd name="connsiteX7-63" fmla="*/ 0 w 3456384"/>
                <a:gd name="connsiteY7-64" fmla="*/ 0 h 3882329"/>
                <a:gd name="connsiteX0-65" fmla="*/ 0 w 3456384"/>
                <a:gd name="connsiteY0-66" fmla="*/ 3882329 h 3882329"/>
                <a:gd name="connsiteX1-67" fmla="*/ 3456384 w 3456384"/>
                <a:gd name="connsiteY1-68" fmla="*/ 3836610 h 3882329"/>
                <a:gd name="connsiteX2-69" fmla="*/ 3456384 w 3456384"/>
                <a:gd name="connsiteY2-70" fmla="*/ 3882329 h 3882329"/>
                <a:gd name="connsiteX3-71" fmla="*/ 0 w 3456384"/>
                <a:gd name="connsiteY3-72" fmla="*/ 3882329 h 3882329"/>
                <a:gd name="connsiteX4-73" fmla="*/ 0 w 3456384"/>
                <a:gd name="connsiteY4-74" fmla="*/ 0 h 3882329"/>
                <a:gd name="connsiteX5-75" fmla="*/ 3456384 w 3456384"/>
                <a:gd name="connsiteY5-76" fmla="*/ 0 h 3882329"/>
                <a:gd name="connsiteX6-77" fmla="*/ 0 w 3456384"/>
                <a:gd name="connsiteY6-78" fmla="*/ 0 h 3882329"/>
                <a:gd name="connsiteX0-79" fmla="*/ 0 w 3456384"/>
                <a:gd name="connsiteY0-80" fmla="*/ 3882329 h 3882329"/>
                <a:gd name="connsiteX1-81" fmla="*/ 3456384 w 3456384"/>
                <a:gd name="connsiteY1-82" fmla="*/ 3882329 h 3882329"/>
                <a:gd name="connsiteX2-83" fmla="*/ 0 w 3456384"/>
                <a:gd name="connsiteY2-84" fmla="*/ 3882329 h 3882329"/>
                <a:gd name="connsiteX3-85" fmla="*/ 0 w 3456384"/>
                <a:gd name="connsiteY3-86" fmla="*/ 0 h 3882329"/>
                <a:gd name="connsiteX4-87" fmla="*/ 3456384 w 3456384"/>
                <a:gd name="connsiteY4-88" fmla="*/ 0 h 3882329"/>
                <a:gd name="connsiteX5-89" fmla="*/ 0 w 3456384"/>
                <a:gd name="connsiteY5-90" fmla="*/ 0 h 3882329"/>
                <a:gd name="connsiteX0-91" fmla="*/ 0 w 3456384"/>
                <a:gd name="connsiteY0-92" fmla="*/ 3882329 h 3882329"/>
                <a:gd name="connsiteX1-93" fmla="*/ 3456384 w 3456384"/>
                <a:gd name="connsiteY1-94" fmla="*/ 3882329 h 3882329"/>
                <a:gd name="connsiteX2-95" fmla="*/ 0 w 3456384"/>
                <a:gd name="connsiteY2-96" fmla="*/ 3882329 h 3882329"/>
                <a:gd name="connsiteX3-97" fmla="*/ 0 w 3456384"/>
                <a:gd name="connsiteY3-98" fmla="*/ 0 h 3882329"/>
                <a:gd name="connsiteX4-99" fmla="*/ 3456384 w 3456384"/>
                <a:gd name="connsiteY4-100" fmla="*/ 0 h 3882329"/>
                <a:gd name="connsiteX5-101" fmla="*/ 0 w 3456384"/>
                <a:gd name="connsiteY5-102" fmla="*/ 0 h 3882329"/>
                <a:gd name="connsiteX0-103" fmla="*/ 0 w 3456384"/>
                <a:gd name="connsiteY0-104" fmla="*/ 3882329 h 3882329"/>
                <a:gd name="connsiteX1-105" fmla="*/ 3456384 w 3456384"/>
                <a:gd name="connsiteY1-106" fmla="*/ 3882329 h 3882329"/>
                <a:gd name="connsiteX2-107" fmla="*/ 0 w 3456384"/>
                <a:gd name="connsiteY2-108" fmla="*/ 3882329 h 3882329"/>
                <a:gd name="connsiteX3-109" fmla="*/ 0 w 3456384"/>
                <a:gd name="connsiteY3-110" fmla="*/ 0 h 3882329"/>
                <a:gd name="connsiteX4-111" fmla="*/ 3456384 w 3456384"/>
                <a:gd name="connsiteY4-112" fmla="*/ 0 h 3882329"/>
                <a:gd name="connsiteX5-113" fmla="*/ 0 w 3456384"/>
                <a:gd name="connsiteY5-114" fmla="*/ 0 h 3882329"/>
              </a:gdLst>
              <a:ahLst/>
              <a:cxnLst>
                <a:cxn ang="0">
                  <a:pos x="connsiteX0-1" y="connsiteY0-2"/>
                </a:cxn>
                <a:cxn ang="0">
                  <a:pos x="connsiteX1-3" y="connsiteY1-4"/>
                </a:cxn>
                <a:cxn ang="0">
                  <a:pos x="connsiteX2-5" y="connsiteY2-6"/>
                </a:cxn>
                <a:cxn ang="0">
                  <a:pos x="connsiteX3-7" y="connsiteY3-8"/>
                </a:cxn>
                <a:cxn ang="0">
                  <a:pos x="connsiteX4-9" y="connsiteY4-10"/>
                </a:cxn>
                <a:cxn ang="0">
                  <a:pos x="connsiteX5-11" y="connsiteY5-12"/>
                </a:cxn>
              </a:cxnLst>
              <a:rect l="l" t="t" r="r" b="b"/>
              <a:pathLst>
                <a:path w="3456384" h="3882329">
                  <a:moveTo>
                    <a:pt x="0" y="3882329"/>
                  </a:moveTo>
                  <a:lnTo>
                    <a:pt x="3456384" y="3882329"/>
                  </a:lnTo>
                  <a:lnTo>
                    <a:pt x="0" y="3882329"/>
                  </a:lnTo>
                  <a:close/>
                  <a:moveTo>
                    <a:pt x="0" y="0"/>
                  </a:moveTo>
                  <a:lnTo>
                    <a:pt x="3456384" y="0"/>
                  </a:lnTo>
                  <a:lnTo>
                    <a:pt x="0" y="0"/>
                  </a:lnTo>
                  <a:close/>
                </a:path>
              </a:pathLst>
            </a:custGeom>
            <a:ln w="3175">
              <a:solidFill>
                <a:srgbClr val="B2B2B2"/>
              </a:solidFill>
              <a:round/>
            </a:ln>
          </p:spPr>
          <p:style>
            <a:lnRef idx="2">
              <a:schemeClr val="accent1">
                <a:shade val="50000"/>
              </a:schemeClr>
            </a:lnRef>
            <a:fillRef idx="1">
              <a:schemeClr val="accent1"/>
            </a:fillRef>
            <a:effectRef idx="0">
              <a:schemeClr val="accent1"/>
            </a:effectRef>
            <a:fontRef idx="minor">
              <a:schemeClr val="lt1"/>
            </a:fontRef>
          </p:style>
          <p:txBody>
            <a:bodyPr lIns="0" tIns="72000" rIns="0" bIns="72000" anchor="ctr">
              <a:noAutofit/>
            </a:bodyPr>
            <a:lstStyle/>
            <a:p>
              <a:pPr indent="457200">
                <a:lnSpc>
                  <a:spcPct val="120000"/>
                </a:lnSpc>
              </a:pPr>
              <a:r>
                <a:rPr dirty="0">
                  <a:solidFill>
                    <a:schemeClr val="tx1"/>
                  </a:solidFill>
                </a:rPr>
                <a:t>用带箭头的虚线连接有依赖关系的两个类，箭头指向独立的类。如图6-11所示，类A是独立的，类B以某种方式依赖于类A，如果类A改变了，将影响依赖于它的类B中的元素。如果一个类向另一个类发送消息，一个类使用另一个类的对象作为操作的参数，一个类使用另一个类的对象作为它的数据成员等，这样的两个类之间都存在依赖关系。连接依赖关系的虚线可以带一个标签，具体说明依赖的种类。</a:t>
              </a:r>
            </a:p>
          </p:txBody>
        </p:sp>
      </p:grpSp>
      <p:sp>
        <p:nvSpPr>
          <p:cNvPr id="14" name="文本框 13"/>
          <p:cNvSpPr txBox="1"/>
          <p:nvPr/>
        </p:nvSpPr>
        <p:spPr>
          <a:xfrm>
            <a:off x="1503680" y="5013960"/>
            <a:ext cx="2997200" cy="365760"/>
          </a:xfrm>
          <a:prstGeom prst="rect">
            <a:avLst/>
          </a:prstGeom>
          <a:noFill/>
        </p:spPr>
        <p:txBody>
          <a:bodyPr wrap="square" rtlCol="0" anchor="t">
            <a:spAutoFit/>
          </a:bodyPr>
          <a:lstStyle/>
          <a:p>
            <a:r>
              <a:rPr lang="zh-CN" altLang="en-US"/>
              <a:t>图6-11  类的依赖关系</a:t>
            </a:r>
          </a:p>
        </p:txBody>
      </p:sp>
      <p:pic>
        <p:nvPicPr>
          <p:cNvPr id="2" name="图片 -2147482347"/>
          <p:cNvPicPr>
            <a:picLocks noChangeAspect="1"/>
          </p:cNvPicPr>
          <p:nvPr/>
        </p:nvPicPr>
        <p:blipFill>
          <a:blip r:embed="rId6" cstate="print"/>
          <a:stretch>
            <a:fillRect/>
          </a:stretch>
        </p:blipFill>
        <p:spPr>
          <a:xfrm>
            <a:off x="1155700" y="3806190"/>
            <a:ext cx="3692525" cy="771525"/>
          </a:xfrm>
          <a:prstGeom prst="rect">
            <a:avLst/>
          </a:prstGeom>
          <a:noFill/>
          <a:ln w="9525">
            <a:noFill/>
          </a:ln>
        </p:spPr>
      </p:pic>
    </p:spTree>
  </p:cSld>
  <p:clrMapOvr>
    <a:masterClrMapping/>
  </p:clrMapOvr>
  <p:transition>
    <p:diamond/>
  </p:transition>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694801" y="360000"/>
            <a:ext cx="5401200" cy="523220"/>
          </a:xfrm>
        </p:spPr>
        <p:txBody>
          <a:bodyPr>
            <a:normAutofit/>
          </a:bodyPr>
          <a:lstStyle/>
          <a:p>
            <a:r>
              <a:rPr lang="en-US" dirty="0"/>
              <a:t>6.3 </a:t>
            </a:r>
            <a:r>
              <a:rPr lang="zh-CN" altLang="en-US" dirty="0">
                <a:sym typeface="+mn-ea"/>
              </a:rPr>
              <a:t>UML图</a:t>
            </a:r>
            <a:endParaRPr lang="zh-CN" altLang="en-US" dirty="0"/>
          </a:p>
        </p:txBody>
      </p:sp>
      <p:sp>
        <p:nvSpPr>
          <p:cNvPr id="5" name="文本占位符 4">
            <a:extLst>
              <a:ext uri="{FF2B5EF4-FFF2-40B4-BE49-F238E27FC236}">
                <a16:creationId xmlns:a16="http://schemas.microsoft.com/office/drawing/2014/main" id="{3A487A05-2292-D5FD-0020-AA49F1D4B73C}"/>
              </a:ext>
            </a:extLst>
          </p:cNvPr>
          <p:cNvSpPr>
            <a:spLocks noGrp="1"/>
          </p:cNvSpPr>
          <p:nvPr>
            <p:ph type="body" sz="quarter" idx="10"/>
          </p:nvPr>
        </p:nvSpPr>
        <p:spPr>
          <a:xfrm>
            <a:off x="900001" y="1322832"/>
            <a:ext cx="5196000" cy="400110"/>
          </a:xfrm>
        </p:spPr>
        <p:txBody>
          <a:bodyPr/>
          <a:lstStyle/>
          <a:p>
            <a:r>
              <a:rPr lang="en-US" altLang="zh-CN" dirty="0"/>
              <a:t>6.3.2 </a:t>
            </a:r>
            <a:r>
              <a:rPr lang="zh-CN" altLang="en-US" dirty="0"/>
              <a:t>类图和包</a:t>
            </a:r>
          </a:p>
        </p:txBody>
      </p:sp>
      <p:grpSp>
        <p:nvGrpSpPr>
          <p:cNvPr id="6" name="组合 5"/>
          <p:cNvGrpSpPr/>
          <p:nvPr/>
        </p:nvGrpSpPr>
        <p:grpSpPr>
          <a:xfrm>
            <a:off x="0" y="2029460"/>
            <a:ext cx="11457940" cy="3761740"/>
            <a:chOff x="0" y="3196"/>
            <a:chExt cx="18044" cy="5924"/>
          </a:xfrm>
        </p:grpSpPr>
        <p:grpSp>
          <p:nvGrpSpPr>
            <p:cNvPr id="7" name="组合 6"/>
            <p:cNvGrpSpPr/>
            <p:nvPr/>
          </p:nvGrpSpPr>
          <p:grpSpPr>
            <a:xfrm>
              <a:off x="0" y="3196"/>
              <a:ext cx="7895" cy="1530"/>
              <a:chOff x="1" y="2565401"/>
              <a:chExt cx="5013433" cy="971723"/>
            </a:xfrm>
          </p:grpSpPr>
          <p:sp>
            <p:nvSpPr>
              <p:cNvPr id="8" name="MH_SubTitle_1"/>
              <p:cNvSpPr/>
              <p:nvPr>
                <p:custDataLst>
                  <p:tags r:id="rId2"/>
                </p:custDataLst>
              </p:nvPr>
            </p:nvSpPr>
            <p:spPr>
              <a:xfrm>
                <a:off x="1501900" y="2688644"/>
                <a:ext cx="3511534" cy="731557"/>
              </a:xfrm>
              <a:prstGeom prst="homePlate">
                <a:avLst/>
              </a:prstGeom>
              <a:solidFill>
                <a:srgbClr val="20CDAA"/>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r>
                  <a:rPr lang="zh-CN" altLang="en-US" sz="2400" dirty="0">
                    <a:solidFill>
                      <a:schemeClr val="bg1"/>
                    </a:solidFill>
                    <a:latin typeface="微软雅黑" panose="020B0503020204020204" charset="-122"/>
                    <a:ea typeface="微软雅黑" panose="020B0503020204020204" charset="-122"/>
                  </a:rPr>
                  <a:t>类的细化关系</a:t>
                </a:r>
              </a:p>
            </p:txBody>
          </p:sp>
          <p:sp>
            <p:nvSpPr>
              <p:cNvPr id="9" name="MH_Other_1"/>
              <p:cNvSpPr/>
              <p:nvPr>
                <p:custDataLst>
                  <p:tags r:id="rId3"/>
                </p:custDataLst>
              </p:nvPr>
            </p:nvSpPr>
            <p:spPr>
              <a:xfrm>
                <a:off x="1" y="2565401"/>
                <a:ext cx="1006593" cy="971723"/>
              </a:xfrm>
              <a:prstGeom prst="rect">
                <a:avLst/>
              </a:prstGeom>
              <a:solidFill>
                <a:srgbClr val="20CDAA"/>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r>
                  <a:rPr lang="en-US" altLang="zh-CN" sz="3200" dirty="0">
                    <a:solidFill>
                      <a:srgbClr val="FFFFFF"/>
                    </a:solidFill>
                    <a:latin typeface="Times New Roman" panose="02020603050405020304" pitchFamily="18" charset="0"/>
                    <a:ea typeface="微软雅黑" panose="020B0503020204020204" charset="-122"/>
                  </a:rPr>
                  <a:t>0</a:t>
                </a:r>
                <a:r>
                  <a:rPr lang="en-US" sz="3200" dirty="0">
                    <a:solidFill>
                      <a:srgbClr val="FFFFFF"/>
                    </a:solidFill>
                    <a:latin typeface="Times New Roman" panose="02020603050405020304" pitchFamily="18" charset="0"/>
                    <a:ea typeface="微软雅黑" panose="020B0503020204020204" charset="-122"/>
                  </a:rPr>
                  <a:t>5</a:t>
                </a:r>
              </a:p>
            </p:txBody>
          </p:sp>
          <p:sp>
            <p:nvSpPr>
              <p:cNvPr id="11" name="MH_Other_2"/>
              <p:cNvSpPr/>
              <p:nvPr>
                <p:custDataLst>
                  <p:tags r:id="rId4"/>
                </p:custDataLst>
              </p:nvPr>
            </p:nvSpPr>
            <p:spPr>
              <a:xfrm>
                <a:off x="987065" y="2565401"/>
                <a:ext cx="516612" cy="971723"/>
              </a:xfrm>
              <a:custGeom>
                <a:avLst/>
                <a:gdLst>
                  <a:gd name="connsiteX0" fmla="*/ 2382 w 461963"/>
                  <a:gd name="connsiteY0" fmla="*/ 0 h 1081088"/>
                  <a:gd name="connsiteX1" fmla="*/ 461963 w 461963"/>
                  <a:gd name="connsiteY1" fmla="*/ 138113 h 1081088"/>
                  <a:gd name="connsiteX2" fmla="*/ 461963 w 461963"/>
                  <a:gd name="connsiteY2" fmla="*/ 950119 h 1081088"/>
                  <a:gd name="connsiteX3" fmla="*/ 0 w 461963"/>
                  <a:gd name="connsiteY3" fmla="*/ 1081088 h 1081088"/>
                  <a:gd name="connsiteX4" fmla="*/ 2382 w 461963"/>
                  <a:gd name="connsiteY4" fmla="*/ 0 h 108108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61963" h="1081088">
                    <a:moveTo>
                      <a:pt x="2382" y="0"/>
                    </a:moveTo>
                    <a:lnTo>
                      <a:pt x="461963" y="138113"/>
                    </a:lnTo>
                    <a:lnTo>
                      <a:pt x="461963" y="950119"/>
                    </a:lnTo>
                    <a:lnTo>
                      <a:pt x="0" y="1081088"/>
                    </a:lnTo>
                    <a:lnTo>
                      <a:pt x="2382" y="0"/>
                    </a:lnTo>
                    <a:close/>
                  </a:path>
                </a:pathLst>
              </a:custGeom>
              <a:solidFill>
                <a:srgbClr val="08A886"/>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a:solidFill>
                    <a:srgbClr val="FFFFFF"/>
                  </a:solidFill>
                  <a:latin typeface="微软雅黑" panose="020B0503020204020204" charset="-122"/>
                  <a:ea typeface="微软雅黑" panose="020B0503020204020204" charset="-122"/>
                </a:endParaRPr>
              </a:p>
            </p:txBody>
          </p:sp>
        </p:grpSp>
        <p:sp>
          <p:nvSpPr>
            <p:cNvPr id="12" name="MH_Desc_1"/>
            <p:cNvSpPr/>
            <p:nvPr>
              <p:custDataLst>
                <p:tags r:id="rId1"/>
              </p:custDataLst>
            </p:nvPr>
          </p:nvSpPr>
          <p:spPr>
            <a:xfrm>
              <a:off x="8509" y="3647"/>
              <a:ext cx="9535" cy="5473"/>
            </a:xfrm>
            <a:custGeom>
              <a:avLst/>
              <a:gdLst>
                <a:gd name="connsiteX0" fmla="*/ 0 w 3456384"/>
                <a:gd name="connsiteY0" fmla="*/ 3836610 h 3882329"/>
                <a:gd name="connsiteX1" fmla="*/ 3456384 w 3456384"/>
                <a:gd name="connsiteY1" fmla="*/ 3836610 h 3882329"/>
                <a:gd name="connsiteX2" fmla="*/ 3456384 w 3456384"/>
                <a:gd name="connsiteY2" fmla="*/ 3882329 h 3882329"/>
                <a:gd name="connsiteX3" fmla="*/ 0 w 3456384"/>
                <a:gd name="connsiteY3" fmla="*/ 3882329 h 3882329"/>
                <a:gd name="connsiteX4" fmla="*/ 0 w 3456384"/>
                <a:gd name="connsiteY4" fmla="*/ 0 h 3882329"/>
                <a:gd name="connsiteX5" fmla="*/ 3456384 w 3456384"/>
                <a:gd name="connsiteY5" fmla="*/ 0 h 3882329"/>
                <a:gd name="connsiteX6" fmla="*/ 3456384 w 3456384"/>
                <a:gd name="connsiteY6" fmla="*/ 45719 h 3882329"/>
                <a:gd name="connsiteX7" fmla="*/ 0 w 3456384"/>
                <a:gd name="connsiteY7" fmla="*/ 45719 h 3882329"/>
                <a:gd name="connsiteX0-1" fmla="*/ 0 w 3456384"/>
                <a:gd name="connsiteY0-2" fmla="*/ 3836610 h 3882329"/>
                <a:gd name="connsiteX1-3" fmla="*/ 3456384 w 3456384"/>
                <a:gd name="connsiteY1-4" fmla="*/ 3836610 h 3882329"/>
                <a:gd name="connsiteX2-5" fmla="*/ 3456384 w 3456384"/>
                <a:gd name="connsiteY2-6" fmla="*/ 3882329 h 3882329"/>
                <a:gd name="connsiteX3-7" fmla="*/ 0 w 3456384"/>
                <a:gd name="connsiteY3-8" fmla="*/ 3882329 h 3882329"/>
                <a:gd name="connsiteX4-9" fmla="*/ 0 w 3456384"/>
                <a:gd name="connsiteY4-10" fmla="*/ 3836610 h 3882329"/>
                <a:gd name="connsiteX5-11" fmla="*/ 0 w 3456384"/>
                <a:gd name="connsiteY5-12" fmla="*/ 0 h 3882329"/>
                <a:gd name="connsiteX6-13" fmla="*/ 3456384 w 3456384"/>
                <a:gd name="connsiteY6-14" fmla="*/ 0 h 3882329"/>
                <a:gd name="connsiteX7-15" fmla="*/ 3456384 w 3456384"/>
                <a:gd name="connsiteY7-16" fmla="*/ 45719 h 3882329"/>
                <a:gd name="connsiteX8" fmla="*/ 0 w 3456384"/>
                <a:gd name="connsiteY8" fmla="*/ 0 h 3882329"/>
                <a:gd name="connsiteX0-17" fmla="*/ 0 w 3456384"/>
                <a:gd name="connsiteY0-18" fmla="*/ 3836610 h 3882329"/>
                <a:gd name="connsiteX1-19" fmla="*/ 3456384 w 3456384"/>
                <a:gd name="connsiteY1-20" fmla="*/ 3836610 h 3882329"/>
                <a:gd name="connsiteX2-21" fmla="*/ 3456384 w 3456384"/>
                <a:gd name="connsiteY2-22" fmla="*/ 3882329 h 3882329"/>
                <a:gd name="connsiteX3-23" fmla="*/ 0 w 3456384"/>
                <a:gd name="connsiteY3-24" fmla="*/ 3882329 h 3882329"/>
                <a:gd name="connsiteX4-25" fmla="*/ 0 w 3456384"/>
                <a:gd name="connsiteY4-26" fmla="*/ 3836610 h 3882329"/>
                <a:gd name="connsiteX5-27" fmla="*/ 0 w 3456384"/>
                <a:gd name="connsiteY5-28" fmla="*/ 0 h 3882329"/>
                <a:gd name="connsiteX6-29" fmla="*/ 3456384 w 3456384"/>
                <a:gd name="connsiteY6-30" fmla="*/ 0 h 3882329"/>
                <a:gd name="connsiteX7-31" fmla="*/ 0 w 3456384"/>
                <a:gd name="connsiteY7-32" fmla="*/ 0 h 3882329"/>
                <a:gd name="connsiteX0-33" fmla="*/ 0 w 3456384"/>
                <a:gd name="connsiteY0-34" fmla="*/ 3836610 h 3882329"/>
                <a:gd name="connsiteX1-35" fmla="*/ 3456384 w 3456384"/>
                <a:gd name="connsiteY1-36" fmla="*/ 3836610 h 3882329"/>
                <a:gd name="connsiteX2-37" fmla="*/ 3456384 w 3456384"/>
                <a:gd name="connsiteY2-38" fmla="*/ 3882329 h 3882329"/>
                <a:gd name="connsiteX3-39" fmla="*/ 0 w 3456384"/>
                <a:gd name="connsiteY3-40" fmla="*/ 3882329 h 3882329"/>
                <a:gd name="connsiteX4-41" fmla="*/ 0 w 3456384"/>
                <a:gd name="connsiteY4-42" fmla="*/ 3836610 h 3882329"/>
                <a:gd name="connsiteX5-43" fmla="*/ 0 w 3456384"/>
                <a:gd name="connsiteY5-44" fmla="*/ 0 h 3882329"/>
                <a:gd name="connsiteX6-45" fmla="*/ 3456384 w 3456384"/>
                <a:gd name="connsiteY6-46" fmla="*/ 0 h 3882329"/>
                <a:gd name="connsiteX7-47" fmla="*/ 0 w 3456384"/>
                <a:gd name="connsiteY7-48" fmla="*/ 0 h 3882329"/>
                <a:gd name="connsiteX0-49" fmla="*/ 0 w 3456384"/>
                <a:gd name="connsiteY0-50" fmla="*/ 3836610 h 3882329"/>
                <a:gd name="connsiteX1-51" fmla="*/ 3456384 w 3456384"/>
                <a:gd name="connsiteY1-52" fmla="*/ 3836610 h 3882329"/>
                <a:gd name="connsiteX2-53" fmla="*/ 3456384 w 3456384"/>
                <a:gd name="connsiteY2-54" fmla="*/ 3882329 h 3882329"/>
                <a:gd name="connsiteX3-55" fmla="*/ 0 w 3456384"/>
                <a:gd name="connsiteY3-56" fmla="*/ 3882329 h 3882329"/>
                <a:gd name="connsiteX4-57" fmla="*/ 0 w 3456384"/>
                <a:gd name="connsiteY4-58" fmla="*/ 3836610 h 3882329"/>
                <a:gd name="connsiteX5-59" fmla="*/ 0 w 3456384"/>
                <a:gd name="connsiteY5-60" fmla="*/ 0 h 3882329"/>
                <a:gd name="connsiteX6-61" fmla="*/ 3456384 w 3456384"/>
                <a:gd name="connsiteY6-62" fmla="*/ 0 h 3882329"/>
                <a:gd name="connsiteX7-63" fmla="*/ 0 w 3456384"/>
                <a:gd name="connsiteY7-64" fmla="*/ 0 h 3882329"/>
                <a:gd name="connsiteX0-65" fmla="*/ 0 w 3456384"/>
                <a:gd name="connsiteY0-66" fmla="*/ 3882329 h 3882329"/>
                <a:gd name="connsiteX1-67" fmla="*/ 3456384 w 3456384"/>
                <a:gd name="connsiteY1-68" fmla="*/ 3836610 h 3882329"/>
                <a:gd name="connsiteX2-69" fmla="*/ 3456384 w 3456384"/>
                <a:gd name="connsiteY2-70" fmla="*/ 3882329 h 3882329"/>
                <a:gd name="connsiteX3-71" fmla="*/ 0 w 3456384"/>
                <a:gd name="connsiteY3-72" fmla="*/ 3882329 h 3882329"/>
                <a:gd name="connsiteX4-73" fmla="*/ 0 w 3456384"/>
                <a:gd name="connsiteY4-74" fmla="*/ 0 h 3882329"/>
                <a:gd name="connsiteX5-75" fmla="*/ 3456384 w 3456384"/>
                <a:gd name="connsiteY5-76" fmla="*/ 0 h 3882329"/>
                <a:gd name="connsiteX6-77" fmla="*/ 0 w 3456384"/>
                <a:gd name="connsiteY6-78" fmla="*/ 0 h 3882329"/>
                <a:gd name="connsiteX0-79" fmla="*/ 0 w 3456384"/>
                <a:gd name="connsiteY0-80" fmla="*/ 3882329 h 3882329"/>
                <a:gd name="connsiteX1-81" fmla="*/ 3456384 w 3456384"/>
                <a:gd name="connsiteY1-82" fmla="*/ 3882329 h 3882329"/>
                <a:gd name="connsiteX2-83" fmla="*/ 0 w 3456384"/>
                <a:gd name="connsiteY2-84" fmla="*/ 3882329 h 3882329"/>
                <a:gd name="connsiteX3-85" fmla="*/ 0 w 3456384"/>
                <a:gd name="connsiteY3-86" fmla="*/ 0 h 3882329"/>
                <a:gd name="connsiteX4-87" fmla="*/ 3456384 w 3456384"/>
                <a:gd name="connsiteY4-88" fmla="*/ 0 h 3882329"/>
                <a:gd name="connsiteX5-89" fmla="*/ 0 w 3456384"/>
                <a:gd name="connsiteY5-90" fmla="*/ 0 h 3882329"/>
                <a:gd name="connsiteX0-91" fmla="*/ 0 w 3456384"/>
                <a:gd name="connsiteY0-92" fmla="*/ 3882329 h 3882329"/>
                <a:gd name="connsiteX1-93" fmla="*/ 3456384 w 3456384"/>
                <a:gd name="connsiteY1-94" fmla="*/ 3882329 h 3882329"/>
                <a:gd name="connsiteX2-95" fmla="*/ 0 w 3456384"/>
                <a:gd name="connsiteY2-96" fmla="*/ 3882329 h 3882329"/>
                <a:gd name="connsiteX3-97" fmla="*/ 0 w 3456384"/>
                <a:gd name="connsiteY3-98" fmla="*/ 0 h 3882329"/>
                <a:gd name="connsiteX4-99" fmla="*/ 3456384 w 3456384"/>
                <a:gd name="connsiteY4-100" fmla="*/ 0 h 3882329"/>
                <a:gd name="connsiteX5-101" fmla="*/ 0 w 3456384"/>
                <a:gd name="connsiteY5-102" fmla="*/ 0 h 3882329"/>
                <a:gd name="connsiteX0-103" fmla="*/ 0 w 3456384"/>
                <a:gd name="connsiteY0-104" fmla="*/ 3882329 h 3882329"/>
                <a:gd name="connsiteX1-105" fmla="*/ 3456384 w 3456384"/>
                <a:gd name="connsiteY1-106" fmla="*/ 3882329 h 3882329"/>
                <a:gd name="connsiteX2-107" fmla="*/ 0 w 3456384"/>
                <a:gd name="connsiteY2-108" fmla="*/ 3882329 h 3882329"/>
                <a:gd name="connsiteX3-109" fmla="*/ 0 w 3456384"/>
                <a:gd name="connsiteY3-110" fmla="*/ 0 h 3882329"/>
                <a:gd name="connsiteX4-111" fmla="*/ 3456384 w 3456384"/>
                <a:gd name="connsiteY4-112" fmla="*/ 0 h 3882329"/>
                <a:gd name="connsiteX5-113" fmla="*/ 0 w 3456384"/>
                <a:gd name="connsiteY5-114" fmla="*/ 0 h 3882329"/>
              </a:gdLst>
              <a:ahLst/>
              <a:cxnLst>
                <a:cxn ang="0">
                  <a:pos x="connsiteX0-1" y="connsiteY0-2"/>
                </a:cxn>
                <a:cxn ang="0">
                  <a:pos x="connsiteX1-3" y="connsiteY1-4"/>
                </a:cxn>
                <a:cxn ang="0">
                  <a:pos x="connsiteX2-5" y="connsiteY2-6"/>
                </a:cxn>
                <a:cxn ang="0">
                  <a:pos x="connsiteX3-7" y="connsiteY3-8"/>
                </a:cxn>
                <a:cxn ang="0">
                  <a:pos x="connsiteX4-9" y="connsiteY4-10"/>
                </a:cxn>
                <a:cxn ang="0">
                  <a:pos x="connsiteX5-11" y="connsiteY5-12"/>
                </a:cxn>
              </a:cxnLst>
              <a:rect l="l" t="t" r="r" b="b"/>
              <a:pathLst>
                <a:path w="3456384" h="3882329">
                  <a:moveTo>
                    <a:pt x="0" y="3882329"/>
                  </a:moveTo>
                  <a:lnTo>
                    <a:pt x="3456384" y="3882329"/>
                  </a:lnTo>
                  <a:lnTo>
                    <a:pt x="0" y="3882329"/>
                  </a:lnTo>
                  <a:close/>
                  <a:moveTo>
                    <a:pt x="0" y="0"/>
                  </a:moveTo>
                  <a:lnTo>
                    <a:pt x="3456384" y="0"/>
                  </a:lnTo>
                  <a:lnTo>
                    <a:pt x="0" y="0"/>
                  </a:lnTo>
                  <a:close/>
                </a:path>
              </a:pathLst>
            </a:custGeom>
            <a:ln w="3175">
              <a:solidFill>
                <a:srgbClr val="B2B2B2"/>
              </a:solidFill>
              <a:round/>
            </a:ln>
          </p:spPr>
          <p:style>
            <a:lnRef idx="2">
              <a:schemeClr val="accent1">
                <a:shade val="50000"/>
              </a:schemeClr>
            </a:lnRef>
            <a:fillRef idx="1">
              <a:schemeClr val="accent1"/>
            </a:fillRef>
            <a:effectRef idx="0">
              <a:schemeClr val="accent1"/>
            </a:effectRef>
            <a:fontRef idx="minor">
              <a:schemeClr val="lt1"/>
            </a:fontRef>
          </p:style>
          <p:txBody>
            <a:bodyPr lIns="0" tIns="72000" rIns="0" bIns="72000" anchor="ctr">
              <a:noAutofit/>
            </a:bodyPr>
            <a:lstStyle/>
            <a:p>
              <a:pPr indent="457200">
                <a:lnSpc>
                  <a:spcPct val="120000"/>
                </a:lnSpc>
              </a:pPr>
              <a:r>
                <a:rPr dirty="0">
                  <a:solidFill>
                    <a:schemeClr val="tx1"/>
                  </a:solidFill>
                </a:rPr>
                <a:t>在软件开发的不同阶段都使用类图，这些类图表示了类在不同层次的抽象。类图可以分为3个层次。</a:t>
              </a:r>
              <a:r>
                <a:rPr lang="zh-CN" altLang="en-US" dirty="0">
                  <a:solidFill>
                    <a:schemeClr val="tx1"/>
                  </a:solidFill>
                </a:rPr>
                <a:t>分别是</a:t>
              </a:r>
              <a:r>
                <a:rPr dirty="0">
                  <a:solidFill>
                    <a:schemeClr val="tx1"/>
                  </a:solidFill>
                </a:rPr>
                <a:t>概念层类图</a:t>
              </a:r>
              <a:r>
                <a:rPr lang="zh-CN" altLang="en-US" dirty="0">
                  <a:solidFill>
                    <a:schemeClr val="tx1"/>
                  </a:solidFill>
                </a:rPr>
                <a:t>，</a:t>
              </a:r>
              <a:r>
                <a:rPr dirty="0">
                  <a:solidFill>
                    <a:schemeClr val="tx1"/>
                  </a:solidFill>
                </a:rPr>
                <a:t>说明层类图</a:t>
              </a:r>
              <a:r>
                <a:rPr lang="zh-CN" altLang="en-US" dirty="0">
                  <a:solidFill>
                    <a:schemeClr val="tx1"/>
                  </a:solidFill>
                </a:rPr>
                <a:t>，</a:t>
              </a:r>
              <a:r>
                <a:rPr dirty="0">
                  <a:solidFill>
                    <a:schemeClr val="tx1"/>
                  </a:solidFill>
                </a:rPr>
                <a:t>实现层类图</a:t>
              </a:r>
              <a:r>
                <a:rPr lang="zh-CN" altLang="en-US" dirty="0">
                  <a:solidFill>
                    <a:schemeClr val="tx1"/>
                  </a:solidFill>
                </a:rPr>
                <a:t>。</a:t>
              </a:r>
            </a:p>
            <a:p>
              <a:pPr indent="457200">
                <a:lnSpc>
                  <a:spcPct val="120000"/>
                </a:lnSpc>
              </a:pPr>
              <a:r>
                <a:rPr dirty="0">
                  <a:solidFill>
                    <a:schemeClr val="tx1"/>
                  </a:solidFill>
                </a:rPr>
                <a:t>当对同一事物在不同抽象层次上进行描述时，这些描述之间具有细化关系。例如，类A进一步详细描述后得到类B，称为类A与类B具有细化关系，用由类B指向类A的虚线及空心三角形表示。图6-12所示为类的细化关系，类A进一步细化后得到类B，类B细化了类A。细化主要用于表示类的模型之间的相关性，常用于跟踪模型的演变。</a:t>
              </a:r>
            </a:p>
          </p:txBody>
        </p:sp>
      </p:grpSp>
      <p:sp>
        <p:nvSpPr>
          <p:cNvPr id="14" name="文本框 13"/>
          <p:cNvSpPr txBox="1"/>
          <p:nvPr/>
        </p:nvSpPr>
        <p:spPr>
          <a:xfrm>
            <a:off x="1485265" y="4937760"/>
            <a:ext cx="2769235" cy="365760"/>
          </a:xfrm>
          <a:prstGeom prst="rect">
            <a:avLst/>
          </a:prstGeom>
          <a:noFill/>
        </p:spPr>
        <p:txBody>
          <a:bodyPr wrap="square" rtlCol="0" anchor="t">
            <a:spAutoFit/>
          </a:bodyPr>
          <a:lstStyle/>
          <a:p>
            <a:r>
              <a:rPr lang="zh-CN" altLang="en-US"/>
              <a:t>图6-12  类的细化关系</a:t>
            </a:r>
          </a:p>
        </p:txBody>
      </p:sp>
      <p:pic>
        <p:nvPicPr>
          <p:cNvPr id="2" name="图片 355"/>
          <p:cNvPicPr>
            <a:picLocks noChangeAspect="1"/>
          </p:cNvPicPr>
          <p:nvPr/>
        </p:nvPicPr>
        <p:blipFill>
          <a:blip r:embed="rId6" cstate="print"/>
          <a:stretch>
            <a:fillRect/>
          </a:stretch>
        </p:blipFill>
        <p:spPr>
          <a:xfrm>
            <a:off x="1193800" y="3822065"/>
            <a:ext cx="3352165" cy="706120"/>
          </a:xfrm>
          <a:prstGeom prst="rect">
            <a:avLst/>
          </a:prstGeom>
          <a:noFill/>
          <a:ln w="9525">
            <a:noFill/>
          </a:ln>
        </p:spPr>
      </p:pic>
    </p:spTree>
  </p:cSld>
  <p:clrMapOvr>
    <a:masterClrMapping/>
  </p:clrMapOvr>
  <p:transition>
    <p:diamond/>
  </p:transition>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694801" y="360000"/>
            <a:ext cx="5401200" cy="523220"/>
          </a:xfrm>
        </p:spPr>
        <p:txBody>
          <a:bodyPr>
            <a:normAutofit/>
          </a:bodyPr>
          <a:lstStyle/>
          <a:p>
            <a:r>
              <a:rPr lang="en-US" altLang="zh-CN" dirty="0">
                <a:sym typeface="+mn-ea"/>
              </a:rPr>
              <a:t>6.3 UML</a:t>
            </a:r>
            <a:r>
              <a:rPr lang="zh-CN" altLang="en-US" dirty="0">
                <a:sym typeface="+mn-ea"/>
              </a:rPr>
              <a:t>图</a:t>
            </a:r>
            <a:endParaRPr lang="zh-CN" altLang="en-US" dirty="0"/>
          </a:p>
        </p:txBody>
      </p:sp>
      <p:sp>
        <p:nvSpPr>
          <p:cNvPr id="4" name="文本占位符 3">
            <a:extLst>
              <a:ext uri="{FF2B5EF4-FFF2-40B4-BE49-F238E27FC236}">
                <a16:creationId xmlns:a16="http://schemas.microsoft.com/office/drawing/2014/main" id="{752B87C3-90B9-F147-A268-455953C2DAE6}"/>
              </a:ext>
            </a:extLst>
          </p:cNvPr>
          <p:cNvSpPr>
            <a:spLocks noGrp="1"/>
          </p:cNvSpPr>
          <p:nvPr>
            <p:ph type="body" sz="quarter" idx="10"/>
          </p:nvPr>
        </p:nvSpPr>
        <p:spPr>
          <a:xfrm>
            <a:off x="900001" y="1322832"/>
            <a:ext cx="5196000" cy="400110"/>
          </a:xfrm>
        </p:spPr>
        <p:txBody>
          <a:bodyPr/>
          <a:lstStyle/>
          <a:p>
            <a:r>
              <a:rPr lang="en-US" altLang="zh-CN" dirty="0"/>
              <a:t>6.3.2 </a:t>
            </a:r>
            <a:r>
              <a:rPr lang="zh-CN" altLang="en-US" dirty="0"/>
              <a:t>类图和包</a:t>
            </a:r>
          </a:p>
        </p:txBody>
      </p:sp>
      <p:grpSp>
        <p:nvGrpSpPr>
          <p:cNvPr id="22" name="组合 21"/>
          <p:cNvGrpSpPr/>
          <p:nvPr/>
        </p:nvGrpSpPr>
        <p:grpSpPr>
          <a:xfrm>
            <a:off x="838200" y="2175510"/>
            <a:ext cx="10515600" cy="4464050"/>
            <a:chOff x="1218" y="3051"/>
            <a:chExt cx="16560" cy="7030"/>
          </a:xfrm>
        </p:grpSpPr>
        <p:grpSp>
          <p:nvGrpSpPr>
            <p:cNvPr id="23" name="组合 22"/>
            <p:cNvGrpSpPr/>
            <p:nvPr/>
          </p:nvGrpSpPr>
          <p:grpSpPr>
            <a:xfrm>
              <a:off x="6899" y="3375"/>
              <a:ext cx="4501" cy="4200"/>
              <a:chOff x="3529044" y="1886732"/>
              <a:chExt cx="4781534" cy="4078163"/>
            </a:xfrm>
          </p:grpSpPr>
          <p:sp>
            <p:nvSpPr>
              <p:cNvPr id="24" name="MH_SubTitle_1"/>
              <p:cNvSpPr/>
              <p:nvPr>
                <p:custDataLst>
                  <p:tags r:id="rId7"/>
                </p:custDataLst>
              </p:nvPr>
            </p:nvSpPr>
            <p:spPr bwMode="auto">
              <a:xfrm>
                <a:off x="3529044" y="1895601"/>
                <a:ext cx="2566956" cy="3084306"/>
              </a:xfrm>
              <a:custGeom>
                <a:avLst/>
                <a:gdLst>
                  <a:gd name="T0" fmla="*/ 2122 w 5400"/>
                  <a:gd name="T1" fmla="*/ 4573 h 5125"/>
                  <a:gd name="T2" fmla="*/ 1619 w 5400"/>
                  <a:gd name="T3" fmla="*/ 3375 h 5125"/>
                  <a:gd name="T4" fmla="*/ 4640 w 5400"/>
                  <a:gd name="T5" fmla="*/ 1079 h 5125"/>
                  <a:gd name="T6" fmla="*/ 5400 w 5400"/>
                  <a:gd name="T7" fmla="*/ 533 h 5125"/>
                  <a:gd name="T8" fmla="*/ 4660 w 5400"/>
                  <a:gd name="T9" fmla="*/ 0 h 5125"/>
                  <a:gd name="T10" fmla="*/ 0 w 5400"/>
                  <a:gd name="T11" fmla="*/ 3375 h 5125"/>
                  <a:gd name="T12" fmla="*/ 735 w 5400"/>
                  <a:gd name="T13" fmla="*/ 5125 h 5125"/>
                  <a:gd name="T14" fmla="*/ 1069 w 5400"/>
                  <a:gd name="T15" fmla="*/ 4417 h 5125"/>
                  <a:gd name="T16" fmla="*/ 2122 w 5400"/>
                  <a:gd name="T17" fmla="*/ 4573 h 512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5400" h="5125">
                    <a:moveTo>
                      <a:pt x="2122" y="4573"/>
                    </a:moveTo>
                    <a:cubicBezTo>
                      <a:pt x="1803" y="4224"/>
                      <a:pt x="1619" y="3813"/>
                      <a:pt x="1619" y="3375"/>
                    </a:cubicBezTo>
                    <a:cubicBezTo>
                      <a:pt x="1619" y="2202"/>
                      <a:pt x="2934" y="1232"/>
                      <a:pt x="4640" y="1079"/>
                    </a:cubicBezTo>
                    <a:lnTo>
                      <a:pt x="5400" y="533"/>
                    </a:lnTo>
                    <a:lnTo>
                      <a:pt x="4660" y="0"/>
                    </a:lnTo>
                    <a:cubicBezTo>
                      <a:pt x="2048" y="152"/>
                      <a:pt x="0" y="1605"/>
                      <a:pt x="0" y="3375"/>
                    </a:cubicBezTo>
                    <a:cubicBezTo>
                      <a:pt x="0" y="4015"/>
                      <a:pt x="269" y="4614"/>
                      <a:pt x="735" y="5125"/>
                    </a:cubicBezTo>
                    <a:lnTo>
                      <a:pt x="1069" y="4417"/>
                    </a:lnTo>
                    <a:lnTo>
                      <a:pt x="2122" y="4573"/>
                    </a:lnTo>
                    <a:close/>
                  </a:path>
                </a:pathLst>
              </a:custGeom>
              <a:solidFill>
                <a:srgbClr val="D9D9D9"/>
              </a:solid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lnSpc>
                    <a:spcPct val="120000"/>
                  </a:lnSpc>
                  <a:defRPr/>
                </a:pPr>
                <a:endParaRPr lang="zh-CN" altLang="en-US" sz="900">
                  <a:solidFill>
                    <a:srgbClr val="333333"/>
                  </a:solidFill>
                  <a:latin typeface="微软雅黑" panose="020B0503020204020204" charset="-122"/>
                  <a:ea typeface="微软雅黑" panose="020B0503020204020204" charset="-122"/>
                </a:endParaRPr>
              </a:p>
            </p:txBody>
          </p:sp>
          <p:sp>
            <p:nvSpPr>
              <p:cNvPr id="25" name="MH_SubTitle_3"/>
              <p:cNvSpPr/>
              <p:nvPr>
                <p:custDataLst>
                  <p:tags r:id="rId8"/>
                </p:custDataLst>
              </p:nvPr>
            </p:nvSpPr>
            <p:spPr bwMode="auto">
              <a:xfrm>
                <a:off x="3952860" y="4561024"/>
                <a:ext cx="4124636" cy="1368306"/>
              </a:xfrm>
              <a:custGeom>
                <a:avLst/>
                <a:gdLst>
                  <a:gd name="T0" fmla="*/ 7256 w 8680"/>
                  <a:gd name="T1" fmla="*/ 0 h 2272"/>
                  <a:gd name="T2" fmla="*/ 4190 w 8680"/>
                  <a:gd name="T3" fmla="*/ 1201 h 2272"/>
                  <a:gd name="T4" fmla="*/ 1420 w 8680"/>
                  <a:gd name="T5" fmla="*/ 298 h 2272"/>
                  <a:gd name="T6" fmla="*/ 326 w 8680"/>
                  <a:gd name="T7" fmla="*/ 136 h 2272"/>
                  <a:gd name="T8" fmla="*/ 0 w 8680"/>
                  <a:gd name="T9" fmla="*/ 827 h 2272"/>
                  <a:gd name="T10" fmla="*/ 4190 w 8680"/>
                  <a:gd name="T11" fmla="*/ 2272 h 2272"/>
                  <a:gd name="T12" fmla="*/ 8680 w 8680"/>
                  <a:gd name="T13" fmla="*/ 509 h 2272"/>
                  <a:gd name="T14" fmla="*/ 7574 w 8680"/>
                  <a:gd name="T15" fmla="*/ 673 h 2272"/>
                  <a:gd name="T16" fmla="*/ 7256 w 8680"/>
                  <a:gd name="T17" fmla="*/ 0 h 227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8680" h="2272">
                    <a:moveTo>
                      <a:pt x="7256" y="0"/>
                    </a:moveTo>
                    <a:cubicBezTo>
                      <a:pt x="6662" y="716"/>
                      <a:pt x="5512" y="1201"/>
                      <a:pt x="4190" y="1201"/>
                    </a:cubicBezTo>
                    <a:cubicBezTo>
                      <a:pt x="3062" y="1201"/>
                      <a:pt x="2059" y="847"/>
                      <a:pt x="1420" y="298"/>
                    </a:cubicBezTo>
                    <a:lnTo>
                      <a:pt x="326" y="136"/>
                    </a:lnTo>
                    <a:lnTo>
                      <a:pt x="0" y="827"/>
                    </a:lnTo>
                    <a:cubicBezTo>
                      <a:pt x="925" y="1701"/>
                      <a:pt x="2457" y="2272"/>
                      <a:pt x="4190" y="2272"/>
                    </a:cubicBezTo>
                    <a:cubicBezTo>
                      <a:pt x="6126" y="2272"/>
                      <a:pt x="7811" y="1559"/>
                      <a:pt x="8680" y="509"/>
                    </a:cubicBezTo>
                    <a:lnTo>
                      <a:pt x="7574" y="673"/>
                    </a:lnTo>
                    <a:lnTo>
                      <a:pt x="7256" y="0"/>
                    </a:lnTo>
                    <a:close/>
                  </a:path>
                </a:pathLst>
              </a:custGeom>
              <a:solidFill>
                <a:srgbClr val="D9D9D9"/>
              </a:solid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lnSpc>
                    <a:spcPct val="120000"/>
                  </a:lnSpc>
                  <a:defRPr/>
                </a:pPr>
                <a:endParaRPr lang="zh-CN" altLang="en-US" sz="900">
                  <a:solidFill>
                    <a:srgbClr val="333333"/>
                  </a:solidFill>
                  <a:latin typeface="微软雅黑" panose="020B0503020204020204" charset="-122"/>
                  <a:ea typeface="微软雅黑" panose="020B0503020204020204" charset="-122"/>
                </a:endParaRPr>
              </a:p>
            </p:txBody>
          </p:sp>
          <p:sp>
            <p:nvSpPr>
              <p:cNvPr id="27" name="MH_Other_1"/>
              <p:cNvSpPr/>
              <p:nvPr>
                <p:custDataLst>
                  <p:tags r:id="rId9"/>
                </p:custDataLst>
              </p:nvPr>
            </p:nvSpPr>
            <p:spPr bwMode="auto">
              <a:xfrm>
                <a:off x="5827579" y="1886732"/>
                <a:ext cx="2482999" cy="2992886"/>
              </a:xfrm>
              <a:custGeom>
                <a:avLst/>
                <a:gdLst>
                  <a:gd name="T0" fmla="*/ 3345 w 5225"/>
                  <a:gd name="T1" fmla="*/ 4269 h 4970"/>
                  <a:gd name="T2" fmla="*/ 3677 w 5225"/>
                  <a:gd name="T3" fmla="*/ 4970 h 4970"/>
                  <a:gd name="T4" fmla="*/ 4755 w 5225"/>
                  <a:gd name="T5" fmla="*/ 4809 h 4970"/>
                  <a:gd name="T6" fmla="*/ 5225 w 5225"/>
                  <a:gd name="T7" fmla="*/ 3389 h 4970"/>
                  <a:gd name="T8" fmla="*/ 109 w 5225"/>
                  <a:gd name="T9" fmla="*/ 0 h 4970"/>
                  <a:gd name="T10" fmla="*/ 0 w 5225"/>
                  <a:gd name="T11" fmla="*/ 1 h 4970"/>
                  <a:gd name="T12" fmla="*/ 758 w 5225"/>
                  <a:gd name="T13" fmla="*/ 547 h 4970"/>
                  <a:gd name="T14" fmla="*/ 27 w 5225"/>
                  <a:gd name="T15" fmla="*/ 1072 h 4970"/>
                  <a:gd name="T16" fmla="*/ 109 w 5225"/>
                  <a:gd name="T17" fmla="*/ 1071 h 4970"/>
                  <a:gd name="T18" fmla="*/ 3607 w 5225"/>
                  <a:gd name="T19" fmla="*/ 3389 h 4970"/>
                  <a:gd name="T20" fmla="*/ 3345 w 5225"/>
                  <a:gd name="T21" fmla="*/ 4269 h 49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5225" h="4970">
                    <a:moveTo>
                      <a:pt x="3345" y="4269"/>
                    </a:moveTo>
                    <a:lnTo>
                      <a:pt x="3677" y="4970"/>
                    </a:lnTo>
                    <a:lnTo>
                      <a:pt x="4755" y="4809"/>
                    </a:lnTo>
                    <a:cubicBezTo>
                      <a:pt x="5057" y="4377"/>
                      <a:pt x="5225" y="3896"/>
                      <a:pt x="5225" y="3389"/>
                    </a:cubicBezTo>
                    <a:cubicBezTo>
                      <a:pt x="5225" y="1518"/>
                      <a:pt x="2935" y="0"/>
                      <a:pt x="109" y="0"/>
                    </a:cubicBezTo>
                    <a:cubicBezTo>
                      <a:pt x="73" y="0"/>
                      <a:pt x="36" y="1"/>
                      <a:pt x="0" y="1"/>
                    </a:cubicBezTo>
                    <a:lnTo>
                      <a:pt x="758" y="547"/>
                    </a:lnTo>
                    <a:lnTo>
                      <a:pt x="27" y="1072"/>
                    </a:lnTo>
                    <a:cubicBezTo>
                      <a:pt x="54" y="1072"/>
                      <a:pt x="82" y="1071"/>
                      <a:pt x="109" y="1071"/>
                    </a:cubicBezTo>
                    <a:cubicBezTo>
                      <a:pt x="2042" y="1071"/>
                      <a:pt x="3607" y="2109"/>
                      <a:pt x="3607" y="3389"/>
                    </a:cubicBezTo>
                    <a:cubicBezTo>
                      <a:pt x="3607" y="3700"/>
                      <a:pt x="3514" y="3998"/>
                      <a:pt x="3345" y="4269"/>
                    </a:cubicBezTo>
                    <a:close/>
                  </a:path>
                </a:pathLst>
              </a:custGeom>
              <a:solidFill>
                <a:srgbClr val="D9D9D9"/>
              </a:solid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wrap="square" anchor="ctr">
                <a:normAutofit/>
              </a:bodyPr>
              <a:lstStyle/>
              <a:p>
                <a:pPr algn="ctr">
                  <a:lnSpc>
                    <a:spcPct val="120000"/>
                  </a:lnSpc>
                  <a:defRPr/>
                </a:pPr>
                <a:endParaRPr lang="zh-CN" altLang="en-US" sz="900">
                  <a:solidFill>
                    <a:srgbClr val="333333"/>
                  </a:solidFill>
                  <a:latin typeface="微软雅黑" panose="020B0503020204020204" charset="-122"/>
                  <a:ea typeface="微软雅黑" panose="020B0503020204020204" charset="-122"/>
                </a:endParaRPr>
              </a:p>
            </p:txBody>
          </p:sp>
          <p:grpSp>
            <p:nvGrpSpPr>
              <p:cNvPr id="28" name="组合 12"/>
              <p:cNvGrpSpPr/>
              <p:nvPr/>
            </p:nvGrpSpPr>
            <p:grpSpPr>
              <a:xfrm>
                <a:off x="3568838" y="2222360"/>
                <a:ext cx="4560555" cy="3742535"/>
                <a:chOff x="3568838" y="2222360"/>
                <a:chExt cx="4560555" cy="3742535"/>
              </a:xfrm>
            </p:grpSpPr>
            <p:sp>
              <p:nvSpPr>
                <p:cNvPr id="30" name="MH_SubTitle_2"/>
                <p:cNvSpPr/>
                <p:nvPr>
                  <p:custDataLst>
                    <p:tags r:id="rId11"/>
                  </p:custDataLst>
                </p:nvPr>
              </p:nvSpPr>
              <p:spPr>
                <a:xfrm rot="3733167">
                  <a:off x="3859969" y="1931229"/>
                  <a:ext cx="3742535" cy="4324798"/>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spcFirstLastPara="1" wrap="square" tIns="0" bIns="0" anchor="ctr">
                  <a:prstTxWarp prst="textArchUp">
                    <a:avLst/>
                  </a:prstTxWarp>
                  <a:normAutofit/>
                </a:bodyPr>
                <a:lstStyle/>
                <a:p>
                  <a:pPr algn="ctr">
                    <a:defRPr/>
                  </a:pPr>
                  <a:r>
                    <a:rPr lang="zh-CN" altLang="en-US" sz="2000" dirty="0">
                      <a:solidFill>
                        <a:schemeClr val="tx1"/>
                      </a:solidFill>
                      <a:latin typeface="微软雅黑" panose="020B0503020204020204" charset="-122"/>
                      <a:ea typeface="微软雅黑" panose="020B0503020204020204" charset="-122"/>
                    </a:rPr>
                    <a:t>说明层类图</a:t>
                  </a:r>
                </a:p>
              </p:txBody>
            </p:sp>
            <p:sp>
              <p:nvSpPr>
                <p:cNvPr id="31" name="MH_Other_2"/>
                <p:cNvSpPr/>
                <p:nvPr>
                  <p:custDataLst>
                    <p:tags r:id="rId12"/>
                  </p:custDataLst>
                </p:nvPr>
              </p:nvSpPr>
              <p:spPr>
                <a:xfrm rot="10873167">
                  <a:off x="3932989" y="2261238"/>
                  <a:ext cx="3919715" cy="3288261"/>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spcFirstLastPara="1" wrap="square" tIns="0" bIns="0" anchor="ctr">
                  <a:prstTxWarp prst="textArchUp">
                    <a:avLst/>
                  </a:prstTxWarp>
                  <a:normAutofit/>
                </a:bodyPr>
                <a:lstStyle/>
                <a:p>
                  <a:pPr algn="ctr">
                    <a:defRPr/>
                  </a:pPr>
                  <a:r>
                    <a:rPr lang="zh-CN" altLang="en-US" sz="2000" dirty="0">
                      <a:solidFill>
                        <a:schemeClr val="tx1"/>
                      </a:solidFill>
                      <a:latin typeface="微软雅黑" panose="020B0503020204020204" charset="-122"/>
                      <a:ea typeface="微软雅黑" panose="020B0503020204020204" charset="-122"/>
                    </a:rPr>
                    <a:t>实现层类图</a:t>
                  </a:r>
                </a:p>
              </p:txBody>
            </p:sp>
            <p:sp>
              <p:nvSpPr>
                <p:cNvPr id="32" name="MH_Other_3"/>
                <p:cNvSpPr/>
                <p:nvPr>
                  <p:custDataLst>
                    <p:tags r:id="rId13"/>
                  </p:custDataLst>
                </p:nvPr>
              </p:nvSpPr>
              <p:spPr>
                <a:xfrm rot="18073167">
                  <a:off x="4272288" y="1979262"/>
                  <a:ext cx="3528582" cy="4185628"/>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spcFirstLastPara="1" wrap="square" tIns="0" bIns="0" anchor="ctr">
                  <a:prstTxWarp prst="textArchUp">
                    <a:avLst>
                      <a:gd name="adj" fmla="val 10883097"/>
                    </a:avLst>
                  </a:prstTxWarp>
                  <a:normAutofit/>
                </a:bodyPr>
                <a:lstStyle/>
                <a:p>
                  <a:pPr algn="ctr">
                    <a:defRPr/>
                  </a:pPr>
                  <a:r>
                    <a:rPr lang="zh-CN" altLang="en-US" sz="2000" dirty="0">
                      <a:solidFill>
                        <a:schemeClr val="tx1"/>
                      </a:solidFill>
                      <a:latin typeface="微软雅黑" panose="020B0503020204020204" charset="-122"/>
                      <a:ea typeface="微软雅黑" panose="020B0503020204020204" charset="-122"/>
                    </a:rPr>
                    <a:t>概念层类图</a:t>
                  </a:r>
                </a:p>
              </p:txBody>
            </p:sp>
          </p:grpSp>
          <p:sp>
            <p:nvSpPr>
              <p:cNvPr id="33" name="MH_Title_1"/>
              <p:cNvSpPr/>
              <p:nvPr>
                <p:custDataLst>
                  <p:tags r:id="rId10"/>
                </p:custDataLst>
              </p:nvPr>
            </p:nvSpPr>
            <p:spPr>
              <a:xfrm>
                <a:off x="4473783" y="2682073"/>
                <a:ext cx="2940298" cy="2466846"/>
              </a:xfrm>
              <a:prstGeom prst="ellipse">
                <a:avLst/>
              </a:prstGeom>
              <a:solidFill>
                <a:srgbClr val="92D050"/>
              </a:solid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wrap="square" lIns="0" tIns="0" rIns="0" bIns="0" anchor="ctr">
                <a:normAutofit/>
              </a:bodyPr>
              <a:lstStyle/>
              <a:p>
                <a:pPr algn="ctr">
                  <a:lnSpc>
                    <a:spcPct val="120000"/>
                  </a:lnSpc>
                  <a:spcBef>
                    <a:spcPts val="450"/>
                  </a:spcBef>
                  <a:spcAft>
                    <a:spcPts val="450"/>
                  </a:spcAft>
                  <a:defRPr/>
                </a:pPr>
                <a:r>
                  <a:rPr lang="zh-CN" altLang="en-US" sz="2800" b="1" dirty="0">
                    <a:solidFill>
                      <a:srgbClr val="FFFFFF"/>
                    </a:solidFill>
                    <a:latin typeface="微软雅黑" panose="020B0503020204020204" charset="-122"/>
                    <a:ea typeface="微软雅黑" panose="020B0503020204020204" charset="-122"/>
                  </a:rPr>
                  <a:t>类的细化关系</a:t>
                </a:r>
              </a:p>
            </p:txBody>
          </p:sp>
        </p:grpSp>
        <p:sp>
          <p:nvSpPr>
            <p:cNvPr id="34" name="MH_Other_2"/>
            <p:cNvSpPr/>
            <p:nvPr>
              <p:custDataLst>
                <p:tags r:id="rId1"/>
              </p:custDataLst>
            </p:nvPr>
          </p:nvSpPr>
          <p:spPr>
            <a:xfrm rot="16200000" flipH="1" flipV="1">
              <a:off x="10843" y="2941"/>
              <a:ext cx="494" cy="1067"/>
            </a:xfrm>
            <a:custGeom>
              <a:avLst/>
              <a:gdLst>
                <a:gd name="connsiteX0" fmla="*/ 0 w 383178"/>
                <a:gd name="connsiteY0" fmla="*/ 0 h 2776488"/>
                <a:gd name="connsiteX1" fmla="*/ 116110 w 383178"/>
                <a:gd name="connsiteY1" fmla="*/ 0 h 2776488"/>
                <a:gd name="connsiteX2" fmla="*/ 383178 w 383178"/>
                <a:gd name="connsiteY2" fmla="*/ 358497 h 2776488"/>
                <a:gd name="connsiteX3" fmla="*/ 383178 w 383178"/>
                <a:gd name="connsiteY3" fmla="*/ 2776488 h 2776488"/>
                <a:gd name="connsiteX4" fmla="*/ 273302 w 383178"/>
                <a:gd name="connsiteY4" fmla="*/ 2776488 h 2776488"/>
                <a:gd name="connsiteX0-1" fmla="*/ 273302 w 383178"/>
                <a:gd name="connsiteY0-2" fmla="*/ 2776488 h 2867928"/>
                <a:gd name="connsiteX1-3" fmla="*/ 0 w 383178"/>
                <a:gd name="connsiteY1-4" fmla="*/ 0 h 2867928"/>
                <a:gd name="connsiteX2-5" fmla="*/ 116110 w 383178"/>
                <a:gd name="connsiteY2-6" fmla="*/ 0 h 2867928"/>
                <a:gd name="connsiteX3-7" fmla="*/ 383178 w 383178"/>
                <a:gd name="connsiteY3-8" fmla="*/ 358497 h 2867928"/>
                <a:gd name="connsiteX4-9" fmla="*/ 383178 w 383178"/>
                <a:gd name="connsiteY4-10" fmla="*/ 2776488 h 2867928"/>
                <a:gd name="connsiteX5" fmla="*/ 364742 w 383178"/>
                <a:gd name="connsiteY5" fmla="*/ 2867928 h 2867928"/>
                <a:gd name="connsiteX0-11" fmla="*/ 273302 w 383178"/>
                <a:gd name="connsiteY0-12" fmla="*/ 2776488 h 2776488"/>
                <a:gd name="connsiteX1-13" fmla="*/ 0 w 383178"/>
                <a:gd name="connsiteY1-14" fmla="*/ 0 h 2776488"/>
                <a:gd name="connsiteX2-15" fmla="*/ 116110 w 383178"/>
                <a:gd name="connsiteY2-16" fmla="*/ 0 h 2776488"/>
                <a:gd name="connsiteX3-17" fmla="*/ 383178 w 383178"/>
                <a:gd name="connsiteY3-18" fmla="*/ 358497 h 2776488"/>
                <a:gd name="connsiteX4-19" fmla="*/ 383178 w 383178"/>
                <a:gd name="connsiteY4-20" fmla="*/ 2776488 h 2776488"/>
                <a:gd name="connsiteX0-21" fmla="*/ 0 w 383178"/>
                <a:gd name="connsiteY0-22" fmla="*/ 0 h 2776488"/>
                <a:gd name="connsiteX1-23" fmla="*/ 116110 w 383178"/>
                <a:gd name="connsiteY1-24" fmla="*/ 0 h 2776488"/>
                <a:gd name="connsiteX2-25" fmla="*/ 383178 w 383178"/>
                <a:gd name="connsiteY2-26" fmla="*/ 358497 h 2776488"/>
                <a:gd name="connsiteX3-27" fmla="*/ 383178 w 383178"/>
                <a:gd name="connsiteY3-28" fmla="*/ 2776488 h 2776488"/>
                <a:gd name="connsiteX0-29" fmla="*/ 0 w 391887"/>
                <a:gd name="connsiteY0-30" fmla="*/ 0 h 1931757"/>
                <a:gd name="connsiteX1-31" fmla="*/ 116110 w 391887"/>
                <a:gd name="connsiteY1-32" fmla="*/ 0 h 1931757"/>
                <a:gd name="connsiteX2-33" fmla="*/ 383178 w 391887"/>
                <a:gd name="connsiteY2-34" fmla="*/ 358497 h 1931757"/>
                <a:gd name="connsiteX3-35" fmla="*/ 391887 w 391887"/>
                <a:gd name="connsiteY3-36" fmla="*/ 1931757 h 1931757"/>
              </a:gdLst>
              <a:ahLst/>
              <a:cxnLst>
                <a:cxn ang="0">
                  <a:pos x="connsiteX0-1" y="connsiteY0-2"/>
                </a:cxn>
                <a:cxn ang="0">
                  <a:pos x="connsiteX1-3" y="connsiteY1-4"/>
                </a:cxn>
                <a:cxn ang="0">
                  <a:pos x="connsiteX2-5" y="connsiteY2-6"/>
                </a:cxn>
                <a:cxn ang="0">
                  <a:pos x="connsiteX3-7" y="connsiteY3-8"/>
                </a:cxn>
              </a:cxnLst>
              <a:rect l="l" t="t" r="r" b="b"/>
              <a:pathLst>
                <a:path w="391887" h="1931757">
                  <a:moveTo>
                    <a:pt x="0" y="0"/>
                  </a:moveTo>
                  <a:lnTo>
                    <a:pt x="116110" y="0"/>
                  </a:lnTo>
                  <a:cubicBezTo>
                    <a:pt x="263608" y="0"/>
                    <a:pt x="383178" y="160504"/>
                    <a:pt x="383178" y="358497"/>
                  </a:cubicBezTo>
                  <a:lnTo>
                    <a:pt x="391887" y="1931757"/>
                  </a:lnTo>
                </a:path>
              </a:pathLst>
            </a:custGeom>
            <a:ln w="19050">
              <a:solidFill>
                <a:srgbClr val="00B0F0"/>
              </a:solidFill>
              <a:prstDash val="sysDash"/>
              <a:headEnd type="oval" w="med" len="med"/>
              <a:tailEnd type="oval" w="med" len="med"/>
            </a:ln>
          </p:spPr>
          <p:style>
            <a:lnRef idx="1">
              <a:schemeClr val="accent1"/>
            </a:lnRef>
            <a:fillRef idx="0">
              <a:schemeClr val="accent1"/>
            </a:fillRef>
            <a:effectRef idx="0">
              <a:schemeClr val="accent1"/>
            </a:effectRef>
            <a:fontRef idx="minor">
              <a:schemeClr val="tx1"/>
            </a:fontRef>
          </p:style>
          <p:txBody>
            <a:bodyPr anchor="ctr">
              <a:normAutofit/>
            </a:bodyPr>
            <a:lstStyle/>
            <a:p>
              <a:pPr algn="ctr" eaLnBrk="1" fontAlgn="auto" hangingPunct="1">
                <a:spcBef>
                  <a:spcPts val="0"/>
                </a:spcBef>
                <a:spcAft>
                  <a:spcPts val="0"/>
                </a:spcAft>
                <a:defRPr/>
              </a:pPr>
              <a:endParaRPr lang="zh-CN" altLang="en-US" sz="1400" dirty="0">
                <a:latin typeface="微软雅黑 Light" panose="020B0502040204020203" pitchFamily="34" charset="-122"/>
                <a:ea typeface="微软雅黑" panose="020B0503020204020204" charset="-122"/>
              </a:endParaRPr>
            </a:p>
          </p:txBody>
        </p:sp>
        <p:sp>
          <p:nvSpPr>
            <p:cNvPr id="35" name="MH_SubTitle_4"/>
            <p:cNvSpPr txBox="1"/>
            <p:nvPr>
              <p:custDataLst>
                <p:tags r:id="rId2"/>
              </p:custDataLst>
            </p:nvPr>
          </p:nvSpPr>
          <p:spPr bwMode="auto">
            <a:xfrm>
              <a:off x="11794" y="3051"/>
              <a:ext cx="5984" cy="30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Calibri" panose="020F0502020204030204" charset="0"/>
                  <a:ea typeface="宋体" panose="02010600030101010101" pitchFamily="2" charset="-122"/>
                </a:defRPr>
              </a:lvl1pPr>
              <a:lvl2pPr marL="742950" indent="-285750">
                <a:defRPr>
                  <a:solidFill>
                    <a:schemeClr val="tx1"/>
                  </a:solidFill>
                  <a:latin typeface="Calibri" panose="020F0502020204030204" charset="0"/>
                  <a:ea typeface="宋体" panose="02010600030101010101" pitchFamily="2" charset="-122"/>
                </a:defRPr>
              </a:lvl2pPr>
              <a:lvl3pPr marL="1143000" indent="-228600">
                <a:defRPr>
                  <a:solidFill>
                    <a:schemeClr val="tx1"/>
                  </a:solidFill>
                  <a:latin typeface="Calibri" panose="020F0502020204030204" charset="0"/>
                  <a:ea typeface="宋体" panose="02010600030101010101" pitchFamily="2" charset="-122"/>
                </a:defRPr>
              </a:lvl3pPr>
              <a:lvl4pPr marL="1600200" indent="-228600">
                <a:defRPr>
                  <a:solidFill>
                    <a:schemeClr val="tx1"/>
                  </a:solidFill>
                  <a:latin typeface="Calibri" panose="020F0502020204030204" charset="0"/>
                  <a:ea typeface="宋体" panose="02010600030101010101" pitchFamily="2" charset="-122"/>
                </a:defRPr>
              </a:lvl4pPr>
              <a:lvl5pPr marL="2057400" indent="-228600">
                <a:defRPr>
                  <a:solidFill>
                    <a:schemeClr val="tx1"/>
                  </a:solidFill>
                  <a:latin typeface="Calibri" panose="020F050202020403020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Calibri" panose="020F050202020403020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Calibri" panose="020F050202020403020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Calibri" panose="020F050202020403020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Calibri" panose="020F0502020204030204" charset="0"/>
                  <a:ea typeface="宋体" panose="02010600030101010101" pitchFamily="2" charset="-122"/>
                </a:defRPr>
              </a:lvl9pPr>
            </a:lstStyle>
            <a:p>
              <a:pPr>
                <a:lnSpc>
                  <a:spcPct val="130000"/>
                </a:lnSpc>
                <a:defRPr/>
              </a:pPr>
              <a:r>
                <a:rPr lang="zh-CN" altLang="en-US" sz="2000" b="1" dirty="0">
                  <a:solidFill>
                    <a:srgbClr val="00B0F0"/>
                  </a:solidFill>
                  <a:latin typeface="微软雅黑" panose="020B0503020204020204" charset="-122"/>
                  <a:ea typeface="微软雅黑" panose="020B0503020204020204" charset="-122"/>
                </a:rPr>
                <a:t>说明层类图</a:t>
              </a:r>
              <a:endParaRPr lang="en-US" altLang="zh-CN" sz="2000" dirty="0">
                <a:ea typeface="微软雅黑" panose="020B0503020204020204" pitchFamily="34" charset="-122"/>
              </a:endParaRPr>
            </a:p>
            <a:p>
              <a:pPr fontAlgn="auto">
                <a:lnSpc>
                  <a:spcPct val="130000"/>
                </a:lnSpc>
                <a:defRPr/>
              </a:pPr>
              <a:r>
                <a:rPr lang="zh-CN" altLang="en-US" sz="2000" dirty="0">
                  <a:ea typeface="微软雅黑" panose="020B0503020204020204" pitchFamily="34" charset="-122"/>
                </a:rPr>
                <a:t>         </a:t>
              </a:r>
              <a:r>
                <a:rPr lang="zh-CN" altLang="en-US" sz="2000" dirty="0">
                  <a:ea typeface="微软雅黑" panose="020B0503020204020204" pitchFamily="34" charset="-122"/>
                  <a:sym typeface="+mn-ea"/>
                </a:rPr>
                <a:t>在设计阶段用说明层类图描述软件的接口部分。</a:t>
              </a:r>
            </a:p>
          </p:txBody>
        </p:sp>
        <p:sp>
          <p:nvSpPr>
            <p:cNvPr id="36" name="MH_Other_2"/>
            <p:cNvSpPr/>
            <p:nvPr>
              <p:custDataLst>
                <p:tags r:id="rId3"/>
              </p:custDataLst>
            </p:nvPr>
          </p:nvSpPr>
          <p:spPr>
            <a:xfrm rot="5400000" flipV="1">
              <a:off x="6718" y="3182"/>
              <a:ext cx="620" cy="1094"/>
            </a:xfrm>
            <a:custGeom>
              <a:avLst/>
              <a:gdLst>
                <a:gd name="connsiteX0" fmla="*/ 0 w 383178"/>
                <a:gd name="connsiteY0" fmla="*/ 0 h 2776488"/>
                <a:gd name="connsiteX1" fmla="*/ 116110 w 383178"/>
                <a:gd name="connsiteY1" fmla="*/ 0 h 2776488"/>
                <a:gd name="connsiteX2" fmla="*/ 383178 w 383178"/>
                <a:gd name="connsiteY2" fmla="*/ 358497 h 2776488"/>
                <a:gd name="connsiteX3" fmla="*/ 383178 w 383178"/>
                <a:gd name="connsiteY3" fmla="*/ 2776488 h 2776488"/>
                <a:gd name="connsiteX4" fmla="*/ 273302 w 383178"/>
                <a:gd name="connsiteY4" fmla="*/ 2776488 h 2776488"/>
                <a:gd name="connsiteX0-1" fmla="*/ 273302 w 383178"/>
                <a:gd name="connsiteY0-2" fmla="*/ 2776488 h 2867928"/>
                <a:gd name="connsiteX1-3" fmla="*/ 0 w 383178"/>
                <a:gd name="connsiteY1-4" fmla="*/ 0 h 2867928"/>
                <a:gd name="connsiteX2-5" fmla="*/ 116110 w 383178"/>
                <a:gd name="connsiteY2-6" fmla="*/ 0 h 2867928"/>
                <a:gd name="connsiteX3-7" fmla="*/ 383178 w 383178"/>
                <a:gd name="connsiteY3-8" fmla="*/ 358497 h 2867928"/>
                <a:gd name="connsiteX4-9" fmla="*/ 383178 w 383178"/>
                <a:gd name="connsiteY4-10" fmla="*/ 2776488 h 2867928"/>
                <a:gd name="connsiteX5" fmla="*/ 364742 w 383178"/>
                <a:gd name="connsiteY5" fmla="*/ 2867928 h 2867928"/>
                <a:gd name="connsiteX0-11" fmla="*/ 273302 w 383178"/>
                <a:gd name="connsiteY0-12" fmla="*/ 2776488 h 2776488"/>
                <a:gd name="connsiteX1-13" fmla="*/ 0 w 383178"/>
                <a:gd name="connsiteY1-14" fmla="*/ 0 h 2776488"/>
                <a:gd name="connsiteX2-15" fmla="*/ 116110 w 383178"/>
                <a:gd name="connsiteY2-16" fmla="*/ 0 h 2776488"/>
                <a:gd name="connsiteX3-17" fmla="*/ 383178 w 383178"/>
                <a:gd name="connsiteY3-18" fmla="*/ 358497 h 2776488"/>
                <a:gd name="connsiteX4-19" fmla="*/ 383178 w 383178"/>
                <a:gd name="connsiteY4-20" fmla="*/ 2776488 h 2776488"/>
                <a:gd name="connsiteX0-21" fmla="*/ 0 w 383178"/>
                <a:gd name="connsiteY0-22" fmla="*/ 0 h 2776488"/>
                <a:gd name="connsiteX1-23" fmla="*/ 116110 w 383178"/>
                <a:gd name="connsiteY1-24" fmla="*/ 0 h 2776488"/>
                <a:gd name="connsiteX2-25" fmla="*/ 383178 w 383178"/>
                <a:gd name="connsiteY2-26" fmla="*/ 358497 h 2776488"/>
                <a:gd name="connsiteX3-27" fmla="*/ 383178 w 383178"/>
                <a:gd name="connsiteY3-28" fmla="*/ 2776488 h 2776488"/>
                <a:gd name="connsiteX0-29" fmla="*/ 0 w 391887"/>
                <a:gd name="connsiteY0-30" fmla="*/ 0 h 1931757"/>
                <a:gd name="connsiteX1-31" fmla="*/ 116110 w 391887"/>
                <a:gd name="connsiteY1-32" fmla="*/ 0 h 1931757"/>
                <a:gd name="connsiteX2-33" fmla="*/ 383178 w 391887"/>
                <a:gd name="connsiteY2-34" fmla="*/ 358497 h 1931757"/>
                <a:gd name="connsiteX3-35" fmla="*/ 391887 w 391887"/>
                <a:gd name="connsiteY3-36" fmla="*/ 1931757 h 1931757"/>
              </a:gdLst>
              <a:ahLst/>
              <a:cxnLst>
                <a:cxn ang="0">
                  <a:pos x="connsiteX0-1" y="connsiteY0-2"/>
                </a:cxn>
                <a:cxn ang="0">
                  <a:pos x="connsiteX1-3" y="connsiteY1-4"/>
                </a:cxn>
                <a:cxn ang="0">
                  <a:pos x="connsiteX2-5" y="connsiteY2-6"/>
                </a:cxn>
                <a:cxn ang="0">
                  <a:pos x="connsiteX3-7" y="connsiteY3-8"/>
                </a:cxn>
              </a:cxnLst>
              <a:rect l="l" t="t" r="r" b="b"/>
              <a:pathLst>
                <a:path w="391887" h="1931757">
                  <a:moveTo>
                    <a:pt x="0" y="0"/>
                  </a:moveTo>
                  <a:lnTo>
                    <a:pt x="116110" y="0"/>
                  </a:lnTo>
                  <a:cubicBezTo>
                    <a:pt x="263608" y="0"/>
                    <a:pt x="383178" y="160504"/>
                    <a:pt x="383178" y="358497"/>
                  </a:cubicBezTo>
                  <a:lnTo>
                    <a:pt x="391887" y="1931757"/>
                  </a:lnTo>
                </a:path>
              </a:pathLst>
            </a:custGeom>
            <a:ln w="19050">
              <a:solidFill>
                <a:srgbClr val="00B0F0"/>
              </a:solidFill>
              <a:prstDash val="sysDash"/>
              <a:headEnd type="oval" w="med" len="med"/>
              <a:tailEnd type="oval" w="med" len="med"/>
            </a:ln>
          </p:spPr>
          <p:style>
            <a:lnRef idx="1">
              <a:schemeClr val="accent1"/>
            </a:lnRef>
            <a:fillRef idx="0">
              <a:schemeClr val="accent1"/>
            </a:fillRef>
            <a:effectRef idx="0">
              <a:schemeClr val="accent1"/>
            </a:effectRef>
            <a:fontRef idx="minor">
              <a:schemeClr val="tx1"/>
            </a:fontRef>
          </p:style>
          <p:txBody>
            <a:bodyPr anchor="ctr">
              <a:normAutofit/>
            </a:bodyPr>
            <a:lstStyle/>
            <a:p>
              <a:pPr algn="ctr" eaLnBrk="1" fontAlgn="auto" hangingPunct="1">
                <a:spcBef>
                  <a:spcPts val="0"/>
                </a:spcBef>
                <a:spcAft>
                  <a:spcPts val="0"/>
                </a:spcAft>
                <a:defRPr/>
              </a:pPr>
              <a:endParaRPr lang="zh-CN" altLang="en-US" sz="1400" dirty="0">
                <a:latin typeface="微软雅黑 Light" panose="020B0502040204020203" pitchFamily="34" charset="-122"/>
                <a:ea typeface="微软雅黑" panose="020B0503020204020204" charset="-122"/>
              </a:endParaRPr>
            </a:p>
          </p:txBody>
        </p:sp>
        <p:sp>
          <p:nvSpPr>
            <p:cNvPr id="37" name="MH_SubTitle_4"/>
            <p:cNvSpPr txBox="1"/>
            <p:nvPr>
              <p:custDataLst>
                <p:tags r:id="rId4"/>
              </p:custDataLst>
            </p:nvPr>
          </p:nvSpPr>
          <p:spPr bwMode="auto">
            <a:xfrm>
              <a:off x="1218" y="3111"/>
              <a:ext cx="5282" cy="4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Calibri" panose="020F0502020204030204" charset="0"/>
                  <a:ea typeface="宋体" panose="02010600030101010101" pitchFamily="2" charset="-122"/>
                </a:defRPr>
              </a:lvl1pPr>
              <a:lvl2pPr marL="742950" indent="-285750">
                <a:defRPr>
                  <a:solidFill>
                    <a:schemeClr val="tx1"/>
                  </a:solidFill>
                  <a:latin typeface="Calibri" panose="020F0502020204030204" charset="0"/>
                  <a:ea typeface="宋体" panose="02010600030101010101" pitchFamily="2" charset="-122"/>
                </a:defRPr>
              </a:lvl2pPr>
              <a:lvl3pPr marL="1143000" indent="-228600">
                <a:defRPr>
                  <a:solidFill>
                    <a:schemeClr val="tx1"/>
                  </a:solidFill>
                  <a:latin typeface="Calibri" panose="020F0502020204030204" charset="0"/>
                  <a:ea typeface="宋体" panose="02010600030101010101" pitchFamily="2" charset="-122"/>
                </a:defRPr>
              </a:lvl3pPr>
              <a:lvl4pPr marL="1600200" indent="-228600">
                <a:defRPr>
                  <a:solidFill>
                    <a:schemeClr val="tx1"/>
                  </a:solidFill>
                  <a:latin typeface="Calibri" panose="020F0502020204030204" charset="0"/>
                  <a:ea typeface="宋体" panose="02010600030101010101" pitchFamily="2" charset="-122"/>
                </a:defRPr>
              </a:lvl4pPr>
              <a:lvl5pPr marL="2057400" indent="-228600">
                <a:defRPr>
                  <a:solidFill>
                    <a:schemeClr val="tx1"/>
                  </a:solidFill>
                  <a:latin typeface="Calibri" panose="020F050202020403020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Calibri" panose="020F050202020403020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Calibri" panose="020F050202020403020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Calibri" panose="020F050202020403020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Calibri" panose="020F0502020204030204" charset="0"/>
                  <a:ea typeface="宋体" panose="02010600030101010101" pitchFamily="2" charset="-122"/>
                </a:defRPr>
              </a:lvl9pPr>
            </a:lstStyle>
            <a:p>
              <a:pPr algn="r">
                <a:lnSpc>
                  <a:spcPct val="130000"/>
                </a:lnSpc>
                <a:defRPr/>
              </a:pPr>
              <a:r>
                <a:rPr lang="zh-CN" altLang="en-US" sz="2000" b="1" dirty="0">
                  <a:solidFill>
                    <a:srgbClr val="00B0F0"/>
                  </a:solidFill>
                  <a:latin typeface="微软雅黑" panose="020B0503020204020204" charset="-122"/>
                  <a:ea typeface="微软雅黑" panose="020B0503020204020204" charset="-122"/>
                </a:rPr>
                <a:t>概念层类图</a:t>
              </a:r>
            </a:p>
            <a:p>
              <a:pPr algn="l">
                <a:lnSpc>
                  <a:spcPct val="130000"/>
                </a:lnSpc>
                <a:defRPr/>
              </a:pPr>
              <a:r>
                <a:rPr lang="zh-CN" altLang="en-US" sz="2000" dirty="0">
                  <a:ea typeface="微软雅黑" panose="020B0503020204020204" pitchFamily="34" charset="-122"/>
                </a:rPr>
                <a:t>         在需求分析阶段用概念层类图描述应用领域中的概念。</a:t>
              </a:r>
            </a:p>
          </p:txBody>
        </p:sp>
        <p:sp>
          <p:nvSpPr>
            <p:cNvPr id="38" name="MH_Other_2"/>
            <p:cNvSpPr/>
            <p:nvPr>
              <p:custDataLst>
                <p:tags r:id="rId5"/>
              </p:custDataLst>
            </p:nvPr>
          </p:nvSpPr>
          <p:spPr>
            <a:xfrm rot="16200000">
              <a:off x="6958" y="6393"/>
              <a:ext cx="338" cy="2138"/>
            </a:xfrm>
            <a:custGeom>
              <a:avLst/>
              <a:gdLst>
                <a:gd name="connsiteX0" fmla="*/ 0 w 383178"/>
                <a:gd name="connsiteY0" fmla="*/ 0 h 2776488"/>
                <a:gd name="connsiteX1" fmla="*/ 116110 w 383178"/>
                <a:gd name="connsiteY1" fmla="*/ 0 h 2776488"/>
                <a:gd name="connsiteX2" fmla="*/ 383178 w 383178"/>
                <a:gd name="connsiteY2" fmla="*/ 358497 h 2776488"/>
                <a:gd name="connsiteX3" fmla="*/ 383178 w 383178"/>
                <a:gd name="connsiteY3" fmla="*/ 2776488 h 2776488"/>
                <a:gd name="connsiteX4" fmla="*/ 273302 w 383178"/>
                <a:gd name="connsiteY4" fmla="*/ 2776488 h 2776488"/>
                <a:gd name="connsiteX0-1" fmla="*/ 273302 w 383178"/>
                <a:gd name="connsiteY0-2" fmla="*/ 2776488 h 2867928"/>
                <a:gd name="connsiteX1-3" fmla="*/ 0 w 383178"/>
                <a:gd name="connsiteY1-4" fmla="*/ 0 h 2867928"/>
                <a:gd name="connsiteX2-5" fmla="*/ 116110 w 383178"/>
                <a:gd name="connsiteY2-6" fmla="*/ 0 h 2867928"/>
                <a:gd name="connsiteX3-7" fmla="*/ 383178 w 383178"/>
                <a:gd name="connsiteY3-8" fmla="*/ 358497 h 2867928"/>
                <a:gd name="connsiteX4-9" fmla="*/ 383178 w 383178"/>
                <a:gd name="connsiteY4-10" fmla="*/ 2776488 h 2867928"/>
                <a:gd name="connsiteX5" fmla="*/ 364742 w 383178"/>
                <a:gd name="connsiteY5" fmla="*/ 2867928 h 2867928"/>
                <a:gd name="connsiteX0-11" fmla="*/ 273302 w 383178"/>
                <a:gd name="connsiteY0-12" fmla="*/ 2776488 h 2776488"/>
                <a:gd name="connsiteX1-13" fmla="*/ 0 w 383178"/>
                <a:gd name="connsiteY1-14" fmla="*/ 0 h 2776488"/>
                <a:gd name="connsiteX2-15" fmla="*/ 116110 w 383178"/>
                <a:gd name="connsiteY2-16" fmla="*/ 0 h 2776488"/>
                <a:gd name="connsiteX3-17" fmla="*/ 383178 w 383178"/>
                <a:gd name="connsiteY3-18" fmla="*/ 358497 h 2776488"/>
                <a:gd name="connsiteX4-19" fmla="*/ 383178 w 383178"/>
                <a:gd name="connsiteY4-20" fmla="*/ 2776488 h 2776488"/>
                <a:gd name="connsiteX0-21" fmla="*/ 0 w 383178"/>
                <a:gd name="connsiteY0-22" fmla="*/ 0 h 2776488"/>
                <a:gd name="connsiteX1-23" fmla="*/ 116110 w 383178"/>
                <a:gd name="connsiteY1-24" fmla="*/ 0 h 2776488"/>
                <a:gd name="connsiteX2-25" fmla="*/ 383178 w 383178"/>
                <a:gd name="connsiteY2-26" fmla="*/ 358497 h 2776488"/>
                <a:gd name="connsiteX3-27" fmla="*/ 383178 w 383178"/>
                <a:gd name="connsiteY3-28" fmla="*/ 2776488 h 2776488"/>
                <a:gd name="connsiteX0-29" fmla="*/ 0 w 391887"/>
                <a:gd name="connsiteY0-30" fmla="*/ 0 h 1931757"/>
                <a:gd name="connsiteX1-31" fmla="*/ 116110 w 391887"/>
                <a:gd name="connsiteY1-32" fmla="*/ 0 h 1931757"/>
                <a:gd name="connsiteX2-33" fmla="*/ 383178 w 391887"/>
                <a:gd name="connsiteY2-34" fmla="*/ 358497 h 1931757"/>
                <a:gd name="connsiteX3-35" fmla="*/ 391887 w 391887"/>
                <a:gd name="connsiteY3-36" fmla="*/ 1931757 h 1931757"/>
              </a:gdLst>
              <a:ahLst/>
              <a:cxnLst>
                <a:cxn ang="0">
                  <a:pos x="connsiteX0-1" y="connsiteY0-2"/>
                </a:cxn>
                <a:cxn ang="0">
                  <a:pos x="connsiteX1-3" y="connsiteY1-4"/>
                </a:cxn>
                <a:cxn ang="0">
                  <a:pos x="connsiteX2-5" y="connsiteY2-6"/>
                </a:cxn>
                <a:cxn ang="0">
                  <a:pos x="connsiteX3-7" y="connsiteY3-8"/>
                </a:cxn>
              </a:cxnLst>
              <a:rect l="l" t="t" r="r" b="b"/>
              <a:pathLst>
                <a:path w="391887" h="1931757">
                  <a:moveTo>
                    <a:pt x="0" y="0"/>
                  </a:moveTo>
                  <a:lnTo>
                    <a:pt x="116110" y="0"/>
                  </a:lnTo>
                  <a:cubicBezTo>
                    <a:pt x="263608" y="0"/>
                    <a:pt x="383178" y="160504"/>
                    <a:pt x="383178" y="358497"/>
                  </a:cubicBezTo>
                  <a:lnTo>
                    <a:pt x="391887" y="1931757"/>
                  </a:lnTo>
                </a:path>
              </a:pathLst>
            </a:custGeom>
            <a:ln w="19050">
              <a:solidFill>
                <a:srgbClr val="00B0F0"/>
              </a:solidFill>
              <a:prstDash val="sysDash"/>
              <a:headEnd type="oval" w="med" len="med"/>
              <a:tailEnd type="oval" w="med" len="med"/>
            </a:ln>
          </p:spPr>
          <p:style>
            <a:lnRef idx="1">
              <a:schemeClr val="accent1"/>
            </a:lnRef>
            <a:fillRef idx="0">
              <a:schemeClr val="accent1"/>
            </a:fillRef>
            <a:effectRef idx="0">
              <a:schemeClr val="accent1"/>
            </a:effectRef>
            <a:fontRef idx="minor">
              <a:schemeClr val="tx1"/>
            </a:fontRef>
          </p:style>
          <p:txBody>
            <a:bodyPr anchor="ctr">
              <a:normAutofit/>
            </a:bodyPr>
            <a:lstStyle/>
            <a:p>
              <a:pPr algn="ctr" eaLnBrk="1" fontAlgn="auto" hangingPunct="1">
                <a:spcBef>
                  <a:spcPts val="0"/>
                </a:spcBef>
                <a:spcAft>
                  <a:spcPts val="0"/>
                </a:spcAft>
                <a:defRPr/>
              </a:pPr>
              <a:endParaRPr lang="zh-CN" altLang="en-US" sz="1400" dirty="0">
                <a:latin typeface="微软雅黑 Light" panose="020B0502040204020203" pitchFamily="34" charset="-122"/>
                <a:ea typeface="微软雅黑" panose="020B0503020204020204" charset="-122"/>
              </a:endParaRPr>
            </a:p>
          </p:txBody>
        </p:sp>
        <p:sp>
          <p:nvSpPr>
            <p:cNvPr id="39" name="MH_SubTitle_4"/>
            <p:cNvSpPr txBox="1"/>
            <p:nvPr>
              <p:custDataLst>
                <p:tags r:id="rId6"/>
              </p:custDataLst>
            </p:nvPr>
          </p:nvSpPr>
          <p:spPr bwMode="auto">
            <a:xfrm>
              <a:off x="3581" y="7293"/>
              <a:ext cx="8090" cy="27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Calibri" panose="020F0502020204030204" charset="0"/>
                  <a:ea typeface="宋体" panose="02010600030101010101" pitchFamily="2" charset="-122"/>
                </a:defRPr>
              </a:lvl1pPr>
              <a:lvl2pPr marL="742950" indent="-285750">
                <a:defRPr>
                  <a:solidFill>
                    <a:schemeClr val="tx1"/>
                  </a:solidFill>
                  <a:latin typeface="Calibri" panose="020F0502020204030204" charset="0"/>
                  <a:ea typeface="宋体" panose="02010600030101010101" pitchFamily="2" charset="-122"/>
                </a:defRPr>
              </a:lvl2pPr>
              <a:lvl3pPr marL="1143000" indent="-228600">
                <a:defRPr>
                  <a:solidFill>
                    <a:schemeClr val="tx1"/>
                  </a:solidFill>
                  <a:latin typeface="Calibri" panose="020F0502020204030204" charset="0"/>
                  <a:ea typeface="宋体" panose="02010600030101010101" pitchFamily="2" charset="-122"/>
                </a:defRPr>
              </a:lvl3pPr>
              <a:lvl4pPr marL="1600200" indent="-228600">
                <a:defRPr>
                  <a:solidFill>
                    <a:schemeClr val="tx1"/>
                  </a:solidFill>
                  <a:latin typeface="Calibri" panose="020F0502020204030204" charset="0"/>
                  <a:ea typeface="宋体" panose="02010600030101010101" pitchFamily="2" charset="-122"/>
                </a:defRPr>
              </a:lvl4pPr>
              <a:lvl5pPr marL="2057400" indent="-228600">
                <a:defRPr>
                  <a:solidFill>
                    <a:schemeClr val="tx1"/>
                  </a:solidFill>
                  <a:latin typeface="Calibri" panose="020F050202020403020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Calibri" panose="020F050202020403020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Calibri" panose="020F050202020403020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Calibri" panose="020F050202020403020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Calibri" panose="020F0502020204030204" charset="0"/>
                  <a:ea typeface="宋体" panose="02010600030101010101" pitchFamily="2" charset="-122"/>
                </a:defRPr>
              </a:lvl9pPr>
            </a:lstStyle>
            <a:p>
              <a:pPr algn="l">
                <a:lnSpc>
                  <a:spcPct val="130000"/>
                </a:lnSpc>
                <a:defRPr/>
              </a:pPr>
              <a:r>
                <a:rPr lang="en-US" altLang="zh-CN" sz="2000" b="1" dirty="0">
                  <a:solidFill>
                    <a:srgbClr val="00B0F0"/>
                  </a:solidFill>
                  <a:latin typeface="微软雅黑" panose="020B0503020204020204" charset="-122"/>
                  <a:ea typeface="微软雅黑" panose="020B0503020204020204" charset="-122"/>
                </a:rPr>
                <a:t>                       </a:t>
              </a:r>
              <a:r>
                <a:rPr lang="zh-CN" altLang="en-US" sz="2000" b="1" dirty="0">
                  <a:solidFill>
                    <a:srgbClr val="00B0F0"/>
                  </a:solidFill>
                  <a:latin typeface="微软雅黑" panose="020B0503020204020204" charset="-122"/>
                  <a:ea typeface="微软雅黑" panose="020B0503020204020204" charset="-122"/>
                </a:rPr>
                <a:t>实现层类图</a:t>
              </a:r>
            </a:p>
            <a:p>
              <a:pPr algn="l">
                <a:lnSpc>
                  <a:spcPct val="130000"/>
                </a:lnSpc>
                <a:defRPr/>
              </a:pPr>
              <a:r>
                <a:rPr lang="zh-CN" altLang="en-US" sz="2000" dirty="0">
                  <a:ea typeface="微软雅黑" panose="020B0503020204020204" pitchFamily="34" charset="-122"/>
                </a:rPr>
                <a:t>         在实现阶段用实现层类图描述软件系统中类的实现。</a:t>
              </a:r>
            </a:p>
          </p:txBody>
        </p:sp>
      </p:grpSp>
    </p:spTree>
  </p:cSld>
  <p:clrMapOvr>
    <a:masterClrMapping/>
  </p:clrMapOvr>
  <p:transition>
    <p:diamond/>
  </p:transition>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694801" y="360000"/>
            <a:ext cx="5401200" cy="523220"/>
          </a:xfrm>
        </p:spPr>
        <p:txBody>
          <a:bodyPr>
            <a:normAutofit/>
          </a:bodyPr>
          <a:lstStyle/>
          <a:p>
            <a:r>
              <a:rPr lang="en-US" dirty="0"/>
              <a:t>6.3 </a:t>
            </a:r>
            <a:r>
              <a:rPr lang="zh-CN" altLang="en-US" dirty="0">
                <a:sym typeface="+mn-ea"/>
              </a:rPr>
              <a:t>UML图</a:t>
            </a:r>
            <a:endParaRPr lang="zh-CN" altLang="en-US" dirty="0"/>
          </a:p>
        </p:txBody>
      </p:sp>
      <p:sp>
        <p:nvSpPr>
          <p:cNvPr id="5" name="文本占位符 4">
            <a:extLst>
              <a:ext uri="{FF2B5EF4-FFF2-40B4-BE49-F238E27FC236}">
                <a16:creationId xmlns:a16="http://schemas.microsoft.com/office/drawing/2014/main" id="{321B9AEF-2CC2-CD08-FA62-2992E1A83E10}"/>
              </a:ext>
            </a:extLst>
          </p:cNvPr>
          <p:cNvSpPr>
            <a:spLocks noGrp="1"/>
          </p:cNvSpPr>
          <p:nvPr>
            <p:ph type="body" sz="quarter" idx="10"/>
          </p:nvPr>
        </p:nvSpPr>
        <p:spPr>
          <a:xfrm>
            <a:off x="900001" y="1322832"/>
            <a:ext cx="5196000" cy="400110"/>
          </a:xfrm>
        </p:spPr>
        <p:txBody>
          <a:bodyPr/>
          <a:lstStyle/>
          <a:p>
            <a:r>
              <a:rPr lang="en-US" altLang="zh-CN" dirty="0"/>
              <a:t>6.3.2 </a:t>
            </a:r>
            <a:r>
              <a:rPr lang="zh-CN" altLang="en-US" dirty="0"/>
              <a:t>类图和包</a:t>
            </a:r>
          </a:p>
        </p:txBody>
      </p:sp>
      <p:grpSp>
        <p:nvGrpSpPr>
          <p:cNvPr id="6" name="组合 5"/>
          <p:cNvGrpSpPr/>
          <p:nvPr/>
        </p:nvGrpSpPr>
        <p:grpSpPr>
          <a:xfrm>
            <a:off x="0" y="2029460"/>
            <a:ext cx="11191240" cy="3893820"/>
            <a:chOff x="0" y="3196"/>
            <a:chExt cx="17624" cy="6132"/>
          </a:xfrm>
        </p:grpSpPr>
        <p:grpSp>
          <p:nvGrpSpPr>
            <p:cNvPr id="7" name="组合 6"/>
            <p:cNvGrpSpPr/>
            <p:nvPr/>
          </p:nvGrpSpPr>
          <p:grpSpPr>
            <a:xfrm>
              <a:off x="0" y="3196"/>
              <a:ext cx="7895" cy="1530"/>
              <a:chOff x="1" y="2565401"/>
              <a:chExt cx="5013433" cy="971723"/>
            </a:xfrm>
          </p:grpSpPr>
          <p:sp>
            <p:nvSpPr>
              <p:cNvPr id="8" name="MH_SubTitle_1"/>
              <p:cNvSpPr/>
              <p:nvPr>
                <p:custDataLst>
                  <p:tags r:id="rId2"/>
                </p:custDataLst>
              </p:nvPr>
            </p:nvSpPr>
            <p:spPr>
              <a:xfrm>
                <a:off x="1501900" y="2688644"/>
                <a:ext cx="3511534" cy="731557"/>
              </a:xfrm>
              <a:prstGeom prst="homePlate">
                <a:avLst/>
              </a:prstGeom>
              <a:solidFill>
                <a:srgbClr val="20CDAA"/>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r>
                  <a:rPr lang="zh-CN" altLang="en-US" sz="2400" dirty="0">
                    <a:solidFill>
                      <a:schemeClr val="bg1"/>
                    </a:solidFill>
                    <a:latin typeface="微软雅黑" panose="020B0503020204020204" charset="-122"/>
                    <a:ea typeface="微软雅黑" panose="020B0503020204020204" charset="-122"/>
                  </a:rPr>
                  <a:t>包</a:t>
                </a:r>
              </a:p>
            </p:txBody>
          </p:sp>
          <p:sp>
            <p:nvSpPr>
              <p:cNvPr id="9" name="MH_Other_1"/>
              <p:cNvSpPr/>
              <p:nvPr>
                <p:custDataLst>
                  <p:tags r:id="rId3"/>
                </p:custDataLst>
              </p:nvPr>
            </p:nvSpPr>
            <p:spPr>
              <a:xfrm>
                <a:off x="1" y="2565401"/>
                <a:ext cx="1006593" cy="971723"/>
              </a:xfrm>
              <a:prstGeom prst="rect">
                <a:avLst/>
              </a:prstGeom>
              <a:solidFill>
                <a:srgbClr val="20CDAA"/>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r>
                  <a:rPr lang="en-US" altLang="zh-CN" sz="3200" dirty="0">
                    <a:solidFill>
                      <a:srgbClr val="FFFFFF"/>
                    </a:solidFill>
                    <a:latin typeface="Times New Roman" panose="02020603050405020304" pitchFamily="18" charset="0"/>
                    <a:ea typeface="微软雅黑" panose="020B0503020204020204" charset="-122"/>
                  </a:rPr>
                  <a:t>0</a:t>
                </a:r>
                <a:r>
                  <a:rPr lang="en-US" sz="3200" dirty="0">
                    <a:solidFill>
                      <a:srgbClr val="FFFFFF"/>
                    </a:solidFill>
                    <a:latin typeface="Times New Roman" panose="02020603050405020304" pitchFamily="18" charset="0"/>
                    <a:ea typeface="微软雅黑" panose="020B0503020204020204" charset="-122"/>
                  </a:rPr>
                  <a:t>6</a:t>
                </a:r>
              </a:p>
            </p:txBody>
          </p:sp>
          <p:sp>
            <p:nvSpPr>
              <p:cNvPr id="11" name="MH_Other_2"/>
              <p:cNvSpPr/>
              <p:nvPr>
                <p:custDataLst>
                  <p:tags r:id="rId4"/>
                </p:custDataLst>
              </p:nvPr>
            </p:nvSpPr>
            <p:spPr>
              <a:xfrm>
                <a:off x="987065" y="2565401"/>
                <a:ext cx="516612" cy="971723"/>
              </a:xfrm>
              <a:custGeom>
                <a:avLst/>
                <a:gdLst>
                  <a:gd name="connsiteX0" fmla="*/ 2382 w 461963"/>
                  <a:gd name="connsiteY0" fmla="*/ 0 h 1081088"/>
                  <a:gd name="connsiteX1" fmla="*/ 461963 w 461963"/>
                  <a:gd name="connsiteY1" fmla="*/ 138113 h 1081088"/>
                  <a:gd name="connsiteX2" fmla="*/ 461963 w 461963"/>
                  <a:gd name="connsiteY2" fmla="*/ 950119 h 1081088"/>
                  <a:gd name="connsiteX3" fmla="*/ 0 w 461963"/>
                  <a:gd name="connsiteY3" fmla="*/ 1081088 h 1081088"/>
                  <a:gd name="connsiteX4" fmla="*/ 2382 w 461963"/>
                  <a:gd name="connsiteY4" fmla="*/ 0 h 108108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61963" h="1081088">
                    <a:moveTo>
                      <a:pt x="2382" y="0"/>
                    </a:moveTo>
                    <a:lnTo>
                      <a:pt x="461963" y="138113"/>
                    </a:lnTo>
                    <a:lnTo>
                      <a:pt x="461963" y="950119"/>
                    </a:lnTo>
                    <a:lnTo>
                      <a:pt x="0" y="1081088"/>
                    </a:lnTo>
                    <a:lnTo>
                      <a:pt x="2382" y="0"/>
                    </a:lnTo>
                    <a:close/>
                  </a:path>
                </a:pathLst>
              </a:custGeom>
              <a:solidFill>
                <a:srgbClr val="08A886"/>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a:solidFill>
                    <a:srgbClr val="FFFFFF"/>
                  </a:solidFill>
                  <a:latin typeface="微软雅黑" panose="020B0503020204020204" charset="-122"/>
                  <a:ea typeface="微软雅黑" panose="020B0503020204020204" charset="-122"/>
                </a:endParaRPr>
              </a:p>
            </p:txBody>
          </p:sp>
        </p:grpSp>
        <p:sp>
          <p:nvSpPr>
            <p:cNvPr id="12" name="MH_Desc_1"/>
            <p:cNvSpPr/>
            <p:nvPr>
              <p:custDataLst>
                <p:tags r:id="rId1"/>
              </p:custDataLst>
            </p:nvPr>
          </p:nvSpPr>
          <p:spPr>
            <a:xfrm>
              <a:off x="7894" y="3389"/>
              <a:ext cx="9730" cy="5939"/>
            </a:xfrm>
            <a:custGeom>
              <a:avLst/>
              <a:gdLst>
                <a:gd name="connsiteX0" fmla="*/ 0 w 3456384"/>
                <a:gd name="connsiteY0" fmla="*/ 3836610 h 3882329"/>
                <a:gd name="connsiteX1" fmla="*/ 3456384 w 3456384"/>
                <a:gd name="connsiteY1" fmla="*/ 3836610 h 3882329"/>
                <a:gd name="connsiteX2" fmla="*/ 3456384 w 3456384"/>
                <a:gd name="connsiteY2" fmla="*/ 3882329 h 3882329"/>
                <a:gd name="connsiteX3" fmla="*/ 0 w 3456384"/>
                <a:gd name="connsiteY3" fmla="*/ 3882329 h 3882329"/>
                <a:gd name="connsiteX4" fmla="*/ 0 w 3456384"/>
                <a:gd name="connsiteY4" fmla="*/ 0 h 3882329"/>
                <a:gd name="connsiteX5" fmla="*/ 3456384 w 3456384"/>
                <a:gd name="connsiteY5" fmla="*/ 0 h 3882329"/>
                <a:gd name="connsiteX6" fmla="*/ 3456384 w 3456384"/>
                <a:gd name="connsiteY6" fmla="*/ 45719 h 3882329"/>
                <a:gd name="connsiteX7" fmla="*/ 0 w 3456384"/>
                <a:gd name="connsiteY7" fmla="*/ 45719 h 3882329"/>
                <a:gd name="connsiteX0-1" fmla="*/ 0 w 3456384"/>
                <a:gd name="connsiteY0-2" fmla="*/ 3836610 h 3882329"/>
                <a:gd name="connsiteX1-3" fmla="*/ 3456384 w 3456384"/>
                <a:gd name="connsiteY1-4" fmla="*/ 3836610 h 3882329"/>
                <a:gd name="connsiteX2-5" fmla="*/ 3456384 w 3456384"/>
                <a:gd name="connsiteY2-6" fmla="*/ 3882329 h 3882329"/>
                <a:gd name="connsiteX3-7" fmla="*/ 0 w 3456384"/>
                <a:gd name="connsiteY3-8" fmla="*/ 3882329 h 3882329"/>
                <a:gd name="connsiteX4-9" fmla="*/ 0 w 3456384"/>
                <a:gd name="connsiteY4-10" fmla="*/ 3836610 h 3882329"/>
                <a:gd name="connsiteX5-11" fmla="*/ 0 w 3456384"/>
                <a:gd name="connsiteY5-12" fmla="*/ 0 h 3882329"/>
                <a:gd name="connsiteX6-13" fmla="*/ 3456384 w 3456384"/>
                <a:gd name="connsiteY6-14" fmla="*/ 0 h 3882329"/>
                <a:gd name="connsiteX7-15" fmla="*/ 3456384 w 3456384"/>
                <a:gd name="connsiteY7-16" fmla="*/ 45719 h 3882329"/>
                <a:gd name="connsiteX8" fmla="*/ 0 w 3456384"/>
                <a:gd name="connsiteY8" fmla="*/ 0 h 3882329"/>
                <a:gd name="connsiteX0-17" fmla="*/ 0 w 3456384"/>
                <a:gd name="connsiteY0-18" fmla="*/ 3836610 h 3882329"/>
                <a:gd name="connsiteX1-19" fmla="*/ 3456384 w 3456384"/>
                <a:gd name="connsiteY1-20" fmla="*/ 3836610 h 3882329"/>
                <a:gd name="connsiteX2-21" fmla="*/ 3456384 w 3456384"/>
                <a:gd name="connsiteY2-22" fmla="*/ 3882329 h 3882329"/>
                <a:gd name="connsiteX3-23" fmla="*/ 0 w 3456384"/>
                <a:gd name="connsiteY3-24" fmla="*/ 3882329 h 3882329"/>
                <a:gd name="connsiteX4-25" fmla="*/ 0 w 3456384"/>
                <a:gd name="connsiteY4-26" fmla="*/ 3836610 h 3882329"/>
                <a:gd name="connsiteX5-27" fmla="*/ 0 w 3456384"/>
                <a:gd name="connsiteY5-28" fmla="*/ 0 h 3882329"/>
                <a:gd name="connsiteX6-29" fmla="*/ 3456384 w 3456384"/>
                <a:gd name="connsiteY6-30" fmla="*/ 0 h 3882329"/>
                <a:gd name="connsiteX7-31" fmla="*/ 0 w 3456384"/>
                <a:gd name="connsiteY7-32" fmla="*/ 0 h 3882329"/>
                <a:gd name="connsiteX0-33" fmla="*/ 0 w 3456384"/>
                <a:gd name="connsiteY0-34" fmla="*/ 3836610 h 3882329"/>
                <a:gd name="connsiteX1-35" fmla="*/ 3456384 w 3456384"/>
                <a:gd name="connsiteY1-36" fmla="*/ 3836610 h 3882329"/>
                <a:gd name="connsiteX2-37" fmla="*/ 3456384 w 3456384"/>
                <a:gd name="connsiteY2-38" fmla="*/ 3882329 h 3882329"/>
                <a:gd name="connsiteX3-39" fmla="*/ 0 w 3456384"/>
                <a:gd name="connsiteY3-40" fmla="*/ 3882329 h 3882329"/>
                <a:gd name="connsiteX4-41" fmla="*/ 0 w 3456384"/>
                <a:gd name="connsiteY4-42" fmla="*/ 3836610 h 3882329"/>
                <a:gd name="connsiteX5-43" fmla="*/ 0 w 3456384"/>
                <a:gd name="connsiteY5-44" fmla="*/ 0 h 3882329"/>
                <a:gd name="connsiteX6-45" fmla="*/ 3456384 w 3456384"/>
                <a:gd name="connsiteY6-46" fmla="*/ 0 h 3882329"/>
                <a:gd name="connsiteX7-47" fmla="*/ 0 w 3456384"/>
                <a:gd name="connsiteY7-48" fmla="*/ 0 h 3882329"/>
                <a:gd name="connsiteX0-49" fmla="*/ 0 w 3456384"/>
                <a:gd name="connsiteY0-50" fmla="*/ 3836610 h 3882329"/>
                <a:gd name="connsiteX1-51" fmla="*/ 3456384 w 3456384"/>
                <a:gd name="connsiteY1-52" fmla="*/ 3836610 h 3882329"/>
                <a:gd name="connsiteX2-53" fmla="*/ 3456384 w 3456384"/>
                <a:gd name="connsiteY2-54" fmla="*/ 3882329 h 3882329"/>
                <a:gd name="connsiteX3-55" fmla="*/ 0 w 3456384"/>
                <a:gd name="connsiteY3-56" fmla="*/ 3882329 h 3882329"/>
                <a:gd name="connsiteX4-57" fmla="*/ 0 w 3456384"/>
                <a:gd name="connsiteY4-58" fmla="*/ 3836610 h 3882329"/>
                <a:gd name="connsiteX5-59" fmla="*/ 0 w 3456384"/>
                <a:gd name="connsiteY5-60" fmla="*/ 0 h 3882329"/>
                <a:gd name="connsiteX6-61" fmla="*/ 3456384 w 3456384"/>
                <a:gd name="connsiteY6-62" fmla="*/ 0 h 3882329"/>
                <a:gd name="connsiteX7-63" fmla="*/ 0 w 3456384"/>
                <a:gd name="connsiteY7-64" fmla="*/ 0 h 3882329"/>
                <a:gd name="connsiteX0-65" fmla="*/ 0 w 3456384"/>
                <a:gd name="connsiteY0-66" fmla="*/ 3882329 h 3882329"/>
                <a:gd name="connsiteX1-67" fmla="*/ 3456384 w 3456384"/>
                <a:gd name="connsiteY1-68" fmla="*/ 3836610 h 3882329"/>
                <a:gd name="connsiteX2-69" fmla="*/ 3456384 w 3456384"/>
                <a:gd name="connsiteY2-70" fmla="*/ 3882329 h 3882329"/>
                <a:gd name="connsiteX3-71" fmla="*/ 0 w 3456384"/>
                <a:gd name="connsiteY3-72" fmla="*/ 3882329 h 3882329"/>
                <a:gd name="connsiteX4-73" fmla="*/ 0 w 3456384"/>
                <a:gd name="connsiteY4-74" fmla="*/ 0 h 3882329"/>
                <a:gd name="connsiteX5-75" fmla="*/ 3456384 w 3456384"/>
                <a:gd name="connsiteY5-76" fmla="*/ 0 h 3882329"/>
                <a:gd name="connsiteX6-77" fmla="*/ 0 w 3456384"/>
                <a:gd name="connsiteY6-78" fmla="*/ 0 h 3882329"/>
                <a:gd name="connsiteX0-79" fmla="*/ 0 w 3456384"/>
                <a:gd name="connsiteY0-80" fmla="*/ 3882329 h 3882329"/>
                <a:gd name="connsiteX1-81" fmla="*/ 3456384 w 3456384"/>
                <a:gd name="connsiteY1-82" fmla="*/ 3882329 h 3882329"/>
                <a:gd name="connsiteX2-83" fmla="*/ 0 w 3456384"/>
                <a:gd name="connsiteY2-84" fmla="*/ 3882329 h 3882329"/>
                <a:gd name="connsiteX3-85" fmla="*/ 0 w 3456384"/>
                <a:gd name="connsiteY3-86" fmla="*/ 0 h 3882329"/>
                <a:gd name="connsiteX4-87" fmla="*/ 3456384 w 3456384"/>
                <a:gd name="connsiteY4-88" fmla="*/ 0 h 3882329"/>
                <a:gd name="connsiteX5-89" fmla="*/ 0 w 3456384"/>
                <a:gd name="connsiteY5-90" fmla="*/ 0 h 3882329"/>
                <a:gd name="connsiteX0-91" fmla="*/ 0 w 3456384"/>
                <a:gd name="connsiteY0-92" fmla="*/ 3882329 h 3882329"/>
                <a:gd name="connsiteX1-93" fmla="*/ 3456384 w 3456384"/>
                <a:gd name="connsiteY1-94" fmla="*/ 3882329 h 3882329"/>
                <a:gd name="connsiteX2-95" fmla="*/ 0 w 3456384"/>
                <a:gd name="connsiteY2-96" fmla="*/ 3882329 h 3882329"/>
                <a:gd name="connsiteX3-97" fmla="*/ 0 w 3456384"/>
                <a:gd name="connsiteY3-98" fmla="*/ 0 h 3882329"/>
                <a:gd name="connsiteX4-99" fmla="*/ 3456384 w 3456384"/>
                <a:gd name="connsiteY4-100" fmla="*/ 0 h 3882329"/>
                <a:gd name="connsiteX5-101" fmla="*/ 0 w 3456384"/>
                <a:gd name="connsiteY5-102" fmla="*/ 0 h 3882329"/>
                <a:gd name="connsiteX0-103" fmla="*/ 0 w 3456384"/>
                <a:gd name="connsiteY0-104" fmla="*/ 3882329 h 3882329"/>
                <a:gd name="connsiteX1-105" fmla="*/ 3456384 w 3456384"/>
                <a:gd name="connsiteY1-106" fmla="*/ 3882329 h 3882329"/>
                <a:gd name="connsiteX2-107" fmla="*/ 0 w 3456384"/>
                <a:gd name="connsiteY2-108" fmla="*/ 3882329 h 3882329"/>
                <a:gd name="connsiteX3-109" fmla="*/ 0 w 3456384"/>
                <a:gd name="connsiteY3-110" fmla="*/ 0 h 3882329"/>
                <a:gd name="connsiteX4-111" fmla="*/ 3456384 w 3456384"/>
                <a:gd name="connsiteY4-112" fmla="*/ 0 h 3882329"/>
                <a:gd name="connsiteX5-113" fmla="*/ 0 w 3456384"/>
                <a:gd name="connsiteY5-114" fmla="*/ 0 h 3882329"/>
              </a:gdLst>
              <a:ahLst/>
              <a:cxnLst>
                <a:cxn ang="0">
                  <a:pos x="connsiteX0-1" y="connsiteY0-2"/>
                </a:cxn>
                <a:cxn ang="0">
                  <a:pos x="connsiteX1-3" y="connsiteY1-4"/>
                </a:cxn>
                <a:cxn ang="0">
                  <a:pos x="connsiteX2-5" y="connsiteY2-6"/>
                </a:cxn>
                <a:cxn ang="0">
                  <a:pos x="connsiteX3-7" y="connsiteY3-8"/>
                </a:cxn>
                <a:cxn ang="0">
                  <a:pos x="connsiteX4-9" y="connsiteY4-10"/>
                </a:cxn>
                <a:cxn ang="0">
                  <a:pos x="connsiteX5-11" y="connsiteY5-12"/>
                </a:cxn>
              </a:cxnLst>
              <a:rect l="l" t="t" r="r" b="b"/>
              <a:pathLst>
                <a:path w="3456384" h="3882329">
                  <a:moveTo>
                    <a:pt x="0" y="3882329"/>
                  </a:moveTo>
                  <a:lnTo>
                    <a:pt x="3456384" y="3882329"/>
                  </a:lnTo>
                  <a:lnTo>
                    <a:pt x="0" y="3882329"/>
                  </a:lnTo>
                  <a:close/>
                  <a:moveTo>
                    <a:pt x="0" y="0"/>
                  </a:moveTo>
                  <a:lnTo>
                    <a:pt x="3456384" y="0"/>
                  </a:lnTo>
                  <a:lnTo>
                    <a:pt x="0" y="0"/>
                  </a:lnTo>
                  <a:close/>
                </a:path>
              </a:pathLst>
            </a:custGeom>
            <a:ln w="3175">
              <a:solidFill>
                <a:srgbClr val="B2B2B2"/>
              </a:solidFill>
              <a:round/>
            </a:ln>
          </p:spPr>
          <p:style>
            <a:lnRef idx="2">
              <a:schemeClr val="accent1">
                <a:shade val="50000"/>
              </a:schemeClr>
            </a:lnRef>
            <a:fillRef idx="1">
              <a:schemeClr val="accent1"/>
            </a:fillRef>
            <a:effectRef idx="0">
              <a:schemeClr val="accent1"/>
            </a:effectRef>
            <a:fontRef idx="minor">
              <a:schemeClr val="lt1"/>
            </a:fontRef>
          </p:style>
          <p:txBody>
            <a:bodyPr lIns="0" tIns="72000" rIns="0" bIns="72000" anchor="ctr">
              <a:noAutofit/>
            </a:bodyPr>
            <a:lstStyle/>
            <a:p>
              <a:pPr indent="457200">
                <a:lnSpc>
                  <a:spcPct val="120000"/>
                </a:lnSpc>
              </a:pPr>
              <a:r>
                <a:rPr dirty="0">
                  <a:solidFill>
                    <a:schemeClr val="tx1"/>
                  </a:solidFill>
                </a:rPr>
                <a:t>包（Package）是一种组合机制。包由类图或另一个包构成，表示包与包之间的依赖、细化和泛化等关系。包像一个“容器”，可以组织模型中的相关元素。包是把各种各样的模型元素通过内在的语义关系连接在一起而形成的一个高内聚、低耦合的整体。包通常用于对模型的管理，有时可把包称为子系统。</a:t>
              </a:r>
            </a:p>
            <a:p>
              <a:pPr indent="457200">
                <a:lnSpc>
                  <a:spcPct val="120000"/>
                </a:lnSpc>
              </a:pPr>
              <a:r>
                <a:rPr dirty="0">
                  <a:solidFill>
                    <a:schemeClr val="tx1"/>
                  </a:solidFill>
                </a:rPr>
                <a:t>包的图示符号如图6-13所示。包的名称可以写在小矩形内，也可写在大矩形内。当不需要关心包的内容和细节时，把包的名称标注在大矩形内；当需要显示包的内容时，把包的名称写在小矩形内，包的内容放在大矩形内。包的内容可以是类的列表、类图或是另一个包。</a:t>
              </a:r>
            </a:p>
          </p:txBody>
        </p:sp>
      </p:grpSp>
      <p:sp>
        <p:nvSpPr>
          <p:cNvPr id="14" name="文本框 13"/>
          <p:cNvSpPr txBox="1"/>
          <p:nvPr/>
        </p:nvSpPr>
        <p:spPr>
          <a:xfrm>
            <a:off x="1503680" y="4953000"/>
            <a:ext cx="2484120" cy="365760"/>
          </a:xfrm>
          <a:prstGeom prst="rect">
            <a:avLst/>
          </a:prstGeom>
          <a:noFill/>
        </p:spPr>
        <p:txBody>
          <a:bodyPr wrap="square" rtlCol="0" anchor="t">
            <a:spAutoFit/>
          </a:bodyPr>
          <a:lstStyle/>
          <a:p>
            <a:r>
              <a:rPr lang="zh-CN" altLang="en-US"/>
              <a:t>图6-13  包的图示符号</a:t>
            </a:r>
          </a:p>
        </p:txBody>
      </p:sp>
      <p:pic>
        <p:nvPicPr>
          <p:cNvPr id="2" name="图片 354"/>
          <p:cNvPicPr>
            <a:picLocks noChangeAspect="1"/>
          </p:cNvPicPr>
          <p:nvPr/>
        </p:nvPicPr>
        <p:blipFill>
          <a:blip r:embed="rId6" cstate="print"/>
          <a:stretch>
            <a:fillRect/>
          </a:stretch>
        </p:blipFill>
        <p:spPr>
          <a:xfrm>
            <a:off x="1870075" y="3371850"/>
            <a:ext cx="1517650" cy="1318260"/>
          </a:xfrm>
          <a:prstGeom prst="rect">
            <a:avLst/>
          </a:prstGeom>
          <a:noFill/>
          <a:ln w="9525">
            <a:noFill/>
          </a:ln>
        </p:spPr>
      </p:pic>
    </p:spTree>
  </p:cSld>
  <p:clrMapOvr>
    <a:masterClrMapping/>
  </p:clrMapOvr>
  <p:transition>
    <p:diamond/>
  </p:transition>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694801" y="360000"/>
            <a:ext cx="5401200" cy="523220"/>
          </a:xfrm>
        </p:spPr>
        <p:txBody>
          <a:bodyPr>
            <a:normAutofit/>
          </a:bodyPr>
          <a:lstStyle/>
          <a:p>
            <a:r>
              <a:rPr lang="en-US" dirty="0"/>
              <a:t>6.3 </a:t>
            </a:r>
            <a:r>
              <a:rPr lang="zh-CN" altLang="en-US" dirty="0">
                <a:sym typeface="+mn-ea"/>
              </a:rPr>
              <a:t>UML图</a:t>
            </a:r>
            <a:endParaRPr lang="zh-CN" altLang="en-US" dirty="0"/>
          </a:p>
        </p:txBody>
      </p:sp>
      <p:sp>
        <p:nvSpPr>
          <p:cNvPr id="5" name="文本占位符 4">
            <a:extLst>
              <a:ext uri="{FF2B5EF4-FFF2-40B4-BE49-F238E27FC236}">
                <a16:creationId xmlns:a16="http://schemas.microsoft.com/office/drawing/2014/main" id="{3D5DA48E-CCEC-40D7-438D-439A3C7B7A0A}"/>
              </a:ext>
            </a:extLst>
          </p:cNvPr>
          <p:cNvSpPr>
            <a:spLocks noGrp="1"/>
          </p:cNvSpPr>
          <p:nvPr>
            <p:ph type="body" sz="quarter" idx="10"/>
          </p:nvPr>
        </p:nvSpPr>
        <p:spPr>
          <a:xfrm>
            <a:off x="900001" y="1322832"/>
            <a:ext cx="5196000" cy="400110"/>
          </a:xfrm>
        </p:spPr>
        <p:txBody>
          <a:bodyPr/>
          <a:lstStyle/>
          <a:p>
            <a:r>
              <a:rPr lang="en-US" altLang="zh-CN" dirty="0"/>
              <a:t>6.3.2 </a:t>
            </a:r>
            <a:r>
              <a:rPr lang="zh-CN" altLang="en-US" dirty="0"/>
              <a:t>类图和包</a:t>
            </a:r>
          </a:p>
        </p:txBody>
      </p:sp>
      <p:grpSp>
        <p:nvGrpSpPr>
          <p:cNvPr id="6" name="组合 5"/>
          <p:cNvGrpSpPr/>
          <p:nvPr/>
        </p:nvGrpSpPr>
        <p:grpSpPr>
          <a:xfrm>
            <a:off x="0" y="2029460"/>
            <a:ext cx="11177270" cy="3792220"/>
            <a:chOff x="0" y="3196"/>
            <a:chExt cx="17602" cy="5972"/>
          </a:xfrm>
        </p:grpSpPr>
        <p:grpSp>
          <p:nvGrpSpPr>
            <p:cNvPr id="7" name="组合 6"/>
            <p:cNvGrpSpPr/>
            <p:nvPr/>
          </p:nvGrpSpPr>
          <p:grpSpPr>
            <a:xfrm>
              <a:off x="0" y="3196"/>
              <a:ext cx="7895" cy="1530"/>
              <a:chOff x="1" y="2565401"/>
              <a:chExt cx="5013433" cy="971723"/>
            </a:xfrm>
          </p:grpSpPr>
          <p:sp>
            <p:nvSpPr>
              <p:cNvPr id="8" name="MH_SubTitle_1"/>
              <p:cNvSpPr/>
              <p:nvPr>
                <p:custDataLst>
                  <p:tags r:id="rId2"/>
                </p:custDataLst>
              </p:nvPr>
            </p:nvSpPr>
            <p:spPr>
              <a:xfrm>
                <a:off x="1501900" y="2688644"/>
                <a:ext cx="3511534" cy="731557"/>
              </a:xfrm>
              <a:prstGeom prst="homePlate">
                <a:avLst/>
              </a:prstGeom>
              <a:solidFill>
                <a:srgbClr val="20CDAA"/>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r>
                  <a:rPr lang="zh-CN" altLang="en-US" sz="2400" dirty="0">
                    <a:solidFill>
                      <a:schemeClr val="bg1"/>
                    </a:solidFill>
                    <a:latin typeface="微软雅黑" panose="020B0503020204020204" charset="-122"/>
                    <a:ea typeface="微软雅黑" panose="020B0503020204020204" charset="-122"/>
                  </a:rPr>
                  <a:t>包</a:t>
                </a:r>
              </a:p>
            </p:txBody>
          </p:sp>
          <p:sp>
            <p:nvSpPr>
              <p:cNvPr id="9" name="MH_Other_1"/>
              <p:cNvSpPr/>
              <p:nvPr>
                <p:custDataLst>
                  <p:tags r:id="rId3"/>
                </p:custDataLst>
              </p:nvPr>
            </p:nvSpPr>
            <p:spPr>
              <a:xfrm>
                <a:off x="1" y="2565401"/>
                <a:ext cx="1006593" cy="971723"/>
              </a:xfrm>
              <a:prstGeom prst="rect">
                <a:avLst/>
              </a:prstGeom>
              <a:solidFill>
                <a:srgbClr val="20CDAA"/>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r>
                  <a:rPr lang="en-US" altLang="zh-CN" sz="3200" dirty="0">
                    <a:solidFill>
                      <a:srgbClr val="FFFFFF"/>
                    </a:solidFill>
                    <a:latin typeface="Times New Roman" panose="02020603050405020304" pitchFamily="18" charset="0"/>
                    <a:ea typeface="微软雅黑" panose="020B0503020204020204" charset="-122"/>
                  </a:rPr>
                  <a:t>0</a:t>
                </a:r>
                <a:r>
                  <a:rPr lang="en-US" sz="3200" dirty="0">
                    <a:solidFill>
                      <a:srgbClr val="FFFFFF"/>
                    </a:solidFill>
                    <a:latin typeface="Times New Roman" panose="02020603050405020304" pitchFamily="18" charset="0"/>
                    <a:ea typeface="微软雅黑" panose="020B0503020204020204" charset="-122"/>
                  </a:rPr>
                  <a:t>6</a:t>
                </a:r>
              </a:p>
            </p:txBody>
          </p:sp>
          <p:sp>
            <p:nvSpPr>
              <p:cNvPr id="11" name="MH_Other_2"/>
              <p:cNvSpPr/>
              <p:nvPr>
                <p:custDataLst>
                  <p:tags r:id="rId4"/>
                </p:custDataLst>
              </p:nvPr>
            </p:nvSpPr>
            <p:spPr>
              <a:xfrm>
                <a:off x="987065" y="2565401"/>
                <a:ext cx="516612" cy="971723"/>
              </a:xfrm>
              <a:custGeom>
                <a:avLst/>
                <a:gdLst>
                  <a:gd name="connsiteX0" fmla="*/ 2382 w 461963"/>
                  <a:gd name="connsiteY0" fmla="*/ 0 h 1081088"/>
                  <a:gd name="connsiteX1" fmla="*/ 461963 w 461963"/>
                  <a:gd name="connsiteY1" fmla="*/ 138113 h 1081088"/>
                  <a:gd name="connsiteX2" fmla="*/ 461963 w 461963"/>
                  <a:gd name="connsiteY2" fmla="*/ 950119 h 1081088"/>
                  <a:gd name="connsiteX3" fmla="*/ 0 w 461963"/>
                  <a:gd name="connsiteY3" fmla="*/ 1081088 h 1081088"/>
                  <a:gd name="connsiteX4" fmla="*/ 2382 w 461963"/>
                  <a:gd name="connsiteY4" fmla="*/ 0 h 108108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61963" h="1081088">
                    <a:moveTo>
                      <a:pt x="2382" y="0"/>
                    </a:moveTo>
                    <a:lnTo>
                      <a:pt x="461963" y="138113"/>
                    </a:lnTo>
                    <a:lnTo>
                      <a:pt x="461963" y="950119"/>
                    </a:lnTo>
                    <a:lnTo>
                      <a:pt x="0" y="1081088"/>
                    </a:lnTo>
                    <a:lnTo>
                      <a:pt x="2382" y="0"/>
                    </a:lnTo>
                    <a:close/>
                  </a:path>
                </a:pathLst>
              </a:custGeom>
              <a:solidFill>
                <a:srgbClr val="08A886"/>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a:solidFill>
                    <a:srgbClr val="FFFFFF"/>
                  </a:solidFill>
                  <a:latin typeface="微软雅黑" panose="020B0503020204020204" charset="-122"/>
                  <a:ea typeface="微软雅黑" panose="020B0503020204020204" charset="-122"/>
                </a:endParaRPr>
              </a:p>
            </p:txBody>
          </p:sp>
        </p:grpSp>
        <p:sp>
          <p:nvSpPr>
            <p:cNvPr id="12" name="MH_Desc_1"/>
            <p:cNvSpPr/>
            <p:nvPr>
              <p:custDataLst>
                <p:tags r:id="rId1"/>
              </p:custDataLst>
            </p:nvPr>
          </p:nvSpPr>
          <p:spPr>
            <a:xfrm>
              <a:off x="7894" y="3389"/>
              <a:ext cx="9708" cy="5779"/>
            </a:xfrm>
            <a:custGeom>
              <a:avLst/>
              <a:gdLst>
                <a:gd name="connsiteX0" fmla="*/ 0 w 3456384"/>
                <a:gd name="connsiteY0" fmla="*/ 3836610 h 3882329"/>
                <a:gd name="connsiteX1" fmla="*/ 3456384 w 3456384"/>
                <a:gd name="connsiteY1" fmla="*/ 3836610 h 3882329"/>
                <a:gd name="connsiteX2" fmla="*/ 3456384 w 3456384"/>
                <a:gd name="connsiteY2" fmla="*/ 3882329 h 3882329"/>
                <a:gd name="connsiteX3" fmla="*/ 0 w 3456384"/>
                <a:gd name="connsiteY3" fmla="*/ 3882329 h 3882329"/>
                <a:gd name="connsiteX4" fmla="*/ 0 w 3456384"/>
                <a:gd name="connsiteY4" fmla="*/ 0 h 3882329"/>
                <a:gd name="connsiteX5" fmla="*/ 3456384 w 3456384"/>
                <a:gd name="connsiteY5" fmla="*/ 0 h 3882329"/>
                <a:gd name="connsiteX6" fmla="*/ 3456384 w 3456384"/>
                <a:gd name="connsiteY6" fmla="*/ 45719 h 3882329"/>
                <a:gd name="connsiteX7" fmla="*/ 0 w 3456384"/>
                <a:gd name="connsiteY7" fmla="*/ 45719 h 3882329"/>
                <a:gd name="connsiteX0-1" fmla="*/ 0 w 3456384"/>
                <a:gd name="connsiteY0-2" fmla="*/ 3836610 h 3882329"/>
                <a:gd name="connsiteX1-3" fmla="*/ 3456384 w 3456384"/>
                <a:gd name="connsiteY1-4" fmla="*/ 3836610 h 3882329"/>
                <a:gd name="connsiteX2-5" fmla="*/ 3456384 w 3456384"/>
                <a:gd name="connsiteY2-6" fmla="*/ 3882329 h 3882329"/>
                <a:gd name="connsiteX3-7" fmla="*/ 0 w 3456384"/>
                <a:gd name="connsiteY3-8" fmla="*/ 3882329 h 3882329"/>
                <a:gd name="connsiteX4-9" fmla="*/ 0 w 3456384"/>
                <a:gd name="connsiteY4-10" fmla="*/ 3836610 h 3882329"/>
                <a:gd name="connsiteX5-11" fmla="*/ 0 w 3456384"/>
                <a:gd name="connsiteY5-12" fmla="*/ 0 h 3882329"/>
                <a:gd name="connsiteX6-13" fmla="*/ 3456384 w 3456384"/>
                <a:gd name="connsiteY6-14" fmla="*/ 0 h 3882329"/>
                <a:gd name="connsiteX7-15" fmla="*/ 3456384 w 3456384"/>
                <a:gd name="connsiteY7-16" fmla="*/ 45719 h 3882329"/>
                <a:gd name="connsiteX8" fmla="*/ 0 w 3456384"/>
                <a:gd name="connsiteY8" fmla="*/ 0 h 3882329"/>
                <a:gd name="connsiteX0-17" fmla="*/ 0 w 3456384"/>
                <a:gd name="connsiteY0-18" fmla="*/ 3836610 h 3882329"/>
                <a:gd name="connsiteX1-19" fmla="*/ 3456384 w 3456384"/>
                <a:gd name="connsiteY1-20" fmla="*/ 3836610 h 3882329"/>
                <a:gd name="connsiteX2-21" fmla="*/ 3456384 w 3456384"/>
                <a:gd name="connsiteY2-22" fmla="*/ 3882329 h 3882329"/>
                <a:gd name="connsiteX3-23" fmla="*/ 0 w 3456384"/>
                <a:gd name="connsiteY3-24" fmla="*/ 3882329 h 3882329"/>
                <a:gd name="connsiteX4-25" fmla="*/ 0 w 3456384"/>
                <a:gd name="connsiteY4-26" fmla="*/ 3836610 h 3882329"/>
                <a:gd name="connsiteX5-27" fmla="*/ 0 w 3456384"/>
                <a:gd name="connsiteY5-28" fmla="*/ 0 h 3882329"/>
                <a:gd name="connsiteX6-29" fmla="*/ 3456384 w 3456384"/>
                <a:gd name="connsiteY6-30" fmla="*/ 0 h 3882329"/>
                <a:gd name="connsiteX7-31" fmla="*/ 0 w 3456384"/>
                <a:gd name="connsiteY7-32" fmla="*/ 0 h 3882329"/>
                <a:gd name="connsiteX0-33" fmla="*/ 0 w 3456384"/>
                <a:gd name="connsiteY0-34" fmla="*/ 3836610 h 3882329"/>
                <a:gd name="connsiteX1-35" fmla="*/ 3456384 w 3456384"/>
                <a:gd name="connsiteY1-36" fmla="*/ 3836610 h 3882329"/>
                <a:gd name="connsiteX2-37" fmla="*/ 3456384 w 3456384"/>
                <a:gd name="connsiteY2-38" fmla="*/ 3882329 h 3882329"/>
                <a:gd name="connsiteX3-39" fmla="*/ 0 w 3456384"/>
                <a:gd name="connsiteY3-40" fmla="*/ 3882329 h 3882329"/>
                <a:gd name="connsiteX4-41" fmla="*/ 0 w 3456384"/>
                <a:gd name="connsiteY4-42" fmla="*/ 3836610 h 3882329"/>
                <a:gd name="connsiteX5-43" fmla="*/ 0 w 3456384"/>
                <a:gd name="connsiteY5-44" fmla="*/ 0 h 3882329"/>
                <a:gd name="connsiteX6-45" fmla="*/ 3456384 w 3456384"/>
                <a:gd name="connsiteY6-46" fmla="*/ 0 h 3882329"/>
                <a:gd name="connsiteX7-47" fmla="*/ 0 w 3456384"/>
                <a:gd name="connsiteY7-48" fmla="*/ 0 h 3882329"/>
                <a:gd name="connsiteX0-49" fmla="*/ 0 w 3456384"/>
                <a:gd name="connsiteY0-50" fmla="*/ 3836610 h 3882329"/>
                <a:gd name="connsiteX1-51" fmla="*/ 3456384 w 3456384"/>
                <a:gd name="connsiteY1-52" fmla="*/ 3836610 h 3882329"/>
                <a:gd name="connsiteX2-53" fmla="*/ 3456384 w 3456384"/>
                <a:gd name="connsiteY2-54" fmla="*/ 3882329 h 3882329"/>
                <a:gd name="connsiteX3-55" fmla="*/ 0 w 3456384"/>
                <a:gd name="connsiteY3-56" fmla="*/ 3882329 h 3882329"/>
                <a:gd name="connsiteX4-57" fmla="*/ 0 w 3456384"/>
                <a:gd name="connsiteY4-58" fmla="*/ 3836610 h 3882329"/>
                <a:gd name="connsiteX5-59" fmla="*/ 0 w 3456384"/>
                <a:gd name="connsiteY5-60" fmla="*/ 0 h 3882329"/>
                <a:gd name="connsiteX6-61" fmla="*/ 3456384 w 3456384"/>
                <a:gd name="connsiteY6-62" fmla="*/ 0 h 3882329"/>
                <a:gd name="connsiteX7-63" fmla="*/ 0 w 3456384"/>
                <a:gd name="connsiteY7-64" fmla="*/ 0 h 3882329"/>
                <a:gd name="connsiteX0-65" fmla="*/ 0 w 3456384"/>
                <a:gd name="connsiteY0-66" fmla="*/ 3882329 h 3882329"/>
                <a:gd name="connsiteX1-67" fmla="*/ 3456384 w 3456384"/>
                <a:gd name="connsiteY1-68" fmla="*/ 3836610 h 3882329"/>
                <a:gd name="connsiteX2-69" fmla="*/ 3456384 w 3456384"/>
                <a:gd name="connsiteY2-70" fmla="*/ 3882329 h 3882329"/>
                <a:gd name="connsiteX3-71" fmla="*/ 0 w 3456384"/>
                <a:gd name="connsiteY3-72" fmla="*/ 3882329 h 3882329"/>
                <a:gd name="connsiteX4-73" fmla="*/ 0 w 3456384"/>
                <a:gd name="connsiteY4-74" fmla="*/ 0 h 3882329"/>
                <a:gd name="connsiteX5-75" fmla="*/ 3456384 w 3456384"/>
                <a:gd name="connsiteY5-76" fmla="*/ 0 h 3882329"/>
                <a:gd name="connsiteX6-77" fmla="*/ 0 w 3456384"/>
                <a:gd name="connsiteY6-78" fmla="*/ 0 h 3882329"/>
                <a:gd name="connsiteX0-79" fmla="*/ 0 w 3456384"/>
                <a:gd name="connsiteY0-80" fmla="*/ 3882329 h 3882329"/>
                <a:gd name="connsiteX1-81" fmla="*/ 3456384 w 3456384"/>
                <a:gd name="connsiteY1-82" fmla="*/ 3882329 h 3882329"/>
                <a:gd name="connsiteX2-83" fmla="*/ 0 w 3456384"/>
                <a:gd name="connsiteY2-84" fmla="*/ 3882329 h 3882329"/>
                <a:gd name="connsiteX3-85" fmla="*/ 0 w 3456384"/>
                <a:gd name="connsiteY3-86" fmla="*/ 0 h 3882329"/>
                <a:gd name="connsiteX4-87" fmla="*/ 3456384 w 3456384"/>
                <a:gd name="connsiteY4-88" fmla="*/ 0 h 3882329"/>
                <a:gd name="connsiteX5-89" fmla="*/ 0 w 3456384"/>
                <a:gd name="connsiteY5-90" fmla="*/ 0 h 3882329"/>
                <a:gd name="connsiteX0-91" fmla="*/ 0 w 3456384"/>
                <a:gd name="connsiteY0-92" fmla="*/ 3882329 h 3882329"/>
                <a:gd name="connsiteX1-93" fmla="*/ 3456384 w 3456384"/>
                <a:gd name="connsiteY1-94" fmla="*/ 3882329 h 3882329"/>
                <a:gd name="connsiteX2-95" fmla="*/ 0 w 3456384"/>
                <a:gd name="connsiteY2-96" fmla="*/ 3882329 h 3882329"/>
                <a:gd name="connsiteX3-97" fmla="*/ 0 w 3456384"/>
                <a:gd name="connsiteY3-98" fmla="*/ 0 h 3882329"/>
                <a:gd name="connsiteX4-99" fmla="*/ 3456384 w 3456384"/>
                <a:gd name="connsiteY4-100" fmla="*/ 0 h 3882329"/>
                <a:gd name="connsiteX5-101" fmla="*/ 0 w 3456384"/>
                <a:gd name="connsiteY5-102" fmla="*/ 0 h 3882329"/>
                <a:gd name="connsiteX0-103" fmla="*/ 0 w 3456384"/>
                <a:gd name="connsiteY0-104" fmla="*/ 3882329 h 3882329"/>
                <a:gd name="connsiteX1-105" fmla="*/ 3456384 w 3456384"/>
                <a:gd name="connsiteY1-106" fmla="*/ 3882329 h 3882329"/>
                <a:gd name="connsiteX2-107" fmla="*/ 0 w 3456384"/>
                <a:gd name="connsiteY2-108" fmla="*/ 3882329 h 3882329"/>
                <a:gd name="connsiteX3-109" fmla="*/ 0 w 3456384"/>
                <a:gd name="connsiteY3-110" fmla="*/ 0 h 3882329"/>
                <a:gd name="connsiteX4-111" fmla="*/ 3456384 w 3456384"/>
                <a:gd name="connsiteY4-112" fmla="*/ 0 h 3882329"/>
                <a:gd name="connsiteX5-113" fmla="*/ 0 w 3456384"/>
                <a:gd name="connsiteY5-114" fmla="*/ 0 h 3882329"/>
              </a:gdLst>
              <a:ahLst/>
              <a:cxnLst>
                <a:cxn ang="0">
                  <a:pos x="connsiteX0-1" y="connsiteY0-2"/>
                </a:cxn>
                <a:cxn ang="0">
                  <a:pos x="connsiteX1-3" y="connsiteY1-4"/>
                </a:cxn>
                <a:cxn ang="0">
                  <a:pos x="connsiteX2-5" y="connsiteY2-6"/>
                </a:cxn>
                <a:cxn ang="0">
                  <a:pos x="connsiteX3-7" y="connsiteY3-8"/>
                </a:cxn>
                <a:cxn ang="0">
                  <a:pos x="connsiteX4-9" y="connsiteY4-10"/>
                </a:cxn>
                <a:cxn ang="0">
                  <a:pos x="connsiteX5-11" y="connsiteY5-12"/>
                </a:cxn>
              </a:cxnLst>
              <a:rect l="l" t="t" r="r" b="b"/>
              <a:pathLst>
                <a:path w="3456384" h="3882329">
                  <a:moveTo>
                    <a:pt x="0" y="3882329"/>
                  </a:moveTo>
                  <a:lnTo>
                    <a:pt x="3456384" y="3882329"/>
                  </a:lnTo>
                  <a:lnTo>
                    <a:pt x="0" y="3882329"/>
                  </a:lnTo>
                  <a:close/>
                  <a:moveTo>
                    <a:pt x="0" y="0"/>
                  </a:moveTo>
                  <a:lnTo>
                    <a:pt x="3456384" y="0"/>
                  </a:lnTo>
                  <a:lnTo>
                    <a:pt x="0" y="0"/>
                  </a:lnTo>
                  <a:close/>
                </a:path>
              </a:pathLst>
            </a:custGeom>
            <a:ln w="3175">
              <a:solidFill>
                <a:srgbClr val="B2B2B2"/>
              </a:solidFill>
              <a:round/>
            </a:ln>
          </p:spPr>
          <p:style>
            <a:lnRef idx="2">
              <a:schemeClr val="accent1">
                <a:shade val="50000"/>
              </a:schemeClr>
            </a:lnRef>
            <a:fillRef idx="1">
              <a:schemeClr val="accent1"/>
            </a:fillRef>
            <a:effectRef idx="0">
              <a:schemeClr val="accent1"/>
            </a:effectRef>
            <a:fontRef idx="minor">
              <a:schemeClr val="lt1"/>
            </a:fontRef>
          </p:style>
          <p:txBody>
            <a:bodyPr lIns="0" tIns="72000" rIns="0" bIns="72000" anchor="ctr">
              <a:noAutofit/>
            </a:bodyPr>
            <a:lstStyle/>
            <a:p>
              <a:pPr indent="457200">
                <a:lnSpc>
                  <a:spcPct val="120000"/>
                </a:lnSpc>
              </a:pPr>
              <a:r>
                <a:rPr dirty="0">
                  <a:solidFill>
                    <a:schemeClr val="tx1"/>
                  </a:solidFill>
                </a:rPr>
                <a:t>包与包之间可以建立依赖、泛化和细化关系，其图形符号与类图中相同。</a:t>
              </a:r>
            </a:p>
            <a:p>
              <a:pPr indent="457200">
                <a:lnSpc>
                  <a:spcPct val="120000"/>
                </a:lnSpc>
              </a:pPr>
              <a:r>
                <a:rPr dirty="0">
                  <a:solidFill>
                    <a:schemeClr val="tx1"/>
                  </a:solidFill>
                </a:rPr>
                <a:t>包是模型的一部分，实际上是整个系统的子系统。建模人员可将模型按内容分配到一系列的包中。</a:t>
              </a:r>
            </a:p>
            <a:p>
              <a:pPr indent="457200">
                <a:lnSpc>
                  <a:spcPct val="120000"/>
                </a:lnSpc>
              </a:pPr>
              <a:r>
                <a:rPr dirty="0">
                  <a:solidFill>
                    <a:schemeClr val="tx1"/>
                  </a:solidFill>
                </a:rPr>
                <a:t>设计包时必须遵守的原则有：重用等价原则、共同闭包原则、共同重用原则和非循环依赖原则。</a:t>
              </a:r>
            </a:p>
            <a:p>
              <a:pPr indent="457200">
                <a:lnSpc>
                  <a:spcPct val="120000"/>
                </a:lnSpc>
              </a:pPr>
              <a:r>
                <a:rPr dirty="0">
                  <a:solidFill>
                    <a:schemeClr val="tx1"/>
                  </a:solidFill>
                </a:rPr>
                <a:t>在UML中，包是一种建模元素，在建模时用来组织模型中的各种元素，是分组事物（Grouping Thing）的一种。UML中并没有包图，通常所说的包图是指类图、用例图等。在系统运行时，并不存在包的实例。而类在运行时会有实例存在，即某个具体的对象。</a:t>
              </a:r>
            </a:p>
          </p:txBody>
        </p:sp>
      </p:grpSp>
      <p:sp>
        <p:nvSpPr>
          <p:cNvPr id="14" name="文本框 13"/>
          <p:cNvSpPr txBox="1"/>
          <p:nvPr/>
        </p:nvSpPr>
        <p:spPr>
          <a:xfrm>
            <a:off x="1503680" y="4953000"/>
            <a:ext cx="2484120" cy="365760"/>
          </a:xfrm>
          <a:prstGeom prst="rect">
            <a:avLst/>
          </a:prstGeom>
          <a:noFill/>
        </p:spPr>
        <p:txBody>
          <a:bodyPr wrap="square" rtlCol="0" anchor="t">
            <a:spAutoFit/>
          </a:bodyPr>
          <a:lstStyle/>
          <a:p>
            <a:r>
              <a:rPr lang="zh-CN" altLang="en-US"/>
              <a:t>图6-13  包的图示符号</a:t>
            </a:r>
          </a:p>
        </p:txBody>
      </p:sp>
      <p:pic>
        <p:nvPicPr>
          <p:cNvPr id="2" name="图片 354"/>
          <p:cNvPicPr>
            <a:picLocks noChangeAspect="1"/>
          </p:cNvPicPr>
          <p:nvPr/>
        </p:nvPicPr>
        <p:blipFill>
          <a:blip r:embed="rId6" cstate="print"/>
          <a:stretch>
            <a:fillRect/>
          </a:stretch>
        </p:blipFill>
        <p:spPr>
          <a:xfrm>
            <a:off x="1870075" y="3371850"/>
            <a:ext cx="1517650" cy="1318260"/>
          </a:xfrm>
          <a:prstGeom prst="rect">
            <a:avLst/>
          </a:prstGeom>
          <a:noFill/>
          <a:ln w="9525">
            <a:noFill/>
          </a:ln>
        </p:spPr>
      </p:pic>
    </p:spTree>
  </p:cSld>
  <p:clrMapOvr>
    <a:masterClrMapping/>
  </p:clrMapOvr>
  <p:transition>
    <p:diamond/>
  </p:transition>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694801" y="360000"/>
            <a:ext cx="5401200" cy="523220"/>
          </a:xfrm>
        </p:spPr>
        <p:txBody>
          <a:bodyPr>
            <a:normAutofit/>
          </a:bodyPr>
          <a:lstStyle/>
          <a:p>
            <a:r>
              <a:rPr lang="en-US" altLang="zh-CN" dirty="0">
                <a:sym typeface="+mn-ea"/>
              </a:rPr>
              <a:t>6.3 UML</a:t>
            </a:r>
            <a:r>
              <a:rPr lang="zh-CN" altLang="en-US" dirty="0">
                <a:sym typeface="+mn-ea"/>
              </a:rPr>
              <a:t>图</a:t>
            </a:r>
            <a:endParaRPr lang="zh-CN" altLang="en-US" dirty="0"/>
          </a:p>
        </p:txBody>
      </p:sp>
      <p:sp>
        <p:nvSpPr>
          <p:cNvPr id="28" name="文本占位符 27">
            <a:extLst>
              <a:ext uri="{FF2B5EF4-FFF2-40B4-BE49-F238E27FC236}">
                <a16:creationId xmlns:a16="http://schemas.microsoft.com/office/drawing/2014/main" id="{236B89C1-DED4-49AD-CCAB-7F05050115EA}"/>
              </a:ext>
            </a:extLst>
          </p:cNvPr>
          <p:cNvSpPr>
            <a:spLocks noGrp="1"/>
          </p:cNvSpPr>
          <p:nvPr>
            <p:ph type="body" sz="quarter" idx="10"/>
          </p:nvPr>
        </p:nvSpPr>
        <p:spPr>
          <a:xfrm>
            <a:off x="900001" y="1322832"/>
            <a:ext cx="5196000" cy="400110"/>
          </a:xfrm>
        </p:spPr>
        <p:txBody>
          <a:bodyPr/>
          <a:lstStyle/>
          <a:p>
            <a:r>
              <a:rPr lang="en-US" altLang="zh-CN" dirty="0"/>
              <a:t>6.3.2 </a:t>
            </a:r>
            <a:r>
              <a:rPr lang="zh-CN" altLang="en-US" dirty="0"/>
              <a:t>类图和包</a:t>
            </a:r>
          </a:p>
        </p:txBody>
      </p:sp>
      <p:grpSp>
        <p:nvGrpSpPr>
          <p:cNvPr id="22" name="组合 21"/>
          <p:cNvGrpSpPr/>
          <p:nvPr/>
        </p:nvGrpSpPr>
        <p:grpSpPr>
          <a:xfrm>
            <a:off x="645160" y="3030684"/>
            <a:ext cx="11193780" cy="3396615"/>
            <a:chOff x="1016" y="3956"/>
            <a:chExt cx="17628" cy="5349"/>
          </a:xfrm>
        </p:grpSpPr>
        <p:grpSp>
          <p:nvGrpSpPr>
            <p:cNvPr id="26" name="组合 25"/>
            <p:cNvGrpSpPr/>
            <p:nvPr/>
          </p:nvGrpSpPr>
          <p:grpSpPr>
            <a:xfrm>
              <a:off x="1016" y="3956"/>
              <a:ext cx="8019" cy="2112"/>
              <a:chOff x="1302" y="3610"/>
              <a:chExt cx="8019" cy="2112"/>
            </a:xfrm>
          </p:grpSpPr>
          <p:sp>
            <p:nvSpPr>
              <p:cNvPr id="14" name="Oval 5"/>
              <p:cNvSpPr/>
              <p:nvPr>
                <p:custDataLst>
                  <p:tags r:id="rId13"/>
                </p:custDataLst>
              </p:nvPr>
            </p:nvSpPr>
            <p:spPr>
              <a:xfrm>
                <a:off x="1302" y="3791"/>
                <a:ext cx="1222" cy="1220"/>
              </a:xfrm>
              <a:prstGeom prst="ellipse">
                <a:avLst/>
              </a:prstGeom>
              <a:solidFill>
                <a:schemeClr val="accent3"/>
              </a:solidFill>
              <a:ln w="25400" cap="flat" cmpd="sng" algn="ctr">
                <a:noFill/>
                <a:prstDash val="solid"/>
              </a:ln>
              <a:effectLst/>
            </p:spPr>
            <p:txBody>
              <a:bodyPr anchor="ctr">
                <a:normAutofit/>
              </a:bodyPr>
              <a:lstStyle/>
              <a:p>
                <a:pPr algn="ctr" defTabSz="1217295" eaLnBrk="1" hangingPunct="1">
                  <a:spcBef>
                    <a:spcPts val="0"/>
                  </a:spcBef>
                  <a:spcAft>
                    <a:spcPts val="0"/>
                  </a:spcAft>
                  <a:defRPr/>
                </a:pPr>
                <a:endParaRPr lang="en-US" sz="1800" kern="0" dirty="0"/>
              </a:p>
            </p:txBody>
          </p:sp>
          <p:sp>
            <p:nvSpPr>
              <p:cNvPr id="15" name="Freeform 7"/>
              <p:cNvSpPr>
                <a:spLocks noEditPoints="1"/>
              </p:cNvSpPr>
              <p:nvPr>
                <p:custDataLst>
                  <p:tags r:id="rId14"/>
                </p:custDataLst>
              </p:nvPr>
            </p:nvSpPr>
            <p:spPr bwMode="auto">
              <a:xfrm>
                <a:off x="1594" y="4081"/>
                <a:ext cx="638" cy="640"/>
              </a:xfrm>
              <a:custGeom>
                <a:avLst/>
                <a:gdLst>
                  <a:gd name="T0" fmla="*/ 347 w 376"/>
                  <a:gd name="T1" fmla="*/ 284 h 376"/>
                  <a:gd name="T2" fmla="*/ 347 w 376"/>
                  <a:gd name="T3" fmla="*/ 238 h 376"/>
                  <a:gd name="T4" fmla="*/ 278 w 376"/>
                  <a:gd name="T5" fmla="*/ 169 h 376"/>
                  <a:gd name="T6" fmla="*/ 238 w 376"/>
                  <a:gd name="T7" fmla="*/ 169 h 376"/>
                  <a:gd name="T8" fmla="*/ 207 w 376"/>
                  <a:gd name="T9" fmla="*/ 148 h 376"/>
                  <a:gd name="T10" fmla="*/ 207 w 376"/>
                  <a:gd name="T11" fmla="*/ 92 h 376"/>
                  <a:gd name="T12" fmla="*/ 236 w 376"/>
                  <a:gd name="T13" fmla="*/ 48 h 376"/>
                  <a:gd name="T14" fmla="*/ 188 w 376"/>
                  <a:gd name="T15" fmla="*/ 0 h 376"/>
                  <a:gd name="T16" fmla="*/ 140 w 376"/>
                  <a:gd name="T17" fmla="*/ 48 h 376"/>
                  <a:gd name="T18" fmla="*/ 169 w 376"/>
                  <a:gd name="T19" fmla="*/ 92 h 376"/>
                  <a:gd name="T20" fmla="*/ 169 w 376"/>
                  <a:gd name="T21" fmla="*/ 148 h 376"/>
                  <a:gd name="T22" fmla="*/ 138 w 376"/>
                  <a:gd name="T23" fmla="*/ 169 h 376"/>
                  <a:gd name="T24" fmla="*/ 98 w 376"/>
                  <a:gd name="T25" fmla="*/ 169 h 376"/>
                  <a:gd name="T26" fmla="*/ 29 w 376"/>
                  <a:gd name="T27" fmla="*/ 238 h 376"/>
                  <a:gd name="T28" fmla="*/ 29 w 376"/>
                  <a:gd name="T29" fmla="*/ 284 h 376"/>
                  <a:gd name="T30" fmla="*/ 0 w 376"/>
                  <a:gd name="T31" fmla="*/ 328 h 376"/>
                  <a:gd name="T32" fmla="*/ 48 w 376"/>
                  <a:gd name="T33" fmla="*/ 376 h 376"/>
                  <a:gd name="T34" fmla="*/ 96 w 376"/>
                  <a:gd name="T35" fmla="*/ 328 h 376"/>
                  <a:gd name="T36" fmla="*/ 67 w 376"/>
                  <a:gd name="T37" fmla="*/ 284 h 376"/>
                  <a:gd name="T38" fmla="*/ 67 w 376"/>
                  <a:gd name="T39" fmla="*/ 238 h 376"/>
                  <a:gd name="T40" fmla="*/ 98 w 376"/>
                  <a:gd name="T41" fmla="*/ 207 h 376"/>
                  <a:gd name="T42" fmla="*/ 138 w 376"/>
                  <a:gd name="T43" fmla="*/ 207 h 376"/>
                  <a:gd name="T44" fmla="*/ 169 w 376"/>
                  <a:gd name="T45" fmla="*/ 202 h 376"/>
                  <a:gd name="T46" fmla="*/ 169 w 376"/>
                  <a:gd name="T47" fmla="*/ 284 h 376"/>
                  <a:gd name="T48" fmla="*/ 140 w 376"/>
                  <a:gd name="T49" fmla="*/ 328 h 376"/>
                  <a:gd name="T50" fmla="*/ 188 w 376"/>
                  <a:gd name="T51" fmla="*/ 376 h 376"/>
                  <a:gd name="T52" fmla="*/ 236 w 376"/>
                  <a:gd name="T53" fmla="*/ 328 h 376"/>
                  <a:gd name="T54" fmla="*/ 207 w 376"/>
                  <a:gd name="T55" fmla="*/ 284 h 376"/>
                  <a:gd name="T56" fmla="*/ 207 w 376"/>
                  <a:gd name="T57" fmla="*/ 202 h 376"/>
                  <a:gd name="T58" fmla="*/ 238 w 376"/>
                  <a:gd name="T59" fmla="*/ 207 h 376"/>
                  <a:gd name="T60" fmla="*/ 278 w 376"/>
                  <a:gd name="T61" fmla="*/ 207 h 376"/>
                  <a:gd name="T62" fmla="*/ 309 w 376"/>
                  <a:gd name="T63" fmla="*/ 238 h 376"/>
                  <a:gd name="T64" fmla="*/ 309 w 376"/>
                  <a:gd name="T65" fmla="*/ 284 h 376"/>
                  <a:gd name="T66" fmla="*/ 280 w 376"/>
                  <a:gd name="T67" fmla="*/ 328 h 376"/>
                  <a:gd name="T68" fmla="*/ 328 w 376"/>
                  <a:gd name="T69" fmla="*/ 376 h 376"/>
                  <a:gd name="T70" fmla="*/ 376 w 376"/>
                  <a:gd name="T71" fmla="*/ 328 h 376"/>
                  <a:gd name="T72" fmla="*/ 347 w 376"/>
                  <a:gd name="T73" fmla="*/ 284 h 376"/>
                  <a:gd name="T74" fmla="*/ 75 w 376"/>
                  <a:gd name="T75" fmla="*/ 328 h 376"/>
                  <a:gd name="T76" fmla="*/ 48 w 376"/>
                  <a:gd name="T77" fmla="*/ 356 h 376"/>
                  <a:gd name="T78" fmla="*/ 20 w 376"/>
                  <a:gd name="T79" fmla="*/ 328 h 376"/>
                  <a:gd name="T80" fmla="*/ 48 w 376"/>
                  <a:gd name="T81" fmla="*/ 300 h 376"/>
                  <a:gd name="T82" fmla="*/ 75 w 376"/>
                  <a:gd name="T83" fmla="*/ 328 h 376"/>
                  <a:gd name="T84" fmla="*/ 160 w 376"/>
                  <a:gd name="T85" fmla="*/ 48 h 376"/>
                  <a:gd name="T86" fmla="*/ 188 w 376"/>
                  <a:gd name="T87" fmla="*/ 20 h 376"/>
                  <a:gd name="T88" fmla="*/ 215 w 376"/>
                  <a:gd name="T89" fmla="*/ 48 h 376"/>
                  <a:gd name="T90" fmla="*/ 188 w 376"/>
                  <a:gd name="T91" fmla="*/ 76 h 376"/>
                  <a:gd name="T92" fmla="*/ 160 w 376"/>
                  <a:gd name="T93" fmla="*/ 48 h 376"/>
                  <a:gd name="T94" fmla="*/ 215 w 376"/>
                  <a:gd name="T95" fmla="*/ 328 h 376"/>
                  <a:gd name="T96" fmla="*/ 188 w 376"/>
                  <a:gd name="T97" fmla="*/ 356 h 376"/>
                  <a:gd name="T98" fmla="*/ 160 w 376"/>
                  <a:gd name="T99" fmla="*/ 328 h 376"/>
                  <a:gd name="T100" fmla="*/ 188 w 376"/>
                  <a:gd name="T101" fmla="*/ 300 h 376"/>
                  <a:gd name="T102" fmla="*/ 215 w 376"/>
                  <a:gd name="T103" fmla="*/ 328 h 376"/>
                  <a:gd name="T104" fmla="*/ 328 w 376"/>
                  <a:gd name="T105" fmla="*/ 356 h 376"/>
                  <a:gd name="T106" fmla="*/ 300 w 376"/>
                  <a:gd name="T107" fmla="*/ 328 h 376"/>
                  <a:gd name="T108" fmla="*/ 328 w 376"/>
                  <a:gd name="T109" fmla="*/ 300 h 376"/>
                  <a:gd name="T110" fmla="*/ 355 w 376"/>
                  <a:gd name="T111" fmla="*/ 328 h 376"/>
                  <a:gd name="T112" fmla="*/ 328 w 376"/>
                  <a:gd name="T113" fmla="*/ 356 h 37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Lst>
                <a:rect l="0" t="0" r="r" b="b"/>
                <a:pathLst>
                  <a:path w="376" h="376">
                    <a:moveTo>
                      <a:pt x="347" y="284"/>
                    </a:moveTo>
                    <a:cubicBezTo>
                      <a:pt x="347" y="238"/>
                      <a:pt x="347" y="238"/>
                      <a:pt x="347" y="238"/>
                    </a:cubicBezTo>
                    <a:cubicBezTo>
                      <a:pt x="347" y="210"/>
                      <a:pt x="328" y="169"/>
                      <a:pt x="278" y="169"/>
                    </a:cubicBezTo>
                    <a:cubicBezTo>
                      <a:pt x="238" y="169"/>
                      <a:pt x="238" y="169"/>
                      <a:pt x="238" y="169"/>
                    </a:cubicBezTo>
                    <a:cubicBezTo>
                      <a:pt x="210" y="169"/>
                      <a:pt x="207" y="155"/>
                      <a:pt x="207" y="148"/>
                    </a:cubicBezTo>
                    <a:cubicBezTo>
                      <a:pt x="207" y="92"/>
                      <a:pt x="207" y="92"/>
                      <a:pt x="207" y="92"/>
                    </a:cubicBezTo>
                    <a:cubicBezTo>
                      <a:pt x="224" y="85"/>
                      <a:pt x="236" y="68"/>
                      <a:pt x="236" y="48"/>
                    </a:cubicBezTo>
                    <a:cubicBezTo>
                      <a:pt x="236" y="21"/>
                      <a:pt x="214" y="0"/>
                      <a:pt x="188" y="0"/>
                    </a:cubicBezTo>
                    <a:cubicBezTo>
                      <a:pt x="161" y="0"/>
                      <a:pt x="140" y="21"/>
                      <a:pt x="140" y="48"/>
                    </a:cubicBezTo>
                    <a:cubicBezTo>
                      <a:pt x="140" y="68"/>
                      <a:pt x="152" y="85"/>
                      <a:pt x="169" y="92"/>
                    </a:cubicBezTo>
                    <a:cubicBezTo>
                      <a:pt x="169" y="148"/>
                      <a:pt x="169" y="148"/>
                      <a:pt x="169" y="148"/>
                    </a:cubicBezTo>
                    <a:cubicBezTo>
                      <a:pt x="169" y="153"/>
                      <a:pt x="167" y="169"/>
                      <a:pt x="138" y="169"/>
                    </a:cubicBezTo>
                    <a:cubicBezTo>
                      <a:pt x="98" y="169"/>
                      <a:pt x="98" y="169"/>
                      <a:pt x="98" y="169"/>
                    </a:cubicBezTo>
                    <a:cubicBezTo>
                      <a:pt x="47" y="169"/>
                      <a:pt x="29" y="210"/>
                      <a:pt x="29" y="238"/>
                    </a:cubicBezTo>
                    <a:cubicBezTo>
                      <a:pt x="29" y="284"/>
                      <a:pt x="29" y="284"/>
                      <a:pt x="29" y="284"/>
                    </a:cubicBezTo>
                    <a:cubicBezTo>
                      <a:pt x="12" y="291"/>
                      <a:pt x="0" y="308"/>
                      <a:pt x="0" y="328"/>
                    </a:cubicBezTo>
                    <a:cubicBezTo>
                      <a:pt x="0" y="354"/>
                      <a:pt x="21" y="376"/>
                      <a:pt x="48" y="376"/>
                    </a:cubicBezTo>
                    <a:cubicBezTo>
                      <a:pt x="74" y="376"/>
                      <a:pt x="96" y="354"/>
                      <a:pt x="96" y="328"/>
                    </a:cubicBezTo>
                    <a:cubicBezTo>
                      <a:pt x="96" y="308"/>
                      <a:pt x="84" y="291"/>
                      <a:pt x="67" y="284"/>
                    </a:cubicBezTo>
                    <a:cubicBezTo>
                      <a:pt x="67" y="238"/>
                      <a:pt x="67" y="238"/>
                      <a:pt x="67" y="238"/>
                    </a:cubicBezTo>
                    <a:cubicBezTo>
                      <a:pt x="67" y="233"/>
                      <a:pt x="68" y="207"/>
                      <a:pt x="98" y="207"/>
                    </a:cubicBezTo>
                    <a:cubicBezTo>
                      <a:pt x="138" y="207"/>
                      <a:pt x="138" y="207"/>
                      <a:pt x="138" y="207"/>
                    </a:cubicBezTo>
                    <a:cubicBezTo>
                      <a:pt x="150" y="207"/>
                      <a:pt x="160" y="205"/>
                      <a:pt x="169" y="202"/>
                    </a:cubicBezTo>
                    <a:cubicBezTo>
                      <a:pt x="169" y="284"/>
                      <a:pt x="169" y="284"/>
                      <a:pt x="169" y="284"/>
                    </a:cubicBezTo>
                    <a:cubicBezTo>
                      <a:pt x="152" y="291"/>
                      <a:pt x="140" y="308"/>
                      <a:pt x="140" y="328"/>
                    </a:cubicBezTo>
                    <a:cubicBezTo>
                      <a:pt x="140" y="354"/>
                      <a:pt x="161" y="376"/>
                      <a:pt x="188" y="376"/>
                    </a:cubicBezTo>
                    <a:cubicBezTo>
                      <a:pt x="214" y="376"/>
                      <a:pt x="236" y="354"/>
                      <a:pt x="236" y="328"/>
                    </a:cubicBezTo>
                    <a:cubicBezTo>
                      <a:pt x="236" y="308"/>
                      <a:pt x="224" y="291"/>
                      <a:pt x="207" y="284"/>
                    </a:cubicBezTo>
                    <a:cubicBezTo>
                      <a:pt x="207" y="202"/>
                      <a:pt x="207" y="202"/>
                      <a:pt x="207" y="202"/>
                    </a:cubicBezTo>
                    <a:cubicBezTo>
                      <a:pt x="215" y="205"/>
                      <a:pt x="226" y="207"/>
                      <a:pt x="238" y="207"/>
                    </a:cubicBezTo>
                    <a:cubicBezTo>
                      <a:pt x="278" y="207"/>
                      <a:pt x="278" y="207"/>
                      <a:pt x="278" y="207"/>
                    </a:cubicBezTo>
                    <a:cubicBezTo>
                      <a:pt x="306" y="207"/>
                      <a:pt x="309" y="231"/>
                      <a:pt x="309" y="238"/>
                    </a:cubicBezTo>
                    <a:cubicBezTo>
                      <a:pt x="309" y="284"/>
                      <a:pt x="309" y="284"/>
                      <a:pt x="309" y="284"/>
                    </a:cubicBezTo>
                    <a:cubicBezTo>
                      <a:pt x="292" y="291"/>
                      <a:pt x="280" y="308"/>
                      <a:pt x="280" y="328"/>
                    </a:cubicBezTo>
                    <a:cubicBezTo>
                      <a:pt x="280" y="354"/>
                      <a:pt x="301" y="376"/>
                      <a:pt x="328" y="376"/>
                    </a:cubicBezTo>
                    <a:cubicBezTo>
                      <a:pt x="354" y="376"/>
                      <a:pt x="376" y="354"/>
                      <a:pt x="376" y="328"/>
                    </a:cubicBezTo>
                    <a:cubicBezTo>
                      <a:pt x="376" y="308"/>
                      <a:pt x="364" y="291"/>
                      <a:pt x="347" y="284"/>
                    </a:cubicBezTo>
                    <a:close/>
                    <a:moveTo>
                      <a:pt x="75" y="328"/>
                    </a:moveTo>
                    <a:cubicBezTo>
                      <a:pt x="75" y="343"/>
                      <a:pt x="63" y="356"/>
                      <a:pt x="48" y="356"/>
                    </a:cubicBezTo>
                    <a:cubicBezTo>
                      <a:pt x="32" y="356"/>
                      <a:pt x="20" y="343"/>
                      <a:pt x="20" y="328"/>
                    </a:cubicBezTo>
                    <a:cubicBezTo>
                      <a:pt x="20" y="313"/>
                      <a:pt x="32" y="300"/>
                      <a:pt x="48" y="300"/>
                    </a:cubicBezTo>
                    <a:cubicBezTo>
                      <a:pt x="63" y="300"/>
                      <a:pt x="75" y="313"/>
                      <a:pt x="75" y="328"/>
                    </a:cubicBezTo>
                    <a:close/>
                    <a:moveTo>
                      <a:pt x="160" y="48"/>
                    </a:moveTo>
                    <a:cubicBezTo>
                      <a:pt x="160" y="33"/>
                      <a:pt x="172" y="20"/>
                      <a:pt x="188" y="20"/>
                    </a:cubicBezTo>
                    <a:cubicBezTo>
                      <a:pt x="203" y="20"/>
                      <a:pt x="215" y="33"/>
                      <a:pt x="215" y="48"/>
                    </a:cubicBezTo>
                    <a:cubicBezTo>
                      <a:pt x="215" y="63"/>
                      <a:pt x="203" y="76"/>
                      <a:pt x="188" y="76"/>
                    </a:cubicBezTo>
                    <a:cubicBezTo>
                      <a:pt x="172" y="76"/>
                      <a:pt x="160" y="63"/>
                      <a:pt x="160" y="48"/>
                    </a:cubicBezTo>
                    <a:close/>
                    <a:moveTo>
                      <a:pt x="215" y="328"/>
                    </a:moveTo>
                    <a:cubicBezTo>
                      <a:pt x="215" y="343"/>
                      <a:pt x="203" y="356"/>
                      <a:pt x="188" y="356"/>
                    </a:cubicBezTo>
                    <a:cubicBezTo>
                      <a:pt x="172" y="356"/>
                      <a:pt x="160" y="343"/>
                      <a:pt x="160" y="328"/>
                    </a:cubicBezTo>
                    <a:cubicBezTo>
                      <a:pt x="160" y="313"/>
                      <a:pt x="172" y="300"/>
                      <a:pt x="188" y="300"/>
                    </a:cubicBezTo>
                    <a:cubicBezTo>
                      <a:pt x="203" y="300"/>
                      <a:pt x="215" y="313"/>
                      <a:pt x="215" y="328"/>
                    </a:cubicBezTo>
                    <a:close/>
                    <a:moveTo>
                      <a:pt x="328" y="356"/>
                    </a:moveTo>
                    <a:cubicBezTo>
                      <a:pt x="312" y="356"/>
                      <a:pt x="300" y="343"/>
                      <a:pt x="300" y="328"/>
                    </a:cubicBezTo>
                    <a:cubicBezTo>
                      <a:pt x="300" y="313"/>
                      <a:pt x="312" y="300"/>
                      <a:pt x="328" y="300"/>
                    </a:cubicBezTo>
                    <a:cubicBezTo>
                      <a:pt x="343" y="300"/>
                      <a:pt x="355" y="313"/>
                      <a:pt x="355" y="328"/>
                    </a:cubicBezTo>
                    <a:cubicBezTo>
                      <a:pt x="355" y="343"/>
                      <a:pt x="343" y="356"/>
                      <a:pt x="328" y="356"/>
                    </a:cubicBezTo>
                    <a:close/>
                  </a:path>
                </a:pathLst>
              </a:custGeom>
              <a:solidFill>
                <a:schemeClr val="bg1"/>
              </a:solidFill>
              <a:ln>
                <a:noFill/>
              </a:ln>
            </p:spPr>
            <p:txBody>
              <a:bodyPr lIns="121682" tIns="60841" rIns="121682" bIns="60841">
                <a:normAutofit/>
              </a:bodyPr>
              <a:lstStyle/>
              <a:p>
                <a:pPr defTabSz="1217295" eaLnBrk="1" hangingPunct="1">
                  <a:spcBef>
                    <a:spcPts val="0"/>
                  </a:spcBef>
                  <a:spcAft>
                    <a:spcPts val="0"/>
                  </a:spcAft>
                  <a:defRPr/>
                </a:pPr>
                <a:endParaRPr lang="en-US" sz="1800" kern="0" dirty="0"/>
              </a:p>
            </p:txBody>
          </p:sp>
          <p:sp>
            <p:nvSpPr>
              <p:cNvPr id="16" name="文本框 18"/>
              <p:cNvSpPr txBox="1">
                <a:spLocks noChangeArrowheads="1"/>
              </p:cNvSpPr>
              <p:nvPr>
                <p:custDataLst>
                  <p:tags r:id="rId15"/>
                </p:custDataLst>
              </p:nvPr>
            </p:nvSpPr>
            <p:spPr bwMode="auto">
              <a:xfrm>
                <a:off x="2719" y="3610"/>
                <a:ext cx="3745" cy="58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0000" tIns="46800" rIns="90000" bIns="46800" anchor="ctr">
                <a:normAutofit/>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charset="0"/>
                    <a:ea typeface="宋体" panose="02010600030101010101" pitchFamily="2" charset="-122"/>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charset="0"/>
                    <a:ea typeface="宋体" panose="02010600030101010101" pitchFamily="2" charset="-122"/>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charset="0"/>
                    <a:ea typeface="宋体" panose="02010600030101010101" pitchFamily="2" charset="-122"/>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9pPr>
              </a:lstStyle>
              <a:p>
                <a:pPr eaLnBrk="1" hangingPunct="1">
                  <a:spcBef>
                    <a:spcPct val="0"/>
                  </a:spcBef>
                  <a:buFontTx/>
                  <a:buNone/>
                </a:pPr>
                <a:r>
                  <a:rPr lang="zh-CN" altLang="en-US" sz="1800" b="1" dirty="0">
                    <a:latin typeface="+mj-lt"/>
                    <a:ea typeface="+mj-ea"/>
                    <a:cs typeface="+mj-cs"/>
                  </a:rPr>
                  <a:t>重用等价原则</a:t>
                </a:r>
              </a:p>
            </p:txBody>
          </p:sp>
          <p:sp>
            <p:nvSpPr>
              <p:cNvPr id="21" name="文本框 20"/>
              <p:cNvSpPr txBox="1"/>
              <p:nvPr>
                <p:custDataLst>
                  <p:tags r:id="rId16"/>
                </p:custDataLst>
              </p:nvPr>
            </p:nvSpPr>
            <p:spPr>
              <a:xfrm>
                <a:off x="2735" y="4236"/>
                <a:ext cx="6586" cy="1486"/>
              </a:xfrm>
              <a:prstGeom prst="rect">
                <a:avLst/>
              </a:prstGeom>
            </p:spPr>
            <p:txBody>
              <a:bodyPr lIns="90000" tIns="46800" rIns="90000" bIns="46800">
                <a:normAutofit fontScale="92500" lnSpcReduction="10000"/>
              </a:bodyPr>
              <a:lstStyle>
                <a:defPPr>
                  <a:defRPr lang="zh-CN"/>
                </a:defPPr>
                <a:lvl1pPr>
                  <a:spcBef>
                    <a:spcPts val="0"/>
                  </a:spcBef>
                  <a:spcAft>
                    <a:spcPts val="0"/>
                  </a:spcAft>
                  <a:defRPr sz="1800"/>
                </a:lvl1pPr>
              </a:lstStyle>
              <a:p>
                <a:pPr>
                  <a:lnSpc>
                    <a:spcPct val="120000"/>
                  </a:lnSpc>
                </a:pPr>
                <a:r>
                  <a:rPr lang="en-US" altLang="zh-CN" dirty="0"/>
                  <a:t>      </a:t>
                </a:r>
                <a:r>
                  <a:rPr lang="zh-CN" altLang="en-US" dirty="0"/>
                  <a:t>把包作为可重用的单元。把类放在包中时，要方便重用，方便对该包的各个版本进行管理。</a:t>
                </a:r>
              </a:p>
            </p:txBody>
          </p:sp>
        </p:grpSp>
        <p:grpSp>
          <p:nvGrpSpPr>
            <p:cNvPr id="4" name="组合 3"/>
            <p:cNvGrpSpPr/>
            <p:nvPr/>
          </p:nvGrpSpPr>
          <p:grpSpPr>
            <a:xfrm>
              <a:off x="10211" y="3956"/>
              <a:ext cx="8433" cy="2577"/>
              <a:chOff x="1302" y="3610"/>
              <a:chExt cx="8433" cy="2577"/>
            </a:xfrm>
          </p:grpSpPr>
          <p:sp>
            <p:nvSpPr>
              <p:cNvPr id="5" name="Oval 5"/>
              <p:cNvSpPr/>
              <p:nvPr>
                <p:custDataLst>
                  <p:tags r:id="rId9"/>
                </p:custDataLst>
              </p:nvPr>
            </p:nvSpPr>
            <p:spPr>
              <a:xfrm>
                <a:off x="1302" y="3791"/>
                <a:ext cx="1222" cy="1220"/>
              </a:xfrm>
              <a:prstGeom prst="ellipse">
                <a:avLst/>
              </a:prstGeom>
              <a:solidFill>
                <a:schemeClr val="accent3"/>
              </a:solidFill>
              <a:ln w="25400" cap="flat" cmpd="sng" algn="ctr">
                <a:noFill/>
                <a:prstDash val="solid"/>
              </a:ln>
              <a:effectLst/>
            </p:spPr>
            <p:txBody>
              <a:bodyPr anchor="ctr">
                <a:normAutofit/>
              </a:bodyPr>
              <a:lstStyle/>
              <a:p>
                <a:pPr algn="ctr" defTabSz="1217295" eaLnBrk="1" hangingPunct="1">
                  <a:spcBef>
                    <a:spcPts val="0"/>
                  </a:spcBef>
                  <a:spcAft>
                    <a:spcPts val="0"/>
                  </a:spcAft>
                  <a:defRPr/>
                </a:pPr>
                <a:endParaRPr lang="en-US" sz="1800" kern="0" dirty="0"/>
              </a:p>
            </p:txBody>
          </p:sp>
          <p:sp>
            <p:nvSpPr>
              <p:cNvPr id="6" name="Freeform 7"/>
              <p:cNvSpPr>
                <a:spLocks noEditPoints="1"/>
              </p:cNvSpPr>
              <p:nvPr>
                <p:custDataLst>
                  <p:tags r:id="rId10"/>
                </p:custDataLst>
              </p:nvPr>
            </p:nvSpPr>
            <p:spPr bwMode="auto">
              <a:xfrm>
                <a:off x="1594" y="4081"/>
                <a:ext cx="638" cy="640"/>
              </a:xfrm>
              <a:custGeom>
                <a:avLst/>
                <a:gdLst>
                  <a:gd name="T0" fmla="*/ 347 w 376"/>
                  <a:gd name="T1" fmla="*/ 284 h 376"/>
                  <a:gd name="T2" fmla="*/ 347 w 376"/>
                  <a:gd name="T3" fmla="*/ 238 h 376"/>
                  <a:gd name="T4" fmla="*/ 278 w 376"/>
                  <a:gd name="T5" fmla="*/ 169 h 376"/>
                  <a:gd name="T6" fmla="*/ 238 w 376"/>
                  <a:gd name="T7" fmla="*/ 169 h 376"/>
                  <a:gd name="T8" fmla="*/ 207 w 376"/>
                  <a:gd name="T9" fmla="*/ 148 h 376"/>
                  <a:gd name="T10" fmla="*/ 207 w 376"/>
                  <a:gd name="T11" fmla="*/ 92 h 376"/>
                  <a:gd name="T12" fmla="*/ 236 w 376"/>
                  <a:gd name="T13" fmla="*/ 48 h 376"/>
                  <a:gd name="T14" fmla="*/ 188 w 376"/>
                  <a:gd name="T15" fmla="*/ 0 h 376"/>
                  <a:gd name="T16" fmla="*/ 140 w 376"/>
                  <a:gd name="T17" fmla="*/ 48 h 376"/>
                  <a:gd name="T18" fmla="*/ 169 w 376"/>
                  <a:gd name="T19" fmla="*/ 92 h 376"/>
                  <a:gd name="T20" fmla="*/ 169 w 376"/>
                  <a:gd name="T21" fmla="*/ 148 h 376"/>
                  <a:gd name="T22" fmla="*/ 138 w 376"/>
                  <a:gd name="T23" fmla="*/ 169 h 376"/>
                  <a:gd name="T24" fmla="*/ 98 w 376"/>
                  <a:gd name="T25" fmla="*/ 169 h 376"/>
                  <a:gd name="T26" fmla="*/ 29 w 376"/>
                  <a:gd name="T27" fmla="*/ 238 h 376"/>
                  <a:gd name="T28" fmla="*/ 29 w 376"/>
                  <a:gd name="T29" fmla="*/ 284 h 376"/>
                  <a:gd name="T30" fmla="*/ 0 w 376"/>
                  <a:gd name="T31" fmla="*/ 328 h 376"/>
                  <a:gd name="T32" fmla="*/ 48 w 376"/>
                  <a:gd name="T33" fmla="*/ 376 h 376"/>
                  <a:gd name="T34" fmla="*/ 96 w 376"/>
                  <a:gd name="T35" fmla="*/ 328 h 376"/>
                  <a:gd name="T36" fmla="*/ 67 w 376"/>
                  <a:gd name="T37" fmla="*/ 284 h 376"/>
                  <a:gd name="T38" fmla="*/ 67 w 376"/>
                  <a:gd name="T39" fmla="*/ 238 h 376"/>
                  <a:gd name="T40" fmla="*/ 98 w 376"/>
                  <a:gd name="T41" fmla="*/ 207 h 376"/>
                  <a:gd name="T42" fmla="*/ 138 w 376"/>
                  <a:gd name="T43" fmla="*/ 207 h 376"/>
                  <a:gd name="T44" fmla="*/ 169 w 376"/>
                  <a:gd name="T45" fmla="*/ 202 h 376"/>
                  <a:gd name="T46" fmla="*/ 169 w 376"/>
                  <a:gd name="T47" fmla="*/ 284 h 376"/>
                  <a:gd name="T48" fmla="*/ 140 w 376"/>
                  <a:gd name="T49" fmla="*/ 328 h 376"/>
                  <a:gd name="T50" fmla="*/ 188 w 376"/>
                  <a:gd name="T51" fmla="*/ 376 h 376"/>
                  <a:gd name="T52" fmla="*/ 236 w 376"/>
                  <a:gd name="T53" fmla="*/ 328 h 376"/>
                  <a:gd name="T54" fmla="*/ 207 w 376"/>
                  <a:gd name="T55" fmla="*/ 284 h 376"/>
                  <a:gd name="T56" fmla="*/ 207 w 376"/>
                  <a:gd name="T57" fmla="*/ 202 h 376"/>
                  <a:gd name="T58" fmla="*/ 238 w 376"/>
                  <a:gd name="T59" fmla="*/ 207 h 376"/>
                  <a:gd name="T60" fmla="*/ 278 w 376"/>
                  <a:gd name="T61" fmla="*/ 207 h 376"/>
                  <a:gd name="T62" fmla="*/ 309 w 376"/>
                  <a:gd name="T63" fmla="*/ 238 h 376"/>
                  <a:gd name="T64" fmla="*/ 309 w 376"/>
                  <a:gd name="T65" fmla="*/ 284 h 376"/>
                  <a:gd name="T66" fmla="*/ 280 w 376"/>
                  <a:gd name="T67" fmla="*/ 328 h 376"/>
                  <a:gd name="T68" fmla="*/ 328 w 376"/>
                  <a:gd name="T69" fmla="*/ 376 h 376"/>
                  <a:gd name="T70" fmla="*/ 376 w 376"/>
                  <a:gd name="T71" fmla="*/ 328 h 376"/>
                  <a:gd name="T72" fmla="*/ 347 w 376"/>
                  <a:gd name="T73" fmla="*/ 284 h 376"/>
                  <a:gd name="T74" fmla="*/ 75 w 376"/>
                  <a:gd name="T75" fmla="*/ 328 h 376"/>
                  <a:gd name="T76" fmla="*/ 48 w 376"/>
                  <a:gd name="T77" fmla="*/ 356 h 376"/>
                  <a:gd name="T78" fmla="*/ 20 w 376"/>
                  <a:gd name="T79" fmla="*/ 328 h 376"/>
                  <a:gd name="T80" fmla="*/ 48 w 376"/>
                  <a:gd name="T81" fmla="*/ 300 h 376"/>
                  <a:gd name="T82" fmla="*/ 75 w 376"/>
                  <a:gd name="T83" fmla="*/ 328 h 376"/>
                  <a:gd name="T84" fmla="*/ 160 w 376"/>
                  <a:gd name="T85" fmla="*/ 48 h 376"/>
                  <a:gd name="T86" fmla="*/ 188 w 376"/>
                  <a:gd name="T87" fmla="*/ 20 h 376"/>
                  <a:gd name="T88" fmla="*/ 215 w 376"/>
                  <a:gd name="T89" fmla="*/ 48 h 376"/>
                  <a:gd name="T90" fmla="*/ 188 w 376"/>
                  <a:gd name="T91" fmla="*/ 76 h 376"/>
                  <a:gd name="T92" fmla="*/ 160 w 376"/>
                  <a:gd name="T93" fmla="*/ 48 h 376"/>
                  <a:gd name="T94" fmla="*/ 215 w 376"/>
                  <a:gd name="T95" fmla="*/ 328 h 376"/>
                  <a:gd name="T96" fmla="*/ 188 w 376"/>
                  <a:gd name="T97" fmla="*/ 356 h 376"/>
                  <a:gd name="T98" fmla="*/ 160 w 376"/>
                  <a:gd name="T99" fmla="*/ 328 h 376"/>
                  <a:gd name="T100" fmla="*/ 188 w 376"/>
                  <a:gd name="T101" fmla="*/ 300 h 376"/>
                  <a:gd name="T102" fmla="*/ 215 w 376"/>
                  <a:gd name="T103" fmla="*/ 328 h 376"/>
                  <a:gd name="T104" fmla="*/ 328 w 376"/>
                  <a:gd name="T105" fmla="*/ 356 h 376"/>
                  <a:gd name="T106" fmla="*/ 300 w 376"/>
                  <a:gd name="T107" fmla="*/ 328 h 376"/>
                  <a:gd name="T108" fmla="*/ 328 w 376"/>
                  <a:gd name="T109" fmla="*/ 300 h 376"/>
                  <a:gd name="T110" fmla="*/ 355 w 376"/>
                  <a:gd name="T111" fmla="*/ 328 h 376"/>
                  <a:gd name="T112" fmla="*/ 328 w 376"/>
                  <a:gd name="T113" fmla="*/ 356 h 37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Lst>
                <a:rect l="0" t="0" r="r" b="b"/>
                <a:pathLst>
                  <a:path w="376" h="376">
                    <a:moveTo>
                      <a:pt x="347" y="284"/>
                    </a:moveTo>
                    <a:cubicBezTo>
                      <a:pt x="347" y="238"/>
                      <a:pt x="347" y="238"/>
                      <a:pt x="347" y="238"/>
                    </a:cubicBezTo>
                    <a:cubicBezTo>
                      <a:pt x="347" y="210"/>
                      <a:pt x="328" y="169"/>
                      <a:pt x="278" y="169"/>
                    </a:cubicBezTo>
                    <a:cubicBezTo>
                      <a:pt x="238" y="169"/>
                      <a:pt x="238" y="169"/>
                      <a:pt x="238" y="169"/>
                    </a:cubicBezTo>
                    <a:cubicBezTo>
                      <a:pt x="210" y="169"/>
                      <a:pt x="207" y="155"/>
                      <a:pt x="207" y="148"/>
                    </a:cubicBezTo>
                    <a:cubicBezTo>
                      <a:pt x="207" y="92"/>
                      <a:pt x="207" y="92"/>
                      <a:pt x="207" y="92"/>
                    </a:cubicBezTo>
                    <a:cubicBezTo>
                      <a:pt x="224" y="85"/>
                      <a:pt x="236" y="68"/>
                      <a:pt x="236" y="48"/>
                    </a:cubicBezTo>
                    <a:cubicBezTo>
                      <a:pt x="236" y="21"/>
                      <a:pt x="214" y="0"/>
                      <a:pt x="188" y="0"/>
                    </a:cubicBezTo>
                    <a:cubicBezTo>
                      <a:pt x="161" y="0"/>
                      <a:pt x="140" y="21"/>
                      <a:pt x="140" y="48"/>
                    </a:cubicBezTo>
                    <a:cubicBezTo>
                      <a:pt x="140" y="68"/>
                      <a:pt x="152" y="85"/>
                      <a:pt x="169" y="92"/>
                    </a:cubicBezTo>
                    <a:cubicBezTo>
                      <a:pt x="169" y="148"/>
                      <a:pt x="169" y="148"/>
                      <a:pt x="169" y="148"/>
                    </a:cubicBezTo>
                    <a:cubicBezTo>
                      <a:pt x="169" y="153"/>
                      <a:pt x="167" y="169"/>
                      <a:pt x="138" y="169"/>
                    </a:cubicBezTo>
                    <a:cubicBezTo>
                      <a:pt x="98" y="169"/>
                      <a:pt x="98" y="169"/>
                      <a:pt x="98" y="169"/>
                    </a:cubicBezTo>
                    <a:cubicBezTo>
                      <a:pt x="47" y="169"/>
                      <a:pt x="29" y="210"/>
                      <a:pt x="29" y="238"/>
                    </a:cubicBezTo>
                    <a:cubicBezTo>
                      <a:pt x="29" y="284"/>
                      <a:pt x="29" y="284"/>
                      <a:pt x="29" y="284"/>
                    </a:cubicBezTo>
                    <a:cubicBezTo>
                      <a:pt x="12" y="291"/>
                      <a:pt x="0" y="308"/>
                      <a:pt x="0" y="328"/>
                    </a:cubicBezTo>
                    <a:cubicBezTo>
                      <a:pt x="0" y="354"/>
                      <a:pt x="21" y="376"/>
                      <a:pt x="48" y="376"/>
                    </a:cubicBezTo>
                    <a:cubicBezTo>
                      <a:pt x="74" y="376"/>
                      <a:pt x="96" y="354"/>
                      <a:pt x="96" y="328"/>
                    </a:cubicBezTo>
                    <a:cubicBezTo>
                      <a:pt x="96" y="308"/>
                      <a:pt x="84" y="291"/>
                      <a:pt x="67" y="284"/>
                    </a:cubicBezTo>
                    <a:cubicBezTo>
                      <a:pt x="67" y="238"/>
                      <a:pt x="67" y="238"/>
                      <a:pt x="67" y="238"/>
                    </a:cubicBezTo>
                    <a:cubicBezTo>
                      <a:pt x="67" y="233"/>
                      <a:pt x="68" y="207"/>
                      <a:pt x="98" y="207"/>
                    </a:cubicBezTo>
                    <a:cubicBezTo>
                      <a:pt x="138" y="207"/>
                      <a:pt x="138" y="207"/>
                      <a:pt x="138" y="207"/>
                    </a:cubicBezTo>
                    <a:cubicBezTo>
                      <a:pt x="150" y="207"/>
                      <a:pt x="160" y="205"/>
                      <a:pt x="169" y="202"/>
                    </a:cubicBezTo>
                    <a:cubicBezTo>
                      <a:pt x="169" y="284"/>
                      <a:pt x="169" y="284"/>
                      <a:pt x="169" y="284"/>
                    </a:cubicBezTo>
                    <a:cubicBezTo>
                      <a:pt x="152" y="291"/>
                      <a:pt x="140" y="308"/>
                      <a:pt x="140" y="328"/>
                    </a:cubicBezTo>
                    <a:cubicBezTo>
                      <a:pt x="140" y="354"/>
                      <a:pt x="161" y="376"/>
                      <a:pt x="188" y="376"/>
                    </a:cubicBezTo>
                    <a:cubicBezTo>
                      <a:pt x="214" y="376"/>
                      <a:pt x="236" y="354"/>
                      <a:pt x="236" y="328"/>
                    </a:cubicBezTo>
                    <a:cubicBezTo>
                      <a:pt x="236" y="308"/>
                      <a:pt x="224" y="291"/>
                      <a:pt x="207" y="284"/>
                    </a:cubicBezTo>
                    <a:cubicBezTo>
                      <a:pt x="207" y="202"/>
                      <a:pt x="207" y="202"/>
                      <a:pt x="207" y="202"/>
                    </a:cubicBezTo>
                    <a:cubicBezTo>
                      <a:pt x="215" y="205"/>
                      <a:pt x="226" y="207"/>
                      <a:pt x="238" y="207"/>
                    </a:cubicBezTo>
                    <a:cubicBezTo>
                      <a:pt x="278" y="207"/>
                      <a:pt x="278" y="207"/>
                      <a:pt x="278" y="207"/>
                    </a:cubicBezTo>
                    <a:cubicBezTo>
                      <a:pt x="306" y="207"/>
                      <a:pt x="309" y="231"/>
                      <a:pt x="309" y="238"/>
                    </a:cubicBezTo>
                    <a:cubicBezTo>
                      <a:pt x="309" y="284"/>
                      <a:pt x="309" y="284"/>
                      <a:pt x="309" y="284"/>
                    </a:cubicBezTo>
                    <a:cubicBezTo>
                      <a:pt x="292" y="291"/>
                      <a:pt x="280" y="308"/>
                      <a:pt x="280" y="328"/>
                    </a:cubicBezTo>
                    <a:cubicBezTo>
                      <a:pt x="280" y="354"/>
                      <a:pt x="301" y="376"/>
                      <a:pt x="328" y="376"/>
                    </a:cubicBezTo>
                    <a:cubicBezTo>
                      <a:pt x="354" y="376"/>
                      <a:pt x="376" y="354"/>
                      <a:pt x="376" y="328"/>
                    </a:cubicBezTo>
                    <a:cubicBezTo>
                      <a:pt x="376" y="308"/>
                      <a:pt x="364" y="291"/>
                      <a:pt x="347" y="284"/>
                    </a:cubicBezTo>
                    <a:close/>
                    <a:moveTo>
                      <a:pt x="75" y="328"/>
                    </a:moveTo>
                    <a:cubicBezTo>
                      <a:pt x="75" y="343"/>
                      <a:pt x="63" y="356"/>
                      <a:pt x="48" y="356"/>
                    </a:cubicBezTo>
                    <a:cubicBezTo>
                      <a:pt x="32" y="356"/>
                      <a:pt x="20" y="343"/>
                      <a:pt x="20" y="328"/>
                    </a:cubicBezTo>
                    <a:cubicBezTo>
                      <a:pt x="20" y="313"/>
                      <a:pt x="32" y="300"/>
                      <a:pt x="48" y="300"/>
                    </a:cubicBezTo>
                    <a:cubicBezTo>
                      <a:pt x="63" y="300"/>
                      <a:pt x="75" y="313"/>
                      <a:pt x="75" y="328"/>
                    </a:cubicBezTo>
                    <a:close/>
                    <a:moveTo>
                      <a:pt x="160" y="48"/>
                    </a:moveTo>
                    <a:cubicBezTo>
                      <a:pt x="160" y="33"/>
                      <a:pt x="172" y="20"/>
                      <a:pt x="188" y="20"/>
                    </a:cubicBezTo>
                    <a:cubicBezTo>
                      <a:pt x="203" y="20"/>
                      <a:pt x="215" y="33"/>
                      <a:pt x="215" y="48"/>
                    </a:cubicBezTo>
                    <a:cubicBezTo>
                      <a:pt x="215" y="63"/>
                      <a:pt x="203" y="76"/>
                      <a:pt x="188" y="76"/>
                    </a:cubicBezTo>
                    <a:cubicBezTo>
                      <a:pt x="172" y="76"/>
                      <a:pt x="160" y="63"/>
                      <a:pt x="160" y="48"/>
                    </a:cubicBezTo>
                    <a:close/>
                    <a:moveTo>
                      <a:pt x="215" y="328"/>
                    </a:moveTo>
                    <a:cubicBezTo>
                      <a:pt x="215" y="343"/>
                      <a:pt x="203" y="356"/>
                      <a:pt x="188" y="356"/>
                    </a:cubicBezTo>
                    <a:cubicBezTo>
                      <a:pt x="172" y="356"/>
                      <a:pt x="160" y="343"/>
                      <a:pt x="160" y="328"/>
                    </a:cubicBezTo>
                    <a:cubicBezTo>
                      <a:pt x="160" y="313"/>
                      <a:pt x="172" y="300"/>
                      <a:pt x="188" y="300"/>
                    </a:cubicBezTo>
                    <a:cubicBezTo>
                      <a:pt x="203" y="300"/>
                      <a:pt x="215" y="313"/>
                      <a:pt x="215" y="328"/>
                    </a:cubicBezTo>
                    <a:close/>
                    <a:moveTo>
                      <a:pt x="328" y="356"/>
                    </a:moveTo>
                    <a:cubicBezTo>
                      <a:pt x="312" y="356"/>
                      <a:pt x="300" y="343"/>
                      <a:pt x="300" y="328"/>
                    </a:cubicBezTo>
                    <a:cubicBezTo>
                      <a:pt x="300" y="313"/>
                      <a:pt x="312" y="300"/>
                      <a:pt x="328" y="300"/>
                    </a:cubicBezTo>
                    <a:cubicBezTo>
                      <a:pt x="343" y="300"/>
                      <a:pt x="355" y="313"/>
                      <a:pt x="355" y="328"/>
                    </a:cubicBezTo>
                    <a:cubicBezTo>
                      <a:pt x="355" y="343"/>
                      <a:pt x="343" y="356"/>
                      <a:pt x="328" y="356"/>
                    </a:cubicBezTo>
                    <a:close/>
                  </a:path>
                </a:pathLst>
              </a:custGeom>
              <a:solidFill>
                <a:schemeClr val="bg1"/>
              </a:solidFill>
              <a:ln>
                <a:noFill/>
              </a:ln>
            </p:spPr>
            <p:txBody>
              <a:bodyPr lIns="121682" tIns="60841" rIns="121682" bIns="60841">
                <a:normAutofit/>
              </a:bodyPr>
              <a:lstStyle/>
              <a:p>
                <a:pPr defTabSz="1217295" eaLnBrk="1" hangingPunct="1">
                  <a:spcBef>
                    <a:spcPts val="0"/>
                  </a:spcBef>
                  <a:spcAft>
                    <a:spcPts val="0"/>
                  </a:spcAft>
                  <a:defRPr/>
                </a:pPr>
                <a:endParaRPr lang="en-US" sz="1800" kern="0" dirty="0"/>
              </a:p>
            </p:txBody>
          </p:sp>
          <p:sp>
            <p:nvSpPr>
              <p:cNvPr id="7" name="文本框 18"/>
              <p:cNvSpPr txBox="1">
                <a:spLocks noChangeArrowheads="1"/>
              </p:cNvSpPr>
              <p:nvPr>
                <p:custDataLst>
                  <p:tags r:id="rId11"/>
                </p:custDataLst>
              </p:nvPr>
            </p:nvSpPr>
            <p:spPr bwMode="auto">
              <a:xfrm>
                <a:off x="2719" y="3610"/>
                <a:ext cx="3745" cy="58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0000" tIns="46800" rIns="90000" bIns="46800" anchor="ctr">
                <a:normAutofit/>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charset="0"/>
                    <a:ea typeface="宋体" panose="02010600030101010101" pitchFamily="2" charset="-122"/>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charset="0"/>
                    <a:ea typeface="宋体" panose="02010600030101010101" pitchFamily="2" charset="-122"/>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charset="0"/>
                    <a:ea typeface="宋体" panose="02010600030101010101" pitchFamily="2" charset="-122"/>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9pPr>
              </a:lstStyle>
              <a:p>
                <a:pPr eaLnBrk="1" hangingPunct="1">
                  <a:spcBef>
                    <a:spcPct val="0"/>
                  </a:spcBef>
                  <a:buFontTx/>
                  <a:buNone/>
                </a:pPr>
                <a:r>
                  <a:rPr lang="zh-CN" altLang="en-US" sz="1800" b="1" dirty="0">
                    <a:latin typeface="+mj-lt"/>
                    <a:ea typeface="+mj-ea"/>
                    <a:cs typeface="+mj-cs"/>
                  </a:rPr>
                  <a:t>共同闭包原则</a:t>
                </a:r>
              </a:p>
            </p:txBody>
          </p:sp>
          <p:sp>
            <p:nvSpPr>
              <p:cNvPr id="8" name="文本框 7"/>
              <p:cNvSpPr txBox="1"/>
              <p:nvPr>
                <p:custDataLst>
                  <p:tags r:id="rId12"/>
                </p:custDataLst>
              </p:nvPr>
            </p:nvSpPr>
            <p:spPr>
              <a:xfrm>
                <a:off x="2735" y="4236"/>
                <a:ext cx="7000" cy="1951"/>
              </a:xfrm>
              <a:prstGeom prst="rect">
                <a:avLst/>
              </a:prstGeom>
            </p:spPr>
            <p:txBody>
              <a:bodyPr lIns="90000" tIns="46800" rIns="90000" bIns="46800">
                <a:normAutofit/>
              </a:bodyPr>
              <a:lstStyle>
                <a:defPPr>
                  <a:defRPr lang="zh-CN"/>
                </a:defPPr>
                <a:lvl1pPr>
                  <a:spcBef>
                    <a:spcPts val="0"/>
                  </a:spcBef>
                  <a:spcAft>
                    <a:spcPts val="0"/>
                  </a:spcAft>
                  <a:defRPr sz="1800"/>
                </a:lvl1pPr>
              </a:lstStyle>
              <a:p>
                <a:pPr>
                  <a:lnSpc>
                    <a:spcPct val="120000"/>
                  </a:lnSpc>
                </a:pPr>
                <a:r>
                  <a:rPr lang="en-US" altLang="zh-CN" dirty="0"/>
                  <a:t>      </a:t>
                </a:r>
                <a:r>
                  <a:rPr lang="zh-CN" altLang="en-US" dirty="0"/>
                  <a:t>把需要同时改变的类放在一个包中。共同闭包原则旨在提高包的内聚，降低包的耦合。</a:t>
                </a:r>
              </a:p>
            </p:txBody>
          </p:sp>
        </p:grpSp>
        <p:grpSp>
          <p:nvGrpSpPr>
            <p:cNvPr id="9" name="组合 8"/>
            <p:cNvGrpSpPr/>
            <p:nvPr/>
          </p:nvGrpSpPr>
          <p:grpSpPr>
            <a:xfrm>
              <a:off x="1016" y="6547"/>
              <a:ext cx="8019" cy="2577"/>
              <a:chOff x="1302" y="3610"/>
              <a:chExt cx="8019" cy="2577"/>
            </a:xfrm>
          </p:grpSpPr>
          <p:sp>
            <p:nvSpPr>
              <p:cNvPr id="10" name="Oval 5"/>
              <p:cNvSpPr/>
              <p:nvPr>
                <p:custDataLst>
                  <p:tags r:id="rId5"/>
                </p:custDataLst>
              </p:nvPr>
            </p:nvSpPr>
            <p:spPr>
              <a:xfrm>
                <a:off x="1302" y="3791"/>
                <a:ext cx="1222" cy="1220"/>
              </a:xfrm>
              <a:prstGeom prst="ellipse">
                <a:avLst/>
              </a:prstGeom>
              <a:solidFill>
                <a:schemeClr val="accent3"/>
              </a:solidFill>
              <a:ln w="25400" cap="flat" cmpd="sng" algn="ctr">
                <a:noFill/>
                <a:prstDash val="solid"/>
              </a:ln>
              <a:effectLst/>
            </p:spPr>
            <p:txBody>
              <a:bodyPr anchor="ctr">
                <a:normAutofit/>
              </a:bodyPr>
              <a:lstStyle/>
              <a:p>
                <a:pPr algn="ctr" defTabSz="1217295" eaLnBrk="1" hangingPunct="1">
                  <a:spcBef>
                    <a:spcPts val="0"/>
                  </a:spcBef>
                  <a:spcAft>
                    <a:spcPts val="0"/>
                  </a:spcAft>
                  <a:defRPr/>
                </a:pPr>
                <a:endParaRPr lang="en-US" sz="1800" kern="0" dirty="0"/>
              </a:p>
            </p:txBody>
          </p:sp>
          <p:sp>
            <p:nvSpPr>
              <p:cNvPr id="11" name="Freeform 7"/>
              <p:cNvSpPr>
                <a:spLocks noEditPoints="1"/>
              </p:cNvSpPr>
              <p:nvPr>
                <p:custDataLst>
                  <p:tags r:id="rId6"/>
                </p:custDataLst>
              </p:nvPr>
            </p:nvSpPr>
            <p:spPr bwMode="auto">
              <a:xfrm>
                <a:off x="1594" y="4081"/>
                <a:ext cx="638" cy="640"/>
              </a:xfrm>
              <a:custGeom>
                <a:avLst/>
                <a:gdLst>
                  <a:gd name="T0" fmla="*/ 347 w 376"/>
                  <a:gd name="T1" fmla="*/ 284 h 376"/>
                  <a:gd name="T2" fmla="*/ 347 w 376"/>
                  <a:gd name="T3" fmla="*/ 238 h 376"/>
                  <a:gd name="T4" fmla="*/ 278 w 376"/>
                  <a:gd name="T5" fmla="*/ 169 h 376"/>
                  <a:gd name="T6" fmla="*/ 238 w 376"/>
                  <a:gd name="T7" fmla="*/ 169 h 376"/>
                  <a:gd name="T8" fmla="*/ 207 w 376"/>
                  <a:gd name="T9" fmla="*/ 148 h 376"/>
                  <a:gd name="T10" fmla="*/ 207 w 376"/>
                  <a:gd name="T11" fmla="*/ 92 h 376"/>
                  <a:gd name="T12" fmla="*/ 236 w 376"/>
                  <a:gd name="T13" fmla="*/ 48 h 376"/>
                  <a:gd name="T14" fmla="*/ 188 w 376"/>
                  <a:gd name="T15" fmla="*/ 0 h 376"/>
                  <a:gd name="T16" fmla="*/ 140 w 376"/>
                  <a:gd name="T17" fmla="*/ 48 h 376"/>
                  <a:gd name="T18" fmla="*/ 169 w 376"/>
                  <a:gd name="T19" fmla="*/ 92 h 376"/>
                  <a:gd name="T20" fmla="*/ 169 w 376"/>
                  <a:gd name="T21" fmla="*/ 148 h 376"/>
                  <a:gd name="T22" fmla="*/ 138 w 376"/>
                  <a:gd name="T23" fmla="*/ 169 h 376"/>
                  <a:gd name="T24" fmla="*/ 98 w 376"/>
                  <a:gd name="T25" fmla="*/ 169 h 376"/>
                  <a:gd name="T26" fmla="*/ 29 w 376"/>
                  <a:gd name="T27" fmla="*/ 238 h 376"/>
                  <a:gd name="T28" fmla="*/ 29 w 376"/>
                  <a:gd name="T29" fmla="*/ 284 h 376"/>
                  <a:gd name="T30" fmla="*/ 0 w 376"/>
                  <a:gd name="T31" fmla="*/ 328 h 376"/>
                  <a:gd name="T32" fmla="*/ 48 w 376"/>
                  <a:gd name="T33" fmla="*/ 376 h 376"/>
                  <a:gd name="T34" fmla="*/ 96 w 376"/>
                  <a:gd name="T35" fmla="*/ 328 h 376"/>
                  <a:gd name="T36" fmla="*/ 67 w 376"/>
                  <a:gd name="T37" fmla="*/ 284 h 376"/>
                  <a:gd name="T38" fmla="*/ 67 w 376"/>
                  <a:gd name="T39" fmla="*/ 238 h 376"/>
                  <a:gd name="T40" fmla="*/ 98 w 376"/>
                  <a:gd name="T41" fmla="*/ 207 h 376"/>
                  <a:gd name="T42" fmla="*/ 138 w 376"/>
                  <a:gd name="T43" fmla="*/ 207 h 376"/>
                  <a:gd name="T44" fmla="*/ 169 w 376"/>
                  <a:gd name="T45" fmla="*/ 202 h 376"/>
                  <a:gd name="T46" fmla="*/ 169 w 376"/>
                  <a:gd name="T47" fmla="*/ 284 h 376"/>
                  <a:gd name="T48" fmla="*/ 140 w 376"/>
                  <a:gd name="T49" fmla="*/ 328 h 376"/>
                  <a:gd name="T50" fmla="*/ 188 w 376"/>
                  <a:gd name="T51" fmla="*/ 376 h 376"/>
                  <a:gd name="T52" fmla="*/ 236 w 376"/>
                  <a:gd name="T53" fmla="*/ 328 h 376"/>
                  <a:gd name="T54" fmla="*/ 207 w 376"/>
                  <a:gd name="T55" fmla="*/ 284 h 376"/>
                  <a:gd name="T56" fmla="*/ 207 w 376"/>
                  <a:gd name="T57" fmla="*/ 202 h 376"/>
                  <a:gd name="T58" fmla="*/ 238 w 376"/>
                  <a:gd name="T59" fmla="*/ 207 h 376"/>
                  <a:gd name="T60" fmla="*/ 278 w 376"/>
                  <a:gd name="T61" fmla="*/ 207 h 376"/>
                  <a:gd name="T62" fmla="*/ 309 w 376"/>
                  <a:gd name="T63" fmla="*/ 238 h 376"/>
                  <a:gd name="T64" fmla="*/ 309 w 376"/>
                  <a:gd name="T65" fmla="*/ 284 h 376"/>
                  <a:gd name="T66" fmla="*/ 280 w 376"/>
                  <a:gd name="T67" fmla="*/ 328 h 376"/>
                  <a:gd name="T68" fmla="*/ 328 w 376"/>
                  <a:gd name="T69" fmla="*/ 376 h 376"/>
                  <a:gd name="T70" fmla="*/ 376 w 376"/>
                  <a:gd name="T71" fmla="*/ 328 h 376"/>
                  <a:gd name="T72" fmla="*/ 347 w 376"/>
                  <a:gd name="T73" fmla="*/ 284 h 376"/>
                  <a:gd name="T74" fmla="*/ 75 w 376"/>
                  <a:gd name="T75" fmla="*/ 328 h 376"/>
                  <a:gd name="T76" fmla="*/ 48 w 376"/>
                  <a:gd name="T77" fmla="*/ 356 h 376"/>
                  <a:gd name="T78" fmla="*/ 20 w 376"/>
                  <a:gd name="T79" fmla="*/ 328 h 376"/>
                  <a:gd name="T80" fmla="*/ 48 w 376"/>
                  <a:gd name="T81" fmla="*/ 300 h 376"/>
                  <a:gd name="T82" fmla="*/ 75 w 376"/>
                  <a:gd name="T83" fmla="*/ 328 h 376"/>
                  <a:gd name="T84" fmla="*/ 160 w 376"/>
                  <a:gd name="T85" fmla="*/ 48 h 376"/>
                  <a:gd name="T86" fmla="*/ 188 w 376"/>
                  <a:gd name="T87" fmla="*/ 20 h 376"/>
                  <a:gd name="T88" fmla="*/ 215 w 376"/>
                  <a:gd name="T89" fmla="*/ 48 h 376"/>
                  <a:gd name="T90" fmla="*/ 188 w 376"/>
                  <a:gd name="T91" fmla="*/ 76 h 376"/>
                  <a:gd name="T92" fmla="*/ 160 w 376"/>
                  <a:gd name="T93" fmla="*/ 48 h 376"/>
                  <a:gd name="T94" fmla="*/ 215 w 376"/>
                  <a:gd name="T95" fmla="*/ 328 h 376"/>
                  <a:gd name="T96" fmla="*/ 188 w 376"/>
                  <a:gd name="T97" fmla="*/ 356 h 376"/>
                  <a:gd name="T98" fmla="*/ 160 w 376"/>
                  <a:gd name="T99" fmla="*/ 328 h 376"/>
                  <a:gd name="T100" fmla="*/ 188 w 376"/>
                  <a:gd name="T101" fmla="*/ 300 h 376"/>
                  <a:gd name="T102" fmla="*/ 215 w 376"/>
                  <a:gd name="T103" fmla="*/ 328 h 376"/>
                  <a:gd name="T104" fmla="*/ 328 w 376"/>
                  <a:gd name="T105" fmla="*/ 356 h 376"/>
                  <a:gd name="T106" fmla="*/ 300 w 376"/>
                  <a:gd name="T107" fmla="*/ 328 h 376"/>
                  <a:gd name="T108" fmla="*/ 328 w 376"/>
                  <a:gd name="T109" fmla="*/ 300 h 376"/>
                  <a:gd name="T110" fmla="*/ 355 w 376"/>
                  <a:gd name="T111" fmla="*/ 328 h 376"/>
                  <a:gd name="T112" fmla="*/ 328 w 376"/>
                  <a:gd name="T113" fmla="*/ 356 h 37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Lst>
                <a:rect l="0" t="0" r="r" b="b"/>
                <a:pathLst>
                  <a:path w="376" h="376">
                    <a:moveTo>
                      <a:pt x="347" y="284"/>
                    </a:moveTo>
                    <a:cubicBezTo>
                      <a:pt x="347" y="238"/>
                      <a:pt x="347" y="238"/>
                      <a:pt x="347" y="238"/>
                    </a:cubicBezTo>
                    <a:cubicBezTo>
                      <a:pt x="347" y="210"/>
                      <a:pt x="328" y="169"/>
                      <a:pt x="278" y="169"/>
                    </a:cubicBezTo>
                    <a:cubicBezTo>
                      <a:pt x="238" y="169"/>
                      <a:pt x="238" y="169"/>
                      <a:pt x="238" y="169"/>
                    </a:cubicBezTo>
                    <a:cubicBezTo>
                      <a:pt x="210" y="169"/>
                      <a:pt x="207" y="155"/>
                      <a:pt x="207" y="148"/>
                    </a:cubicBezTo>
                    <a:cubicBezTo>
                      <a:pt x="207" y="92"/>
                      <a:pt x="207" y="92"/>
                      <a:pt x="207" y="92"/>
                    </a:cubicBezTo>
                    <a:cubicBezTo>
                      <a:pt x="224" y="85"/>
                      <a:pt x="236" y="68"/>
                      <a:pt x="236" y="48"/>
                    </a:cubicBezTo>
                    <a:cubicBezTo>
                      <a:pt x="236" y="21"/>
                      <a:pt x="214" y="0"/>
                      <a:pt x="188" y="0"/>
                    </a:cubicBezTo>
                    <a:cubicBezTo>
                      <a:pt x="161" y="0"/>
                      <a:pt x="140" y="21"/>
                      <a:pt x="140" y="48"/>
                    </a:cubicBezTo>
                    <a:cubicBezTo>
                      <a:pt x="140" y="68"/>
                      <a:pt x="152" y="85"/>
                      <a:pt x="169" y="92"/>
                    </a:cubicBezTo>
                    <a:cubicBezTo>
                      <a:pt x="169" y="148"/>
                      <a:pt x="169" y="148"/>
                      <a:pt x="169" y="148"/>
                    </a:cubicBezTo>
                    <a:cubicBezTo>
                      <a:pt x="169" y="153"/>
                      <a:pt x="167" y="169"/>
                      <a:pt x="138" y="169"/>
                    </a:cubicBezTo>
                    <a:cubicBezTo>
                      <a:pt x="98" y="169"/>
                      <a:pt x="98" y="169"/>
                      <a:pt x="98" y="169"/>
                    </a:cubicBezTo>
                    <a:cubicBezTo>
                      <a:pt x="47" y="169"/>
                      <a:pt x="29" y="210"/>
                      <a:pt x="29" y="238"/>
                    </a:cubicBezTo>
                    <a:cubicBezTo>
                      <a:pt x="29" y="284"/>
                      <a:pt x="29" y="284"/>
                      <a:pt x="29" y="284"/>
                    </a:cubicBezTo>
                    <a:cubicBezTo>
                      <a:pt x="12" y="291"/>
                      <a:pt x="0" y="308"/>
                      <a:pt x="0" y="328"/>
                    </a:cubicBezTo>
                    <a:cubicBezTo>
                      <a:pt x="0" y="354"/>
                      <a:pt x="21" y="376"/>
                      <a:pt x="48" y="376"/>
                    </a:cubicBezTo>
                    <a:cubicBezTo>
                      <a:pt x="74" y="376"/>
                      <a:pt x="96" y="354"/>
                      <a:pt x="96" y="328"/>
                    </a:cubicBezTo>
                    <a:cubicBezTo>
                      <a:pt x="96" y="308"/>
                      <a:pt x="84" y="291"/>
                      <a:pt x="67" y="284"/>
                    </a:cubicBezTo>
                    <a:cubicBezTo>
                      <a:pt x="67" y="238"/>
                      <a:pt x="67" y="238"/>
                      <a:pt x="67" y="238"/>
                    </a:cubicBezTo>
                    <a:cubicBezTo>
                      <a:pt x="67" y="233"/>
                      <a:pt x="68" y="207"/>
                      <a:pt x="98" y="207"/>
                    </a:cubicBezTo>
                    <a:cubicBezTo>
                      <a:pt x="138" y="207"/>
                      <a:pt x="138" y="207"/>
                      <a:pt x="138" y="207"/>
                    </a:cubicBezTo>
                    <a:cubicBezTo>
                      <a:pt x="150" y="207"/>
                      <a:pt x="160" y="205"/>
                      <a:pt x="169" y="202"/>
                    </a:cubicBezTo>
                    <a:cubicBezTo>
                      <a:pt x="169" y="284"/>
                      <a:pt x="169" y="284"/>
                      <a:pt x="169" y="284"/>
                    </a:cubicBezTo>
                    <a:cubicBezTo>
                      <a:pt x="152" y="291"/>
                      <a:pt x="140" y="308"/>
                      <a:pt x="140" y="328"/>
                    </a:cubicBezTo>
                    <a:cubicBezTo>
                      <a:pt x="140" y="354"/>
                      <a:pt x="161" y="376"/>
                      <a:pt x="188" y="376"/>
                    </a:cubicBezTo>
                    <a:cubicBezTo>
                      <a:pt x="214" y="376"/>
                      <a:pt x="236" y="354"/>
                      <a:pt x="236" y="328"/>
                    </a:cubicBezTo>
                    <a:cubicBezTo>
                      <a:pt x="236" y="308"/>
                      <a:pt x="224" y="291"/>
                      <a:pt x="207" y="284"/>
                    </a:cubicBezTo>
                    <a:cubicBezTo>
                      <a:pt x="207" y="202"/>
                      <a:pt x="207" y="202"/>
                      <a:pt x="207" y="202"/>
                    </a:cubicBezTo>
                    <a:cubicBezTo>
                      <a:pt x="215" y="205"/>
                      <a:pt x="226" y="207"/>
                      <a:pt x="238" y="207"/>
                    </a:cubicBezTo>
                    <a:cubicBezTo>
                      <a:pt x="278" y="207"/>
                      <a:pt x="278" y="207"/>
                      <a:pt x="278" y="207"/>
                    </a:cubicBezTo>
                    <a:cubicBezTo>
                      <a:pt x="306" y="207"/>
                      <a:pt x="309" y="231"/>
                      <a:pt x="309" y="238"/>
                    </a:cubicBezTo>
                    <a:cubicBezTo>
                      <a:pt x="309" y="284"/>
                      <a:pt x="309" y="284"/>
                      <a:pt x="309" y="284"/>
                    </a:cubicBezTo>
                    <a:cubicBezTo>
                      <a:pt x="292" y="291"/>
                      <a:pt x="280" y="308"/>
                      <a:pt x="280" y="328"/>
                    </a:cubicBezTo>
                    <a:cubicBezTo>
                      <a:pt x="280" y="354"/>
                      <a:pt x="301" y="376"/>
                      <a:pt x="328" y="376"/>
                    </a:cubicBezTo>
                    <a:cubicBezTo>
                      <a:pt x="354" y="376"/>
                      <a:pt x="376" y="354"/>
                      <a:pt x="376" y="328"/>
                    </a:cubicBezTo>
                    <a:cubicBezTo>
                      <a:pt x="376" y="308"/>
                      <a:pt x="364" y="291"/>
                      <a:pt x="347" y="284"/>
                    </a:cubicBezTo>
                    <a:close/>
                    <a:moveTo>
                      <a:pt x="75" y="328"/>
                    </a:moveTo>
                    <a:cubicBezTo>
                      <a:pt x="75" y="343"/>
                      <a:pt x="63" y="356"/>
                      <a:pt x="48" y="356"/>
                    </a:cubicBezTo>
                    <a:cubicBezTo>
                      <a:pt x="32" y="356"/>
                      <a:pt x="20" y="343"/>
                      <a:pt x="20" y="328"/>
                    </a:cubicBezTo>
                    <a:cubicBezTo>
                      <a:pt x="20" y="313"/>
                      <a:pt x="32" y="300"/>
                      <a:pt x="48" y="300"/>
                    </a:cubicBezTo>
                    <a:cubicBezTo>
                      <a:pt x="63" y="300"/>
                      <a:pt x="75" y="313"/>
                      <a:pt x="75" y="328"/>
                    </a:cubicBezTo>
                    <a:close/>
                    <a:moveTo>
                      <a:pt x="160" y="48"/>
                    </a:moveTo>
                    <a:cubicBezTo>
                      <a:pt x="160" y="33"/>
                      <a:pt x="172" y="20"/>
                      <a:pt x="188" y="20"/>
                    </a:cubicBezTo>
                    <a:cubicBezTo>
                      <a:pt x="203" y="20"/>
                      <a:pt x="215" y="33"/>
                      <a:pt x="215" y="48"/>
                    </a:cubicBezTo>
                    <a:cubicBezTo>
                      <a:pt x="215" y="63"/>
                      <a:pt x="203" y="76"/>
                      <a:pt x="188" y="76"/>
                    </a:cubicBezTo>
                    <a:cubicBezTo>
                      <a:pt x="172" y="76"/>
                      <a:pt x="160" y="63"/>
                      <a:pt x="160" y="48"/>
                    </a:cubicBezTo>
                    <a:close/>
                    <a:moveTo>
                      <a:pt x="215" y="328"/>
                    </a:moveTo>
                    <a:cubicBezTo>
                      <a:pt x="215" y="343"/>
                      <a:pt x="203" y="356"/>
                      <a:pt x="188" y="356"/>
                    </a:cubicBezTo>
                    <a:cubicBezTo>
                      <a:pt x="172" y="356"/>
                      <a:pt x="160" y="343"/>
                      <a:pt x="160" y="328"/>
                    </a:cubicBezTo>
                    <a:cubicBezTo>
                      <a:pt x="160" y="313"/>
                      <a:pt x="172" y="300"/>
                      <a:pt x="188" y="300"/>
                    </a:cubicBezTo>
                    <a:cubicBezTo>
                      <a:pt x="203" y="300"/>
                      <a:pt x="215" y="313"/>
                      <a:pt x="215" y="328"/>
                    </a:cubicBezTo>
                    <a:close/>
                    <a:moveTo>
                      <a:pt x="328" y="356"/>
                    </a:moveTo>
                    <a:cubicBezTo>
                      <a:pt x="312" y="356"/>
                      <a:pt x="300" y="343"/>
                      <a:pt x="300" y="328"/>
                    </a:cubicBezTo>
                    <a:cubicBezTo>
                      <a:pt x="300" y="313"/>
                      <a:pt x="312" y="300"/>
                      <a:pt x="328" y="300"/>
                    </a:cubicBezTo>
                    <a:cubicBezTo>
                      <a:pt x="343" y="300"/>
                      <a:pt x="355" y="313"/>
                      <a:pt x="355" y="328"/>
                    </a:cubicBezTo>
                    <a:cubicBezTo>
                      <a:pt x="355" y="343"/>
                      <a:pt x="343" y="356"/>
                      <a:pt x="328" y="356"/>
                    </a:cubicBezTo>
                    <a:close/>
                  </a:path>
                </a:pathLst>
              </a:custGeom>
              <a:solidFill>
                <a:schemeClr val="bg1"/>
              </a:solidFill>
              <a:ln>
                <a:noFill/>
              </a:ln>
            </p:spPr>
            <p:txBody>
              <a:bodyPr lIns="121682" tIns="60841" rIns="121682" bIns="60841">
                <a:normAutofit/>
              </a:bodyPr>
              <a:lstStyle/>
              <a:p>
                <a:pPr defTabSz="1217295" eaLnBrk="1" hangingPunct="1">
                  <a:spcBef>
                    <a:spcPts val="0"/>
                  </a:spcBef>
                  <a:spcAft>
                    <a:spcPts val="0"/>
                  </a:spcAft>
                  <a:defRPr/>
                </a:pPr>
                <a:endParaRPr lang="en-US" sz="1800" kern="0" dirty="0"/>
              </a:p>
            </p:txBody>
          </p:sp>
          <p:sp>
            <p:nvSpPr>
              <p:cNvPr id="12" name="文本框 18"/>
              <p:cNvSpPr txBox="1">
                <a:spLocks noChangeArrowheads="1"/>
              </p:cNvSpPr>
              <p:nvPr>
                <p:custDataLst>
                  <p:tags r:id="rId7"/>
                </p:custDataLst>
              </p:nvPr>
            </p:nvSpPr>
            <p:spPr bwMode="auto">
              <a:xfrm>
                <a:off x="2719" y="3610"/>
                <a:ext cx="3745" cy="58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0000" tIns="46800" rIns="90000" bIns="46800" anchor="ctr">
                <a:normAutofit/>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charset="0"/>
                    <a:ea typeface="宋体" panose="02010600030101010101" pitchFamily="2" charset="-122"/>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charset="0"/>
                    <a:ea typeface="宋体" panose="02010600030101010101" pitchFamily="2" charset="-122"/>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charset="0"/>
                    <a:ea typeface="宋体" panose="02010600030101010101" pitchFamily="2" charset="-122"/>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9pPr>
              </a:lstStyle>
              <a:p>
                <a:pPr eaLnBrk="1" hangingPunct="1">
                  <a:spcBef>
                    <a:spcPct val="0"/>
                  </a:spcBef>
                  <a:buFontTx/>
                  <a:buNone/>
                </a:pPr>
                <a:r>
                  <a:rPr lang="zh-CN" altLang="en-US" sz="1800" b="1" dirty="0">
                    <a:latin typeface="+mj-lt"/>
                    <a:ea typeface="+mj-ea"/>
                    <a:cs typeface="+mj-cs"/>
                  </a:rPr>
                  <a:t>共同重用原则</a:t>
                </a:r>
              </a:p>
            </p:txBody>
          </p:sp>
          <p:sp>
            <p:nvSpPr>
              <p:cNvPr id="13" name="文本框 12"/>
              <p:cNvSpPr txBox="1"/>
              <p:nvPr>
                <p:custDataLst>
                  <p:tags r:id="rId8"/>
                </p:custDataLst>
              </p:nvPr>
            </p:nvSpPr>
            <p:spPr>
              <a:xfrm>
                <a:off x="2735" y="4236"/>
                <a:ext cx="6586" cy="1951"/>
              </a:xfrm>
              <a:prstGeom prst="rect">
                <a:avLst/>
              </a:prstGeom>
            </p:spPr>
            <p:txBody>
              <a:bodyPr lIns="90000" tIns="46800" rIns="90000" bIns="46800">
                <a:normAutofit/>
              </a:bodyPr>
              <a:lstStyle>
                <a:defPPr>
                  <a:defRPr lang="zh-CN"/>
                </a:defPPr>
                <a:lvl1pPr>
                  <a:spcBef>
                    <a:spcPts val="0"/>
                  </a:spcBef>
                  <a:spcAft>
                    <a:spcPts val="0"/>
                  </a:spcAft>
                  <a:defRPr sz="1800"/>
                </a:lvl1pPr>
              </a:lstStyle>
              <a:p>
                <a:pPr>
                  <a:lnSpc>
                    <a:spcPct val="120000"/>
                  </a:lnSpc>
                </a:pPr>
                <a:r>
                  <a:rPr lang="en-US" altLang="zh-CN" dirty="0"/>
                  <a:t>      </a:t>
                </a:r>
                <a:r>
                  <a:rPr lang="zh-CN" altLang="en-US" dirty="0"/>
                  <a:t>不会一起使用的包不要放在同一个包中。</a:t>
                </a:r>
              </a:p>
            </p:txBody>
          </p:sp>
        </p:grpSp>
        <p:grpSp>
          <p:nvGrpSpPr>
            <p:cNvPr id="2" name="组合 1"/>
            <p:cNvGrpSpPr/>
            <p:nvPr/>
          </p:nvGrpSpPr>
          <p:grpSpPr>
            <a:xfrm>
              <a:off x="10211" y="6728"/>
              <a:ext cx="8336" cy="2577"/>
              <a:chOff x="1302" y="3610"/>
              <a:chExt cx="8336" cy="2577"/>
            </a:xfrm>
          </p:grpSpPr>
          <p:sp>
            <p:nvSpPr>
              <p:cNvPr id="17" name="Oval 5"/>
              <p:cNvSpPr/>
              <p:nvPr>
                <p:custDataLst>
                  <p:tags r:id="rId1"/>
                </p:custDataLst>
              </p:nvPr>
            </p:nvSpPr>
            <p:spPr>
              <a:xfrm>
                <a:off x="1302" y="3791"/>
                <a:ext cx="1222" cy="1220"/>
              </a:xfrm>
              <a:prstGeom prst="ellipse">
                <a:avLst/>
              </a:prstGeom>
              <a:solidFill>
                <a:schemeClr val="accent3"/>
              </a:solidFill>
              <a:ln w="25400" cap="flat" cmpd="sng" algn="ctr">
                <a:noFill/>
                <a:prstDash val="solid"/>
              </a:ln>
              <a:effectLst/>
            </p:spPr>
            <p:txBody>
              <a:bodyPr anchor="ctr">
                <a:normAutofit/>
              </a:bodyPr>
              <a:lstStyle/>
              <a:p>
                <a:pPr algn="ctr" defTabSz="1217295" eaLnBrk="1" hangingPunct="1">
                  <a:spcBef>
                    <a:spcPts val="0"/>
                  </a:spcBef>
                  <a:spcAft>
                    <a:spcPts val="0"/>
                  </a:spcAft>
                  <a:defRPr/>
                </a:pPr>
                <a:endParaRPr lang="en-US" sz="1800" kern="0" dirty="0"/>
              </a:p>
            </p:txBody>
          </p:sp>
          <p:sp>
            <p:nvSpPr>
              <p:cNvPr id="18" name="Freeform 7"/>
              <p:cNvSpPr>
                <a:spLocks noEditPoints="1"/>
              </p:cNvSpPr>
              <p:nvPr>
                <p:custDataLst>
                  <p:tags r:id="rId2"/>
                </p:custDataLst>
              </p:nvPr>
            </p:nvSpPr>
            <p:spPr bwMode="auto">
              <a:xfrm>
                <a:off x="1594" y="4081"/>
                <a:ext cx="638" cy="640"/>
              </a:xfrm>
              <a:custGeom>
                <a:avLst/>
                <a:gdLst>
                  <a:gd name="T0" fmla="*/ 347 w 376"/>
                  <a:gd name="T1" fmla="*/ 284 h 376"/>
                  <a:gd name="T2" fmla="*/ 347 w 376"/>
                  <a:gd name="T3" fmla="*/ 238 h 376"/>
                  <a:gd name="T4" fmla="*/ 278 w 376"/>
                  <a:gd name="T5" fmla="*/ 169 h 376"/>
                  <a:gd name="T6" fmla="*/ 238 w 376"/>
                  <a:gd name="T7" fmla="*/ 169 h 376"/>
                  <a:gd name="T8" fmla="*/ 207 w 376"/>
                  <a:gd name="T9" fmla="*/ 148 h 376"/>
                  <a:gd name="T10" fmla="*/ 207 w 376"/>
                  <a:gd name="T11" fmla="*/ 92 h 376"/>
                  <a:gd name="T12" fmla="*/ 236 w 376"/>
                  <a:gd name="T13" fmla="*/ 48 h 376"/>
                  <a:gd name="T14" fmla="*/ 188 w 376"/>
                  <a:gd name="T15" fmla="*/ 0 h 376"/>
                  <a:gd name="T16" fmla="*/ 140 w 376"/>
                  <a:gd name="T17" fmla="*/ 48 h 376"/>
                  <a:gd name="T18" fmla="*/ 169 w 376"/>
                  <a:gd name="T19" fmla="*/ 92 h 376"/>
                  <a:gd name="T20" fmla="*/ 169 w 376"/>
                  <a:gd name="T21" fmla="*/ 148 h 376"/>
                  <a:gd name="T22" fmla="*/ 138 w 376"/>
                  <a:gd name="T23" fmla="*/ 169 h 376"/>
                  <a:gd name="T24" fmla="*/ 98 w 376"/>
                  <a:gd name="T25" fmla="*/ 169 h 376"/>
                  <a:gd name="T26" fmla="*/ 29 w 376"/>
                  <a:gd name="T27" fmla="*/ 238 h 376"/>
                  <a:gd name="T28" fmla="*/ 29 w 376"/>
                  <a:gd name="T29" fmla="*/ 284 h 376"/>
                  <a:gd name="T30" fmla="*/ 0 w 376"/>
                  <a:gd name="T31" fmla="*/ 328 h 376"/>
                  <a:gd name="T32" fmla="*/ 48 w 376"/>
                  <a:gd name="T33" fmla="*/ 376 h 376"/>
                  <a:gd name="T34" fmla="*/ 96 w 376"/>
                  <a:gd name="T35" fmla="*/ 328 h 376"/>
                  <a:gd name="T36" fmla="*/ 67 w 376"/>
                  <a:gd name="T37" fmla="*/ 284 h 376"/>
                  <a:gd name="T38" fmla="*/ 67 w 376"/>
                  <a:gd name="T39" fmla="*/ 238 h 376"/>
                  <a:gd name="T40" fmla="*/ 98 w 376"/>
                  <a:gd name="T41" fmla="*/ 207 h 376"/>
                  <a:gd name="T42" fmla="*/ 138 w 376"/>
                  <a:gd name="T43" fmla="*/ 207 h 376"/>
                  <a:gd name="T44" fmla="*/ 169 w 376"/>
                  <a:gd name="T45" fmla="*/ 202 h 376"/>
                  <a:gd name="T46" fmla="*/ 169 w 376"/>
                  <a:gd name="T47" fmla="*/ 284 h 376"/>
                  <a:gd name="T48" fmla="*/ 140 w 376"/>
                  <a:gd name="T49" fmla="*/ 328 h 376"/>
                  <a:gd name="T50" fmla="*/ 188 w 376"/>
                  <a:gd name="T51" fmla="*/ 376 h 376"/>
                  <a:gd name="T52" fmla="*/ 236 w 376"/>
                  <a:gd name="T53" fmla="*/ 328 h 376"/>
                  <a:gd name="T54" fmla="*/ 207 w 376"/>
                  <a:gd name="T55" fmla="*/ 284 h 376"/>
                  <a:gd name="T56" fmla="*/ 207 w 376"/>
                  <a:gd name="T57" fmla="*/ 202 h 376"/>
                  <a:gd name="T58" fmla="*/ 238 w 376"/>
                  <a:gd name="T59" fmla="*/ 207 h 376"/>
                  <a:gd name="T60" fmla="*/ 278 w 376"/>
                  <a:gd name="T61" fmla="*/ 207 h 376"/>
                  <a:gd name="T62" fmla="*/ 309 w 376"/>
                  <a:gd name="T63" fmla="*/ 238 h 376"/>
                  <a:gd name="T64" fmla="*/ 309 w 376"/>
                  <a:gd name="T65" fmla="*/ 284 h 376"/>
                  <a:gd name="T66" fmla="*/ 280 w 376"/>
                  <a:gd name="T67" fmla="*/ 328 h 376"/>
                  <a:gd name="T68" fmla="*/ 328 w 376"/>
                  <a:gd name="T69" fmla="*/ 376 h 376"/>
                  <a:gd name="T70" fmla="*/ 376 w 376"/>
                  <a:gd name="T71" fmla="*/ 328 h 376"/>
                  <a:gd name="T72" fmla="*/ 347 w 376"/>
                  <a:gd name="T73" fmla="*/ 284 h 376"/>
                  <a:gd name="T74" fmla="*/ 75 w 376"/>
                  <a:gd name="T75" fmla="*/ 328 h 376"/>
                  <a:gd name="T76" fmla="*/ 48 w 376"/>
                  <a:gd name="T77" fmla="*/ 356 h 376"/>
                  <a:gd name="T78" fmla="*/ 20 w 376"/>
                  <a:gd name="T79" fmla="*/ 328 h 376"/>
                  <a:gd name="T80" fmla="*/ 48 w 376"/>
                  <a:gd name="T81" fmla="*/ 300 h 376"/>
                  <a:gd name="T82" fmla="*/ 75 w 376"/>
                  <a:gd name="T83" fmla="*/ 328 h 376"/>
                  <a:gd name="T84" fmla="*/ 160 w 376"/>
                  <a:gd name="T85" fmla="*/ 48 h 376"/>
                  <a:gd name="T86" fmla="*/ 188 w 376"/>
                  <a:gd name="T87" fmla="*/ 20 h 376"/>
                  <a:gd name="T88" fmla="*/ 215 w 376"/>
                  <a:gd name="T89" fmla="*/ 48 h 376"/>
                  <a:gd name="T90" fmla="*/ 188 w 376"/>
                  <a:gd name="T91" fmla="*/ 76 h 376"/>
                  <a:gd name="T92" fmla="*/ 160 w 376"/>
                  <a:gd name="T93" fmla="*/ 48 h 376"/>
                  <a:gd name="T94" fmla="*/ 215 w 376"/>
                  <a:gd name="T95" fmla="*/ 328 h 376"/>
                  <a:gd name="T96" fmla="*/ 188 w 376"/>
                  <a:gd name="T97" fmla="*/ 356 h 376"/>
                  <a:gd name="T98" fmla="*/ 160 w 376"/>
                  <a:gd name="T99" fmla="*/ 328 h 376"/>
                  <a:gd name="T100" fmla="*/ 188 w 376"/>
                  <a:gd name="T101" fmla="*/ 300 h 376"/>
                  <a:gd name="T102" fmla="*/ 215 w 376"/>
                  <a:gd name="T103" fmla="*/ 328 h 376"/>
                  <a:gd name="T104" fmla="*/ 328 w 376"/>
                  <a:gd name="T105" fmla="*/ 356 h 376"/>
                  <a:gd name="T106" fmla="*/ 300 w 376"/>
                  <a:gd name="T107" fmla="*/ 328 h 376"/>
                  <a:gd name="T108" fmla="*/ 328 w 376"/>
                  <a:gd name="T109" fmla="*/ 300 h 376"/>
                  <a:gd name="T110" fmla="*/ 355 w 376"/>
                  <a:gd name="T111" fmla="*/ 328 h 376"/>
                  <a:gd name="T112" fmla="*/ 328 w 376"/>
                  <a:gd name="T113" fmla="*/ 356 h 37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Lst>
                <a:rect l="0" t="0" r="r" b="b"/>
                <a:pathLst>
                  <a:path w="376" h="376">
                    <a:moveTo>
                      <a:pt x="347" y="284"/>
                    </a:moveTo>
                    <a:cubicBezTo>
                      <a:pt x="347" y="238"/>
                      <a:pt x="347" y="238"/>
                      <a:pt x="347" y="238"/>
                    </a:cubicBezTo>
                    <a:cubicBezTo>
                      <a:pt x="347" y="210"/>
                      <a:pt x="328" y="169"/>
                      <a:pt x="278" y="169"/>
                    </a:cubicBezTo>
                    <a:cubicBezTo>
                      <a:pt x="238" y="169"/>
                      <a:pt x="238" y="169"/>
                      <a:pt x="238" y="169"/>
                    </a:cubicBezTo>
                    <a:cubicBezTo>
                      <a:pt x="210" y="169"/>
                      <a:pt x="207" y="155"/>
                      <a:pt x="207" y="148"/>
                    </a:cubicBezTo>
                    <a:cubicBezTo>
                      <a:pt x="207" y="92"/>
                      <a:pt x="207" y="92"/>
                      <a:pt x="207" y="92"/>
                    </a:cubicBezTo>
                    <a:cubicBezTo>
                      <a:pt x="224" y="85"/>
                      <a:pt x="236" y="68"/>
                      <a:pt x="236" y="48"/>
                    </a:cubicBezTo>
                    <a:cubicBezTo>
                      <a:pt x="236" y="21"/>
                      <a:pt x="214" y="0"/>
                      <a:pt x="188" y="0"/>
                    </a:cubicBezTo>
                    <a:cubicBezTo>
                      <a:pt x="161" y="0"/>
                      <a:pt x="140" y="21"/>
                      <a:pt x="140" y="48"/>
                    </a:cubicBezTo>
                    <a:cubicBezTo>
                      <a:pt x="140" y="68"/>
                      <a:pt x="152" y="85"/>
                      <a:pt x="169" y="92"/>
                    </a:cubicBezTo>
                    <a:cubicBezTo>
                      <a:pt x="169" y="148"/>
                      <a:pt x="169" y="148"/>
                      <a:pt x="169" y="148"/>
                    </a:cubicBezTo>
                    <a:cubicBezTo>
                      <a:pt x="169" y="153"/>
                      <a:pt x="167" y="169"/>
                      <a:pt x="138" y="169"/>
                    </a:cubicBezTo>
                    <a:cubicBezTo>
                      <a:pt x="98" y="169"/>
                      <a:pt x="98" y="169"/>
                      <a:pt x="98" y="169"/>
                    </a:cubicBezTo>
                    <a:cubicBezTo>
                      <a:pt x="47" y="169"/>
                      <a:pt x="29" y="210"/>
                      <a:pt x="29" y="238"/>
                    </a:cubicBezTo>
                    <a:cubicBezTo>
                      <a:pt x="29" y="284"/>
                      <a:pt x="29" y="284"/>
                      <a:pt x="29" y="284"/>
                    </a:cubicBezTo>
                    <a:cubicBezTo>
                      <a:pt x="12" y="291"/>
                      <a:pt x="0" y="308"/>
                      <a:pt x="0" y="328"/>
                    </a:cubicBezTo>
                    <a:cubicBezTo>
                      <a:pt x="0" y="354"/>
                      <a:pt x="21" y="376"/>
                      <a:pt x="48" y="376"/>
                    </a:cubicBezTo>
                    <a:cubicBezTo>
                      <a:pt x="74" y="376"/>
                      <a:pt x="96" y="354"/>
                      <a:pt x="96" y="328"/>
                    </a:cubicBezTo>
                    <a:cubicBezTo>
                      <a:pt x="96" y="308"/>
                      <a:pt x="84" y="291"/>
                      <a:pt x="67" y="284"/>
                    </a:cubicBezTo>
                    <a:cubicBezTo>
                      <a:pt x="67" y="238"/>
                      <a:pt x="67" y="238"/>
                      <a:pt x="67" y="238"/>
                    </a:cubicBezTo>
                    <a:cubicBezTo>
                      <a:pt x="67" y="233"/>
                      <a:pt x="68" y="207"/>
                      <a:pt x="98" y="207"/>
                    </a:cubicBezTo>
                    <a:cubicBezTo>
                      <a:pt x="138" y="207"/>
                      <a:pt x="138" y="207"/>
                      <a:pt x="138" y="207"/>
                    </a:cubicBezTo>
                    <a:cubicBezTo>
                      <a:pt x="150" y="207"/>
                      <a:pt x="160" y="205"/>
                      <a:pt x="169" y="202"/>
                    </a:cubicBezTo>
                    <a:cubicBezTo>
                      <a:pt x="169" y="284"/>
                      <a:pt x="169" y="284"/>
                      <a:pt x="169" y="284"/>
                    </a:cubicBezTo>
                    <a:cubicBezTo>
                      <a:pt x="152" y="291"/>
                      <a:pt x="140" y="308"/>
                      <a:pt x="140" y="328"/>
                    </a:cubicBezTo>
                    <a:cubicBezTo>
                      <a:pt x="140" y="354"/>
                      <a:pt x="161" y="376"/>
                      <a:pt x="188" y="376"/>
                    </a:cubicBezTo>
                    <a:cubicBezTo>
                      <a:pt x="214" y="376"/>
                      <a:pt x="236" y="354"/>
                      <a:pt x="236" y="328"/>
                    </a:cubicBezTo>
                    <a:cubicBezTo>
                      <a:pt x="236" y="308"/>
                      <a:pt x="224" y="291"/>
                      <a:pt x="207" y="284"/>
                    </a:cubicBezTo>
                    <a:cubicBezTo>
                      <a:pt x="207" y="202"/>
                      <a:pt x="207" y="202"/>
                      <a:pt x="207" y="202"/>
                    </a:cubicBezTo>
                    <a:cubicBezTo>
                      <a:pt x="215" y="205"/>
                      <a:pt x="226" y="207"/>
                      <a:pt x="238" y="207"/>
                    </a:cubicBezTo>
                    <a:cubicBezTo>
                      <a:pt x="278" y="207"/>
                      <a:pt x="278" y="207"/>
                      <a:pt x="278" y="207"/>
                    </a:cubicBezTo>
                    <a:cubicBezTo>
                      <a:pt x="306" y="207"/>
                      <a:pt x="309" y="231"/>
                      <a:pt x="309" y="238"/>
                    </a:cubicBezTo>
                    <a:cubicBezTo>
                      <a:pt x="309" y="284"/>
                      <a:pt x="309" y="284"/>
                      <a:pt x="309" y="284"/>
                    </a:cubicBezTo>
                    <a:cubicBezTo>
                      <a:pt x="292" y="291"/>
                      <a:pt x="280" y="308"/>
                      <a:pt x="280" y="328"/>
                    </a:cubicBezTo>
                    <a:cubicBezTo>
                      <a:pt x="280" y="354"/>
                      <a:pt x="301" y="376"/>
                      <a:pt x="328" y="376"/>
                    </a:cubicBezTo>
                    <a:cubicBezTo>
                      <a:pt x="354" y="376"/>
                      <a:pt x="376" y="354"/>
                      <a:pt x="376" y="328"/>
                    </a:cubicBezTo>
                    <a:cubicBezTo>
                      <a:pt x="376" y="308"/>
                      <a:pt x="364" y="291"/>
                      <a:pt x="347" y="284"/>
                    </a:cubicBezTo>
                    <a:close/>
                    <a:moveTo>
                      <a:pt x="75" y="328"/>
                    </a:moveTo>
                    <a:cubicBezTo>
                      <a:pt x="75" y="343"/>
                      <a:pt x="63" y="356"/>
                      <a:pt x="48" y="356"/>
                    </a:cubicBezTo>
                    <a:cubicBezTo>
                      <a:pt x="32" y="356"/>
                      <a:pt x="20" y="343"/>
                      <a:pt x="20" y="328"/>
                    </a:cubicBezTo>
                    <a:cubicBezTo>
                      <a:pt x="20" y="313"/>
                      <a:pt x="32" y="300"/>
                      <a:pt x="48" y="300"/>
                    </a:cubicBezTo>
                    <a:cubicBezTo>
                      <a:pt x="63" y="300"/>
                      <a:pt x="75" y="313"/>
                      <a:pt x="75" y="328"/>
                    </a:cubicBezTo>
                    <a:close/>
                    <a:moveTo>
                      <a:pt x="160" y="48"/>
                    </a:moveTo>
                    <a:cubicBezTo>
                      <a:pt x="160" y="33"/>
                      <a:pt x="172" y="20"/>
                      <a:pt x="188" y="20"/>
                    </a:cubicBezTo>
                    <a:cubicBezTo>
                      <a:pt x="203" y="20"/>
                      <a:pt x="215" y="33"/>
                      <a:pt x="215" y="48"/>
                    </a:cubicBezTo>
                    <a:cubicBezTo>
                      <a:pt x="215" y="63"/>
                      <a:pt x="203" y="76"/>
                      <a:pt x="188" y="76"/>
                    </a:cubicBezTo>
                    <a:cubicBezTo>
                      <a:pt x="172" y="76"/>
                      <a:pt x="160" y="63"/>
                      <a:pt x="160" y="48"/>
                    </a:cubicBezTo>
                    <a:close/>
                    <a:moveTo>
                      <a:pt x="215" y="328"/>
                    </a:moveTo>
                    <a:cubicBezTo>
                      <a:pt x="215" y="343"/>
                      <a:pt x="203" y="356"/>
                      <a:pt x="188" y="356"/>
                    </a:cubicBezTo>
                    <a:cubicBezTo>
                      <a:pt x="172" y="356"/>
                      <a:pt x="160" y="343"/>
                      <a:pt x="160" y="328"/>
                    </a:cubicBezTo>
                    <a:cubicBezTo>
                      <a:pt x="160" y="313"/>
                      <a:pt x="172" y="300"/>
                      <a:pt x="188" y="300"/>
                    </a:cubicBezTo>
                    <a:cubicBezTo>
                      <a:pt x="203" y="300"/>
                      <a:pt x="215" y="313"/>
                      <a:pt x="215" y="328"/>
                    </a:cubicBezTo>
                    <a:close/>
                    <a:moveTo>
                      <a:pt x="328" y="356"/>
                    </a:moveTo>
                    <a:cubicBezTo>
                      <a:pt x="312" y="356"/>
                      <a:pt x="300" y="343"/>
                      <a:pt x="300" y="328"/>
                    </a:cubicBezTo>
                    <a:cubicBezTo>
                      <a:pt x="300" y="313"/>
                      <a:pt x="312" y="300"/>
                      <a:pt x="328" y="300"/>
                    </a:cubicBezTo>
                    <a:cubicBezTo>
                      <a:pt x="343" y="300"/>
                      <a:pt x="355" y="313"/>
                      <a:pt x="355" y="328"/>
                    </a:cubicBezTo>
                    <a:cubicBezTo>
                      <a:pt x="355" y="343"/>
                      <a:pt x="343" y="356"/>
                      <a:pt x="328" y="356"/>
                    </a:cubicBezTo>
                    <a:close/>
                  </a:path>
                </a:pathLst>
              </a:custGeom>
              <a:solidFill>
                <a:schemeClr val="bg1"/>
              </a:solidFill>
              <a:ln>
                <a:noFill/>
              </a:ln>
            </p:spPr>
            <p:txBody>
              <a:bodyPr lIns="121682" tIns="60841" rIns="121682" bIns="60841">
                <a:normAutofit/>
              </a:bodyPr>
              <a:lstStyle/>
              <a:p>
                <a:pPr defTabSz="1217295" eaLnBrk="1" hangingPunct="1">
                  <a:spcBef>
                    <a:spcPts val="0"/>
                  </a:spcBef>
                  <a:spcAft>
                    <a:spcPts val="0"/>
                  </a:spcAft>
                  <a:defRPr/>
                </a:pPr>
                <a:endParaRPr lang="en-US" sz="1800" kern="0" dirty="0"/>
              </a:p>
            </p:txBody>
          </p:sp>
          <p:sp>
            <p:nvSpPr>
              <p:cNvPr id="19" name="文本框 18"/>
              <p:cNvSpPr txBox="1">
                <a:spLocks noChangeArrowheads="1"/>
              </p:cNvSpPr>
              <p:nvPr>
                <p:custDataLst>
                  <p:tags r:id="rId3"/>
                </p:custDataLst>
              </p:nvPr>
            </p:nvSpPr>
            <p:spPr bwMode="auto">
              <a:xfrm>
                <a:off x="2719" y="3610"/>
                <a:ext cx="3745" cy="58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0000" tIns="46800" rIns="90000" bIns="46800" anchor="ctr">
                <a:normAutofit/>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charset="0"/>
                    <a:ea typeface="宋体" panose="02010600030101010101" pitchFamily="2" charset="-122"/>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charset="0"/>
                    <a:ea typeface="宋体" panose="02010600030101010101" pitchFamily="2" charset="-122"/>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charset="0"/>
                    <a:ea typeface="宋体" panose="02010600030101010101" pitchFamily="2" charset="-122"/>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9pPr>
              </a:lstStyle>
              <a:p>
                <a:pPr eaLnBrk="1" hangingPunct="1">
                  <a:spcBef>
                    <a:spcPct val="0"/>
                  </a:spcBef>
                  <a:buFontTx/>
                  <a:buNone/>
                </a:pPr>
                <a:r>
                  <a:rPr lang="zh-CN" altLang="en-US" sz="1800" b="1" dirty="0">
                    <a:latin typeface="+mj-lt"/>
                    <a:ea typeface="+mj-ea"/>
                    <a:cs typeface="+mj-cs"/>
                  </a:rPr>
                  <a:t>非循环依赖原则</a:t>
                </a:r>
              </a:p>
            </p:txBody>
          </p:sp>
          <p:sp>
            <p:nvSpPr>
              <p:cNvPr id="20" name="文本框 19"/>
              <p:cNvSpPr txBox="1"/>
              <p:nvPr>
                <p:custDataLst>
                  <p:tags r:id="rId4"/>
                </p:custDataLst>
              </p:nvPr>
            </p:nvSpPr>
            <p:spPr>
              <a:xfrm>
                <a:off x="2735" y="4236"/>
                <a:ext cx="6903" cy="1951"/>
              </a:xfrm>
              <a:prstGeom prst="rect">
                <a:avLst/>
              </a:prstGeom>
            </p:spPr>
            <p:txBody>
              <a:bodyPr lIns="90000" tIns="46800" rIns="90000" bIns="46800">
                <a:normAutofit/>
              </a:bodyPr>
              <a:lstStyle>
                <a:defPPr>
                  <a:defRPr lang="zh-CN"/>
                </a:defPPr>
                <a:lvl1pPr>
                  <a:spcBef>
                    <a:spcPts val="0"/>
                  </a:spcBef>
                  <a:spcAft>
                    <a:spcPts val="0"/>
                  </a:spcAft>
                  <a:defRPr sz="1800"/>
                </a:lvl1pPr>
              </a:lstStyle>
              <a:p>
                <a:pPr>
                  <a:lnSpc>
                    <a:spcPct val="120000"/>
                  </a:lnSpc>
                </a:pPr>
                <a:r>
                  <a:rPr lang="en-US" altLang="zh-CN" dirty="0"/>
                  <a:t>      </a:t>
                </a:r>
                <a:r>
                  <a:rPr lang="zh-CN" altLang="en-US" dirty="0"/>
                  <a:t>包和包之间的依赖关系不要形成循环。</a:t>
                </a:r>
              </a:p>
            </p:txBody>
          </p:sp>
        </p:grpSp>
      </p:grpSp>
      <p:grpSp>
        <p:nvGrpSpPr>
          <p:cNvPr id="23" name="组合 22"/>
          <p:cNvGrpSpPr/>
          <p:nvPr/>
        </p:nvGrpSpPr>
        <p:grpSpPr>
          <a:xfrm>
            <a:off x="552839" y="2036930"/>
            <a:ext cx="10965815" cy="774700"/>
            <a:chOff x="881" y="2735"/>
            <a:chExt cx="17269" cy="1220"/>
          </a:xfrm>
        </p:grpSpPr>
        <p:sp>
          <p:nvSpPr>
            <p:cNvPr id="167" name="圆角矩形"/>
            <p:cNvSpPr/>
            <p:nvPr/>
          </p:nvSpPr>
          <p:spPr>
            <a:xfrm>
              <a:off x="1188" y="3071"/>
              <a:ext cx="16640" cy="884"/>
            </a:xfrm>
            <a:prstGeom prst="roundRect">
              <a:avLst/>
            </a:prstGeom>
            <a:solidFill>
              <a:schemeClr val="accent3">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scene3d>
                <a:camera prst="orthographicFront"/>
                <a:lightRig rig="threePt" dir="t"/>
              </a:scene3d>
              <a:sp3d>
                <a:contourClr>
                  <a:srgbClr val="FFFFFF"/>
                </a:contourClr>
              </a:sp3d>
            </a:bodyPr>
            <a:lstStyle>
              <a:defPPr>
                <a:defRPr lang="zh-CN"/>
              </a:defPPr>
              <a:lvl1pPr algn="l" rtl="0" eaLnBrk="0" fontAlgn="base" hangingPunct="0">
                <a:spcBef>
                  <a:spcPct val="0"/>
                </a:spcBef>
                <a:spcAft>
                  <a:spcPct val="0"/>
                </a:spcAft>
                <a:defRPr kern="1200">
                  <a:solidFill>
                    <a:schemeClr val="lt1"/>
                  </a:solidFill>
                  <a:latin typeface="+mn-lt"/>
                  <a:ea typeface="+mn-ea"/>
                  <a:cs typeface="+mn-cs"/>
                </a:defRPr>
              </a:lvl1pPr>
              <a:lvl2pPr marL="457200" algn="l" rtl="0" eaLnBrk="0" fontAlgn="base" hangingPunct="0">
                <a:spcBef>
                  <a:spcPct val="0"/>
                </a:spcBef>
                <a:spcAft>
                  <a:spcPct val="0"/>
                </a:spcAft>
                <a:defRPr kern="1200">
                  <a:solidFill>
                    <a:schemeClr val="lt1"/>
                  </a:solidFill>
                  <a:latin typeface="+mn-lt"/>
                  <a:ea typeface="+mn-ea"/>
                  <a:cs typeface="+mn-cs"/>
                </a:defRPr>
              </a:lvl2pPr>
              <a:lvl3pPr marL="914400" algn="l" rtl="0" eaLnBrk="0" fontAlgn="base" hangingPunct="0">
                <a:spcBef>
                  <a:spcPct val="0"/>
                </a:spcBef>
                <a:spcAft>
                  <a:spcPct val="0"/>
                </a:spcAft>
                <a:defRPr kern="1200">
                  <a:solidFill>
                    <a:schemeClr val="lt1"/>
                  </a:solidFill>
                  <a:latin typeface="+mn-lt"/>
                  <a:ea typeface="+mn-ea"/>
                  <a:cs typeface="+mn-cs"/>
                </a:defRPr>
              </a:lvl3pPr>
              <a:lvl4pPr marL="1371600" algn="l" rtl="0" eaLnBrk="0" fontAlgn="base" hangingPunct="0">
                <a:spcBef>
                  <a:spcPct val="0"/>
                </a:spcBef>
                <a:spcAft>
                  <a:spcPct val="0"/>
                </a:spcAft>
                <a:defRPr kern="1200">
                  <a:solidFill>
                    <a:schemeClr val="lt1"/>
                  </a:solidFill>
                  <a:latin typeface="+mn-lt"/>
                  <a:ea typeface="+mn-ea"/>
                  <a:cs typeface="+mn-cs"/>
                </a:defRPr>
              </a:lvl4pPr>
              <a:lvl5pPr marL="1828800" algn="l" rtl="0" eaLnBrk="0" fontAlgn="base" hangingPunct="0">
                <a:spcBef>
                  <a:spcPct val="0"/>
                </a:spcBef>
                <a:spcAft>
                  <a:spcPct val="0"/>
                </a:spcAft>
                <a:defRPr kern="1200">
                  <a:solidFill>
                    <a:schemeClr val="lt1"/>
                  </a:solidFill>
                  <a:latin typeface="+mn-lt"/>
                  <a:ea typeface="+mn-ea"/>
                  <a:cs typeface="+mn-cs"/>
                </a:defRPr>
              </a:lvl5pPr>
              <a:lvl6pPr marL="2286000" algn="l" defTabSz="914400" rtl="0" eaLnBrk="1" latinLnBrk="0" hangingPunct="1">
                <a:defRPr kern="1200">
                  <a:solidFill>
                    <a:schemeClr val="lt1"/>
                  </a:solidFill>
                  <a:latin typeface="+mn-lt"/>
                  <a:ea typeface="+mn-ea"/>
                  <a:cs typeface="+mn-cs"/>
                </a:defRPr>
              </a:lvl6pPr>
              <a:lvl7pPr marL="2743200" algn="l" defTabSz="914400" rtl="0" eaLnBrk="1" latinLnBrk="0" hangingPunct="1">
                <a:defRPr kern="1200">
                  <a:solidFill>
                    <a:schemeClr val="lt1"/>
                  </a:solidFill>
                  <a:latin typeface="+mn-lt"/>
                  <a:ea typeface="+mn-ea"/>
                  <a:cs typeface="+mn-cs"/>
                </a:defRPr>
              </a:lvl7pPr>
              <a:lvl8pPr marL="3200400" algn="l" defTabSz="914400" rtl="0" eaLnBrk="1" latinLnBrk="0" hangingPunct="1">
                <a:defRPr kern="1200">
                  <a:solidFill>
                    <a:schemeClr val="lt1"/>
                  </a:solidFill>
                  <a:latin typeface="+mn-lt"/>
                  <a:ea typeface="+mn-ea"/>
                  <a:cs typeface="+mn-cs"/>
                </a:defRPr>
              </a:lvl8pPr>
              <a:lvl9pPr marL="3657600" algn="l" defTabSz="914400" rtl="0" eaLnBrk="1" latinLnBrk="0" hangingPunct="1">
                <a:defRPr kern="1200">
                  <a:solidFill>
                    <a:schemeClr val="lt1"/>
                  </a:solidFill>
                  <a:latin typeface="+mn-lt"/>
                  <a:ea typeface="+mn-ea"/>
                  <a:cs typeface="+mn-cs"/>
                </a:defRPr>
              </a:lvl9pPr>
            </a:lstStyle>
            <a:p>
              <a:pPr algn="l" eaLnBrk="1" fontAlgn="auto" hangingPunct="1">
                <a:spcBef>
                  <a:spcPts val="0"/>
                </a:spcBef>
                <a:spcAft>
                  <a:spcPts val="0"/>
                </a:spcAft>
                <a:defRPr/>
              </a:pPr>
              <a:r>
                <a:rPr lang="en-US" altLang="zh-CN">
                  <a:solidFill>
                    <a:schemeClr val="bg2">
                      <a:lumMod val="50000"/>
                    </a:schemeClr>
                  </a:solidFill>
                </a:rPr>
                <a:t>   </a:t>
              </a:r>
              <a:endParaRPr lang="zh-CN" altLang="en-US">
                <a:solidFill>
                  <a:schemeClr val="bg2">
                    <a:lumMod val="50000"/>
                  </a:schemeClr>
                </a:solidFill>
              </a:endParaRPr>
            </a:p>
          </p:txBody>
        </p:sp>
        <p:sp>
          <p:nvSpPr>
            <p:cNvPr id="24" name="学士帽"/>
            <p:cNvSpPr/>
            <p:nvPr/>
          </p:nvSpPr>
          <p:spPr bwMode="auto">
            <a:xfrm>
              <a:off x="881" y="2735"/>
              <a:ext cx="1056" cy="744"/>
            </a:xfrm>
            <a:custGeom>
              <a:avLst/>
              <a:gdLst>
                <a:gd name="T0" fmla="*/ 1395067 w 3931"/>
                <a:gd name="T1" fmla="*/ 589725 h 2392"/>
                <a:gd name="T2" fmla="*/ 928365 w 3931"/>
                <a:gd name="T3" fmla="*/ 389484 h 2392"/>
                <a:gd name="T4" fmla="*/ 403040 w 3931"/>
                <a:gd name="T5" fmla="*/ 589725 h 2392"/>
                <a:gd name="T6" fmla="*/ 256480 w 3931"/>
                <a:gd name="T7" fmla="*/ 528782 h 2392"/>
                <a:gd name="T8" fmla="*/ 256480 w 3931"/>
                <a:gd name="T9" fmla="*/ 708403 h 2392"/>
                <a:gd name="T10" fmla="*/ 296326 w 3931"/>
                <a:gd name="T11" fmla="*/ 763389 h 2392"/>
                <a:gd name="T12" fmla="*/ 255564 w 3931"/>
                <a:gd name="T13" fmla="*/ 818375 h 2392"/>
                <a:gd name="T14" fmla="*/ 299074 w 3931"/>
                <a:gd name="T15" fmla="*/ 1011742 h 2392"/>
                <a:gd name="T16" fmla="*/ 170834 w 3931"/>
                <a:gd name="T17" fmla="*/ 1011742 h 2392"/>
                <a:gd name="T18" fmla="*/ 214802 w 3931"/>
                <a:gd name="T19" fmla="*/ 817458 h 2392"/>
                <a:gd name="T20" fmla="*/ 179078 w 3931"/>
                <a:gd name="T21" fmla="*/ 763389 h 2392"/>
                <a:gd name="T22" fmla="*/ 213428 w 3931"/>
                <a:gd name="T23" fmla="*/ 709777 h 2392"/>
                <a:gd name="T24" fmla="*/ 213428 w 3931"/>
                <a:gd name="T25" fmla="*/ 510911 h 2392"/>
                <a:gd name="T26" fmla="*/ 0 w 3931"/>
                <a:gd name="T27" fmla="*/ 421559 h 2392"/>
                <a:gd name="T28" fmla="*/ 938899 w 3931"/>
                <a:gd name="T29" fmla="*/ 0 h 2392"/>
                <a:gd name="T30" fmla="*/ 1800397 w 3931"/>
                <a:gd name="T31" fmla="*/ 427058 h 2392"/>
                <a:gd name="T32" fmla="*/ 1395067 w 3931"/>
                <a:gd name="T33" fmla="*/ 589725 h 2392"/>
                <a:gd name="T34" fmla="*/ 917831 w 3931"/>
                <a:gd name="T35" fmla="*/ 491208 h 2392"/>
                <a:gd name="T36" fmla="*/ 1341481 w 3931"/>
                <a:gd name="T37" fmla="*/ 635088 h 2392"/>
                <a:gd name="T38" fmla="*/ 1341481 w 3931"/>
                <a:gd name="T39" fmla="*/ 983791 h 2392"/>
                <a:gd name="T40" fmla="*/ 896306 w 3931"/>
                <a:gd name="T41" fmla="*/ 1096054 h 2392"/>
                <a:gd name="T42" fmla="*/ 503342 w 3931"/>
                <a:gd name="T43" fmla="*/ 983791 h 2392"/>
                <a:gd name="T44" fmla="*/ 503342 w 3931"/>
                <a:gd name="T45" fmla="*/ 635088 h 2392"/>
                <a:gd name="T46" fmla="*/ 917831 w 3931"/>
                <a:gd name="T47" fmla="*/ 491208 h 2392"/>
                <a:gd name="T48" fmla="*/ 912335 w 3931"/>
                <a:gd name="T49" fmla="*/ 1031904 h 2392"/>
                <a:gd name="T50" fmla="*/ 1254003 w 3931"/>
                <a:gd name="T51" fmla="*/ 946675 h 2392"/>
                <a:gd name="T52" fmla="*/ 912335 w 3931"/>
                <a:gd name="T53" fmla="*/ 860989 h 2392"/>
                <a:gd name="T54" fmla="*/ 571126 w 3931"/>
                <a:gd name="T55" fmla="*/ 946675 h 2392"/>
                <a:gd name="T56" fmla="*/ 912335 w 3931"/>
                <a:gd name="T57" fmla="*/ 1031904 h 2392"/>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Lst>
              <a:ahLst/>
              <a:cxnLst>
                <a:cxn ang="T58">
                  <a:pos x="T0" y="T1"/>
                </a:cxn>
                <a:cxn ang="T59">
                  <a:pos x="T2" y="T3"/>
                </a:cxn>
                <a:cxn ang="T60">
                  <a:pos x="T4" y="T5"/>
                </a:cxn>
                <a:cxn ang="T61">
                  <a:pos x="T6" y="T7"/>
                </a:cxn>
                <a:cxn ang="T62">
                  <a:pos x="T8" y="T9"/>
                </a:cxn>
                <a:cxn ang="T63">
                  <a:pos x="T10" y="T11"/>
                </a:cxn>
                <a:cxn ang="T64">
                  <a:pos x="T12" y="T13"/>
                </a:cxn>
                <a:cxn ang="T65">
                  <a:pos x="T14" y="T15"/>
                </a:cxn>
                <a:cxn ang="T66">
                  <a:pos x="T16" y="T17"/>
                </a:cxn>
                <a:cxn ang="T67">
                  <a:pos x="T18" y="T19"/>
                </a:cxn>
                <a:cxn ang="T68">
                  <a:pos x="T20" y="T21"/>
                </a:cxn>
                <a:cxn ang="T69">
                  <a:pos x="T22" y="T23"/>
                </a:cxn>
                <a:cxn ang="T70">
                  <a:pos x="T24" y="T25"/>
                </a:cxn>
                <a:cxn ang="T71">
                  <a:pos x="T26" y="T27"/>
                </a:cxn>
                <a:cxn ang="T72">
                  <a:pos x="T28" y="T29"/>
                </a:cxn>
                <a:cxn ang="T73">
                  <a:pos x="T30" y="T31"/>
                </a:cxn>
                <a:cxn ang="T74">
                  <a:pos x="T32" y="T33"/>
                </a:cxn>
                <a:cxn ang="T75">
                  <a:pos x="T34" y="T35"/>
                </a:cxn>
                <a:cxn ang="T76">
                  <a:pos x="T36" y="T37"/>
                </a:cxn>
                <a:cxn ang="T77">
                  <a:pos x="T38" y="T39"/>
                </a:cxn>
                <a:cxn ang="T78">
                  <a:pos x="T40" y="T41"/>
                </a:cxn>
                <a:cxn ang="T79">
                  <a:pos x="T42" y="T43"/>
                </a:cxn>
                <a:cxn ang="T80">
                  <a:pos x="T44" y="T45"/>
                </a:cxn>
                <a:cxn ang="T81">
                  <a:pos x="T46" y="T47"/>
                </a:cxn>
                <a:cxn ang="T82">
                  <a:pos x="T48" y="T49"/>
                </a:cxn>
                <a:cxn ang="T83">
                  <a:pos x="T50" y="T51"/>
                </a:cxn>
                <a:cxn ang="T84">
                  <a:pos x="T52" y="T53"/>
                </a:cxn>
                <a:cxn ang="T85">
                  <a:pos x="T54" y="T55"/>
                </a:cxn>
                <a:cxn ang="T86">
                  <a:pos x="T56" y="T57"/>
                </a:cxn>
              </a:cxnLst>
              <a:rect l="0" t="0" r="r" b="b"/>
              <a:pathLst>
                <a:path w="3931" h="2392">
                  <a:moveTo>
                    <a:pt x="3046" y="1287"/>
                  </a:moveTo>
                  <a:cubicBezTo>
                    <a:pt x="3046" y="1287"/>
                    <a:pt x="2618" y="850"/>
                    <a:pt x="2027" y="850"/>
                  </a:cubicBezTo>
                  <a:cubicBezTo>
                    <a:pt x="1450" y="850"/>
                    <a:pt x="880" y="1287"/>
                    <a:pt x="880" y="1287"/>
                  </a:cubicBezTo>
                  <a:cubicBezTo>
                    <a:pt x="560" y="1154"/>
                    <a:pt x="560" y="1154"/>
                    <a:pt x="560" y="1154"/>
                  </a:cubicBezTo>
                  <a:cubicBezTo>
                    <a:pt x="560" y="1546"/>
                    <a:pt x="560" y="1546"/>
                    <a:pt x="560" y="1546"/>
                  </a:cubicBezTo>
                  <a:cubicBezTo>
                    <a:pt x="610" y="1563"/>
                    <a:pt x="647" y="1610"/>
                    <a:pt x="647" y="1666"/>
                  </a:cubicBezTo>
                  <a:cubicBezTo>
                    <a:pt x="647" y="1723"/>
                    <a:pt x="609" y="1769"/>
                    <a:pt x="558" y="1786"/>
                  </a:cubicBezTo>
                  <a:cubicBezTo>
                    <a:pt x="653" y="2208"/>
                    <a:pt x="653" y="2208"/>
                    <a:pt x="653" y="2208"/>
                  </a:cubicBezTo>
                  <a:cubicBezTo>
                    <a:pt x="373" y="2208"/>
                    <a:pt x="373" y="2208"/>
                    <a:pt x="373" y="2208"/>
                  </a:cubicBezTo>
                  <a:cubicBezTo>
                    <a:pt x="469" y="1784"/>
                    <a:pt x="469" y="1784"/>
                    <a:pt x="469" y="1784"/>
                  </a:cubicBezTo>
                  <a:cubicBezTo>
                    <a:pt x="423" y="1764"/>
                    <a:pt x="391" y="1719"/>
                    <a:pt x="391" y="1666"/>
                  </a:cubicBezTo>
                  <a:cubicBezTo>
                    <a:pt x="391" y="1614"/>
                    <a:pt x="422" y="1570"/>
                    <a:pt x="466" y="1549"/>
                  </a:cubicBezTo>
                  <a:cubicBezTo>
                    <a:pt x="466" y="1115"/>
                    <a:pt x="466" y="1115"/>
                    <a:pt x="466" y="1115"/>
                  </a:cubicBezTo>
                  <a:cubicBezTo>
                    <a:pt x="0" y="920"/>
                    <a:pt x="0" y="920"/>
                    <a:pt x="0" y="920"/>
                  </a:cubicBezTo>
                  <a:cubicBezTo>
                    <a:pt x="2050" y="0"/>
                    <a:pt x="2050" y="0"/>
                    <a:pt x="2050" y="0"/>
                  </a:cubicBezTo>
                  <a:cubicBezTo>
                    <a:pt x="3931" y="932"/>
                    <a:pt x="3931" y="932"/>
                    <a:pt x="3931" y="932"/>
                  </a:cubicBezTo>
                  <a:lnTo>
                    <a:pt x="3046" y="1287"/>
                  </a:lnTo>
                  <a:close/>
                  <a:moveTo>
                    <a:pt x="2004" y="1072"/>
                  </a:moveTo>
                  <a:cubicBezTo>
                    <a:pt x="2598" y="1072"/>
                    <a:pt x="2929" y="1386"/>
                    <a:pt x="2929" y="1386"/>
                  </a:cubicBezTo>
                  <a:cubicBezTo>
                    <a:pt x="2929" y="2147"/>
                    <a:pt x="2929" y="2147"/>
                    <a:pt x="2929" y="2147"/>
                  </a:cubicBezTo>
                  <a:cubicBezTo>
                    <a:pt x="2929" y="2147"/>
                    <a:pt x="2586" y="2392"/>
                    <a:pt x="1957" y="2392"/>
                  </a:cubicBezTo>
                  <a:cubicBezTo>
                    <a:pt x="1328" y="2392"/>
                    <a:pt x="1099" y="2147"/>
                    <a:pt x="1099" y="2147"/>
                  </a:cubicBezTo>
                  <a:cubicBezTo>
                    <a:pt x="1099" y="1386"/>
                    <a:pt x="1099" y="1386"/>
                    <a:pt x="1099" y="1386"/>
                  </a:cubicBezTo>
                  <a:cubicBezTo>
                    <a:pt x="1099" y="1386"/>
                    <a:pt x="1410" y="1072"/>
                    <a:pt x="2004" y="1072"/>
                  </a:cubicBezTo>
                  <a:close/>
                  <a:moveTo>
                    <a:pt x="1992" y="2252"/>
                  </a:moveTo>
                  <a:cubicBezTo>
                    <a:pt x="2404" y="2252"/>
                    <a:pt x="2738" y="2168"/>
                    <a:pt x="2738" y="2066"/>
                  </a:cubicBezTo>
                  <a:cubicBezTo>
                    <a:pt x="2738" y="1963"/>
                    <a:pt x="2404" y="1879"/>
                    <a:pt x="1992" y="1879"/>
                  </a:cubicBezTo>
                  <a:cubicBezTo>
                    <a:pt x="1581" y="1879"/>
                    <a:pt x="1247" y="1963"/>
                    <a:pt x="1247" y="2066"/>
                  </a:cubicBezTo>
                  <a:cubicBezTo>
                    <a:pt x="1247" y="2168"/>
                    <a:pt x="1581" y="2252"/>
                    <a:pt x="1992" y="2252"/>
                  </a:cubicBezTo>
                  <a:close/>
                </a:path>
              </a:pathLst>
            </a:custGeom>
            <a:solidFill>
              <a:schemeClr val="accent5">
                <a:lumMod val="75000"/>
              </a:schemeClr>
            </a:solidFill>
            <a:ln>
              <a:noFill/>
            </a:ln>
            <a:extLst>
              <a:ext uri="{91240B29-F687-4F45-9708-019B960494DF}">
                <a14:hiddenLine xmlns:a14="http://schemas.microsoft.com/office/drawing/2010/main" w="9525">
                  <a:solidFill>
                    <a:srgbClr val="000000"/>
                  </a:solidFill>
                  <a:round/>
                </a14:hiddenLine>
              </a:ext>
            </a:extLst>
          </p:spPr>
          <p:txBody>
            <a:bodyPr anchor="ctr" anchorCtr="1"/>
            <a:lstStyle>
              <a:defPPr>
                <a:defRPr lang="zh-CN"/>
              </a:defPPr>
              <a:lvl1pPr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1pPr>
              <a:lvl2pPr marL="4572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2pPr>
              <a:lvl3pPr marL="9144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3pPr>
              <a:lvl4pPr marL="13716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4pPr>
              <a:lvl5pPr marL="18288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5pPr>
              <a:lvl6pPr marL="2286000" algn="l" defTabSz="914400" rtl="0" eaLnBrk="1" latinLnBrk="0" hangingPunct="1">
                <a:defRPr kern="1200">
                  <a:solidFill>
                    <a:schemeClr val="tx1"/>
                  </a:solidFill>
                  <a:latin typeface="Calibri" panose="020F0502020204030204" charset="0"/>
                  <a:ea typeface="宋体" panose="02010600030101010101" pitchFamily="2" charset="-122"/>
                  <a:cs typeface="+mn-cs"/>
                </a:defRPr>
              </a:lvl6pPr>
              <a:lvl7pPr marL="2743200" algn="l" defTabSz="914400" rtl="0" eaLnBrk="1" latinLnBrk="0" hangingPunct="1">
                <a:defRPr kern="1200">
                  <a:solidFill>
                    <a:schemeClr val="tx1"/>
                  </a:solidFill>
                  <a:latin typeface="Calibri" panose="020F0502020204030204" charset="0"/>
                  <a:ea typeface="宋体" panose="02010600030101010101" pitchFamily="2" charset="-122"/>
                  <a:cs typeface="+mn-cs"/>
                </a:defRPr>
              </a:lvl7pPr>
              <a:lvl8pPr marL="3200400" algn="l" defTabSz="914400" rtl="0" eaLnBrk="1" latinLnBrk="0" hangingPunct="1">
                <a:defRPr kern="1200">
                  <a:solidFill>
                    <a:schemeClr val="tx1"/>
                  </a:solidFill>
                  <a:latin typeface="Calibri" panose="020F0502020204030204" charset="0"/>
                  <a:ea typeface="宋体" panose="02010600030101010101" pitchFamily="2" charset="-122"/>
                  <a:cs typeface="+mn-cs"/>
                </a:defRPr>
              </a:lvl8pPr>
              <a:lvl9pPr marL="3657600" algn="l" defTabSz="914400" rtl="0" eaLnBrk="1" latinLnBrk="0" hangingPunct="1">
                <a:defRPr kern="1200">
                  <a:solidFill>
                    <a:schemeClr val="tx1"/>
                  </a:solidFill>
                  <a:latin typeface="Calibri" panose="020F0502020204030204" charset="0"/>
                  <a:ea typeface="宋体" panose="02010600030101010101" pitchFamily="2" charset="-122"/>
                  <a:cs typeface="+mn-cs"/>
                </a:defRPr>
              </a:lvl9pPr>
            </a:lstStyle>
            <a:p>
              <a:endParaRPr lang="zh-CN" altLang="en-US" dirty="0">
                <a:ea typeface="微软雅黑" panose="020B0503020204020204" pitchFamily="34" charset="-122"/>
              </a:endParaRPr>
            </a:p>
          </p:txBody>
        </p:sp>
        <p:sp>
          <p:nvSpPr>
            <p:cNvPr id="25" name="文本框 24"/>
            <p:cNvSpPr txBox="1"/>
            <p:nvPr/>
          </p:nvSpPr>
          <p:spPr>
            <a:xfrm>
              <a:off x="1252" y="3200"/>
              <a:ext cx="16898" cy="625"/>
            </a:xfrm>
            <a:prstGeom prst="rect">
              <a:avLst/>
            </a:prstGeom>
            <a:noFill/>
          </p:spPr>
          <p:txBody>
            <a:bodyPr wrap="square" rtlCol="0">
              <a:spAutoFit/>
            </a:bodyPr>
            <a:lstStyle/>
            <a:p>
              <a:pPr marL="0" indent="0" algn="l" fontAlgn="auto">
                <a:lnSpc>
                  <a:spcPct val="110000"/>
                </a:lnSpc>
              </a:pPr>
              <a:r>
                <a:rPr lang="en-US" altLang="zh-CN" dirty="0">
                  <a:solidFill>
                    <a:schemeClr val="bg2">
                      <a:lumMod val="50000"/>
                    </a:schemeClr>
                  </a:solidFill>
                  <a:sym typeface="+mn-ea"/>
                </a:rPr>
                <a:t>     </a:t>
              </a:r>
              <a:r>
                <a:rPr dirty="0">
                  <a:latin typeface="微软雅黑" panose="020B0503020204020204" charset="-122"/>
                  <a:ea typeface="微软雅黑" panose="020B0503020204020204" charset="-122"/>
                  <a:sym typeface="+mn-ea"/>
                </a:rPr>
                <a:t> </a:t>
              </a:r>
              <a:r>
                <a:rPr lang="en-US" dirty="0">
                  <a:latin typeface="微软雅黑" panose="020B0503020204020204" charset="-122"/>
                  <a:ea typeface="微软雅黑" panose="020B0503020204020204" charset="-122"/>
                  <a:sym typeface="+mn-ea"/>
                </a:rPr>
                <a:t> </a:t>
              </a:r>
              <a:r>
                <a:rPr dirty="0">
                  <a:latin typeface="微软雅黑" panose="020B0503020204020204" charset="-122"/>
                  <a:ea typeface="微软雅黑" panose="020B0503020204020204" charset="-122"/>
                  <a:sym typeface="+mn-ea"/>
                </a:rPr>
                <a:t>设计包时必须遵守的原则有：重用等价原则、共同闭包原则、共同重用原则和非循环依赖原则。</a:t>
              </a:r>
              <a:endParaRPr dirty="0">
                <a:solidFill>
                  <a:schemeClr val="tx1"/>
                </a:solidFill>
                <a:latin typeface="微软雅黑" panose="020B0503020204020204" charset="-122"/>
                <a:ea typeface="微软雅黑" panose="020B0503020204020204" charset="-122"/>
                <a:sym typeface="+mn-ea"/>
              </a:endParaRPr>
            </a:p>
          </p:txBody>
        </p:sp>
      </p:grpSp>
    </p:spTree>
  </p:cSld>
  <p:clrMapOvr>
    <a:masterClrMapping/>
  </p:clrMapOvr>
  <p:transition>
    <p:diamond/>
  </p:transition>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694801" y="360000"/>
            <a:ext cx="5401200" cy="523220"/>
          </a:xfrm>
        </p:spPr>
        <p:txBody>
          <a:bodyPr>
            <a:normAutofit/>
          </a:bodyPr>
          <a:lstStyle/>
          <a:p>
            <a:r>
              <a:rPr lang="en-US" dirty="0"/>
              <a:t>6.3 </a:t>
            </a:r>
            <a:r>
              <a:rPr lang="zh-CN" altLang="en-US" dirty="0">
                <a:sym typeface="+mn-ea"/>
              </a:rPr>
              <a:t>UML图</a:t>
            </a:r>
            <a:endParaRPr lang="zh-CN" altLang="en-US" dirty="0"/>
          </a:p>
        </p:txBody>
      </p:sp>
      <p:sp>
        <p:nvSpPr>
          <p:cNvPr id="5" name="文本占位符 4">
            <a:extLst>
              <a:ext uri="{FF2B5EF4-FFF2-40B4-BE49-F238E27FC236}">
                <a16:creationId xmlns:a16="http://schemas.microsoft.com/office/drawing/2014/main" id="{6D219FB7-307C-A223-3C1C-3FAFC303310D}"/>
              </a:ext>
            </a:extLst>
          </p:cNvPr>
          <p:cNvSpPr>
            <a:spLocks noGrp="1"/>
          </p:cNvSpPr>
          <p:nvPr>
            <p:ph type="body" sz="quarter" idx="10"/>
          </p:nvPr>
        </p:nvSpPr>
        <p:spPr>
          <a:xfrm>
            <a:off x="900001" y="1322832"/>
            <a:ext cx="5196000" cy="400110"/>
          </a:xfrm>
        </p:spPr>
        <p:txBody>
          <a:bodyPr/>
          <a:lstStyle/>
          <a:p>
            <a:r>
              <a:rPr lang="en-US" altLang="zh-CN" dirty="0"/>
              <a:t>6.3.2 </a:t>
            </a:r>
            <a:r>
              <a:rPr lang="zh-CN" altLang="en-US" dirty="0"/>
              <a:t>类图和包</a:t>
            </a:r>
          </a:p>
        </p:txBody>
      </p:sp>
      <p:grpSp>
        <p:nvGrpSpPr>
          <p:cNvPr id="17" name="组合 16"/>
          <p:cNvGrpSpPr/>
          <p:nvPr/>
        </p:nvGrpSpPr>
        <p:grpSpPr>
          <a:xfrm>
            <a:off x="7654527" y="1350113"/>
            <a:ext cx="3933111" cy="4579596"/>
            <a:chOff x="831427" y="1759311"/>
            <a:chExt cx="4359224" cy="4991853"/>
          </a:xfrm>
        </p:grpSpPr>
        <p:sp>
          <p:nvSpPr>
            <p:cNvPr id="13" name="MH_Picture_1"/>
            <p:cNvSpPr/>
            <p:nvPr>
              <p:custDataLst>
                <p:tags r:id="rId2"/>
              </p:custDataLst>
            </p:nvPr>
          </p:nvSpPr>
          <p:spPr>
            <a:xfrm rot="21434054">
              <a:off x="831427" y="1759311"/>
              <a:ext cx="4359224" cy="3102147"/>
            </a:xfrm>
            <a:prstGeom prst="rect">
              <a:avLst/>
            </a:prstGeom>
            <a:blipFill dpi="0" rotWithShape="1">
              <a:blip r:embed="rId5" cstate="print"/>
              <a:srcRect/>
              <a:stretch>
                <a:fillRect t="-364" b="-364"/>
              </a:stretch>
            </a:blipFill>
            <a:ln>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a:p>
          </p:txBody>
        </p:sp>
        <p:sp>
          <p:nvSpPr>
            <p:cNvPr id="14" name="MH_Picture_2"/>
            <p:cNvSpPr/>
            <p:nvPr>
              <p:custDataLst>
                <p:tags r:id="rId3"/>
              </p:custDataLst>
            </p:nvPr>
          </p:nvSpPr>
          <p:spPr>
            <a:xfrm rot="277167">
              <a:off x="1619942" y="4585476"/>
              <a:ext cx="2740427" cy="2165688"/>
            </a:xfrm>
            <a:prstGeom prst="rect">
              <a:avLst/>
            </a:prstGeom>
            <a:blipFill dpi="0" rotWithShape="1">
              <a:blip r:embed="rId6" cstate="print"/>
              <a:srcRect/>
              <a:stretch>
                <a:fillRect l="-2685" r="-2685"/>
              </a:stretch>
            </a:blipFill>
            <a:ln>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a:p>
          </p:txBody>
        </p:sp>
      </p:grpSp>
      <p:sp>
        <p:nvSpPr>
          <p:cNvPr id="2" name="文本框 1"/>
          <p:cNvSpPr txBox="1"/>
          <p:nvPr/>
        </p:nvSpPr>
        <p:spPr>
          <a:xfrm>
            <a:off x="967105" y="2172335"/>
            <a:ext cx="6210935" cy="4010025"/>
          </a:xfrm>
          <a:prstGeom prst="rect">
            <a:avLst/>
          </a:prstGeom>
          <a:noFill/>
        </p:spPr>
        <p:txBody>
          <a:bodyPr wrap="square" rtlCol="0" anchor="t">
            <a:spAutoFit/>
          </a:bodyPr>
          <a:lstStyle/>
          <a:p>
            <a:pPr fontAlgn="auto">
              <a:lnSpc>
                <a:spcPct val="130000"/>
              </a:lnSpc>
            </a:pPr>
            <a:r>
              <a:rPr lang="en-US" altLang="zh-CN"/>
              <a:t>        </a:t>
            </a:r>
            <a:r>
              <a:rPr lang="zh-CN" altLang="en-US"/>
              <a:t>对象是类的实例。因此，对象图（Object Diagram）可以看做是类图的实例，能帮助人们理解比较复杂的类图。类图与对象图之间的区别是，对象图中对象的名称下面要加下划线。对象有以下3种表示方式：</a:t>
            </a:r>
          </a:p>
          <a:p>
            <a:pPr marL="285750" indent="-285750" fontAlgn="auto">
              <a:lnSpc>
                <a:spcPct val="130000"/>
              </a:lnSpc>
              <a:buFont typeface="Wingdings" panose="05000000000000000000" charset="0"/>
              <a:buChar char="Ø"/>
            </a:pPr>
            <a:r>
              <a:rPr lang="zh-CN" altLang="en-US">
                <a:solidFill>
                  <a:srgbClr val="00B050"/>
                </a:solidFill>
              </a:rPr>
              <a:t>对象名：类名</a:t>
            </a:r>
          </a:p>
          <a:p>
            <a:pPr marL="285750" indent="-285750" fontAlgn="auto">
              <a:lnSpc>
                <a:spcPct val="130000"/>
              </a:lnSpc>
              <a:buFont typeface="Wingdings" panose="05000000000000000000" charset="0"/>
              <a:buChar char="Ø"/>
            </a:pPr>
            <a:r>
              <a:rPr lang="zh-CN" altLang="en-US">
                <a:solidFill>
                  <a:srgbClr val="00B050"/>
                </a:solidFill>
              </a:rPr>
              <a:t>对象名</a:t>
            </a:r>
          </a:p>
          <a:p>
            <a:pPr marL="285750" indent="-285750" fontAlgn="auto">
              <a:lnSpc>
                <a:spcPct val="130000"/>
              </a:lnSpc>
              <a:buFont typeface="Wingdings" panose="05000000000000000000" charset="0"/>
              <a:buChar char="Ø"/>
            </a:pPr>
            <a:r>
              <a:rPr lang="zh-CN" altLang="en-US">
                <a:solidFill>
                  <a:srgbClr val="00B050"/>
                </a:solidFill>
              </a:rPr>
              <a:t>：类名</a:t>
            </a:r>
          </a:p>
          <a:p>
            <a:pPr marL="285750" indent="-285750" fontAlgn="auto">
              <a:lnSpc>
                <a:spcPct val="130000"/>
              </a:lnSpc>
            </a:pPr>
            <a:r>
              <a:rPr lang="zh-CN" altLang="en-US">
                <a:solidFill>
                  <a:schemeClr val="accent2">
                    <a:lumMod val="50000"/>
                  </a:schemeClr>
                </a:solidFill>
              </a:rPr>
              <a:t>（1）对象名与类名之间用冒号（：）连接，一起加下划线。</a:t>
            </a:r>
          </a:p>
          <a:p>
            <a:pPr fontAlgn="auto">
              <a:lnSpc>
                <a:spcPct val="130000"/>
              </a:lnSpc>
            </a:pPr>
            <a:r>
              <a:rPr lang="zh-CN" altLang="en-US">
                <a:solidFill>
                  <a:schemeClr val="accent2">
                    <a:lumMod val="50000"/>
                  </a:schemeClr>
                </a:solidFill>
              </a:rPr>
              <a:t>（2）可以只写对象名并加下划线，将冒号及类名省略。</a:t>
            </a:r>
          </a:p>
          <a:p>
            <a:pPr fontAlgn="auto">
              <a:lnSpc>
                <a:spcPct val="130000"/>
              </a:lnSpc>
            </a:pPr>
            <a:r>
              <a:rPr lang="zh-CN" altLang="en-US">
                <a:solidFill>
                  <a:schemeClr val="accent2">
                    <a:lumMod val="50000"/>
                  </a:schemeClr>
                </a:solidFill>
              </a:rPr>
              <a:t>（3）如果只有类名没有对象名，在表示对象时，类名前一定要加冒号，冒号和类名要同时加下划线。</a:t>
            </a:r>
          </a:p>
        </p:txBody>
      </p:sp>
      <p:sp>
        <p:nvSpPr>
          <p:cNvPr id="8" name="MH_Other_1"/>
          <p:cNvSpPr/>
          <p:nvPr>
            <p:custDataLst>
              <p:tags r:id="rId1"/>
            </p:custDataLst>
          </p:nvPr>
        </p:nvSpPr>
        <p:spPr bwMode="auto">
          <a:xfrm>
            <a:off x="802640" y="1969135"/>
            <a:ext cx="10852548" cy="4322483"/>
          </a:xfrm>
          <a:custGeom>
            <a:avLst/>
            <a:gdLst>
              <a:gd name="T0" fmla="*/ 6952593 w 6952593"/>
              <a:gd name="T1" fmla="*/ 3704897 h 4729656"/>
              <a:gd name="T2" fmla="*/ 6952593 w 6952593"/>
              <a:gd name="T3" fmla="*/ 4729656 h 4729656"/>
              <a:gd name="T4" fmla="*/ 0 w 6952593"/>
              <a:gd name="T5" fmla="*/ 4729656 h 4729656"/>
              <a:gd name="T6" fmla="*/ 0 w 6952593"/>
              <a:gd name="T7" fmla="*/ 0 h 4729656"/>
            </a:gdLst>
            <a:ahLst/>
            <a:cxnLst>
              <a:cxn ang="0">
                <a:pos x="T0" y="T1"/>
              </a:cxn>
              <a:cxn ang="0">
                <a:pos x="T2" y="T3"/>
              </a:cxn>
              <a:cxn ang="0">
                <a:pos x="T4" y="T5"/>
              </a:cxn>
              <a:cxn ang="0">
                <a:pos x="T6" y="T7"/>
              </a:cxn>
            </a:cxnLst>
            <a:rect l="0" t="0" r="r" b="b"/>
            <a:pathLst>
              <a:path w="6952593" h="4729656">
                <a:moveTo>
                  <a:pt x="6952593" y="3704897"/>
                </a:moveTo>
                <a:lnTo>
                  <a:pt x="6952593" y="4729656"/>
                </a:lnTo>
                <a:lnTo>
                  <a:pt x="0" y="4729656"/>
                </a:lnTo>
                <a:lnTo>
                  <a:pt x="0" y="0"/>
                </a:lnTo>
              </a:path>
            </a:pathLst>
          </a:custGeom>
          <a:noFill/>
          <a:ln w="12700" cap="flat" cmpd="sng">
            <a:solidFill>
              <a:srgbClr val="35D2FD"/>
            </a:solidFill>
            <a:round/>
          </a:ln>
          <a:extLst>
            <a:ext uri="{909E8E84-426E-40DD-AFC4-6F175D3DCCD1}">
              <a14:hiddenFill xmlns:a14="http://schemas.microsoft.com/office/drawing/2010/main">
                <a:solidFill>
                  <a:srgbClr val="FFFFFF"/>
                </a:solidFill>
              </a14:hiddenFill>
            </a:ext>
          </a:extLst>
        </p:spPr>
        <p:txBody>
          <a:bodyPr anchor="ctr"/>
          <a:lstStyle/>
          <a:p>
            <a:endParaRPr lang="zh-CN" altLang="en-US">
              <a:solidFill>
                <a:srgbClr val="5CABB5"/>
              </a:solidFill>
            </a:endParaRPr>
          </a:p>
        </p:txBody>
      </p:sp>
    </p:spTree>
  </p:cSld>
  <p:clrMapOvr>
    <a:masterClrMapping/>
  </p:clrMapOvr>
  <p:transition>
    <p:diamond/>
  </p:transition>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694801" y="360000"/>
            <a:ext cx="5401200" cy="523220"/>
          </a:xfrm>
        </p:spPr>
        <p:txBody>
          <a:bodyPr>
            <a:normAutofit/>
          </a:bodyPr>
          <a:lstStyle/>
          <a:p>
            <a:r>
              <a:rPr lang="en-US" altLang="zh-CN" dirty="0">
                <a:sym typeface="+mn-ea"/>
              </a:rPr>
              <a:t>6.3 UML</a:t>
            </a:r>
            <a:r>
              <a:rPr lang="zh-CN" altLang="en-US" dirty="0">
                <a:sym typeface="+mn-ea"/>
              </a:rPr>
              <a:t>图</a:t>
            </a:r>
            <a:endParaRPr lang="zh-CN" altLang="en-US" dirty="0"/>
          </a:p>
        </p:txBody>
      </p:sp>
      <p:sp>
        <p:nvSpPr>
          <p:cNvPr id="6" name="文本占位符 5">
            <a:extLst>
              <a:ext uri="{FF2B5EF4-FFF2-40B4-BE49-F238E27FC236}">
                <a16:creationId xmlns:a16="http://schemas.microsoft.com/office/drawing/2014/main" id="{39B0530A-2B51-0983-FFBA-DDE893A6DFEF}"/>
              </a:ext>
            </a:extLst>
          </p:cNvPr>
          <p:cNvSpPr>
            <a:spLocks noGrp="1"/>
          </p:cNvSpPr>
          <p:nvPr>
            <p:ph type="body" sz="quarter" idx="10"/>
          </p:nvPr>
        </p:nvSpPr>
        <p:spPr>
          <a:xfrm>
            <a:off x="900001" y="1322832"/>
            <a:ext cx="5196000" cy="400110"/>
          </a:xfrm>
        </p:spPr>
        <p:txBody>
          <a:bodyPr/>
          <a:lstStyle/>
          <a:p>
            <a:r>
              <a:rPr lang="zh-CN" altLang="en-US" dirty="0"/>
              <a:t>案例</a:t>
            </a:r>
          </a:p>
        </p:txBody>
      </p:sp>
      <p:grpSp>
        <p:nvGrpSpPr>
          <p:cNvPr id="2" name="组合 4"/>
          <p:cNvGrpSpPr/>
          <p:nvPr/>
        </p:nvGrpSpPr>
        <p:grpSpPr>
          <a:xfrm>
            <a:off x="1084589" y="1988356"/>
            <a:ext cx="9968230" cy="4084955"/>
            <a:chOff x="1499" y="3151"/>
            <a:chExt cx="15698" cy="6433"/>
          </a:xfrm>
        </p:grpSpPr>
        <p:sp>
          <p:nvSpPr>
            <p:cNvPr id="22" name="TextBox 21"/>
            <p:cNvSpPr txBox="1"/>
            <p:nvPr/>
          </p:nvSpPr>
          <p:spPr>
            <a:xfrm>
              <a:off x="3431" y="3419"/>
              <a:ext cx="13522" cy="624"/>
            </a:xfrm>
            <a:prstGeom prst="rect">
              <a:avLst/>
            </a:prstGeom>
            <a:noFill/>
          </p:spPr>
          <p:txBody>
            <a:bodyPr wrap="square">
              <a:spAutoFit/>
            </a:bodyPr>
            <a:lstStyle/>
            <a:p>
              <a:r>
                <a:rPr lang="zh-CN" altLang="en-US" sz="2000" dirty="0">
                  <a:sym typeface="+mn-ea"/>
                </a:rPr>
                <a:t>对象图</a:t>
              </a:r>
              <a:endParaRPr sz="2000" dirty="0">
                <a:sym typeface="+mn-ea"/>
              </a:endParaRPr>
            </a:p>
          </p:txBody>
        </p:sp>
        <p:sp>
          <p:nvSpPr>
            <p:cNvPr id="24" name="矩形 23"/>
            <p:cNvSpPr>
              <a:spLocks noChangeAspect="1"/>
            </p:cNvSpPr>
            <p:nvPr/>
          </p:nvSpPr>
          <p:spPr>
            <a:xfrm>
              <a:off x="1499" y="4275"/>
              <a:ext cx="15698" cy="5309"/>
            </a:xfrm>
            <a:prstGeom prst="rect">
              <a:avLst/>
            </a:prstGeom>
            <a:ln w="12700">
              <a:solidFill>
                <a:srgbClr val="0883C8"/>
              </a:solidFill>
              <a:prstDash val="dash"/>
            </a:ln>
          </p:spPr>
          <p:style>
            <a:lnRef idx="1">
              <a:schemeClr val="accent6"/>
            </a:lnRef>
            <a:fillRef idx="0">
              <a:schemeClr val="accent6"/>
            </a:fillRef>
            <a:effectRef idx="0">
              <a:schemeClr val="accent6"/>
            </a:effectRef>
            <a:fontRef idx="minor">
              <a:schemeClr val="tx1"/>
            </a:fontRef>
          </p:style>
          <p:txBody>
            <a:bodyPr rtlCol="0" anchor="ctr"/>
            <a:lstStyle/>
            <a:p>
              <a:pPr algn="ctr"/>
              <a:endParaRPr lang="zh-CN" altLang="en-US" b="1" dirty="0">
                <a:latin typeface="Times New Roman" panose="02020603050405020304" charset="0"/>
              </a:endParaRPr>
            </a:p>
          </p:txBody>
        </p:sp>
        <p:grpSp>
          <p:nvGrpSpPr>
            <p:cNvPr id="4" name="组合 5"/>
            <p:cNvGrpSpPr/>
            <p:nvPr/>
          </p:nvGrpSpPr>
          <p:grpSpPr>
            <a:xfrm>
              <a:off x="1500" y="3151"/>
              <a:ext cx="1931" cy="1126"/>
              <a:chOff x="2738416" y="1357298"/>
              <a:chExt cx="1071570" cy="714379"/>
            </a:xfrm>
          </p:grpSpPr>
          <p:pic>
            <p:nvPicPr>
              <p:cNvPr id="26" name="Picture 2" descr="E:\仝德志文件，勿删！\03-参考文档\！PPT图片及版面资源\06-PPT精选插图\12-标签\蓝色燕尾01.png"/>
              <p:cNvPicPr>
                <a:picLocks noChangeAspect="1" noChangeArrowheads="1"/>
              </p:cNvPicPr>
              <p:nvPr/>
            </p:nvPicPr>
            <p:blipFill>
              <a:blip r:embed="rId2" cstate="email"/>
              <a:srcRect/>
              <a:stretch>
                <a:fillRect/>
              </a:stretch>
            </p:blipFill>
            <p:spPr bwMode="auto">
              <a:xfrm rot="16200000">
                <a:off x="2917011" y="1178703"/>
                <a:ext cx="714379" cy="1071570"/>
              </a:xfrm>
              <a:prstGeom prst="rect">
                <a:avLst/>
              </a:prstGeom>
              <a:noFill/>
              <a:extLst>
                <a:ext uri="{909E8E84-426E-40DD-AFC4-6F175D3DCCD1}">
                  <a14:hiddenFill xmlns:a14="http://schemas.microsoft.com/office/drawing/2010/main">
                    <a:solidFill>
                      <a:srgbClr val="FFFFFF"/>
                    </a:solidFill>
                  </a14:hiddenFill>
                </a:ext>
              </a:extLst>
            </p:spPr>
          </p:pic>
          <p:sp>
            <p:nvSpPr>
              <p:cNvPr id="27" name="TextBox 7"/>
              <p:cNvSpPr txBox="1"/>
              <p:nvPr/>
            </p:nvSpPr>
            <p:spPr>
              <a:xfrm>
                <a:off x="2744180" y="1467103"/>
                <a:ext cx="1065806" cy="461455"/>
              </a:xfrm>
              <a:prstGeom prst="rect">
                <a:avLst/>
              </a:prstGeom>
              <a:noFill/>
            </p:spPr>
            <p:txBody>
              <a:bodyPr wrap="square" rtlCol="0">
                <a:spAutoFit/>
              </a:bodyPr>
              <a:lstStyle/>
              <a:p>
                <a:r>
                  <a:rPr lang="zh-CN" altLang="en-US" sz="2400" dirty="0">
                    <a:solidFill>
                      <a:schemeClr val="bg1"/>
                    </a:solidFill>
                    <a:sym typeface="+mn-ea"/>
                  </a:rPr>
                  <a:t>图 </a:t>
                </a:r>
                <a:r>
                  <a:rPr lang="en-US" altLang="zh-CN" sz="2400" dirty="0">
                    <a:solidFill>
                      <a:schemeClr val="bg1"/>
                    </a:solidFill>
                    <a:sym typeface="+mn-ea"/>
                  </a:rPr>
                  <a:t>6-14</a:t>
                </a:r>
                <a:endParaRPr lang="en-US" altLang="zh-CN" sz="2400" b="1" dirty="0">
                  <a:solidFill>
                    <a:schemeClr val="bg1"/>
                  </a:solidFill>
                  <a:latin typeface="微软雅黑" panose="020B0503020204020204" charset="-122"/>
                  <a:ea typeface="微软雅黑" panose="020B0503020204020204" charset="-122"/>
                  <a:sym typeface="+mn-ea"/>
                </a:endParaRPr>
              </a:p>
            </p:txBody>
          </p:sp>
        </p:grpSp>
        <p:sp>
          <p:nvSpPr>
            <p:cNvPr id="33" name="TextBox 32"/>
            <p:cNvSpPr txBox="1"/>
            <p:nvPr/>
          </p:nvSpPr>
          <p:spPr>
            <a:xfrm>
              <a:off x="1725" y="4725"/>
              <a:ext cx="13522" cy="658"/>
            </a:xfrm>
            <a:prstGeom prst="rect">
              <a:avLst/>
            </a:prstGeom>
            <a:noFill/>
          </p:spPr>
          <p:txBody>
            <a:bodyPr wrap="square">
              <a:spAutoFit/>
            </a:bodyPr>
            <a:lstStyle/>
            <a:p>
              <a:endParaRPr lang="zh-CN" altLang="en-US" sz="2000" b="1" dirty="0">
                <a:solidFill>
                  <a:srgbClr val="00B0F0"/>
                </a:solidFill>
                <a:latin typeface="微软雅黑" panose="020B0503020204020204" charset="-122"/>
                <a:ea typeface="微软雅黑" panose="020B0503020204020204" charset="-122"/>
              </a:endParaRPr>
            </a:p>
          </p:txBody>
        </p:sp>
        <p:sp>
          <p:nvSpPr>
            <p:cNvPr id="34" name="TextBox 33"/>
            <p:cNvSpPr txBox="1"/>
            <p:nvPr/>
          </p:nvSpPr>
          <p:spPr>
            <a:xfrm>
              <a:off x="1946" y="4595"/>
              <a:ext cx="15008" cy="4682"/>
            </a:xfrm>
            <a:prstGeom prst="rect">
              <a:avLst/>
            </a:prstGeom>
            <a:solidFill>
              <a:schemeClr val="bg1">
                <a:lumMod val="95000"/>
              </a:schemeClr>
            </a:solidFill>
          </p:spPr>
          <p:txBody>
            <a:bodyPr wrap="square">
              <a:spAutoFit/>
            </a:bodyPr>
            <a:lstStyle/>
            <a:p>
              <a:pPr fontAlgn="auto">
                <a:lnSpc>
                  <a:spcPct val="130000"/>
                </a:lnSpc>
              </a:pPr>
              <a:r>
                <a:rPr lang="zh-CN" altLang="en-US" dirty="0">
                  <a:latin typeface="Times New Roman" panose="02020603050405020304" charset="0"/>
                  <a:ea typeface="微软雅黑" panose="020B0503020204020204" pitchFamily="34" charset="-122"/>
                </a:rPr>
                <a:t>        图</a:t>
              </a:r>
              <a:r>
                <a:rPr lang="en-US" altLang="zh-CN" dirty="0">
                  <a:latin typeface="Times New Roman" panose="02020603050405020304" charset="0"/>
                  <a:ea typeface="微软雅黑" panose="020B0503020204020204" pitchFamily="34" charset="-122"/>
                </a:rPr>
                <a:t>6-5</a:t>
              </a:r>
              <a:r>
                <a:rPr lang="zh-CN" altLang="en-US" dirty="0">
                  <a:latin typeface="Times New Roman" panose="02020603050405020304" charset="0"/>
                  <a:ea typeface="微软雅黑" panose="020B0503020204020204" pitchFamily="34" charset="-122"/>
                </a:rPr>
                <a:t>表示学生类与计算机类之间的关联关系，而图</a:t>
              </a:r>
              <a:r>
                <a:rPr lang="en-US" altLang="zh-CN" dirty="0">
                  <a:latin typeface="Times New Roman" panose="02020603050405020304" charset="0"/>
                  <a:ea typeface="微软雅黑" panose="020B0503020204020204" pitchFamily="34" charset="-122"/>
                </a:rPr>
                <a:t>6-14</a:t>
              </a:r>
              <a:r>
                <a:rPr lang="zh-CN" altLang="en-US" dirty="0">
                  <a:latin typeface="Times New Roman" panose="02020603050405020304" charset="0"/>
                  <a:ea typeface="微软雅黑" panose="020B0503020204020204" pitchFamily="34" charset="-122"/>
                </a:rPr>
                <a:t>表示学生类中的对象实例“王一”与计算机类中的对象实例“</a:t>
              </a:r>
              <a:r>
                <a:rPr lang="en-US" altLang="zh-CN" dirty="0">
                  <a:latin typeface="Times New Roman" panose="02020603050405020304" charset="0"/>
                  <a:ea typeface="微软雅黑" panose="020B0503020204020204" pitchFamily="34" charset="-122"/>
                </a:rPr>
                <a:t>10</a:t>
              </a:r>
              <a:r>
                <a:rPr lang="zh-CN" altLang="en-US" dirty="0">
                  <a:latin typeface="Times New Roman" panose="02020603050405020304" charset="0"/>
                  <a:ea typeface="微软雅黑" panose="020B0503020204020204" pitchFamily="34" charset="-122"/>
                </a:rPr>
                <a:t>号机”之间的关联关系，这里对象名及类名的下面都加了下划线。这两个对象的属性和服务没有标出，强调的是两个类之间的联系：学生类对象“王一”使用了计算机类的对象“</a:t>
              </a:r>
              <a:r>
                <a:rPr lang="en-US" altLang="zh-CN" dirty="0">
                  <a:latin typeface="Times New Roman" panose="02020603050405020304" charset="0"/>
                  <a:ea typeface="微软雅黑" panose="020B0503020204020204" pitchFamily="34" charset="-122"/>
                </a:rPr>
                <a:t>10</a:t>
              </a:r>
              <a:r>
                <a:rPr lang="zh-CN" altLang="en-US" dirty="0">
                  <a:latin typeface="Times New Roman" panose="02020603050405020304" charset="0"/>
                  <a:ea typeface="微软雅黑" panose="020B0503020204020204" pitchFamily="34" charset="-122"/>
                </a:rPr>
                <a:t>号机”。</a:t>
              </a:r>
              <a:endParaRPr lang="en-US" altLang="zh-CN" dirty="0">
                <a:latin typeface="Times New Roman" panose="02020603050405020304" charset="0"/>
                <a:ea typeface="微软雅黑" panose="020B0503020204020204" pitchFamily="34" charset="-122"/>
              </a:endParaRPr>
            </a:p>
            <a:p>
              <a:pPr fontAlgn="auto">
                <a:lnSpc>
                  <a:spcPct val="130000"/>
                </a:lnSpc>
              </a:pPr>
              <a:endParaRPr lang="en-US" altLang="zh-CN" dirty="0">
                <a:latin typeface="Times New Roman" panose="02020603050405020304" charset="0"/>
                <a:ea typeface="微软雅黑" panose="020B0503020204020204" pitchFamily="34" charset="-122"/>
              </a:endParaRPr>
            </a:p>
            <a:p>
              <a:pPr fontAlgn="auto">
                <a:lnSpc>
                  <a:spcPct val="130000"/>
                </a:lnSpc>
              </a:pPr>
              <a:endParaRPr lang="en-US" altLang="zh-CN" dirty="0">
                <a:latin typeface="Times New Roman" panose="02020603050405020304" charset="0"/>
                <a:ea typeface="微软雅黑" panose="020B0503020204020204" pitchFamily="34" charset="-122"/>
              </a:endParaRPr>
            </a:p>
            <a:p>
              <a:pPr fontAlgn="auto">
                <a:lnSpc>
                  <a:spcPct val="130000"/>
                </a:lnSpc>
              </a:pPr>
              <a:endParaRPr lang="en-US" altLang="zh-CN" dirty="0">
                <a:latin typeface="Times New Roman" panose="02020603050405020304" charset="0"/>
                <a:ea typeface="微软雅黑" panose="020B0503020204020204" pitchFamily="34" charset="-122"/>
              </a:endParaRPr>
            </a:p>
            <a:p>
              <a:pPr fontAlgn="auto">
                <a:lnSpc>
                  <a:spcPct val="130000"/>
                </a:lnSpc>
              </a:pPr>
              <a:endParaRPr lang="zh-CN" altLang="en-US" dirty="0">
                <a:latin typeface="Times New Roman" panose="02020603050405020304" charset="0"/>
                <a:ea typeface="微软雅黑" panose="020B0503020204020204" pitchFamily="34" charset="-122"/>
              </a:endParaRPr>
            </a:p>
          </p:txBody>
        </p:sp>
      </p:grpSp>
      <p:sp>
        <p:nvSpPr>
          <p:cNvPr id="154626" name="Rectangle 2"/>
          <p:cNvSpPr>
            <a:spLocks noChangeArrowheads="1"/>
          </p:cNvSpPr>
          <p:nvPr/>
        </p:nvSpPr>
        <p:spPr bwMode="auto">
          <a:xfrm>
            <a:off x="0" y="0"/>
            <a:ext cx="12192000" cy="457200"/>
          </a:xfrm>
          <a:prstGeom prst="rect">
            <a:avLst/>
          </a:prstGeom>
          <a:noFill/>
          <a:ln w="9525">
            <a:noFill/>
            <a:miter lim="800000"/>
            <a:headEnd/>
            <a:tailEnd/>
          </a:ln>
          <a:effectLst/>
        </p:spPr>
        <p:txBody>
          <a:bodyPr vert="horz" wrap="none" lIns="91440" tIns="45720" rIns="91440" bIns="45720" numCol="1" anchor="ctr" anchorCtr="0" compatLnSpc="1">
            <a:prstTxWarp prst="textNoShape">
              <a:avLst/>
            </a:prstTxWarp>
            <a:spAutoFit/>
          </a:bodyPr>
          <a:lstStyle/>
          <a:p>
            <a:endParaRPr lang="zh-CN" altLang="en-US"/>
          </a:p>
        </p:txBody>
      </p:sp>
      <p:pic>
        <p:nvPicPr>
          <p:cNvPr id="154625" name="Picture 22" descr="6-14"/>
          <p:cNvPicPr>
            <a:picLocks noChangeAspect="1" noChangeArrowheads="1"/>
          </p:cNvPicPr>
          <p:nvPr/>
        </p:nvPicPr>
        <p:blipFill>
          <a:blip r:embed="rId3" cstate="print"/>
          <a:srcRect/>
          <a:stretch>
            <a:fillRect/>
          </a:stretch>
        </p:blipFill>
        <p:spPr bwMode="auto">
          <a:xfrm>
            <a:off x="3589362" y="4592472"/>
            <a:ext cx="4549538" cy="637785"/>
          </a:xfrm>
          <a:prstGeom prst="rect">
            <a:avLst/>
          </a:prstGeom>
          <a:noFill/>
        </p:spPr>
      </p:pic>
      <p:sp>
        <p:nvSpPr>
          <p:cNvPr id="154627" name="Rectangle 3"/>
          <p:cNvSpPr>
            <a:spLocks noChangeArrowheads="1"/>
          </p:cNvSpPr>
          <p:nvPr/>
        </p:nvSpPr>
        <p:spPr bwMode="auto">
          <a:xfrm>
            <a:off x="4858603" y="5287655"/>
            <a:ext cx="1646605" cy="369332"/>
          </a:xfrm>
          <a:prstGeom prst="rect">
            <a:avLst/>
          </a:prstGeom>
          <a:noFill/>
          <a:ln w="9525">
            <a:noFill/>
            <a:miter lim="800000"/>
            <a:headEnd/>
            <a:tailEnd/>
          </a:ln>
          <a:effectLst/>
        </p:spPr>
        <p:txBody>
          <a:bodyPr vert="horz" wrap="none" lIns="91440" tIns="45720" rIns="91440" bIns="45720" numCol="1" anchor="ctr" anchorCtr="0" compatLnSpc="1">
            <a:prstTxWarp prst="textNoShape">
              <a:avLst/>
            </a:prstTxWarp>
            <a:spAutoFit/>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zh-CN" b="0" i="0" u="none" strike="noStrike" cap="none" normalizeH="0" baseline="0" dirty="0">
                <a:ln>
                  <a:noFill/>
                </a:ln>
                <a:effectLst/>
                <a:latin typeface="Times New Roman" pitchFamily="18" charset="0"/>
                <a:ea typeface="黑体" charset="-122"/>
                <a:cs typeface="Times New Roman" pitchFamily="18" charset="0"/>
              </a:rPr>
              <a:t>图</a:t>
            </a:r>
            <a:r>
              <a:rPr kumimoji="0" lang="en-US" altLang="zh-CN" b="0" i="0" u="none" strike="noStrike" cap="none" normalizeH="0" baseline="0" dirty="0">
                <a:ln>
                  <a:noFill/>
                </a:ln>
                <a:effectLst/>
                <a:latin typeface="Times New Roman" pitchFamily="18" charset="0"/>
                <a:ea typeface="黑体" charset="-122"/>
                <a:cs typeface="Times New Roman" pitchFamily="18" charset="0"/>
              </a:rPr>
              <a:t>6-14  </a:t>
            </a:r>
            <a:r>
              <a:rPr kumimoji="0" lang="zh-CN" altLang="en-US" b="0" i="0" u="none" strike="noStrike" cap="none" normalizeH="0" baseline="0" dirty="0">
                <a:ln>
                  <a:noFill/>
                </a:ln>
                <a:effectLst/>
                <a:latin typeface="Times New Roman" pitchFamily="18" charset="0"/>
                <a:ea typeface="黑体" charset="-122"/>
                <a:cs typeface="Times New Roman" pitchFamily="18" charset="0"/>
              </a:rPr>
              <a:t>对象图</a:t>
            </a:r>
            <a:endParaRPr kumimoji="0" lang="zh-CN" altLang="en-US" b="0" i="0" u="none" strike="noStrike" cap="none" normalizeH="0" baseline="0" dirty="0">
              <a:ln>
                <a:noFill/>
              </a:ln>
              <a:effectLst/>
              <a:latin typeface="微软雅黑 Light" panose="020B0502040204020203" pitchFamily="34" charset="-122"/>
              <a:ea typeface="微软雅黑" panose="020B0503020204020204" pitchFamily="34" charset="-122"/>
              <a:cs typeface="宋体" pitchFamily="2" charset="-122"/>
            </a:endParaRPr>
          </a:p>
        </p:txBody>
      </p:sp>
    </p:spTree>
  </p:cSld>
  <p:clrMapOvr>
    <a:masterClrMapping/>
  </p:clrMapOvr>
  <p:transition>
    <p:diamond/>
  </p:transition>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694801" y="360000"/>
            <a:ext cx="5401200" cy="523220"/>
          </a:xfrm>
        </p:spPr>
        <p:txBody>
          <a:bodyPr>
            <a:normAutofit/>
          </a:bodyPr>
          <a:lstStyle/>
          <a:p>
            <a:r>
              <a:rPr lang="en-US" dirty="0"/>
              <a:t>6.3 </a:t>
            </a:r>
            <a:r>
              <a:rPr lang="zh-CN" altLang="en-US" dirty="0">
                <a:sym typeface="+mn-ea"/>
              </a:rPr>
              <a:t>UML图</a:t>
            </a:r>
            <a:endParaRPr lang="zh-CN" altLang="en-US" dirty="0"/>
          </a:p>
        </p:txBody>
      </p:sp>
      <p:sp>
        <p:nvSpPr>
          <p:cNvPr id="4" name="文本占位符 3">
            <a:extLst>
              <a:ext uri="{FF2B5EF4-FFF2-40B4-BE49-F238E27FC236}">
                <a16:creationId xmlns:a16="http://schemas.microsoft.com/office/drawing/2014/main" id="{7A990EB8-CE9C-22C5-1630-70490711779F}"/>
              </a:ext>
            </a:extLst>
          </p:cNvPr>
          <p:cNvSpPr>
            <a:spLocks noGrp="1"/>
          </p:cNvSpPr>
          <p:nvPr>
            <p:ph type="body" sz="quarter" idx="10"/>
          </p:nvPr>
        </p:nvSpPr>
        <p:spPr/>
        <p:txBody>
          <a:bodyPr/>
          <a:lstStyle/>
          <a:p>
            <a:endParaRPr lang="zh-CN" altLang="en-US"/>
          </a:p>
        </p:txBody>
      </p:sp>
      <p:sp>
        <p:nvSpPr>
          <p:cNvPr id="29" name="TextBox 6"/>
          <p:cNvSpPr txBox="1"/>
          <p:nvPr/>
        </p:nvSpPr>
        <p:spPr>
          <a:xfrm>
            <a:off x="809625" y="1403350"/>
            <a:ext cx="5777230" cy="566420"/>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6.3.4 </a:t>
            </a:r>
            <a:r>
              <a:rPr lang="zh-CN" altLang="en-US" sz="2400" dirty="0">
                <a:solidFill>
                  <a:schemeClr val="tx1"/>
                </a:solidFill>
              </a:rPr>
              <a:t>状态图</a:t>
            </a:r>
          </a:p>
        </p:txBody>
      </p:sp>
      <p:grpSp>
        <p:nvGrpSpPr>
          <p:cNvPr id="6" name="组合 5"/>
          <p:cNvGrpSpPr/>
          <p:nvPr/>
        </p:nvGrpSpPr>
        <p:grpSpPr>
          <a:xfrm>
            <a:off x="754380" y="2220595"/>
            <a:ext cx="11043920" cy="3615690"/>
            <a:chOff x="1188" y="3449"/>
            <a:chExt cx="17392" cy="5694"/>
          </a:xfrm>
        </p:grpSpPr>
        <p:grpSp>
          <p:nvGrpSpPr>
            <p:cNvPr id="8" name="组合 7"/>
            <p:cNvGrpSpPr/>
            <p:nvPr/>
          </p:nvGrpSpPr>
          <p:grpSpPr>
            <a:xfrm>
              <a:off x="1188" y="3449"/>
              <a:ext cx="15272" cy="1426"/>
              <a:chOff x="1923" y="3755"/>
              <a:chExt cx="15272" cy="1426"/>
            </a:xfrm>
          </p:grpSpPr>
          <p:sp>
            <p:nvSpPr>
              <p:cNvPr id="9" name="MH_Other_1"/>
              <p:cNvSpPr>
                <a:spLocks noChangeArrowheads="1"/>
              </p:cNvSpPr>
              <p:nvPr>
                <p:custDataLst>
                  <p:tags r:id="rId11"/>
                </p:custDataLst>
              </p:nvPr>
            </p:nvSpPr>
            <p:spPr bwMode="auto">
              <a:xfrm>
                <a:off x="1923" y="3755"/>
                <a:ext cx="1119" cy="779"/>
              </a:xfrm>
              <a:prstGeom prst="rect">
                <a:avLst/>
              </a:prstGeom>
              <a:solidFill>
                <a:srgbClr val="25B4E9"/>
              </a:solidFill>
              <a:ln w="9525">
                <a:noFill/>
                <a:miter lim="800000"/>
              </a:ln>
            </p:spPr>
            <p:txBody>
              <a:bodyPr anchor="ctr"/>
              <a:lstStyle/>
              <a:p>
                <a:pPr algn="ctr" eaLnBrk="1" hangingPunct="1"/>
                <a:r>
                  <a:rPr lang="en-US" altLang="zh-CN" sz="2400" b="1">
                    <a:solidFill>
                      <a:srgbClr val="FFFFFF"/>
                    </a:solidFill>
                    <a:ea typeface="微软雅黑" panose="020B0503020204020204" charset="-122"/>
                  </a:rPr>
                  <a:t>01</a:t>
                </a:r>
                <a:endParaRPr lang="zh-CN" altLang="en-US" sz="2400" b="1">
                  <a:solidFill>
                    <a:srgbClr val="FFFFFF"/>
                  </a:solidFill>
                  <a:ea typeface="微软雅黑" panose="020B0503020204020204" charset="-122"/>
                </a:endParaRPr>
              </a:p>
            </p:txBody>
          </p:sp>
          <p:sp>
            <p:nvSpPr>
              <p:cNvPr id="10" name="MH_Other_2"/>
              <p:cNvSpPr>
                <a:spLocks noChangeArrowheads="1"/>
              </p:cNvSpPr>
              <p:nvPr>
                <p:custDataLst>
                  <p:tags r:id="rId12"/>
                </p:custDataLst>
              </p:nvPr>
            </p:nvSpPr>
            <p:spPr bwMode="auto">
              <a:xfrm>
                <a:off x="3105" y="3917"/>
                <a:ext cx="887" cy="617"/>
              </a:xfrm>
              <a:prstGeom prst="rect">
                <a:avLst/>
              </a:prstGeom>
              <a:solidFill>
                <a:srgbClr val="ACE3F6"/>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11" name="MH_Other_3"/>
              <p:cNvSpPr>
                <a:spLocks noChangeArrowheads="1"/>
              </p:cNvSpPr>
              <p:nvPr>
                <p:custDataLst>
                  <p:tags r:id="rId13"/>
                </p:custDataLst>
              </p:nvPr>
            </p:nvSpPr>
            <p:spPr bwMode="auto">
              <a:xfrm>
                <a:off x="2176" y="4578"/>
                <a:ext cx="866" cy="603"/>
              </a:xfrm>
              <a:prstGeom prst="rect">
                <a:avLst/>
              </a:prstGeom>
              <a:solidFill>
                <a:srgbClr val="67CBEF"/>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12" name="MH_Other_4"/>
              <p:cNvSpPr>
                <a:spLocks noChangeArrowheads="1"/>
              </p:cNvSpPr>
              <p:nvPr>
                <p:custDataLst>
                  <p:tags r:id="rId14"/>
                </p:custDataLst>
              </p:nvPr>
            </p:nvSpPr>
            <p:spPr bwMode="auto">
              <a:xfrm>
                <a:off x="3105" y="4578"/>
                <a:ext cx="1119" cy="514"/>
              </a:xfrm>
              <a:prstGeom prst="rect">
                <a:avLst/>
              </a:prstGeom>
              <a:solidFill>
                <a:srgbClr val="D9F2FB"/>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13" name="MH_SubTitle_1"/>
              <p:cNvSpPr/>
              <p:nvPr>
                <p:custDataLst>
                  <p:tags r:id="rId15"/>
                </p:custDataLst>
              </p:nvPr>
            </p:nvSpPr>
            <p:spPr>
              <a:xfrm>
                <a:off x="4693" y="3840"/>
                <a:ext cx="12502" cy="1254"/>
              </a:xfrm>
              <a:prstGeom prst="rect">
                <a:avLst/>
              </a:prstGeom>
            </p:spPr>
            <p:txBody>
              <a:bodyPr lIns="0" tIns="0" rIns="0" bIns="0" anchor="ctr">
                <a:noAutofit/>
              </a:bodyPr>
              <a:lstStyle/>
              <a:p>
                <a:pPr>
                  <a:lnSpc>
                    <a:spcPct val="140000"/>
                  </a:lnSpc>
                  <a:defRPr/>
                </a:pPr>
                <a:r>
                  <a:rPr lang="en-US" altLang="zh-CN">
                    <a:latin typeface="微软雅黑" panose="020B0503020204020204" charset="-122"/>
                    <a:ea typeface="微软雅黑" panose="020B0503020204020204" charset="-122"/>
                    <a:sym typeface="+mn-ea"/>
                  </a:rPr>
                  <a:t>       </a:t>
                </a:r>
                <a:r>
                  <a:rPr lang="zh-CN" altLang="en-US">
                    <a:latin typeface="微软雅黑" panose="020B0503020204020204" charset="-122"/>
                    <a:ea typeface="微软雅黑" panose="020B0503020204020204" charset="-122"/>
                    <a:sym typeface="+mn-ea"/>
                  </a:rPr>
                  <a:t>面向对象方法在进行系统分析时，与传统方法的需求分析一样，有时应分析对象的状态，画出状态图，才可正确地认识对象的行为并定义它的服务。</a:t>
                </a:r>
              </a:p>
            </p:txBody>
          </p:sp>
        </p:grpSp>
        <p:grpSp>
          <p:nvGrpSpPr>
            <p:cNvPr id="22" name="组合 21"/>
            <p:cNvGrpSpPr/>
            <p:nvPr/>
          </p:nvGrpSpPr>
          <p:grpSpPr>
            <a:xfrm>
              <a:off x="4554" y="7717"/>
              <a:ext cx="14026" cy="1426"/>
              <a:chOff x="7484" y="7718"/>
              <a:chExt cx="14026" cy="1426"/>
            </a:xfrm>
          </p:grpSpPr>
          <p:sp>
            <p:nvSpPr>
              <p:cNvPr id="18" name="MH_Other_5"/>
              <p:cNvSpPr>
                <a:spLocks noChangeArrowheads="1"/>
              </p:cNvSpPr>
              <p:nvPr>
                <p:custDataLst>
                  <p:tags r:id="rId6"/>
                </p:custDataLst>
              </p:nvPr>
            </p:nvSpPr>
            <p:spPr bwMode="auto">
              <a:xfrm>
                <a:off x="7484" y="7718"/>
                <a:ext cx="1119" cy="779"/>
              </a:xfrm>
              <a:prstGeom prst="rect">
                <a:avLst/>
              </a:prstGeom>
              <a:solidFill>
                <a:srgbClr val="4FB469"/>
              </a:solidFill>
              <a:ln w="9525">
                <a:noFill/>
                <a:miter lim="800000"/>
              </a:ln>
            </p:spPr>
            <p:txBody>
              <a:bodyPr anchor="ctr"/>
              <a:lstStyle/>
              <a:p>
                <a:pPr algn="ctr" eaLnBrk="1" hangingPunct="1"/>
                <a:r>
                  <a:rPr lang="en-US" altLang="zh-CN" sz="2400" b="1">
                    <a:solidFill>
                      <a:srgbClr val="FFFFFF"/>
                    </a:solidFill>
                    <a:ea typeface="微软雅黑" panose="020B0503020204020204" charset="-122"/>
                  </a:rPr>
                  <a:t>03</a:t>
                </a:r>
                <a:endParaRPr lang="zh-CN" altLang="en-US" sz="2400" b="1">
                  <a:solidFill>
                    <a:srgbClr val="FFFFFF"/>
                  </a:solidFill>
                  <a:ea typeface="微软雅黑" panose="020B0503020204020204" charset="-122"/>
                </a:endParaRPr>
              </a:p>
            </p:txBody>
          </p:sp>
          <p:sp>
            <p:nvSpPr>
              <p:cNvPr id="27" name="MH_Other_6"/>
              <p:cNvSpPr>
                <a:spLocks noChangeArrowheads="1"/>
              </p:cNvSpPr>
              <p:nvPr>
                <p:custDataLst>
                  <p:tags r:id="rId7"/>
                </p:custDataLst>
              </p:nvPr>
            </p:nvSpPr>
            <p:spPr bwMode="auto">
              <a:xfrm>
                <a:off x="8666" y="7880"/>
                <a:ext cx="887" cy="617"/>
              </a:xfrm>
              <a:prstGeom prst="rect">
                <a:avLst/>
              </a:prstGeom>
              <a:solidFill>
                <a:srgbClr val="B6E0C1"/>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28" name="MH_Other_7"/>
              <p:cNvSpPr>
                <a:spLocks noChangeArrowheads="1"/>
              </p:cNvSpPr>
              <p:nvPr>
                <p:custDataLst>
                  <p:tags r:id="rId8"/>
                </p:custDataLst>
              </p:nvPr>
            </p:nvSpPr>
            <p:spPr bwMode="auto">
              <a:xfrm>
                <a:off x="7737" y="8541"/>
                <a:ext cx="866" cy="603"/>
              </a:xfrm>
              <a:prstGeom prst="rect">
                <a:avLst/>
              </a:prstGeom>
              <a:solidFill>
                <a:srgbClr val="8DCF9E"/>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30" name="MH_Other_8"/>
              <p:cNvSpPr>
                <a:spLocks noChangeArrowheads="1"/>
              </p:cNvSpPr>
              <p:nvPr>
                <p:custDataLst>
                  <p:tags r:id="rId9"/>
                </p:custDataLst>
              </p:nvPr>
            </p:nvSpPr>
            <p:spPr bwMode="auto">
              <a:xfrm>
                <a:off x="8666" y="8541"/>
                <a:ext cx="1119" cy="514"/>
              </a:xfrm>
              <a:prstGeom prst="rect">
                <a:avLst/>
              </a:prstGeom>
              <a:solidFill>
                <a:srgbClr val="E1F3E5"/>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31" name="MH_SubTitle_3"/>
              <p:cNvSpPr/>
              <p:nvPr>
                <p:custDataLst>
                  <p:tags r:id="rId10"/>
                </p:custDataLst>
              </p:nvPr>
            </p:nvSpPr>
            <p:spPr>
              <a:xfrm>
                <a:off x="10226" y="7718"/>
                <a:ext cx="11284" cy="1254"/>
              </a:xfrm>
              <a:prstGeom prst="rect">
                <a:avLst/>
              </a:prstGeom>
            </p:spPr>
            <p:txBody>
              <a:bodyPr lIns="0" tIns="0" rIns="0" bIns="0" anchor="ctr">
                <a:noAutofit/>
              </a:bodyPr>
              <a:lstStyle/>
              <a:p>
                <a:pPr indent="0" fontAlgn="auto">
                  <a:lnSpc>
                    <a:spcPct val="130000"/>
                  </a:lnSpc>
                  <a:buClrTx/>
                  <a:buNone/>
                </a:pPr>
                <a:r>
                  <a:rPr lang="en-US" altLang="zh-CN">
                    <a:latin typeface="微软雅黑" panose="020B0503020204020204" charset="-122"/>
                    <a:ea typeface="微软雅黑" panose="020B0503020204020204" charset="-122"/>
                    <a:sym typeface="+mn-ea"/>
                  </a:rPr>
                  <a:t>      </a:t>
                </a:r>
                <a:r>
                  <a:rPr lang="zh-CN" altLang="en-US">
                    <a:latin typeface="微软雅黑" panose="020B0503020204020204" charset="-122"/>
                    <a:ea typeface="微软雅黑" panose="020B0503020204020204" charset="-122"/>
                    <a:sym typeface="+mn-ea"/>
                  </a:rPr>
                  <a:t>状态转换是指两个状态之间的关系，它描述了对象从一个状态进入另一个状态的情况，并执行了所包含的动作。</a:t>
                </a:r>
              </a:p>
            </p:txBody>
          </p:sp>
        </p:grpSp>
        <p:grpSp>
          <p:nvGrpSpPr>
            <p:cNvPr id="32" name="组合 31"/>
            <p:cNvGrpSpPr/>
            <p:nvPr/>
          </p:nvGrpSpPr>
          <p:grpSpPr>
            <a:xfrm>
              <a:off x="2647" y="5671"/>
              <a:ext cx="15519" cy="1426"/>
              <a:chOff x="4731" y="5756"/>
              <a:chExt cx="15519" cy="1426"/>
            </a:xfrm>
          </p:grpSpPr>
          <p:sp>
            <p:nvSpPr>
              <p:cNvPr id="33" name="MH_Other_9"/>
              <p:cNvSpPr>
                <a:spLocks noChangeArrowheads="1"/>
              </p:cNvSpPr>
              <p:nvPr>
                <p:custDataLst>
                  <p:tags r:id="rId1"/>
                </p:custDataLst>
              </p:nvPr>
            </p:nvSpPr>
            <p:spPr bwMode="auto">
              <a:xfrm>
                <a:off x="4731" y="5756"/>
                <a:ext cx="1119" cy="779"/>
              </a:xfrm>
              <a:prstGeom prst="rect">
                <a:avLst/>
              </a:prstGeom>
              <a:solidFill>
                <a:schemeClr val="accent5">
                  <a:lumMod val="75000"/>
                </a:schemeClr>
              </a:solidFill>
              <a:ln w="9525">
                <a:noFill/>
                <a:miter lim="800000"/>
              </a:ln>
            </p:spPr>
            <p:txBody>
              <a:bodyPr anchor="ctr"/>
              <a:lstStyle/>
              <a:p>
                <a:pPr algn="ctr" eaLnBrk="1" hangingPunct="1"/>
                <a:r>
                  <a:rPr lang="en-US" altLang="zh-CN" sz="2400" b="1">
                    <a:solidFill>
                      <a:srgbClr val="FFFFFF"/>
                    </a:solidFill>
                    <a:ea typeface="微软雅黑" panose="020B0503020204020204" charset="-122"/>
                  </a:rPr>
                  <a:t>02</a:t>
                </a:r>
                <a:endParaRPr lang="zh-CN" altLang="en-US" sz="2400" b="1">
                  <a:solidFill>
                    <a:srgbClr val="FFFFFF"/>
                  </a:solidFill>
                  <a:ea typeface="微软雅黑" panose="020B0503020204020204" charset="-122"/>
                </a:endParaRPr>
              </a:p>
            </p:txBody>
          </p:sp>
          <p:sp>
            <p:nvSpPr>
              <p:cNvPr id="34" name="MH_Other_10"/>
              <p:cNvSpPr>
                <a:spLocks noChangeArrowheads="1"/>
              </p:cNvSpPr>
              <p:nvPr>
                <p:custDataLst>
                  <p:tags r:id="rId2"/>
                </p:custDataLst>
              </p:nvPr>
            </p:nvSpPr>
            <p:spPr bwMode="auto">
              <a:xfrm>
                <a:off x="5914" y="5918"/>
                <a:ext cx="887" cy="617"/>
              </a:xfrm>
              <a:prstGeom prst="rect">
                <a:avLst/>
              </a:prstGeom>
              <a:solidFill>
                <a:schemeClr val="accent5">
                  <a:lumMod val="60000"/>
                  <a:lumOff val="40000"/>
                </a:schemeClr>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35" name="MH_Other_11"/>
              <p:cNvSpPr>
                <a:spLocks noChangeArrowheads="1"/>
              </p:cNvSpPr>
              <p:nvPr>
                <p:custDataLst>
                  <p:tags r:id="rId3"/>
                </p:custDataLst>
              </p:nvPr>
            </p:nvSpPr>
            <p:spPr bwMode="auto">
              <a:xfrm>
                <a:off x="4985" y="6579"/>
                <a:ext cx="866" cy="603"/>
              </a:xfrm>
              <a:prstGeom prst="rect">
                <a:avLst/>
              </a:prstGeom>
              <a:solidFill>
                <a:schemeClr val="accent5">
                  <a:lumMod val="60000"/>
                  <a:lumOff val="40000"/>
                </a:schemeClr>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36" name="MH_Other_12"/>
              <p:cNvSpPr>
                <a:spLocks noChangeArrowheads="1"/>
              </p:cNvSpPr>
              <p:nvPr>
                <p:custDataLst>
                  <p:tags r:id="rId4"/>
                </p:custDataLst>
              </p:nvPr>
            </p:nvSpPr>
            <p:spPr bwMode="auto">
              <a:xfrm>
                <a:off x="5914" y="6579"/>
                <a:ext cx="1119" cy="514"/>
              </a:xfrm>
              <a:prstGeom prst="rect">
                <a:avLst/>
              </a:prstGeom>
              <a:solidFill>
                <a:schemeClr val="accent5">
                  <a:lumMod val="20000"/>
                  <a:lumOff val="80000"/>
                </a:schemeClr>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37" name="MH_SubTitle_2"/>
              <p:cNvSpPr/>
              <p:nvPr>
                <p:custDataLst>
                  <p:tags r:id="rId5"/>
                </p:custDataLst>
              </p:nvPr>
            </p:nvSpPr>
            <p:spPr>
              <a:xfrm>
                <a:off x="7445" y="5798"/>
                <a:ext cx="12805" cy="1254"/>
              </a:xfrm>
              <a:prstGeom prst="rect">
                <a:avLst/>
              </a:prstGeom>
            </p:spPr>
            <p:txBody>
              <a:bodyPr lIns="0" tIns="0" rIns="0" bIns="0" anchor="ctr">
                <a:noAutofit/>
              </a:bodyPr>
              <a:lstStyle/>
              <a:p>
                <a:pPr lvl="0" algn="just">
                  <a:lnSpc>
                    <a:spcPct val="120000"/>
                  </a:lnSpc>
                  <a:spcBef>
                    <a:spcPct val="0"/>
                  </a:spcBef>
                </a:pPr>
                <a:r>
                  <a:rPr lang="en-US" altLang="zh-CN">
                    <a:latin typeface="微软雅黑" panose="020B0503020204020204" charset="-122"/>
                    <a:ea typeface="微软雅黑" panose="020B0503020204020204" charset="-122"/>
                    <a:sym typeface="+mn-ea"/>
                  </a:rPr>
                  <a:t>       </a:t>
                </a:r>
                <a:r>
                  <a:rPr lang="zh-CN" altLang="en-US">
                    <a:latin typeface="微软雅黑" panose="020B0503020204020204" charset="-122"/>
                    <a:ea typeface="微软雅黑" panose="020B0503020204020204" charset="-122"/>
                    <a:sym typeface="+mn-ea"/>
                  </a:rPr>
                  <a:t>并不是所有的类都需要画状态图。有明确意义的状态、在不同状态下行为有所不同的类才需要画状态图。</a:t>
                </a:r>
              </a:p>
            </p:txBody>
          </p:sp>
        </p:grpSp>
      </p:grpSp>
    </p:spTree>
  </p:cSld>
  <p:clrMapOvr>
    <a:masterClrMapping/>
  </p:clrMapOvr>
  <p:transition>
    <p:diamond/>
  </p:transition>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694801" y="360000"/>
            <a:ext cx="5401200" cy="523220"/>
          </a:xfrm>
        </p:spPr>
        <p:txBody>
          <a:bodyPr>
            <a:normAutofit/>
          </a:bodyPr>
          <a:lstStyle/>
          <a:p>
            <a:r>
              <a:rPr lang="en-US" dirty="0"/>
              <a:t>6.3 </a:t>
            </a:r>
            <a:r>
              <a:rPr lang="zh-CN" altLang="en-US" dirty="0">
                <a:sym typeface="+mn-ea"/>
              </a:rPr>
              <a:t>UML图</a:t>
            </a:r>
            <a:endParaRPr lang="zh-CN" altLang="en-US" dirty="0"/>
          </a:p>
        </p:txBody>
      </p:sp>
      <p:sp>
        <p:nvSpPr>
          <p:cNvPr id="4" name="文本占位符 3">
            <a:extLst>
              <a:ext uri="{FF2B5EF4-FFF2-40B4-BE49-F238E27FC236}">
                <a16:creationId xmlns:a16="http://schemas.microsoft.com/office/drawing/2014/main" id="{22048DA5-2CB6-FBB5-E050-E57841426A40}"/>
              </a:ext>
            </a:extLst>
          </p:cNvPr>
          <p:cNvSpPr>
            <a:spLocks noGrp="1"/>
          </p:cNvSpPr>
          <p:nvPr>
            <p:ph type="body" sz="quarter" idx="10"/>
          </p:nvPr>
        </p:nvSpPr>
        <p:spPr/>
        <p:txBody>
          <a:bodyPr/>
          <a:lstStyle/>
          <a:p>
            <a:endParaRPr lang="zh-CN" altLang="en-US"/>
          </a:p>
        </p:txBody>
      </p:sp>
      <p:sp>
        <p:nvSpPr>
          <p:cNvPr id="29" name="TextBox 6"/>
          <p:cNvSpPr txBox="1"/>
          <p:nvPr/>
        </p:nvSpPr>
        <p:spPr>
          <a:xfrm>
            <a:off x="809625" y="1403350"/>
            <a:ext cx="5777230" cy="566420"/>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6.3.4 </a:t>
            </a:r>
            <a:r>
              <a:rPr lang="zh-CN" altLang="en-US" sz="2400" dirty="0">
                <a:solidFill>
                  <a:schemeClr val="tx1"/>
                </a:solidFill>
              </a:rPr>
              <a:t>状态图</a:t>
            </a:r>
          </a:p>
        </p:txBody>
      </p:sp>
      <p:grpSp>
        <p:nvGrpSpPr>
          <p:cNvPr id="20" name="组合 19"/>
          <p:cNvGrpSpPr/>
          <p:nvPr/>
        </p:nvGrpSpPr>
        <p:grpSpPr>
          <a:xfrm>
            <a:off x="1714356" y="2362463"/>
            <a:ext cx="8796655" cy="3265805"/>
            <a:chOff x="1471085" y="2261258"/>
            <a:chExt cx="8796655" cy="3265805"/>
          </a:xfrm>
        </p:grpSpPr>
        <p:sp>
          <p:nvSpPr>
            <p:cNvPr id="21" name="MH_Text_1"/>
            <p:cNvSpPr/>
            <p:nvPr>
              <p:custDataLst>
                <p:tags r:id="rId1"/>
              </p:custDataLst>
            </p:nvPr>
          </p:nvSpPr>
          <p:spPr>
            <a:xfrm>
              <a:off x="1471085" y="2825138"/>
              <a:ext cx="8796655" cy="2701925"/>
            </a:xfrm>
            <a:prstGeom prst="rect">
              <a:avLst/>
            </a:prstGeom>
            <a:noFill/>
            <a:ln w="12700" cap="flat" cmpd="sng" algn="ctr">
              <a:solidFill>
                <a:srgbClr val="CC0066"/>
              </a:solidFill>
              <a:prstDash val="solid"/>
              <a:miter lim="800000"/>
            </a:ln>
            <a:effectLst/>
          </p:spPr>
          <p:txBody>
            <a:bodyPr anchor="ctr">
              <a:normAutofit/>
            </a:bodyPr>
            <a:lstStyle/>
            <a:p>
              <a:pPr marL="285750" indent="-285750" algn="l" fontAlgn="auto">
                <a:lnSpc>
                  <a:spcPct val="130000"/>
                </a:lnSpc>
                <a:buFont typeface="Wingdings" panose="05000000000000000000" charset="0"/>
                <a:buChar char="Ø"/>
              </a:pPr>
              <a:r>
                <a:rPr>
                  <a:latin typeface="微软雅黑" panose="020B0503020204020204" charset="-122"/>
                  <a:ea typeface="微软雅黑" panose="020B0503020204020204" charset="-122"/>
                  <a:sym typeface="+mn-ea"/>
                </a:rPr>
                <a:t>椭圆或圆角矩形：表示对象的一种状态，椭圆内部填写状态名。</a:t>
              </a:r>
            </a:p>
            <a:p>
              <a:pPr marL="285750" indent="-285750" algn="l" fontAlgn="auto">
                <a:lnSpc>
                  <a:spcPct val="130000"/>
                </a:lnSpc>
                <a:buFont typeface="Wingdings" panose="05000000000000000000" charset="0"/>
                <a:buChar char="Ø"/>
              </a:pPr>
              <a:r>
                <a:rPr>
                  <a:latin typeface="微软雅黑" panose="020B0503020204020204" charset="-122"/>
                  <a:ea typeface="微软雅黑" panose="020B0503020204020204" charset="-122"/>
                  <a:sym typeface="+mn-ea"/>
                </a:rPr>
                <a:t>箭头：表示从箭头出发的状态可以转换到箭头指向的状态。</a:t>
              </a:r>
            </a:p>
            <a:p>
              <a:pPr marL="285750" indent="-285750" algn="l" fontAlgn="auto">
                <a:lnSpc>
                  <a:spcPct val="130000"/>
                </a:lnSpc>
                <a:buFont typeface="Wingdings" panose="05000000000000000000" charset="0"/>
                <a:buChar char="Ø"/>
              </a:pPr>
              <a:r>
                <a:rPr>
                  <a:latin typeface="微软雅黑" panose="020B0503020204020204" charset="-122"/>
                  <a:ea typeface="微软雅黑" panose="020B0503020204020204" charset="-122"/>
                  <a:sym typeface="+mn-ea"/>
                </a:rPr>
                <a:t>事件：引起状态转换的原因。事件名可在箭头线上方标出。</a:t>
              </a:r>
            </a:p>
            <a:p>
              <a:pPr marL="285750" indent="-285750" algn="l" fontAlgn="auto">
                <a:lnSpc>
                  <a:spcPct val="130000"/>
                </a:lnSpc>
                <a:buFont typeface="Wingdings" panose="05000000000000000000" charset="0"/>
                <a:buChar char="Ø"/>
              </a:pPr>
              <a:r>
                <a:rPr>
                  <a:latin typeface="微软雅黑" panose="020B0503020204020204" charset="-122"/>
                  <a:ea typeface="微软雅黑" panose="020B0503020204020204" charset="-122"/>
                  <a:sym typeface="+mn-ea"/>
                </a:rPr>
                <a:t>条件：事件名后面可加方括号[ ]，括号内写状态转换的条件。</a:t>
              </a:r>
            </a:p>
            <a:p>
              <a:pPr marL="285750" indent="-285750" algn="l" fontAlgn="auto">
                <a:lnSpc>
                  <a:spcPct val="130000"/>
                </a:lnSpc>
                <a:buFont typeface="Wingdings" panose="05000000000000000000" charset="0"/>
                <a:buChar char="Ø"/>
              </a:pPr>
              <a:r>
                <a:rPr>
                  <a:latin typeface="微软雅黑" panose="020B0503020204020204" charset="-122"/>
                  <a:ea typeface="微软雅黑" panose="020B0503020204020204" charset="-122"/>
                  <a:sym typeface="+mn-ea"/>
                </a:rPr>
                <a:t>实心圆：指出该对象被创建后所处的初始状态。</a:t>
              </a:r>
            </a:p>
            <a:p>
              <a:pPr marL="285750" indent="-285750" algn="l" fontAlgn="auto">
                <a:lnSpc>
                  <a:spcPct val="130000"/>
                </a:lnSpc>
                <a:buFont typeface="Wingdings" panose="05000000000000000000" charset="0"/>
                <a:buChar char="Ø"/>
              </a:pPr>
              <a:r>
                <a:rPr>
                  <a:latin typeface="微软雅黑" panose="020B0503020204020204" charset="-122"/>
                  <a:ea typeface="微软雅黑" panose="020B0503020204020204" charset="-122"/>
                  <a:sym typeface="+mn-ea"/>
                </a:rPr>
                <a:t>内部实心的同心圆：表示对象的最终状态。</a:t>
              </a:r>
            </a:p>
          </p:txBody>
        </p:sp>
        <p:sp>
          <p:nvSpPr>
            <p:cNvPr id="22" name="MH_SubTitle_1"/>
            <p:cNvSpPr/>
            <p:nvPr>
              <p:custDataLst>
                <p:tags r:id="rId2"/>
              </p:custDataLst>
            </p:nvPr>
          </p:nvSpPr>
          <p:spPr>
            <a:xfrm>
              <a:off x="1471085" y="2261258"/>
              <a:ext cx="5391785" cy="563880"/>
            </a:xfrm>
            <a:custGeom>
              <a:avLst/>
              <a:gdLst>
                <a:gd name="connsiteX0" fmla="*/ 4441454 w 4758105"/>
                <a:gd name="connsiteY0" fmla="*/ 563487 h 563709"/>
                <a:gd name="connsiteX1" fmla="*/ 4549542 w 4758105"/>
                <a:gd name="connsiteY1" fmla="*/ 563487 h 563709"/>
                <a:gd name="connsiteX2" fmla="*/ 4549460 w 4758105"/>
                <a:gd name="connsiteY2" fmla="*/ 563709 h 563709"/>
                <a:gd name="connsiteX3" fmla="*/ 4441372 w 4758105"/>
                <a:gd name="connsiteY3" fmla="*/ 563709 h 563709"/>
                <a:gd name="connsiteX4" fmla="*/ 82 w 4758105"/>
                <a:gd name="connsiteY4" fmla="*/ 563487 h 563709"/>
                <a:gd name="connsiteX5" fmla="*/ 108170 w 4758105"/>
                <a:gd name="connsiteY5" fmla="*/ 563487 h 563709"/>
                <a:gd name="connsiteX6" fmla="*/ 108088 w 4758105"/>
                <a:gd name="connsiteY6" fmla="*/ 563709 h 563709"/>
                <a:gd name="connsiteX7" fmla="*/ 0 w 4758105"/>
                <a:gd name="connsiteY7" fmla="*/ 563709 h 563709"/>
                <a:gd name="connsiteX8" fmla="*/ 4758023 w 4758105"/>
                <a:gd name="connsiteY8" fmla="*/ 221 h 563709"/>
                <a:gd name="connsiteX9" fmla="*/ 4758105 w 4758105"/>
                <a:gd name="connsiteY9" fmla="*/ 221 h 563709"/>
                <a:gd name="connsiteX10" fmla="*/ 4758105 w 4758105"/>
                <a:gd name="connsiteY10" fmla="*/ 563487 h 563709"/>
                <a:gd name="connsiteX11" fmla="*/ 4549542 w 4758105"/>
                <a:gd name="connsiteY11" fmla="*/ 563487 h 563709"/>
                <a:gd name="connsiteX12" fmla="*/ 316651 w 4758105"/>
                <a:gd name="connsiteY12" fmla="*/ 221 h 563709"/>
                <a:gd name="connsiteX13" fmla="*/ 4649935 w 4758105"/>
                <a:gd name="connsiteY13" fmla="*/ 221 h 563709"/>
                <a:gd name="connsiteX14" fmla="*/ 4441454 w 4758105"/>
                <a:gd name="connsiteY14" fmla="*/ 563487 h 563709"/>
                <a:gd name="connsiteX15" fmla="*/ 108170 w 4758105"/>
                <a:gd name="connsiteY15" fmla="*/ 563487 h 563709"/>
                <a:gd name="connsiteX16" fmla="*/ 0 w 4758105"/>
                <a:gd name="connsiteY16" fmla="*/ 221 h 563709"/>
                <a:gd name="connsiteX17" fmla="*/ 208563 w 4758105"/>
                <a:gd name="connsiteY17" fmla="*/ 221 h 563709"/>
                <a:gd name="connsiteX18" fmla="*/ 82 w 4758105"/>
                <a:gd name="connsiteY18" fmla="*/ 563487 h 563709"/>
                <a:gd name="connsiteX19" fmla="*/ 0 w 4758105"/>
                <a:gd name="connsiteY19" fmla="*/ 563487 h 563709"/>
                <a:gd name="connsiteX20" fmla="*/ 4650017 w 4758105"/>
                <a:gd name="connsiteY20" fmla="*/ 0 h 563709"/>
                <a:gd name="connsiteX21" fmla="*/ 4758105 w 4758105"/>
                <a:gd name="connsiteY21" fmla="*/ 0 h 563709"/>
                <a:gd name="connsiteX22" fmla="*/ 4758023 w 4758105"/>
                <a:gd name="connsiteY22" fmla="*/ 221 h 563709"/>
                <a:gd name="connsiteX23" fmla="*/ 4649935 w 4758105"/>
                <a:gd name="connsiteY23" fmla="*/ 221 h 563709"/>
                <a:gd name="connsiteX24" fmla="*/ 208645 w 4758105"/>
                <a:gd name="connsiteY24" fmla="*/ 0 h 563709"/>
                <a:gd name="connsiteX25" fmla="*/ 316733 w 4758105"/>
                <a:gd name="connsiteY25" fmla="*/ 0 h 563709"/>
                <a:gd name="connsiteX26" fmla="*/ 316651 w 4758105"/>
                <a:gd name="connsiteY26" fmla="*/ 221 h 563709"/>
                <a:gd name="connsiteX27" fmla="*/ 208563 w 4758105"/>
                <a:gd name="connsiteY27" fmla="*/ 221 h 5637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Lst>
              <a:rect l="l" t="t" r="r" b="b"/>
              <a:pathLst>
                <a:path w="4758105" h="563709">
                  <a:moveTo>
                    <a:pt x="4441454" y="563487"/>
                  </a:moveTo>
                  <a:lnTo>
                    <a:pt x="4549542" y="563487"/>
                  </a:lnTo>
                  <a:lnTo>
                    <a:pt x="4549460" y="563709"/>
                  </a:lnTo>
                  <a:lnTo>
                    <a:pt x="4441372" y="563709"/>
                  </a:lnTo>
                  <a:close/>
                  <a:moveTo>
                    <a:pt x="82" y="563487"/>
                  </a:moveTo>
                  <a:lnTo>
                    <a:pt x="108170" y="563487"/>
                  </a:lnTo>
                  <a:lnTo>
                    <a:pt x="108088" y="563709"/>
                  </a:lnTo>
                  <a:lnTo>
                    <a:pt x="0" y="563709"/>
                  </a:lnTo>
                  <a:close/>
                  <a:moveTo>
                    <a:pt x="4758023" y="221"/>
                  </a:moveTo>
                  <a:lnTo>
                    <a:pt x="4758105" y="221"/>
                  </a:lnTo>
                  <a:lnTo>
                    <a:pt x="4758105" y="563487"/>
                  </a:lnTo>
                  <a:lnTo>
                    <a:pt x="4549542" y="563487"/>
                  </a:lnTo>
                  <a:close/>
                  <a:moveTo>
                    <a:pt x="316651" y="221"/>
                  </a:moveTo>
                  <a:lnTo>
                    <a:pt x="4649935" y="221"/>
                  </a:lnTo>
                  <a:lnTo>
                    <a:pt x="4441454" y="563487"/>
                  </a:lnTo>
                  <a:lnTo>
                    <a:pt x="108170" y="563487"/>
                  </a:lnTo>
                  <a:close/>
                  <a:moveTo>
                    <a:pt x="0" y="221"/>
                  </a:moveTo>
                  <a:lnTo>
                    <a:pt x="208563" y="221"/>
                  </a:lnTo>
                  <a:lnTo>
                    <a:pt x="82" y="563487"/>
                  </a:lnTo>
                  <a:lnTo>
                    <a:pt x="0" y="563487"/>
                  </a:lnTo>
                  <a:close/>
                  <a:moveTo>
                    <a:pt x="4650017" y="0"/>
                  </a:moveTo>
                  <a:lnTo>
                    <a:pt x="4758105" y="0"/>
                  </a:lnTo>
                  <a:lnTo>
                    <a:pt x="4758023" y="221"/>
                  </a:lnTo>
                  <a:lnTo>
                    <a:pt x="4649935" y="221"/>
                  </a:lnTo>
                  <a:close/>
                  <a:moveTo>
                    <a:pt x="208645" y="0"/>
                  </a:moveTo>
                  <a:lnTo>
                    <a:pt x="316733" y="0"/>
                  </a:lnTo>
                  <a:lnTo>
                    <a:pt x="316651" y="221"/>
                  </a:lnTo>
                  <a:lnTo>
                    <a:pt x="208563" y="221"/>
                  </a:lnTo>
                  <a:close/>
                </a:path>
              </a:pathLst>
            </a:custGeom>
            <a:solidFill>
              <a:srgbClr val="CC0066"/>
            </a:solidFill>
            <a:ln w="12700" cap="flat" cmpd="sng" algn="ctr">
              <a:noFill/>
              <a:prstDash val="solid"/>
              <a:miter lim="800000"/>
            </a:ln>
            <a:effectLst/>
          </p:spPr>
          <p:txBody>
            <a:bodyPr anchor="ctr">
              <a:normAutofit/>
            </a:bodyPr>
            <a:lstStyle/>
            <a:p>
              <a:pPr algn="ctr" eaLnBrk="1" fontAlgn="auto" hangingPunct="1">
                <a:spcBef>
                  <a:spcPts val="0"/>
                </a:spcBef>
                <a:spcAft>
                  <a:spcPts val="0"/>
                </a:spcAft>
                <a:defRPr/>
              </a:pPr>
              <a:r>
                <a:rPr lang="en-US" altLang="zh-CN" sz="2400" b="1" kern="0" dirty="0">
                  <a:solidFill>
                    <a:srgbClr val="FFFFFF"/>
                  </a:solidFill>
                  <a:latin typeface="微软雅黑" panose="020B0503020204020204" charset="-122"/>
                  <a:ea typeface="微软雅黑" panose="020B0503020204020204" charset="-122"/>
                  <a:cs typeface="Arial" panose="020B0604020202020204" pitchFamily="34" charset="0"/>
                </a:rPr>
                <a:t>1   </a:t>
              </a:r>
              <a:r>
                <a:rPr lang="zh-CN" altLang="en-US" sz="2400" b="1" kern="0" dirty="0">
                  <a:solidFill>
                    <a:srgbClr val="FFFFFF"/>
                  </a:solidFill>
                  <a:latin typeface="微软雅黑" panose="020B0503020204020204" charset="-122"/>
                  <a:ea typeface="微软雅黑" panose="020B0503020204020204" charset="-122"/>
                  <a:cs typeface="Arial" panose="020B0604020202020204" pitchFamily="34" charset="0"/>
                </a:rPr>
                <a:t>状态图的符号</a:t>
              </a:r>
            </a:p>
          </p:txBody>
        </p:sp>
      </p:grpSp>
    </p:spTree>
  </p:cSld>
  <p:clrMapOvr>
    <a:masterClrMapping/>
  </p:clrMapOvr>
  <p:transition>
    <p:diamond/>
  </p:transition>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694801" y="360000"/>
            <a:ext cx="5401200" cy="523220"/>
          </a:xfrm>
        </p:spPr>
        <p:txBody>
          <a:bodyPr>
            <a:normAutofit/>
          </a:bodyPr>
          <a:lstStyle/>
          <a:p>
            <a:r>
              <a:rPr lang="en-US" altLang="zh-CN" dirty="0">
                <a:sym typeface="+mn-ea"/>
              </a:rPr>
              <a:t>6.3 UML</a:t>
            </a:r>
            <a:r>
              <a:rPr lang="zh-CN" altLang="en-US" dirty="0">
                <a:sym typeface="+mn-ea"/>
              </a:rPr>
              <a:t>图</a:t>
            </a:r>
            <a:endParaRPr lang="zh-CN" altLang="en-US" dirty="0"/>
          </a:p>
        </p:txBody>
      </p:sp>
      <p:sp>
        <p:nvSpPr>
          <p:cNvPr id="5" name="文本占位符 4">
            <a:extLst>
              <a:ext uri="{FF2B5EF4-FFF2-40B4-BE49-F238E27FC236}">
                <a16:creationId xmlns:a16="http://schemas.microsoft.com/office/drawing/2014/main" id="{BE8B2859-5D76-C1E8-0F1E-72984297E664}"/>
              </a:ext>
            </a:extLst>
          </p:cNvPr>
          <p:cNvSpPr>
            <a:spLocks noGrp="1"/>
          </p:cNvSpPr>
          <p:nvPr>
            <p:ph type="body" sz="quarter" idx="10"/>
          </p:nvPr>
        </p:nvSpPr>
        <p:spPr/>
        <p:txBody>
          <a:bodyPr/>
          <a:lstStyle/>
          <a:p>
            <a:endParaRPr lang="zh-CN" altLang="en-US"/>
          </a:p>
        </p:txBody>
      </p:sp>
      <p:sp>
        <p:nvSpPr>
          <p:cNvPr id="29" name="TextBox 6"/>
          <p:cNvSpPr txBox="1"/>
          <p:nvPr/>
        </p:nvSpPr>
        <p:spPr>
          <a:xfrm>
            <a:off x="809625" y="1403350"/>
            <a:ext cx="5777230" cy="566420"/>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6.3.4 </a:t>
            </a:r>
            <a:r>
              <a:rPr lang="zh-CN" altLang="en-US" sz="2400" dirty="0">
                <a:solidFill>
                  <a:schemeClr val="tx1"/>
                </a:solidFill>
              </a:rPr>
              <a:t>状态图</a:t>
            </a:r>
          </a:p>
        </p:txBody>
      </p:sp>
      <p:grpSp>
        <p:nvGrpSpPr>
          <p:cNvPr id="2" name="组合 19"/>
          <p:cNvGrpSpPr/>
          <p:nvPr/>
        </p:nvGrpSpPr>
        <p:grpSpPr>
          <a:xfrm>
            <a:off x="1714356" y="2362463"/>
            <a:ext cx="8796655" cy="3265805"/>
            <a:chOff x="1471085" y="2261258"/>
            <a:chExt cx="8796655" cy="3265805"/>
          </a:xfrm>
        </p:grpSpPr>
        <p:sp>
          <p:nvSpPr>
            <p:cNvPr id="21" name="MH_Text_1"/>
            <p:cNvSpPr/>
            <p:nvPr>
              <p:custDataLst>
                <p:tags r:id="rId1"/>
              </p:custDataLst>
            </p:nvPr>
          </p:nvSpPr>
          <p:spPr>
            <a:xfrm>
              <a:off x="1471085" y="2825138"/>
              <a:ext cx="8796655" cy="2701925"/>
            </a:xfrm>
            <a:prstGeom prst="rect">
              <a:avLst/>
            </a:prstGeom>
            <a:noFill/>
            <a:ln w="12700" cap="flat" cmpd="sng" algn="ctr">
              <a:solidFill>
                <a:srgbClr val="CC0066"/>
              </a:solidFill>
              <a:prstDash val="solid"/>
              <a:miter lim="800000"/>
            </a:ln>
            <a:effectLst/>
          </p:spPr>
          <p:txBody>
            <a:bodyPr anchor="ctr">
              <a:normAutofit/>
            </a:bodyPr>
            <a:lstStyle/>
            <a:p>
              <a:pPr marL="285750" indent="-285750">
                <a:lnSpc>
                  <a:spcPct val="130000"/>
                </a:lnSpc>
                <a:buFont typeface="Wingdings" panose="05000000000000000000" charset="0"/>
                <a:buChar char="Ø"/>
              </a:pPr>
              <a:r>
                <a:rPr lang="zh-CN" altLang="en-US" dirty="0">
                  <a:latin typeface="微软雅黑" panose="020B0503020204020204" charset="-122"/>
                  <a:ea typeface="微软雅黑" panose="020B0503020204020204" charset="-122"/>
                  <a:sym typeface="+mn-ea"/>
                </a:rPr>
                <a:t>一张状态图的初始状态只有一个，而最终状态可以有多个；也可以没有最终状态，只有用圆角矩形表示的中间状态。</a:t>
              </a:r>
            </a:p>
            <a:p>
              <a:pPr marL="285750" indent="-285750">
                <a:lnSpc>
                  <a:spcPct val="130000"/>
                </a:lnSpc>
                <a:buFont typeface="Wingdings" panose="05000000000000000000" charset="0"/>
                <a:buChar char="Ø"/>
              </a:pPr>
              <a:r>
                <a:rPr lang="zh-CN" altLang="en-US" dirty="0">
                  <a:latin typeface="微软雅黑" panose="020B0503020204020204" charset="-122"/>
                  <a:ea typeface="微软雅黑" panose="020B0503020204020204" charset="-122"/>
                  <a:sym typeface="+mn-ea"/>
                </a:rPr>
                <a:t>每个中间状态有不同的操作（活动），中间状态可能包含</a:t>
              </a:r>
              <a:r>
                <a:rPr lang="en-US" altLang="zh-CN" dirty="0">
                  <a:latin typeface="微软雅黑" panose="020B0503020204020204" charset="-122"/>
                  <a:ea typeface="微软雅黑" panose="020B0503020204020204" charset="-122"/>
                  <a:sym typeface="+mn-ea"/>
                </a:rPr>
                <a:t>3</a:t>
              </a:r>
              <a:r>
                <a:rPr lang="zh-CN" altLang="en-US" dirty="0">
                  <a:latin typeface="微软雅黑" panose="020B0503020204020204" charset="-122"/>
                  <a:ea typeface="微软雅黑" panose="020B0503020204020204" charset="-122"/>
                  <a:sym typeface="+mn-ea"/>
                </a:rPr>
                <a:t>个部分：状态名称、状态变量的名称和值、活动表，如图</a:t>
              </a:r>
              <a:r>
                <a:rPr lang="en-US" altLang="zh-CN" dirty="0">
                  <a:latin typeface="微软雅黑" panose="020B0503020204020204" charset="-122"/>
                  <a:ea typeface="微软雅黑" panose="020B0503020204020204" charset="-122"/>
                  <a:sym typeface="+mn-ea"/>
                </a:rPr>
                <a:t>6-15</a:t>
              </a:r>
              <a:r>
                <a:rPr lang="zh-CN" altLang="en-US" dirty="0">
                  <a:latin typeface="微软雅黑" panose="020B0503020204020204" charset="-122"/>
                  <a:ea typeface="微软雅黑" panose="020B0503020204020204" charset="-122"/>
                  <a:sym typeface="+mn-ea"/>
                </a:rPr>
                <a:t>所示。这里状态变量和活动表都是可选项。</a:t>
              </a:r>
              <a:endParaRPr lang="en-US" altLang="zh-CN" dirty="0">
                <a:latin typeface="微软雅黑" panose="020B0503020204020204" charset="-122"/>
                <a:ea typeface="微软雅黑" panose="020B0503020204020204" charset="-122"/>
                <a:sym typeface="+mn-ea"/>
              </a:endParaRPr>
            </a:p>
            <a:p>
              <a:pPr marL="285750" indent="-285750">
                <a:lnSpc>
                  <a:spcPct val="130000"/>
                </a:lnSpc>
                <a:buFont typeface="Wingdings" panose="05000000000000000000" charset="0"/>
                <a:buChar char="Ø"/>
              </a:pPr>
              <a:endParaRPr lang="en-US" altLang="zh-CN" dirty="0">
                <a:latin typeface="微软雅黑" panose="020B0503020204020204" charset="-122"/>
                <a:ea typeface="微软雅黑" panose="020B0503020204020204" charset="-122"/>
                <a:sym typeface="+mn-ea"/>
              </a:endParaRPr>
            </a:p>
            <a:p>
              <a:pPr marL="285750" indent="-285750">
                <a:lnSpc>
                  <a:spcPct val="130000"/>
                </a:lnSpc>
                <a:buFont typeface="Wingdings" panose="05000000000000000000" charset="0"/>
                <a:buChar char="Ø"/>
              </a:pPr>
              <a:endParaRPr lang="en-US" altLang="zh-CN" dirty="0">
                <a:latin typeface="微软雅黑" panose="020B0503020204020204" charset="-122"/>
                <a:ea typeface="微软雅黑" panose="020B0503020204020204" charset="-122"/>
                <a:sym typeface="+mn-ea"/>
              </a:endParaRPr>
            </a:p>
            <a:p>
              <a:pPr marL="285750" indent="-285750">
                <a:lnSpc>
                  <a:spcPct val="130000"/>
                </a:lnSpc>
                <a:buFont typeface="Wingdings" panose="05000000000000000000" charset="0"/>
                <a:buChar char="Ø"/>
              </a:pPr>
              <a:endParaRPr lang="zh-CN" altLang="en-US" dirty="0">
                <a:latin typeface="微软雅黑" panose="020B0503020204020204" charset="-122"/>
                <a:ea typeface="微软雅黑" panose="020B0503020204020204" charset="-122"/>
                <a:sym typeface="+mn-ea"/>
              </a:endParaRPr>
            </a:p>
          </p:txBody>
        </p:sp>
        <p:sp>
          <p:nvSpPr>
            <p:cNvPr id="22" name="MH_SubTitle_1"/>
            <p:cNvSpPr/>
            <p:nvPr>
              <p:custDataLst>
                <p:tags r:id="rId2"/>
              </p:custDataLst>
            </p:nvPr>
          </p:nvSpPr>
          <p:spPr>
            <a:xfrm>
              <a:off x="1471085" y="2261258"/>
              <a:ext cx="5391785" cy="563880"/>
            </a:xfrm>
            <a:custGeom>
              <a:avLst/>
              <a:gdLst>
                <a:gd name="connsiteX0" fmla="*/ 4441454 w 4758105"/>
                <a:gd name="connsiteY0" fmla="*/ 563487 h 563709"/>
                <a:gd name="connsiteX1" fmla="*/ 4549542 w 4758105"/>
                <a:gd name="connsiteY1" fmla="*/ 563487 h 563709"/>
                <a:gd name="connsiteX2" fmla="*/ 4549460 w 4758105"/>
                <a:gd name="connsiteY2" fmla="*/ 563709 h 563709"/>
                <a:gd name="connsiteX3" fmla="*/ 4441372 w 4758105"/>
                <a:gd name="connsiteY3" fmla="*/ 563709 h 563709"/>
                <a:gd name="connsiteX4" fmla="*/ 82 w 4758105"/>
                <a:gd name="connsiteY4" fmla="*/ 563487 h 563709"/>
                <a:gd name="connsiteX5" fmla="*/ 108170 w 4758105"/>
                <a:gd name="connsiteY5" fmla="*/ 563487 h 563709"/>
                <a:gd name="connsiteX6" fmla="*/ 108088 w 4758105"/>
                <a:gd name="connsiteY6" fmla="*/ 563709 h 563709"/>
                <a:gd name="connsiteX7" fmla="*/ 0 w 4758105"/>
                <a:gd name="connsiteY7" fmla="*/ 563709 h 563709"/>
                <a:gd name="connsiteX8" fmla="*/ 4758023 w 4758105"/>
                <a:gd name="connsiteY8" fmla="*/ 221 h 563709"/>
                <a:gd name="connsiteX9" fmla="*/ 4758105 w 4758105"/>
                <a:gd name="connsiteY9" fmla="*/ 221 h 563709"/>
                <a:gd name="connsiteX10" fmla="*/ 4758105 w 4758105"/>
                <a:gd name="connsiteY10" fmla="*/ 563487 h 563709"/>
                <a:gd name="connsiteX11" fmla="*/ 4549542 w 4758105"/>
                <a:gd name="connsiteY11" fmla="*/ 563487 h 563709"/>
                <a:gd name="connsiteX12" fmla="*/ 316651 w 4758105"/>
                <a:gd name="connsiteY12" fmla="*/ 221 h 563709"/>
                <a:gd name="connsiteX13" fmla="*/ 4649935 w 4758105"/>
                <a:gd name="connsiteY13" fmla="*/ 221 h 563709"/>
                <a:gd name="connsiteX14" fmla="*/ 4441454 w 4758105"/>
                <a:gd name="connsiteY14" fmla="*/ 563487 h 563709"/>
                <a:gd name="connsiteX15" fmla="*/ 108170 w 4758105"/>
                <a:gd name="connsiteY15" fmla="*/ 563487 h 563709"/>
                <a:gd name="connsiteX16" fmla="*/ 0 w 4758105"/>
                <a:gd name="connsiteY16" fmla="*/ 221 h 563709"/>
                <a:gd name="connsiteX17" fmla="*/ 208563 w 4758105"/>
                <a:gd name="connsiteY17" fmla="*/ 221 h 563709"/>
                <a:gd name="connsiteX18" fmla="*/ 82 w 4758105"/>
                <a:gd name="connsiteY18" fmla="*/ 563487 h 563709"/>
                <a:gd name="connsiteX19" fmla="*/ 0 w 4758105"/>
                <a:gd name="connsiteY19" fmla="*/ 563487 h 563709"/>
                <a:gd name="connsiteX20" fmla="*/ 4650017 w 4758105"/>
                <a:gd name="connsiteY20" fmla="*/ 0 h 563709"/>
                <a:gd name="connsiteX21" fmla="*/ 4758105 w 4758105"/>
                <a:gd name="connsiteY21" fmla="*/ 0 h 563709"/>
                <a:gd name="connsiteX22" fmla="*/ 4758023 w 4758105"/>
                <a:gd name="connsiteY22" fmla="*/ 221 h 563709"/>
                <a:gd name="connsiteX23" fmla="*/ 4649935 w 4758105"/>
                <a:gd name="connsiteY23" fmla="*/ 221 h 563709"/>
                <a:gd name="connsiteX24" fmla="*/ 208645 w 4758105"/>
                <a:gd name="connsiteY24" fmla="*/ 0 h 563709"/>
                <a:gd name="connsiteX25" fmla="*/ 316733 w 4758105"/>
                <a:gd name="connsiteY25" fmla="*/ 0 h 563709"/>
                <a:gd name="connsiteX26" fmla="*/ 316651 w 4758105"/>
                <a:gd name="connsiteY26" fmla="*/ 221 h 563709"/>
                <a:gd name="connsiteX27" fmla="*/ 208563 w 4758105"/>
                <a:gd name="connsiteY27" fmla="*/ 221 h 5637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Lst>
              <a:rect l="l" t="t" r="r" b="b"/>
              <a:pathLst>
                <a:path w="4758105" h="563709">
                  <a:moveTo>
                    <a:pt x="4441454" y="563487"/>
                  </a:moveTo>
                  <a:lnTo>
                    <a:pt x="4549542" y="563487"/>
                  </a:lnTo>
                  <a:lnTo>
                    <a:pt x="4549460" y="563709"/>
                  </a:lnTo>
                  <a:lnTo>
                    <a:pt x="4441372" y="563709"/>
                  </a:lnTo>
                  <a:close/>
                  <a:moveTo>
                    <a:pt x="82" y="563487"/>
                  </a:moveTo>
                  <a:lnTo>
                    <a:pt x="108170" y="563487"/>
                  </a:lnTo>
                  <a:lnTo>
                    <a:pt x="108088" y="563709"/>
                  </a:lnTo>
                  <a:lnTo>
                    <a:pt x="0" y="563709"/>
                  </a:lnTo>
                  <a:close/>
                  <a:moveTo>
                    <a:pt x="4758023" y="221"/>
                  </a:moveTo>
                  <a:lnTo>
                    <a:pt x="4758105" y="221"/>
                  </a:lnTo>
                  <a:lnTo>
                    <a:pt x="4758105" y="563487"/>
                  </a:lnTo>
                  <a:lnTo>
                    <a:pt x="4549542" y="563487"/>
                  </a:lnTo>
                  <a:close/>
                  <a:moveTo>
                    <a:pt x="316651" y="221"/>
                  </a:moveTo>
                  <a:lnTo>
                    <a:pt x="4649935" y="221"/>
                  </a:lnTo>
                  <a:lnTo>
                    <a:pt x="4441454" y="563487"/>
                  </a:lnTo>
                  <a:lnTo>
                    <a:pt x="108170" y="563487"/>
                  </a:lnTo>
                  <a:close/>
                  <a:moveTo>
                    <a:pt x="0" y="221"/>
                  </a:moveTo>
                  <a:lnTo>
                    <a:pt x="208563" y="221"/>
                  </a:lnTo>
                  <a:lnTo>
                    <a:pt x="82" y="563487"/>
                  </a:lnTo>
                  <a:lnTo>
                    <a:pt x="0" y="563487"/>
                  </a:lnTo>
                  <a:close/>
                  <a:moveTo>
                    <a:pt x="4650017" y="0"/>
                  </a:moveTo>
                  <a:lnTo>
                    <a:pt x="4758105" y="0"/>
                  </a:lnTo>
                  <a:lnTo>
                    <a:pt x="4758023" y="221"/>
                  </a:lnTo>
                  <a:lnTo>
                    <a:pt x="4649935" y="221"/>
                  </a:lnTo>
                  <a:close/>
                  <a:moveTo>
                    <a:pt x="208645" y="0"/>
                  </a:moveTo>
                  <a:lnTo>
                    <a:pt x="316733" y="0"/>
                  </a:lnTo>
                  <a:lnTo>
                    <a:pt x="316651" y="221"/>
                  </a:lnTo>
                  <a:lnTo>
                    <a:pt x="208563" y="221"/>
                  </a:lnTo>
                  <a:close/>
                </a:path>
              </a:pathLst>
            </a:custGeom>
            <a:solidFill>
              <a:srgbClr val="CC0066"/>
            </a:solidFill>
            <a:ln w="12700" cap="flat" cmpd="sng" algn="ctr">
              <a:noFill/>
              <a:prstDash val="solid"/>
              <a:miter lim="800000"/>
            </a:ln>
            <a:effectLst/>
          </p:spPr>
          <p:txBody>
            <a:bodyPr anchor="ctr">
              <a:normAutofit/>
            </a:bodyPr>
            <a:lstStyle/>
            <a:p>
              <a:pPr algn="ctr" eaLnBrk="1" fontAlgn="auto" hangingPunct="1">
                <a:spcBef>
                  <a:spcPts val="0"/>
                </a:spcBef>
                <a:spcAft>
                  <a:spcPts val="0"/>
                </a:spcAft>
                <a:defRPr/>
              </a:pPr>
              <a:r>
                <a:rPr lang="en-US" altLang="zh-CN" sz="2400" b="1" kern="0" dirty="0">
                  <a:solidFill>
                    <a:srgbClr val="FFFFFF"/>
                  </a:solidFill>
                  <a:latin typeface="微软雅黑" panose="020B0503020204020204" charset="-122"/>
                  <a:ea typeface="微软雅黑" panose="020B0503020204020204" charset="-122"/>
                  <a:cs typeface="Arial" panose="020B0604020202020204" pitchFamily="34" charset="0"/>
                </a:rPr>
                <a:t>2   </a:t>
              </a:r>
              <a:r>
                <a:rPr lang="zh-CN" altLang="en-US" sz="2400" b="1" kern="0" dirty="0">
                  <a:solidFill>
                    <a:srgbClr val="FFFFFF"/>
                  </a:solidFill>
                  <a:latin typeface="微软雅黑" panose="020B0503020204020204" charset="-122"/>
                  <a:ea typeface="微软雅黑" panose="020B0503020204020204" charset="-122"/>
                  <a:cs typeface="Arial" panose="020B0604020202020204" pitchFamily="34" charset="0"/>
                </a:rPr>
                <a:t>状态图的状态</a:t>
              </a:r>
            </a:p>
          </p:txBody>
        </p:sp>
      </p:grpSp>
      <p:pic>
        <p:nvPicPr>
          <p:cNvPr id="153603" name="图片 165"/>
          <p:cNvPicPr>
            <a:picLocks noChangeAspect="1" noChangeArrowheads="1"/>
          </p:cNvPicPr>
          <p:nvPr/>
        </p:nvPicPr>
        <p:blipFill>
          <a:blip r:embed="rId4" cstate="print"/>
          <a:srcRect/>
          <a:stretch>
            <a:fillRect/>
          </a:stretch>
        </p:blipFill>
        <p:spPr bwMode="auto">
          <a:xfrm>
            <a:off x="4476466" y="4503760"/>
            <a:ext cx="2479628" cy="1024913"/>
          </a:xfrm>
          <a:prstGeom prst="rect">
            <a:avLst/>
          </a:prstGeom>
          <a:noFill/>
          <a:ln w="9525">
            <a:noFill/>
            <a:miter lim="800000"/>
            <a:headEnd/>
            <a:tailEnd/>
          </a:ln>
        </p:spPr>
      </p:pic>
    </p:spTree>
  </p:cSld>
  <p:clrMapOvr>
    <a:masterClrMapping/>
  </p:clrMapOvr>
  <p:transition>
    <p:diamond/>
  </p:transition>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694801" y="360000"/>
            <a:ext cx="5401200" cy="523220"/>
          </a:xfrm>
        </p:spPr>
        <p:txBody>
          <a:bodyPr>
            <a:normAutofit/>
          </a:bodyPr>
          <a:lstStyle/>
          <a:p>
            <a:r>
              <a:rPr lang="en-US" altLang="zh-CN" dirty="0">
                <a:sym typeface="+mn-ea"/>
              </a:rPr>
              <a:t>6.3 UML</a:t>
            </a:r>
            <a:r>
              <a:rPr lang="zh-CN" altLang="en-US" dirty="0">
                <a:sym typeface="+mn-ea"/>
              </a:rPr>
              <a:t>图</a:t>
            </a:r>
            <a:endParaRPr lang="zh-CN" altLang="en-US" dirty="0"/>
          </a:p>
        </p:txBody>
      </p:sp>
      <p:sp>
        <p:nvSpPr>
          <p:cNvPr id="4" name="文本占位符 3">
            <a:extLst>
              <a:ext uri="{FF2B5EF4-FFF2-40B4-BE49-F238E27FC236}">
                <a16:creationId xmlns:a16="http://schemas.microsoft.com/office/drawing/2014/main" id="{B12E6860-F7C0-C160-E3BB-923ACD659DD2}"/>
              </a:ext>
            </a:extLst>
          </p:cNvPr>
          <p:cNvSpPr>
            <a:spLocks noGrp="1"/>
          </p:cNvSpPr>
          <p:nvPr>
            <p:ph type="body" sz="quarter" idx="10"/>
          </p:nvPr>
        </p:nvSpPr>
        <p:spPr/>
        <p:txBody>
          <a:bodyPr/>
          <a:lstStyle/>
          <a:p>
            <a:endParaRPr lang="zh-CN" altLang="en-US"/>
          </a:p>
        </p:txBody>
      </p:sp>
      <p:sp>
        <p:nvSpPr>
          <p:cNvPr id="29" name="TextBox 6"/>
          <p:cNvSpPr txBox="1"/>
          <p:nvPr/>
        </p:nvSpPr>
        <p:spPr>
          <a:xfrm>
            <a:off x="809625" y="1403350"/>
            <a:ext cx="5777230" cy="566420"/>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6.3.4 </a:t>
            </a:r>
            <a:r>
              <a:rPr lang="zh-CN" altLang="en-US" sz="2400" dirty="0">
                <a:solidFill>
                  <a:schemeClr val="tx1"/>
                </a:solidFill>
              </a:rPr>
              <a:t>状态图</a:t>
            </a:r>
          </a:p>
        </p:txBody>
      </p:sp>
      <p:grpSp>
        <p:nvGrpSpPr>
          <p:cNvPr id="20" name="组合 19"/>
          <p:cNvGrpSpPr/>
          <p:nvPr/>
        </p:nvGrpSpPr>
        <p:grpSpPr>
          <a:xfrm>
            <a:off x="1385426" y="2280548"/>
            <a:ext cx="9354820" cy="3806825"/>
            <a:chOff x="1471085" y="2261258"/>
            <a:chExt cx="9354820" cy="3806825"/>
          </a:xfrm>
        </p:grpSpPr>
        <p:sp>
          <p:nvSpPr>
            <p:cNvPr id="21" name="MH_Text_1"/>
            <p:cNvSpPr/>
            <p:nvPr>
              <p:custDataLst>
                <p:tags r:id="rId1"/>
              </p:custDataLst>
            </p:nvPr>
          </p:nvSpPr>
          <p:spPr>
            <a:xfrm>
              <a:off x="1471085" y="2825138"/>
              <a:ext cx="9354820" cy="3242945"/>
            </a:xfrm>
            <a:prstGeom prst="rect">
              <a:avLst/>
            </a:prstGeom>
            <a:noFill/>
            <a:ln w="12700" cap="flat" cmpd="sng" algn="ctr">
              <a:solidFill>
                <a:srgbClr val="CC0066"/>
              </a:solidFill>
              <a:prstDash val="solid"/>
              <a:miter lim="800000"/>
            </a:ln>
            <a:effectLst/>
          </p:spPr>
          <p:txBody>
            <a:bodyPr anchor="ctr">
              <a:normAutofit lnSpcReduction="10000"/>
            </a:bodyPr>
            <a:lstStyle/>
            <a:p>
              <a:pPr marL="285750" indent="-285750" algn="l" fontAlgn="auto">
                <a:lnSpc>
                  <a:spcPct val="130000"/>
                </a:lnSpc>
                <a:buFont typeface="Wingdings" panose="05000000000000000000" charset="0"/>
                <a:buChar char="Ø"/>
              </a:pPr>
              <a:r>
                <a:rPr>
                  <a:latin typeface="微软雅黑" panose="020B0503020204020204" charset="-122"/>
                  <a:ea typeface="微软雅黑" panose="020B0503020204020204" charset="-122"/>
                  <a:sym typeface="+mn-ea"/>
                </a:rPr>
                <a:t>活动表经常使用下述3种标准事件：entry（进入）、exit（退出）和do（做）。</a:t>
              </a:r>
            </a:p>
            <a:p>
              <a:pPr marL="285750" indent="-285750" algn="l" fontAlgn="auto">
                <a:lnSpc>
                  <a:spcPct val="130000"/>
                </a:lnSpc>
                <a:buFont typeface="Arial" panose="020B0604020202020204" pitchFamily="34" charset="0"/>
                <a:buChar char="•"/>
              </a:pPr>
              <a:r>
                <a:rPr>
                  <a:solidFill>
                    <a:srgbClr val="00B050"/>
                  </a:solidFill>
                  <a:latin typeface="微软雅黑" panose="020B0503020204020204" charset="-122"/>
                  <a:ea typeface="微软雅黑" panose="020B0503020204020204" charset="-122"/>
                  <a:sym typeface="+mn-ea"/>
                </a:rPr>
                <a:t>entry事件：指进入该状态的动作，相当于状态图中的初始状态，用实心圆表示。</a:t>
              </a:r>
            </a:p>
            <a:p>
              <a:pPr marL="285750" indent="-285750" algn="l" fontAlgn="auto">
                <a:lnSpc>
                  <a:spcPct val="130000"/>
                </a:lnSpc>
                <a:buFont typeface="Arial" panose="020B0604020202020204" pitchFamily="34" charset="0"/>
                <a:buChar char="•"/>
              </a:pPr>
              <a:r>
                <a:rPr>
                  <a:solidFill>
                    <a:srgbClr val="00B050"/>
                  </a:solidFill>
                  <a:latin typeface="微软雅黑" panose="020B0503020204020204" charset="-122"/>
                  <a:ea typeface="微软雅黑" panose="020B0503020204020204" charset="-122"/>
                  <a:sym typeface="+mn-ea"/>
                </a:rPr>
                <a:t>exit事件：指退出该状态的动作，对应于状态图中的“”表示。</a:t>
              </a:r>
            </a:p>
            <a:p>
              <a:pPr marL="285750" indent="-285750" algn="l" fontAlgn="auto">
                <a:lnSpc>
                  <a:spcPct val="130000"/>
                </a:lnSpc>
                <a:buFont typeface="Arial" panose="020B0604020202020204" pitchFamily="34" charset="0"/>
                <a:buChar char="•"/>
              </a:pPr>
              <a:r>
                <a:rPr>
                  <a:solidFill>
                    <a:srgbClr val="00B050"/>
                  </a:solidFill>
                  <a:latin typeface="微软雅黑" panose="020B0503020204020204" charset="-122"/>
                  <a:ea typeface="微软雅黑" panose="020B0503020204020204" charset="-122"/>
                  <a:sym typeface="+mn-ea"/>
                </a:rPr>
                <a:t>do事件：指在该状态下的动作，可在表示该状态的圆角矩形内用状态子图详细描述。</a:t>
              </a:r>
            </a:p>
            <a:p>
              <a:pPr marL="285750" indent="-285750" algn="l" fontAlgn="auto">
                <a:lnSpc>
                  <a:spcPct val="130000"/>
                </a:lnSpc>
                <a:buFont typeface="Wingdings" panose="05000000000000000000" charset="0"/>
                <a:buChar char="Ø"/>
              </a:pPr>
              <a:r>
                <a:rPr>
                  <a:latin typeface="微软雅黑" panose="020B0503020204020204" charset="-122"/>
                  <a:ea typeface="微软雅黑" panose="020B0503020204020204" charset="-122"/>
                  <a:sym typeface="+mn-ea"/>
                </a:rPr>
                <a:t>这些标准事件一般不做其他用途。活动表较复杂时也可用状态图中嵌套一个状态子图来表示。活动表中表示动作的语法如下：</a:t>
              </a:r>
            </a:p>
            <a:p>
              <a:pPr indent="0" algn="l" fontAlgn="auto">
                <a:lnSpc>
                  <a:spcPct val="130000"/>
                </a:lnSpc>
                <a:buNone/>
              </a:pPr>
              <a:r>
                <a:rPr>
                  <a:latin typeface="微软雅黑" panose="020B0503020204020204" charset="-122"/>
                  <a:ea typeface="微软雅黑" panose="020B0503020204020204" charset="-122"/>
                  <a:sym typeface="+mn-ea"/>
                </a:rPr>
                <a:t>                                     </a:t>
              </a:r>
              <a:r>
                <a:rPr>
                  <a:solidFill>
                    <a:schemeClr val="accent6">
                      <a:lumMod val="50000"/>
                    </a:schemeClr>
                  </a:solidFill>
                  <a:latin typeface="微软雅黑" panose="020B0503020204020204" charset="-122"/>
                  <a:ea typeface="微软雅黑" panose="020B0503020204020204" charset="-122"/>
                  <a:sym typeface="+mn-ea"/>
                </a:rPr>
                <a:t>     事件名 （参数表）    /    动作表达式</a:t>
              </a:r>
            </a:p>
            <a:p>
              <a:pPr marL="285750" indent="-285750" algn="l" fontAlgn="auto">
                <a:lnSpc>
                  <a:spcPct val="130000"/>
                </a:lnSpc>
                <a:buFont typeface="Wingdings" panose="05000000000000000000" charset="0"/>
                <a:buChar char="Ø"/>
              </a:pPr>
              <a:r>
                <a:rPr>
                  <a:latin typeface="微软雅黑" panose="020B0503020204020204" charset="-122"/>
                  <a:ea typeface="微软雅黑" panose="020B0503020204020204" charset="-122"/>
                  <a:sym typeface="+mn-ea"/>
                </a:rPr>
                <a:t>事件名可以是任何事件，包括上述3种标准事件；需要时可以指定事件的参数表；动作表达式指定应做的动作。</a:t>
              </a:r>
            </a:p>
          </p:txBody>
        </p:sp>
        <p:sp>
          <p:nvSpPr>
            <p:cNvPr id="22" name="MH_SubTitle_1"/>
            <p:cNvSpPr/>
            <p:nvPr>
              <p:custDataLst>
                <p:tags r:id="rId2"/>
              </p:custDataLst>
            </p:nvPr>
          </p:nvSpPr>
          <p:spPr>
            <a:xfrm>
              <a:off x="1471085" y="2261258"/>
              <a:ext cx="5391785" cy="563880"/>
            </a:xfrm>
            <a:custGeom>
              <a:avLst/>
              <a:gdLst>
                <a:gd name="connsiteX0" fmla="*/ 4441454 w 4758105"/>
                <a:gd name="connsiteY0" fmla="*/ 563487 h 563709"/>
                <a:gd name="connsiteX1" fmla="*/ 4549542 w 4758105"/>
                <a:gd name="connsiteY1" fmla="*/ 563487 h 563709"/>
                <a:gd name="connsiteX2" fmla="*/ 4549460 w 4758105"/>
                <a:gd name="connsiteY2" fmla="*/ 563709 h 563709"/>
                <a:gd name="connsiteX3" fmla="*/ 4441372 w 4758105"/>
                <a:gd name="connsiteY3" fmla="*/ 563709 h 563709"/>
                <a:gd name="connsiteX4" fmla="*/ 82 w 4758105"/>
                <a:gd name="connsiteY4" fmla="*/ 563487 h 563709"/>
                <a:gd name="connsiteX5" fmla="*/ 108170 w 4758105"/>
                <a:gd name="connsiteY5" fmla="*/ 563487 h 563709"/>
                <a:gd name="connsiteX6" fmla="*/ 108088 w 4758105"/>
                <a:gd name="connsiteY6" fmla="*/ 563709 h 563709"/>
                <a:gd name="connsiteX7" fmla="*/ 0 w 4758105"/>
                <a:gd name="connsiteY7" fmla="*/ 563709 h 563709"/>
                <a:gd name="connsiteX8" fmla="*/ 4758023 w 4758105"/>
                <a:gd name="connsiteY8" fmla="*/ 221 h 563709"/>
                <a:gd name="connsiteX9" fmla="*/ 4758105 w 4758105"/>
                <a:gd name="connsiteY9" fmla="*/ 221 h 563709"/>
                <a:gd name="connsiteX10" fmla="*/ 4758105 w 4758105"/>
                <a:gd name="connsiteY10" fmla="*/ 563487 h 563709"/>
                <a:gd name="connsiteX11" fmla="*/ 4549542 w 4758105"/>
                <a:gd name="connsiteY11" fmla="*/ 563487 h 563709"/>
                <a:gd name="connsiteX12" fmla="*/ 316651 w 4758105"/>
                <a:gd name="connsiteY12" fmla="*/ 221 h 563709"/>
                <a:gd name="connsiteX13" fmla="*/ 4649935 w 4758105"/>
                <a:gd name="connsiteY13" fmla="*/ 221 h 563709"/>
                <a:gd name="connsiteX14" fmla="*/ 4441454 w 4758105"/>
                <a:gd name="connsiteY14" fmla="*/ 563487 h 563709"/>
                <a:gd name="connsiteX15" fmla="*/ 108170 w 4758105"/>
                <a:gd name="connsiteY15" fmla="*/ 563487 h 563709"/>
                <a:gd name="connsiteX16" fmla="*/ 0 w 4758105"/>
                <a:gd name="connsiteY16" fmla="*/ 221 h 563709"/>
                <a:gd name="connsiteX17" fmla="*/ 208563 w 4758105"/>
                <a:gd name="connsiteY17" fmla="*/ 221 h 563709"/>
                <a:gd name="connsiteX18" fmla="*/ 82 w 4758105"/>
                <a:gd name="connsiteY18" fmla="*/ 563487 h 563709"/>
                <a:gd name="connsiteX19" fmla="*/ 0 w 4758105"/>
                <a:gd name="connsiteY19" fmla="*/ 563487 h 563709"/>
                <a:gd name="connsiteX20" fmla="*/ 4650017 w 4758105"/>
                <a:gd name="connsiteY20" fmla="*/ 0 h 563709"/>
                <a:gd name="connsiteX21" fmla="*/ 4758105 w 4758105"/>
                <a:gd name="connsiteY21" fmla="*/ 0 h 563709"/>
                <a:gd name="connsiteX22" fmla="*/ 4758023 w 4758105"/>
                <a:gd name="connsiteY22" fmla="*/ 221 h 563709"/>
                <a:gd name="connsiteX23" fmla="*/ 4649935 w 4758105"/>
                <a:gd name="connsiteY23" fmla="*/ 221 h 563709"/>
                <a:gd name="connsiteX24" fmla="*/ 208645 w 4758105"/>
                <a:gd name="connsiteY24" fmla="*/ 0 h 563709"/>
                <a:gd name="connsiteX25" fmla="*/ 316733 w 4758105"/>
                <a:gd name="connsiteY25" fmla="*/ 0 h 563709"/>
                <a:gd name="connsiteX26" fmla="*/ 316651 w 4758105"/>
                <a:gd name="connsiteY26" fmla="*/ 221 h 563709"/>
                <a:gd name="connsiteX27" fmla="*/ 208563 w 4758105"/>
                <a:gd name="connsiteY27" fmla="*/ 221 h 5637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Lst>
              <a:rect l="l" t="t" r="r" b="b"/>
              <a:pathLst>
                <a:path w="4758105" h="563709">
                  <a:moveTo>
                    <a:pt x="4441454" y="563487"/>
                  </a:moveTo>
                  <a:lnTo>
                    <a:pt x="4549542" y="563487"/>
                  </a:lnTo>
                  <a:lnTo>
                    <a:pt x="4549460" y="563709"/>
                  </a:lnTo>
                  <a:lnTo>
                    <a:pt x="4441372" y="563709"/>
                  </a:lnTo>
                  <a:close/>
                  <a:moveTo>
                    <a:pt x="82" y="563487"/>
                  </a:moveTo>
                  <a:lnTo>
                    <a:pt x="108170" y="563487"/>
                  </a:lnTo>
                  <a:lnTo>
                    <a:pt x="108088" y="563709"/>
                  </a:lnTo>
                  <a:lnTo>
                    <a:pt x="0" y="563709"/>
                  </a:lnTo>
                  <a:close/>
                  <a:moveTo>
                    <a:pt x="4758023" y="221"/>
                  </a:moveTo>
                  <a:lnTo>
                    <a:pt x="4758105" y="221"/>
                  </a:lnTo>
                  <a:lnTo>
                    <a:pt x="4758105" y="563487"/>
                  </a:lnTo>
                  <a:lnTo>
                    <a:pt x="4549542" y="563487"/>
                  </a:lnTo>
                  <a:close/>
                  <a:moveTo>
                    <a:pt x="316651" y="221"/>
                  </a:moveTo>
                  <a:lnTo>
                    <a:pt x="4649935" y="221"/>
                  </a:lnTo>
                  <a:lnTo>
                    <a:pt x="4441454" y="563487"/>
                  </a:lnTo>
                  <a:lnTo>
                    <a:pt x="108170" y="563487"/>
                  </a:lnTo>
                  <a:close/>
                  <a:moveTo>
                    <a:pt x="0" y="221"/>
                  </a:moveTo>
                  <a:lnTo>
                    <a:pt x="208563" y="221"/>
                  </a:lnTo>
                  <a:lnTo>
                    <a:pt x="82" y="563487"/>
                  </a:lnTo>
                  <a:lnTo>
                    <a:pt x="0" y="563487"/>
                  </a:lnTo>
                  <a:close/>
                  <a:moveTo>
                    <a:pt x="4650017" y="0"/>
                  </a:moveTo>
                  <a:lnTo>
                    <a:pt x="4758105" y="0"/>
                  </a:lnTo>
                  <a:lnTo>
                    <a:pt x="4758023" y="221"/>
                  </a:lnTo>
                  <a:lnTo>
                    <a:pt x="4649935" y="221"/>
                  </a:lnTo>
                  <a:close/>
                  <a:moveTo>
                    <a:pt x="208645" y="0"/>
                  </a:moveTo>
                  <a:lnTo>
                    <a:pt x="316733" y="0"/>
                  </a:lnTo>
                  <a:lnTo>
                    <a:pt x="316651" y="221"/>
                  </a:lnTo>
                  <a:lnTo>
                    <a:pt x="208563" y="221"/>
                  </a:lnTo>
                  <a:close/>
                </a:path>
              </a:pathLst>
            </a:custGeom>
            <a:solidFill>
              <a:srgbClr val="CC0066"/>
            </a:solidFill>
            <a:ln w="12700" cap="flat" cmpd="sng" algn="ctr">
              <a:noFill/>
              <a:prstDash val="solid"/>
              <a:miter lim="800000"/>
            </a:ln>
            <a:effectLst/>
          </p:spPr>
          <p:txBody>
            <a:bodyPr anchor="ctr">
              <a:normAutofit/>
            </a:bodyPr>
            <a:lstStyle/>
            <a:p>
              <a:pPr algn="ctr" eaLnBrk="1" fontAlgn="auto" hangingPunct="1">
                <a:spcBef>
                  <a:spcPts val="0"/>
                </a:spcBef>
                <a:spcAft>
                  <a:spcPts val="0"/>
                </a:spcAft>
                <a:defRPr/>
              </a:pPr>
              <a:r>
                <a:rPr lang="en-US" altLang="zh-CN" sz="2400" b="1" kern="0" dirty="0">
                  <a:solidFill>
                    <a:srgbClr val="FFFFFF"/>
                  </a:solidFill>
                  <a:latin typeface="微软雅黑" panose="020B0503020204020204" charset="-122"/>
                  <a:ea typeface="微软雅黑" panose="020B0503020204020204" charset="-122"/>
                  <a:cs typeface="Arial" panose="020B0604020202020204" pitchFamily="34" charset="0"/>
                </a:rPr>
                <a:t>3   </a:t>
              </a:r>
              <a:r>
                <a:rPr lang="zh-CN" altLang="en-US" sz="2400" b="1" kern="0" dirty="0">
                  <a:solidFill>
                    <a:srgbClr val="FFFFFF"/>
                  </a:solidFill>
                  <a:latin typeface="微软雅黑" panose="020B0503020204020204" charset="-122"/>
                  <a:ea typeface="微软雅黑" panose="020B0503020204020204" charset="-122"/>
                  <a:cs typeface="Arial" panose="020B0604020202020204" pitchFamily="34" charset="0"/>
                </a:rPr>
                <a:t>状态图的事件</a:t>
              </a:r>
              <a:endParaRPr lang="en-US" altLang="zh-CN" sz="2400" b="1" kern="0" dirty="0">
                <a:solidFill>
                  <a:srgbClr val="FFFFFF"/>
                </a:solidFill>
                <a:latin typeface="微软雅黑" panose="020B0503020204020204" charset="-122"/>
                <a:ea typeface="微软雅黑" panose="020B0503020204020204" charset="-122"/>
                <a:cs typeface="Arial" panose="020B0604020202020204" pitchFamily="34" charset="0"/>
              </a:endParaRPr>
            </a:p>
          </p:txBody>
        </p:sp>
      </p:grpSp>
    </p:spTree>
  </p:cSld>
  <p:clrMapOvr>
    <a:masterClrMapping/>
  </p:clrMapOvr>
  <p:transition>
    <p:diamond/>
  </p:transition>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694801" y="360000"/>
            <a:ext cx="5401200" cy="523220"/>
          </a:xfrm>
        </p:spPr>
        <p:txBody>
          <a:bodyPr>
            <a:normAutofit/>
          </a:bodyPr>
          <a:lstStyle/>
          <a:p>
            <a:r>
              <a:rPr lang="en-US" dirty="0"/>
              <a:t>6.3 </a:t>
            </a:r>
            <a:r>
              <a:rPr lang="zh-CN" altLang="en-US" dirty="0">
                <a:sym typeface="+mn-ea"/>
              </a:rPr>
              <a:t>UML图</a:t>
            </a:r>
            <a:endParaRPr lang="zh-CN" altLang="en-US" dirty="0"/>
          </a:p>
        </p:txBody>
      </p:sp>
      <p:sp>
        <p:nvSpPr>
          <p:cNvPr id="8" name="文本占位符 7">
            <a:extLst>
              <a:ext uri="{FF2B5EF4-FFF2-40B4-BE49-F238E27FC236}">
                <a16:creationId xmlns:a16="http://schemas.microsoft.com/office/drawing/2014/main" id="{2B7FB1D9-679C-6CF3-B88C-F7B6DFB2E31C}"/>
              </a:ext>
            </a:extLst>
          </p:cNvPr>
          <p:cNvSpPr>
            <a:spLocks noGrp="1"/>
          </p:cNvSpPr>
          <p:nvPr>
            <p:ph type="body" sz="quarter" idx="10"/>
          </p:nvPr>
        </p:nvSpPr>
        <p:spPr/>
        <p:txBody>
          <a:bodyPr/>
          <a:lstStyle/>
          <a:p>
            <a:endParaRPr lang="zh-CN" altLang="en-US"/>
          </a:p>
        </p:txBody>
      </p:sp>
      <p:sp>
        <p:nvSpPr>
          <p:cNvPr id="29" name="TextBox 6"/>
          <p:cNvSpPr txBox="1"/>
          <p:nvPr/>
        </p:nvSpPr>
        <p:spPr>
          <a:xfrm>
            <a:off x="809625" y="1403350"/>
            <a:ext cx="5777230" cy="566420"/>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6.3.4 </a:t>
            </a:r>
            <a:r>
              <a:rPr lang="zh-CN" altLang="en-US" sz="2400" dirty="0">
                <a:solidFill>
                  <a:schemeClr val="tx1"/>
                </a:solidFill>
              </a:rPr>
              <a:t>状态图</a:t>
            </a:r>
          </a:p>
        </p:txBody>
      </p:sp>
      <p:grpSp>
        <p:nvGrpSpPr>
          <p:cNvPr id="2" name="组合 1"/>
          <p:cNvGrpSpPr/>
          <p:nvPr/>
        </p:nvGrpSpPr>
        <p:grpSpPr>
          <a:xfrm>
            <a:off x="1883392" y="2068195"/>
            <a:ext cx="9266830" cy="4209415"/>
            <a:chOff x="2182286" y="1830388"/>
            <a:chExt cx="7814732" cy="4249738"/>
          </a:xfrm>
        </p:grpSpPr>
        <p:sp>
          <p:nvSpPr>
            <p:cNvPr id="4" name="MH_Other_1"/>
            <p:cNvSpPr/>
            <p:nvPr/>
          </p:nvSpPr>
          <p:spPr>
            <a:xfrm>
              <a:off x="2497668" y="1830388"/>
              <a:ext cx="5185833" cy="3192462"/>
            </a:xfrm>
            <a:custGeom>
              <a:avLst/>
              <a:gdLst>
                <a:gd name="connsiteX0" fmla="*/ 0 w 3718560"/>
                <a:gd name="connsiteY0" fmla="*/ 0 h 3518262"/>
                <a:gd name="connsiteX1" fmla="*/ 0 w 3718560"/>
                <a:gd name="connsiteY1" fmla="*/ 3509554 h 3518262"/>
                <a:gd name="connsiteX2" fmla="*/ 3718560 w 3718560"/>
                <a:gd name="connsiteY2" fmla="*/ 3518262 h 3518262"/>
                <a:gd name="connsiteX3" fmla="*/ 3718560 w 3718560"/>
                <a:gd name="connsiteY3" fmla="*/ 3518262 h 3518262"/>
              </a:gdLst>
              <a:ahLst/>
              <a:cxnLst>
                <a:cxn ang="0">
                  <a:pos x="connsiteX0" y="connsiteY0"/>
                </a:cxn>
                <a:cxn ang="0">
                  <a:pos x="connsiteX1" y="connsiteY1"/>
                </a:cxn>
                <a:cxn ang="0">
                  <a:pos x="connsiteX2" y="connsiteY2"/>
                </a:cxn>
                <a:cxn ang="0">
                  <a:pos x="connsiteX3" y="connsiteY3"/>
                </a:cxn>
              </a:cxnLst>
              <a:rect l="l" t="t" r="r" b="b"/>
              <a:pathLst>
                <a:path w="3718560" h="3518262">
                  <a:moveTo>
                    <a:pt x="0" y="0"/>
                  </a:moveTo>
                  <a:lnTo>
                    <a:pt x="0" y="3509554"/>
                  </a:lnTo>
                  <a:lnTo>
                    <a:pt x="3718560" y="3518262"/>
                  </a:lnTo>
                  <a:lnTo>
                    <a:pt x="3718560" y="3518262"/>
                  </a:lnTo>
                </a:path>
              </a:pathLst>
            </a:custGeom>
            <a:noFill/>
            <a:ln w="76200" cap="flat" cmpd="sng" algn="ctr">
              <a:solidFill>
                <a:srgbClr val="D10000"/>
              </a:solidFill>
              <a:prstDash val="solid"/>
              <a:miter lim="800000"/>
            </a:ln>
            <a:effectLst/>
          </p:spPr>
          <p:txBody>
            <a:bodyPr anchor="ctr"/>
            <a:lstStyle/>
            <a:p>
              <a:pPr algn="ctr" eaLnBrk="1" fontAlgn="auto" hangingPunct="1">
                <a:spcBef>
                  <a:spcPts val="0"/>
                </a:spcBef>
                <a:spcAft>
                  <a:spcPts val="0"/>
                </a:spcAft>
                <a:defRPr/>
              </a:pPr>
              <a:endParaRPr lang="zh-CN" altLang="en-US" kern="0" dirty="0">
                <a:solidFill>
                  <a:srgbClr val="FFFFFF"/>
                </a:solidFill>
                <a:latin typeface="微软雅黑 Light" panose="020B0502040204020203" pitchFamily="34" charset="-122"/>
                <a:ea typeface="微软雅黑" panose="020B0503020204020204" pitchFamily="34" charset="-122"/>
              </a:endParaRPr>
            </a:p>
          </p:txBody>
        </p:sp>
        <p:sp>
          <p:nvSpPr>
            <p:cNvPr id="5" name="MH_Desc_1"/>
            <p:cNvSpPr/>
            <p:nvPr/>
          </p:nvSpPr>
          <p:spPr>
            <a:xfrm>
              <a:off x="2182286" y="2117725"/>
              <a:ext cx="7072074" cy="3911600"/>
            </a:xfrm>
            <a:custGeom>
              <a:avLst/>
              <a:gdLst>
                <a:gd name="connsiteX0" fmla="*/ 5320937 w 5320937"/>
                <a:gd name="connsiteY0" fmla="*/ 1837508 h 4188823"/>
                <a:gd name="connsiteX1" fmla="*/ 5320937 w 5320937"/>
                <a:gd name="connsiteY1" fmla="*/ 0 h 4188823"/>
                <a:gd name="connsiteX2" fmla="*/ 0 w 5320937"/>
                <a:gd name="connsiteY2" fmla="*/ 0 h 4188823"/>
                <a:gd name="connsiteX3" fmla="*/ 0 w 5320937"/>
                <a:gd name="connsiteY3" fmla="*/ 3405051 h 4188823"/>
                <a:gd name="connsiteX4" fmla="*/ 2717075 w 5320937"/>
                <a:gd name="connsiteY4" fmla="*/ 3405051 h 4188823"/>
                <a:gd name="connsiteX5" fmla="*/ 3500847 w 5320937"/>
                <a:gd name="connsiteY5" fmla="*/ 4188823 h 4188823"/>
                <a:gd name="connsiteX6" fmla="*/ 3518263 w 5320937"/>
                <a:gd name="connsiteY6" fmla="*/ 4188823 h 418882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5320937" h="4188823">
                  <a:moveTo>
                    <a:pt x="5320937" y="1837508"/>
                  </a:moveTo>
                  <a:lnTo>
                    <a:pt x="5320937" y="0"/>
                  </a:lnTo>
                  <a:lnTo>
                    <a:pt x="0" y="0"/>
                  </a:lnTo>
                  <a:lnTo>
                    <a:pt x="0" y="3405051"/>
                  </a:lnTo>
                  <a:lnTo>
                    <a:pt x="2717075" y="3405051"/>
                  </a:lnTo>
                  <a:lnTo>
                    <a:pt x="3500847" y="4188823"/>
                  </a:lnTo>
                  <a:lnTo>
                    <a:pt x="3518263" y="4188823"/>
                  </a:lnTo>
                </a:path>
              </a:pathLst>
            </a:custGeom>
            <a:noFill/>
            <a:ln w="76200" cap="flat" cmpd="sng" algn="ctr">
              <a:solidFill>
                <a:srgbClr val="D10000"/>
              </a:solidFill>
              <a:prstDash val="solid"/>
              <a:miter lim="800000"/>
            </a:ln>
            <a:effectLst/>
          </p:spPr>
          <p:txBody>
            <a:bodyPr lIns="612000" tIns="216000" rIns="324000" bIns="1584000">
              <a:noAutofit/>
            </a:bodyPr>
            <a:lstStyle/>
            <a:p>
              <a:pPr indent="457200">
                <a:lnSpc>
                  <a:spcPct val="140000"/>
                </a:lnSpc>
              </a:pPr>
              <a:endParaRPr lang="en-US" dirty="0">
                <a:latin typeface="+mn-ea"/>
              </a:endParaRPr>
            </a:p>
            <a:p>
              <a:pPr indent="457200">
                <a:lnSpc>
                  <a:spcPct val="140000"/>
                </a:lnSpc>
              </a:pPr>
              <a:r>
                <a:rPr dirty="0">
                  <a:latin typeface="+mn-ea"/>
                </a:rPr>
                <a:t>状态机（State Machine）指定某对象或交互过程在其整个生存周期中对事件做出响应而先后经历的各种状态，同时表明响应和动作。</a:t>
              </a:r>
            </a:p>
            <a:p>
              <a:pPr indent="457200">
                <a:lnSpc>
                  <a:spcPct val="140000"/>
                </a:lnSpc>
              </a:pPr>
              <a:r>
                <a:rPr dirty="0">
                  <a:latin typeface="+mn-ea"/>
                </a:rPr>
                <a:t>状态机为类的对象在生存周期建立模型。状态机由对象的一系列状态和激发这些状态的转换组成，状态转换附属的某些动作可能被执行，状态机用状态图描述。</a:t>
              </a:r>
            </a:p>
          </p:txBody>
        </p:sp>
        <p:sp>
          <p:nvSpPr>
            <p:cNvPr id="6" name="MH_Other_2"/>
            <p:cNvSpPr/>
            <p:nvPr/>
          </p:nvSpPr>
          <p:spPr bwMode="auto">
            <a:xfrm>
              <a:off x="6955367" y="3722689"/>
              <a:ext cx="3041651" cy="2357437"/>
            </a:xfrm>
            <a:custGeom>
              <a:avLst/>
              <a:gdLst>
                <a:gd name="T0" fmla="*/ 311438 w 1909763"/>
                <a:gd name="T1" fmla="*/ 1234671 h 1912938"/>
                <a:gd name="T2" fmla="*/ 423998 w 1909763"/>
                <a:gd name="T3" fmla="*/ 1256142 h 1912938"/>
                <a:gd name="T4" fmla="*/ 469528 w 1909763"/>
                <a:gd name="T5" fmla="*/ 1335710 h 1912938"/>
                <a:gd name="T6" fmla="*/ 530235 w 1909763"/>
                <a:gd name="T7" fmla="*/ 1396649 h 1912938"/>
                <a:gd name="T8" fmla="*/ 631728 w 1909763"/>
                <a:gd name="T9" fmla="*/ 1456326 h 1912938"/>
                <a:gd name="T10" fmla="*/ 647854 w 1909763"/>
                <a:gd name="T11" fmla="*/ 1533683 h 1912938"/>
                <a:gd name="T12" fmla="*/ 0 w 1909763"/>
                <a:gd name="T13" fmla="*/ 1905000 h 1912938"/>
                <a:gd name="T14" fmla="*/ 990076 w 1909763"/>
                <a:gd name="T15" fmla="*/ 547002 h 1912938"/>
                <a:gd name="T16" fmla="*/ 1084268 w 1909763"/>
                <a:gd name="T17" fmla="*/ 595709 h 1912938"/>
                <a:gd name="T18" fmla="*/ 1176565 w 1909763"/>
                <a:gd name="T19" fmla="*/ 667504 h 1912938"/>
                <a:gd name="T20" fmla="*/ 1294781 w 1909763"/>
                <a:gd name="T21" fmla="*/ 800657 h 1912938"/>
                <a:gd name="T22" fmla="*/ 1351992 w 1909763"/>
                <a:gd name="T23" fmla="*/ 906610 h 1912938"/>
                <a:gd name="T24" fmla="*/ 1367480 w 1909763"/>
                <a:gd name="T25" fmla="*/ 971447 h 1912938"/>
                <a:gd name="T26" fmla="*/ 741633 w 1909763"/>
                <a:gd name="T27" fmla="*/ 1521772 h 1912938"/>
                <a:gd name="T28" fmla="*/ 719507 w 1909763"/>
                <a:gd name="T29" fmla="*/ 1441437 h 1912938"/>
                <a:gd name="T30" fmla="*/ 689163 w 1909763"/>
                <a:gd name="T31" fmla="*/ 1362684 h 1912938"/>
                <a:gd name="T32" fmla="*/ 605717 w 1909763"/>
                <a:gd name="T33" fmla="*/ 1309233 h 1912938"/>
                <a:gd name="T34" fmla="*/ 554511 w 1909763"/>
                <a:gd name="T35" fmla="*/ 1257047 h 1912938"/>
                <a:gd name="T36" fmla="*/ 495403 w 1909763"/>
                <a:gd name="T37" fmla="*/ 1173233 h 1912938"/>
                <a:gd name="T38" fmla="*/ 414485 w 1909763"/>
                <a:gd name="T39" fmla="*/ 1167223 h 1912938"/>
                <a:gd name="T40" fmla="*/ 334200 w 1909763"/>
                <a:gd name="T41" fmla="*/ 1137810 h 1912938"/>
                <a:gd name="T42" fmla="*/ 1102115 w 1909763"/>
                <a:gd name="T43" fmla="*/ 389221 h 1912938"/>
                <a:gd name="T44" fmla="*/ 1182317 w 1909763"/>
                <a:gd name="T45" fmla="*/ 412935 h 1912938"/>
                <a:gd name="T46" fmla="*/ 1278052 w 1909763"/>
                <a:gd name="T47" fmla="*/ 467951 h 1912938"/>
                <a:gd name="T48" fmla="*/ 1390271 w 1909763"/>
                <a:gd name="T49" fmla="*/ 569762 h 1912938"/>
                <a:gd name="T50" fmla="*/ 1465401 w 1909763"/>
                <a:gd name="T51" fmla="*/ 674102 h 1912938"/>
                <a:gd name="T52" fmla="*/ 1496150 w 1909763"/>
                <a:gd name="T53" fmla="*/ 753148 h 1912938"/>
                <a:gd name="T54" fmla="*/ 1438773 w 1909763"/>
                <a:gd name="T55" fmla="*/ 874245 h 1912938"/>
                <a:gd name="T56" fmla="*/ 1394075 w 1909763"/>
                <a:gd name="T57" fmla="*/ 754728 h 1912938"/>
                <a:gd name="T58" fmla="*/ 1286611 w 1909763"/>
                <a:gd name="T59" fmla="*/ 617822 h 1912938"/>
                <a:gd name="T60" fmla="*/ 1182317 w 1909763"/>
                <a:gd name="T61" fmla="*/ 530239 h 1912938"/>
                <a:gd name="T62" fmla="*/ 1095458 w 1909763"/>
                <a:gd name="T63" fmla="*/ 479966 h 1912938"/>
                <a:gd name="T64" fmla="*/ 1079925 w 1909763"/>
                <a:gd name="T65" fmla="*/ 387324 h 1912938"/>
                <a:gd name="T66" fmla="*/ 1274840 w 1909763"/>
                <a:gd name="T67" fmla="*/ 248813 h 1912938"/>
                <a:gd name="T68" fmla="*/ 1361157 w 1909763"/>
                <a:gd name="T69" fmla="*/ 287000 h 1912938"/>
                <a:gd name="T70" fmla="*/ 1471820 w 1909763"/>
                <a:gd name="T71" fmla="*/ 367792 h 1912938"/>
                <a:gd name="T72" fmla="*/ 1577108 w 1909763"/>
                <a:gd name="T73" fmla="*/ 484246 h 1912938"/>
                <a:gd name="T74" fmla="*/ 1629910 w 1909763"/>
                <a:gd name="T75" fmla="*/ 580818 h 1912938"/>
                <a:gd name="T76" fmla="*/ 1646668 w 1909763"/>
                <a:gd name="T77" fmla="*/ 647723 h 1912938"/>
                <a:gd name="T78" fmla="*/ 1571733 w 1909763"/>
                <a:gd name="T79" fmla="*/ 701374 h 1912938"/>
                <a:gd name="T80" fmla="*/ 1500908 w 1909763"/>
                <a:gd name="T81" fmla="*/ 566932 h 1912938"/>
                <a:gd name="T82" fmla="*/ 1381077 w 1909763"/>
                <a:gd name="T83" fmla="*/ 437539 h 1912938"/>
                <a:gd name="T84" fmla="*/ 1277685 w 1909763"/>
                <a:gd name="T85" fmla="*/ 362111 h 1912938"/>
                <a:gd name="T86" fmla="*/ 1174610 w 1909763"/>
                <a:gd name="T87" fmla="*/ 313195 h 1912938"/>
                <a:gd name="T88" fmla="*/ 1571880 w 1909763"/>
                <a:gd name="T89" fmla="*/ 0 h 1912938"/>
                <a:gd name="T90" fmla="*/ 1674374 w 1909763"/>
                <a:gd name="T91" fmla="*/ 27868 h 1912938"/>
                <a:gd name="T92" fmla="*/ 1797116 w 1909763"/>
                <a:gd name="T93" fmla="*/ 110838 h 1912938"/>
                <a:gd name="T94" fmla="*/ 1880946 w 1909763"/>
                <a:gd name="T95" fmla="*/ 216927 h 1912938"/>
                <a:gd name="T96" fmla="*/ 1901825 w 1909763"/>
                <a:gd name="T97" fmla="*/ 315415 h 1912938"/>
                <a:gd name="T98" fmla="*/ 1879681 w 1909763"/>
                <a:gd name="T99" fmla="*/ 399018 h 1912938"/>
                <a:gd name="T100" fmla="*/ 1834128 w 1909763"/>
                <a:gd name="T101" fmla="*/ 461405 h 1912938"/>
                <a:gd name="T102" fmla="*/ 1716764 w 1909763"/>
                <a:gd name="T103" fmla="*/ 551026 h 1912938"/>
                <a:gd name="T104" fmla="*/ 1686079 w 1909763"/>
                <a:gd name="T105" fmla="*/ 466156 h 1912938"/>
                <a:gd name="T106" fmla="*/ 1635148 w 1909763"/>
                <a:gd name="T107" fmla="*/ 386034 h 1912938"/>
                <a:gd name="T108" fmla="*/ 1552899 w 1909763"/>
                <a:gd name="T109" fmla="*/ 297997 h 1912938"/>
                <a:gd name="T110" fmla="*/ 1465272 w 1909763"/>
                <a:gd name="T111" fmla="*/ 231811 h 1912938"/>
                <a:gd name="T112" fmla="*/ 1387135 w 1909763"/>
                <a:gd name="T113" fmla="*/ 193176 h 1912938"/>
                <a:gd name="T114" fmla="*/ 1324816 w 1909763"/>
                <a:gd name="T115" fmla="*/ 138389 h 1912938"/>
                <a:gd name="T116" fmla="*/ 1449455 w 1909763"/>
                <a:gd name="T117" fmla="*/ 33885 h 1912938"/>
                <a:gd name="T118" fmla="*/ 1518102 w 1909763"/>
                <a:gd name="T119" fmla="*/ 4750 h 1912938"/>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Lst>
              <a:ahLst/>
              <a:cxnLst>
                <a:cxn ang="T120">
                  <a:pos x="T0" y="T1"/>
                </a:cxn>
                <a:cxn ang="T121">
                  <a:pos x="T2" y="T3"/>
                </a:cxn>
                <a:cxn ang="T122">
                  <a:pos x="T4" y="T5"/>
                </a:cxn>
                <a:cxn ang="T123">
                  <a:pos x="T6" y="T7"/>
                </a:cxn>
                <a:cxn ang="T124">
                  <a:pos x="T8" y="T9"/>
                </a:cxn>
                <a:cxn ang="T125">
                  <a:pos x="T10" y="T11"/>
                </a:cxn>
                <a:cxn ang="T126">
                  <a:pos x="T12" y="T13"/>
                </a:cxn>
                <a:cxn ang="T127">
                  <a:pos x="T14" y="T15"/>
                </a:cxn>
                <a:cxn ang="T128">
                  <a:pos x="T16" y="T17"/>
                </a:cxn>
                <a:cxn ang="T129">
                  <a:pos x="T18" y="T19"/>
                </a:cxn>
                <a:cxn ang="T130">
                  <a:pos x="T20" y="T21"/>
                </a:cxn>
                <a:cxn ang="T131">
                  <a:pos x="T22" y="T23"/>
                </a:cxn>
                <a:cxn ang="T132">
                  <a:pos x="T24" y="T25"/>
                </a:cxn>
                <a:cxn ang="T133">
                  <a:pos x="T26" y="T27"/>
                </a:cxn>
                <a:cxn ang="T134">
                  <a:pos x="T28" y="T29"/>
                </a:cxn>
                <a:cxn ang="T135">
                  <a:pos x="T30" y="T31"/>
                </a:cxn>
                <a:cxn ang="T136">
                  <a:pos x="T32" y="T33"/>
                </a:cxn>
                <a:cxn ang="T137">
                  <a:pos x="T34" y="T35"/>
                </a:cxn>
                <a:cxn ang="T138">
                  <a:pos x="T36" y="T37"/>
                </a:cxn>
                <a:cxn ang="T139">
                  <a:pos x="T38" y="T39"/>
                </a:cxn>
                <a:cxn ang="T140">
                  <a:pos x="T40" y="T41"/>
                </a:cxn>
                <a:cxn ang="T141">
                  <a:pos x="T42" y="T43"/>
                </a:cxn>
                <a:cxn ang="T142">
                  <a:pos x="T44" y="T45"/>
                </a:cxn>
                <a:cxn ang="T143">
                  <a:pos x="T46" y="T47"/>
                </a:cxn>
                <a:cxn ang="T144">
                  <a:pos x="T48" y="T49"/>
                </a:cxn>
                <a:cxn ang="T145">
                  <a:pos x="T50" y="T51"/>
                </a:cxn>
                <a:cxn ang="T146">
                  <a:pos x="T52" y="T53"/>
                </a:cxn>
                <a:cxn ang="T147">
                  <a:pos x="T54" y="T55"/>
                </a:cxn>
                <a:cxn ang="T148">
                  <a:pos x="T56" y="T57"/>
                </a:cxn>
                <a:cxn ang="T149">
                  <a:pos x="T58" y="T59"/>
                </a:cxn>
                <a:cxn ang="T150">
                  <a:pos x="T60" y="T61"/>
                </a:cxn>
                <a:cxn ang="T151">
                  <a:pos x="T62" y="T63"/>
                </a:cxn>
                <a:cxn ang="T152">
                  <a:pos x="T64" y="T65"/>
                </a:cxn>
                <a:cxn ang="T153">
                  <a:pos x="T66" y="T67"/>
                </a:cxn>
                <a:cxn ang="T154">
                  <a:pos x="T68" y="T69"/>
                </a:cxn>
                <a:cxn ang="T155">
                  <a:pos x="T70" y="T71"/>
                </a:cxn>
                <a:cxn ang="T156">
                  <a:pos x="T72" y="T73"/>
                </a:cxn>
                <a:cxn ang="T157">
                  <a:pos x="T74" y="T75"/>
                </a:cxn>
                <a:cxn ang="T158">
                  <a:pos x="T76" y="T77"/>
                </a:cxn>
                <a:cxn ang="T159">
                  <a:pos x="T78" y="T79"/>
                </a:cxn>
                <a:cxn ang="T160">
                  <a:pos x="T80" y="T81"/>
                </a:cxn>
                <a:cxn ang="T161">
                  <a:pos x="T82" y="T83"/>
                </a:cxn>
                <a:cxn ang="T162">
                  <a:pos x="T84" y="T85"/>
                </a:cxn>
                <a:cxn ang="T163">
                  <a:pos x="T86" y="T87"/>
                </a:cxn>
                <a:cxn ang="T164">
                  <a:pos x="T88" y="T89"/>
                </a:cxn>
                <a:cxn ang="T165">
                  <a:pos x="T90" y="T91"/>
                </a:cxn>
                <a:cxn ang="T166">
                  <a:pos x="T92" y="T93"/>
                </a:cxn>
                <a:cxn ang="T167">
                  <a:pos x="T94" y="T95"/>
                </a:cxn>
                <a:cxn ang="T168">
                  <a:pos x="T96" y="T97"/>
                </a:cxn>
                <a:cxn ang="T169">
                  <a:pos x="T98" y="T99"/>
                </a:cxn>
                <a:cxn ang="T170">
                  <a:pos x="T100" y="T101"/>
                </a:cxn>
                <a:cxn ang="T171">
                  <a:pos x="T102" y="T103"/>
                </a:cxn>
                <a:cxn ang="T172">
                  <a:pos x="T104" y="T105"/>
                </a:cxn>
                <a:cxn ang="T173">
                  <a:pos x="T106" y="T107"/>
                </a:cxn>
                <a:cxn ang="T174">
                  <a:pos x="T108" y="T109"/>
                </a:cxn>
                <a:cxn ang="T175">
                  <a:pos x="T110" y="T111"/>
                </a:cxn>
                <a:cxn ang="T176">
                  <a:pos x="T112" y="T113"/>
                </a:cxn>
                <a:cxn ang="T177">
                  <a:pos x="T114" y="T115"/>
                </a:cxn>
                <a:cxn ang="T178">
                  <a:pos x="T116" y="T117"/>
                </a:cxn>
                <a:cxn ang="T179">
                  <a:pos x="T118" y="T119"/>
                </a:cxn>
              </a:cxnLst>
              <a:rect l="0" t="0" r="r" b="b"/>
              <a:pathLst>
                <a:path w="1909763" h="1912938">
                  <a:moveTo>
                    <a:pt x="275590" y="1223963"/>
                  </a:moveTo>
                  <a:lnTo>
                    <a:pt x="276860" y="1225231"/>
                  </a:lnTo>
                  <a:lnTo>
                    <a:pt x="281623" y="1228085"/>
                  </a:lnTo>
                  <a:lnTo>
                    <a:pt x="285433" y="1229987"/>
                  </a:lnTo>
                  <a:lnTo>
                    <a:pt x="290513" y="1232207"/>
                  </a:lnTo>
                  <a:lnTo>
                    <a:pt x="296545" y="1235060"/>
                  </a:lnTo>
                  <a:lnTo>
                    <a:pt x="304165" y="1237280"/>
                  </a:lnTo>
                  <a:lnTo>
                    <a:pt x="312738" y="1239816"/>
                  </a:lnTo>
                  <a:lnTo>
                    <a:pt x="323215" y="1242036"/>
                  </a:lnTo>
                  <a:lnTo>
                    <a:pt x="335280" y="1244255"/>
                  </a:lnTo>
                  <a:lnTo>
                    <a:pt x="348933" y="1246157"/>
                  </a:lnTo>
                  <a:lnTo>
                    <a:pt x="364173" y="1248060"/>
                  </a:lnTo>
                  <a:lnTo>
                    <a:pt x="381318" y="1249328"/>
                  </a:lnTo>
                  <a:lnTo>
                    <a:pt x="400368" y="1249962"/>
                  </a:lnTo>
                  <a:lnTo>
                    <a:pt x="421958" y="1250279"/>
                  </a:lnTo>
                  <a:lnTo>
                    <a:pt x="425768" y="1261376"/>
                  </a:lnTo>
                  <a:lnTo>
                    <a:pt x="430213" y="1272474"/>
                  </a:lnTo>
                  <a:lnTo>
                    <a:pt x="434658" y="1282937"/>
                  </a:lnTo>
                  <a:lnTo>
                    <a:pt x="440055" y="1293083"/>
                  </a:lnTo>
                  <a:lnTo>
                    <a:pt x="445453" y="1303229"/>
                  </a:lnTo>
                  <a:lnTo>
                    <a:pt x="451485" y="1313375"/>
                  </a:lnTo>
                  <a:lnTo>
                    <a:pt x="457835" y="1322886"/>
                  </a:lnTo>
                  <a:lnTo>
                    <a:pt x="464185" y="1332081"/>
                  </a:lnTo>
                  <a:lnTo>
                    <a:pt x="471488" y="1341276"/>
                  </a:lnTo>
                  <a:lnTo>
                    <a:pt x="478473" y="1349837"/>
                  </a:lnTo>
                  <a:lnTo>
                    <a:pt x="485775" y="1358080"/>
                  </a:lnTo>
                  <a:lnTo>
                    <a:pt x="493395" y="1366324"/>
                  </a:lnTo>
                  <a:lnTo>
                    <a:pt x="500698" y="1374250"/>
                  </a:lnTo>
                  <a:lnTo>
                    <a:pt x="508635" y="1381860"/>
                  </a:lnTo>
                  <a:lnTo>
                    <a:pt x="516573" y="1388835"/>
                  </a:lnTo>
                  <a:lnTo>
                    <a:pt x="524510" y="1395493"/>
                  </a:lnTo>
                  <a:lnTo>
                    <a:pt x="532448" y="1402469"/>
                  </a:lnTo>
                  <a:lnTo>
                    <a:pt x="540385" y="1408810"/>
                  </a:lnTo>
                  <a:lnTo>
                    <a:pt x="555943" y="1420541"/>
                  </a:lnTo>
                  <a:lnTo>
                    <a:pt x="571500" y="1430687"/>
                  </a:lnTo>
                  <a:lnTo>
                    <a:pt x="586105" y="1439565"/>
                  </a:lnTo>
                  <a:lnTo>
                    <a:pt x="600075" y="1447492"/>
                  </a:lnTo>
                  <a:lnTo>
                    <a:pt x="612775" y="1453833"/>
                  </a:lnTo>
                  <a:lnTo>
                    <a:pt x="624523" y="1458589"/>
                  </a:lnTo>
                  <a:lnTo>
                    <a:pt x="634365" y="1462394"/>
                  </a:lnTo>
                  <a:lnTo>
                    <a:pt x="634365" y="1467784"/>
                  </a:lnTo>
                  <a:lnTo>
                    <a:pt x="634683" y="1473808"/>
                  </a:lnTo>
                  <a:lnTo>
                    <a:pt x="635318" y="1479832"/>
                  </a:lnTo>
                  <a:lnTo>
                    <a:pt x="636270" y="1486173"/>
                  </a:lnTo>
                  <a:lnTo>
                    <a:pt x="638810" y="1499173"/>
                  </a:lnTo>
                  <a:lnTo>
                    <a:pt x="641668" y="1512489"/>
                  </a:lnTo>
                  <a:lnTo>
                    <a:pt x="645795" y="1526440"/>
                  </a:lnTo>
                  <a:lnTo>
                    <a:pt x="650558" y="1540074"/>
                  </a:lnTo>
                  <a:lnTo>
                    <a:pt x="655321" y="1553707"/>
                  </a:lnTo>
                  <a:lnTo>
                    <a:pt x="660083" y="1566707"/>
                  </a:lnTo>
                  <a:lnTo>
                    <a:pt x="665481" y="1579389"/>
                  </a:lnTo>
                  <a:lnTo>
                    <a:pt x="670243" y="1590803"/>
                  </a:lnTo>
                  <a:lnTo>
                    <a:pt x="679133" y="1610144"/>
                  </a:lnTo>
                  <a:lnTo>
                    <a:pt x="685165" y="1623144"/>
                  </a:lnTo>
                  <a:lnTo>
                    <a:pt x="687388" y="1627900"/>
                  </a:lnTo>
                  <a:lnTo>
                    <a:pt x="0" y="1912938"/>
                  </a:lnTo>
                  <a:lnTo>
                    <a:pt x="275590" y="1223963"/>
                  </a:lnTo>
                  <a:close/>
                  <a:moveTo>
                    <a:pt x="923427" y="530225"/>
                  </a:moveTo>
                  <a:lnTo>
                    <a:pt x="931362" y="531813"/>
                  </a:lnTo>
                  <a:lnTo>
                    <a:pt x="941201" y="533401"/>
                  </a:lnTo>
                  <a:lnTo>
                    <a:pt x="951993" y="536259"/>
                  </a:lnTo>
                  <a:lnTo>
                    <a:pt x="965007" y="539435"/>
                  </a:lnTo>
                  <a:lnTo>
                    <a:pt x="978972" y="544199"/>
                  </a:lnTo>
                  <a:lnTo>
                    <a:pt x="994208" y="549281"/>
                  </a:lnTo>
                  <a:lnTo>
                    <a:pt x="1010713" y="555950"/>
                  </a:lnTo>
                  <a:lnTo>
                    <a:pt x="1028805" y="564526"/>
                  </a:lnTo>
                  <a:lnTo>
                    <a:pt x="1038327" y="568972"/>
                  </a:lnTo>
                  <a:lnTo>
                    <a:pt x="1047849" y="574053"/>
                  </a:lnTo>
                  <a:lnTo>
                    <a:pt x="1057689" y="579453"/>
                  </a:lnTo>
                  <a:lnTo>
                    <a:pt x="1067845" y="585487"/>
                  </a:lnTo>
                  <a:lnTo>
                    <a:pt x="1078320" y="591521"/>
                  </a:lnTo>
                  <a:lnTo>
                    <a:pt x="1088794" y="598191"/>
                  </a:lnTo>
                  <a:lnTo>
                    <a:pt x="1099903" y="605495"/>
                  </a:lnTo>
                  <a:lnTo>
                    <a:pt x="1111012" y="613118"/>
                  </a:lnTo>
                  <a:lnTo>
                    <a:pt x="1122439" y="621058"/>
                  </a:lnTo>
                  <a:lnTo>
                    <a:pt x="1133548" y="630268"/>
                  </a:lnTo>
                  <a:lnTo>
                    <a:pt x="1145609" y="639161"/>
                  </a:lnTo>
                  <a:lnTo>
                    <a:pt x="1157353" y="649006"/>
                  </a:lnTo>
                  <a:lnTo>
                    <a:pt x="1169415" y="659487"/>
                  </a:lnTo>
                  <a:lnTo>
                    <a:pt x="1181476" y="670285"/>
                  </a:lnTo>
                  <a:lnTo>
                    <a:pt x="1193855" y="681719"/>
                  </a:lnTo>
                  <a:lnTo>
                    <a:pt x="1206234" y="693787"/>
                  </a:lnTo>
                  <a:lnTo>
                    <a:pt x="1224326" y="712208"/>
                  </a:lnTo>
                  <a:lnTo>
                    <a:pt x="1241148" y="730311"/>
                  </a:lnTo>
                  <a:lnTo>
                    <a:pt x="1257336" y="748731"/>
                  </a:lnTo>
                  <a:lnTo>
                    <a:pt x="1272888" y="767152"/>
                  </a:lnTo>
                  <a:lnTo>
                    <a:pt x="1287172" y="785573"/>
                  </a:lnTo>
                  <a:lnTo>
                    <a:pt x="1300185" y="803993"/>
                  </a:lnTo>
                  <a:lnTo>
                    <a:pt x="1312246" y="822096"/>
                  </a:lnTo>
                  <a:lnTo>
                    <a:pt x="1323356" y="840199"/>
                  </a:lnTo>
                  <a:lnTo>
                    <a:pt x="1333513" y="857984"/>
                  </a:lnTo>
                  <a:lnTo>
                    <a:pt x="1343035" y="875770"/>
                  </a:lnTo>
                  <a:lnTo>
                    <a:pt x="1346843" y="884345"/>
                  </a:lnTo>
                  <a:lnTo>
                    <a:pt x="1350970" y="892920"/>
                  </a:lnTo>
                  <a:lnTo>
                    <a:pt x="1354461" y="901813"/>
                  </a:lnTo>
                  <a:lnTo>
                    <a:pt x="1357635" y="910388"/>
                  </a:lnTo>
                  <a:lnTo>
                    <a:pt x="1360809" y="918963"/>
                  </a:lnTo>
                  <a:lnTo>
                    <a:pt x="1363349" y="927220"/>
                  </a:lnTo>
                  <a:lnTo>
                    <a:pt x="1365570" y="935478"/>
                  </a:lnTo>
                  <a:lnTo>
                    <a:pt x="1367792" y="943735"/>
                  </a:lnTo>
                  <a:lnTo>
                    <a:pt x="1369697" y="951675"/>
                  </a:lnTo>
                  <a:lnTo>
                    <a:pt x="1370966" y="959933"/>
                  </a:lnTo>
                  <a:lnTo>
                    <a:pt x="1372236" y="967873"/>
                  </a:lnTo>
                  <a:lnTo>
                    <a:pt x="1373188" y="975495"/>
                  </a:lnTo>
                  <a:lnTo>
                    <a:pt x="774247" y="1579563"/>
                  </a:lnTo>
                  <a:lnTo>
                    <a:pt x="771708" y="1576387"/>
                  </a:lnTo>
                  <a:lnTo>
                    <a:pt x="768851" y="1572258"/>
                  </a:lnTo>
                  <a:lnTo>
                    <a:pt x="765042" y="1566542"/>
                  </a:lnTo>
                  <a:lnTo>
                    <a:pt x="760281" y="1559237"/>
                  </a:lnTo>
                  <a:lnTo>
                    <a:pt x="755520" y="1550344"/>
                  </a:lnTo>
                  <a:lnTo>
                    <a:pt x="749807" y="1540181"/>
                  </a:lnTo>
                  <a:lnTo>
                    <a:pt x="744728" y="1528113"/>
                  </a:lnTo>
                  <a:lnTo>
                    <a:pt x="739333" y="1515091"/>
                  </a:lnTo>
                  <a:lnTo>
                    <a:pt x="734254" y="1500164"/>
                  </a:lnTo>
                  <a:lnTo>
                    <a:pt x="731715" y="1492224"/>
                  </a:lnTo>
                  <a:lnTo>
                    <a:pt x="729493" y="1483967"/>
                  </a:lnTo>
                  <a:lnTo>
                    <a:pt x="727271" y="1475392"/>
                  </a:lnTo>
                  <a:lnTo>
                    <a:pt x="725367" y="1466181"/>
                  </a:lnTo>
                  <a:lnTo>
                    <a:pt x="724097" y="1457289"/>
                  </a:lnTo>
                  <a:lnTo>
                    <a:pt x="722510" y="1447443"/>
                  </a:lnTo>
                  <a:lnTo>
                    <a:pt x="721241" y="1437280"/>
                  </a:lnTo>
                  <a:lnTo>
                    <a:pt x="720288" y="1427117"/>
                  </a:lnTo>
                  <a:lnTo>
                    <a:pt x="719336" y="1416319"/>
                  </a:lnTo>
                  <a:lnTo>
                    <a:pt x="719336" y="1405203"/>
                  </a:lnTo>
                  <a:lnTo>
                    <a:pt x="719336" y="1394087"/>
                  </a:lnTo>
                  <a:lnTo>
                    <a:pt x="719971" y="1382018"/>
                  </a:lnTo>
                  <a:lnTo>
                    <a:pt x="705688" y="1375349"/>
                  </a:lnTo>
                  <a:lnTo>
                    <a:pt x="692039" y="1368362"/>
                  </a:lnTo>
                  <a:lnTo>
                    <a:pt x="679343" y="1361692"/>
                  </a:lnTo>
                  <a:lnTo>
                    <a:pt x="667282" y="1355023"/>
                  </a:lnTo>
                  <a:lnTo>
                    <a:pt x="655855" y="1348035"/>
                  </a:lnTo>
                  <a:lnTo>
                    <a:pt x="645381" y="1341366"/>
                  </a:lnTo>
                  <a:lnTo>
                    <a:pt x="635224" y="1334696"/>
                  </a:lnTo>
                  <a:lnTo>
                    <a:pt x="625385" y="1327709"/>
                  </a:lnTo>
                  <a:lnTo>
                    <a:pt x="616497" y="1321357"/>
                  </a:lnTo>
                  <a:lnTo>
                    <a:pt x="608245" y="1314688"/>
                  </a:lnTo>
                  <a:lnTo>
                    <a:pt x="599992" y="1308018"/>
                  </a:lnTo>
                  <a:lnTo>
                    <a:pt x="592692" y="1301349"/>
                  </a:lnTo>
                  <a:lnTo>
                    <a:pt x="585709" y="1294679"/>
                  </a:lnTo>
                  <a:lnTo>
                    <a:pt x="579361" y="1288327"/>
                  </a:lnTo>
                  <a:lnTo>
                    <a:pt x="573013" y="1281975"/>
                  </a:lnTo>
                  <a:lnTo>
                    <a:pt x="567300" y="1275306"/>
                  </a:lnTo>
                  <a:lnTo>
                    <a:pt x="561904" y="1268636"/>
                  </a:lnTo>
                  <a:lnTo>
                    <a:pt x="556825" y="1262285"/>
                  </a:lnTo>
                  <a:lnTo>
                    <a:pt x="552064" y="1255933"/>
                  </a:lnTo>
                  <a:lnTo>
                    <a:pt x="547621" y="1249898"/>
                  </a:lnTo>
                  <a:lnTo>
                    <a:pt x="539686" y="1237194"/>
                  </a:lnTo>
                  <a:lnTo>
                    <a:pt x="532703" y="1224808"/>
                  </a:lnTo>
                  <a:lnTo>
                    <a:pt x="526355" y="1212739"/>
                  </a:lnTo>
                  <a:lnTo>
                    <a:pt x="520641" y="1200988"/>
                  </a:lnTo>
                  <a:lnTo>
                    <a:pt x="509850" y="1177804"/>
                  </a:lnTo>
                  <a:lnTo>
                    <a:pt x="497471" y="1178122"/>
                  </a:lnTo>
                  <a:lnTo>
                    <a:pt x="485727" y="1178122"/>
                  </a:lnTo>
                  <a:lnTo>
                    <a:pt x="474300" y="1178122"/>
                  </a:lnTo>
                  <a:lnTo>
                    <a:pt x="463509" y="1177804"/>
                  </a:lnTo>
                  <a:lnTo>
                    <a:pt x="453352" y="1177169"/>
                  </a:lnTo>
                  <a:lnTo>
                    <a:pt x="443512" y="1175898"/>
                  </a:lnTo>
                  <a:lnTo>
                    <a:pt x="433673" y="1174628"/>
                  </a:lnTo>
                  <a:lnTo>
                    <a:pt x="424785" y="1173675"/>
                  </a:lnTo>
                  <a:lnTo>
                    <a:pt x="416215" y="1172087"/>
                  </a:lnTo>
                  <a:lnTo>
                    <a:pt x="408280" y="1170182"/>
                  </a:lnTo>
                  <a:lnTo>
                    <a:pt x="393045" y="1167006"/>
                  </a:lnTo>
                  <a:lnTo>
                    <a:pt x="379714" y="1162877"/>
                  </a:lnTo>
                  <a:lnTo>
                    <a:pt x="367653" y="1158431"/>
                  </a:lnTo>
                  <a:lnTo>
                    <a:pt x="357496" y="1153984"/>
                  </a:lnTo>
                  <a:lnTo>
                    <a:pt x="348926" y="1149855"/>
                  </a:lnTo>
                  <a:lnTo>
                    <a:pt x="341308" y="1146044"/>
                  </a:lnTo>
                  <a:lnTo>
                    <a:pt x="335595" y="1142551"/>
                  </a:lnTo>
                  <a:lnTo>
                    <a:pt x="331151" y="1139375"/>
                  </a:lnTo>
                  <a:lnTo>
                    <a:pt x="327660" y="1137152"/>
                  </a:lnTo>
                  <a:lnTo>
                    <a:pt x="325438" y="1134928"/>
                  </a:lnTo>
                  <a:lnTo>
                    <a:pt x="923427" y="530225"/>
                  </a:lnTo>
                  <a:close/>
                  <a:moveTo>
                    <a:pt x="1084432" y="388938"/>
                  </a:moveTo>
                  <a:lnTo>
                    <a:pt x="1089844" y="389573"/>
                  </a:lnTo>
                  <a:lnTo>
                    <a:pt x="1097165" y="389891"/>
                  </a:lnTo>
                  <a:lnTo>
                    <a:pt x="1106715" y="390843"/>
                  </a:lnTo>
                  <a:lnTo>
                    <a:pt x="1118175" y="392748"/>
                  </a:lnTo>
                  <a:lnTo>
                    <a:pt x="1132499" y="396241"/>
                  </a:lnTo>
                  <a:lnTo>
                    <a:pt x="1140458" y="398146"/>
                  </a:lnTo>
                  <a:lnTo>
                    <a:pt x="1148734" y="400686"/>
                  </a:lnTo>
                  <a:lnTo>
                    <a:pt x="1157329" y="403226"/>
                  </a:lnTo>
                  <a:lnTo>
                    <a:pt x="1166879" y="406718"/>
                  </a:lnTo>
                  <a:lnTo>
                    <a:pt x="1176747" y="410528"/>
                  </a:lnTo>
                  <a:lnTo>
                    <a:pt x="1187252" y="414656"/>
                  </a:lnTo>
                  <a:lnTo>
                    <a:pt x="1197756" y="419418"/>
                  </a:lnTo>
                  <a:lnTo>
                    <a:pt x="1208579" y="424816"/>
                  </a:lnTo>
                  <a:lnTo>
                    <a:pt x="1220358" y="430848"/>
                  </a:lnTo>
                  <a:lnTo>
                    <a:pt x="1232136" y="437198"/>
                  </a:lnTo>
                  <a:lnTo>
                    <a:pt x="1244550" y="444183"/>
                  </a:lnTo>
                  <a:lnTo>
                    <a:pt x="1256965" y="452121"/>
                  </a:lnTo>
                  <a:lnTo>
                    <a:pt x="1270017" y="460376"/>
                  </a:lnTo>
                  <a:lnTo>
                    <a:pt x="1283386" y="469901"/>
                  </a:lnTo>
                  <a:lnTo>
                    <a:pt x="1296438" y="480061"/>
                  </a:lnTo>
                  <a:lnTo>
                    <a:pt x="1310444" y="490856"/>
                  </a:lnTo>
                  <a:lnTo>
                    <a:pt x="1324450" y="502286"/>
                  </a:lnTo>
                  <a:lnTo>
                    <a:pt x="1338775" y="514986"/>
                  </a:lnTo>
                  <a:lnTo>
                    <a:pt x="1353100" y="528003"/>
                  </a:lnTo>
                  <a:lnTo>
                    <a:pt x="1367743" y="542291"/>
                  </a:lnTo>
                  <a:lnTo>
                    <a:pt x="1382386" y="557531"/>
                  </a:lnTo>
                  <a:lnTo>
                    <a:pt x="1396074" y="572136"/>
                  </a:lnTo>
                  <a:lnTo>
                    <a:pt x="1408489" y="586423"/>
                  </a:lnTo>
                  <a:lnTo>
                    <a:pt x="1420267" y="600393"/>
                  </a:lnTo>
                  <a:lnTo>
                    <a:pt x="1430772" y="613728"/>
                  </a:lnTo>
                  <a:lnTo>
                    <a:pt x="1440640" y="627381"/>
                  </a:lnTo>
                  <a:lnTo>
                    <a:pt x="1449235" y="640081"/>
                  </a:lnTo>
                  <a:lnTo>
                    <a:pt x="1457511" y="653098"/>
                  </a:lnTo>
                  <a:lnTo>
                    <a:pt x="1464833" y="665163"/>
                  </a:lnTo>
                  <a:lnTo>
                    <a:pt x="1471517" y="676911"/>
                  </a:lnTo>
                  <a:lnTo>
                    <a:pt x="1477566" y="688341"/>
                  </a:lnTo>
                  <a:lnTo>
                    <a:pt x="1482341" y="699136"/>
                  </a:lnTo>
                  <a:lnTo>
                    <a:pt x="1487434" y="709613"/>
                  </a:lnTo>
                  <a:lnTo>
                    <a:pt x="1490935" y="720408"/>
                  </a:lnTo>
                  <a:lnTo>
                    <a:pt x="1494755" y="729616"/>
                  </a:lnTo>
                  <a:lnTo>
                    <a:pt x="1497939" y="739141"/>
                  </a:lnTo>
                  <a:lnTo>
                    <a:pt x="1500167" y="747713"/>
                  </a:lnTo>
                  <a:lnTo>
                    <a:pt x="1502395" y="756286"/>
                  </a:lnTo>
                  <a:lnTo>
                    <a:pt x="1503987" y="763906"/>
                  </a:lnTo>
                  <a:lnTo>
                    <a:pt x="1505260" y="771526"/>
                  </a:lnTo>
                  <a:lnTo>
                    <a:pt x="1507170" y="784543"/>
                  </a:lnTo>
                  <a:lnTo>
                    <a:pt x="1508125" y="795338"/>
                  </a:lnTo>
                  <a:lnTo>
                    <a:pt x="1508125" y="804228"/>
                  </a:lnTo>
                  <a:lnTo>
                    <a:pt x="1507807" y="810261"/>
                  </a:lnTo>
                  <a:lnTo>
                    <a:pt x="1506852" y="815341"/>
                  </a:lnTo>
                  <a:lnTo>
                    <a:pt x="1444778" y="877888"/>
                  </a:lnTo>
                  <a:lnTo>
                    <a:pt x="1442550" y="864553"/>
                  </a:lnTo>
                  <a:lnTo>
                    <a:pt x="1439048" y="851218"/>
                  </a:lnTo>
                  <a:lnTo>
                    <a:pt x="1435228" y="836296"/>
                  </a:lnTo>
                  <a:lnTo>
                    <a:pt x="1430135" y="821691"/>
                  </a:lnTo>
                  <a:lnTo>
                    <a:pt x="1424087" y="806451"/>
                  </a:lnTo>
                  <a:lnTo>
                    <a:pt x="1416765" y="790576"/>
                  </a:lnTo>
                  <a:lnTo>
                    <a:pt x="1408807" y="774383"/>
                  </a:lnTo>
                  <a:lnTo>
                    <a:pt x="1399894" y="757873"/>
                  </a:lnTo>
                  <a:lnTo>
                    <a:pt x="1390026" y="741363"/>
                  </a:lnTo>
                  <a:lnTo>
                    <a:pt x="1378884" y="724536"/>
                  </a:lnTo>
                  <a:lnTo>
                    <a:pt x="1367106" y="707073"/>
                  </a:lnTo>
                  <a:lnTo>
                    <a:pt x="1353737" y="689928"/>
                  </a:lnTo>
                  <a:lnTo>
                    <a:pt x="1340048" y="672466"/>
                  </a:lnTo>
                  <a:lnTo>
                    <a:pt x="1325087" y="655003"/>
                  </a:lnTo>
                  <a:lnTo>
                    <a:pt x="1308852" y="637541"/>
                  </a:lnTo>
                  <a:lnTo>
                    <a:pt x="1291981" y="620396"/>
                  </a:lnTo>
                  <a:lnTo>
                    <a:pt x="1278611" y="607061"/>
                  </a:lnTo>
                  <a:lnTo>
                    <a:pt x="1264923" y="594361"/>
                  </a:lnTo>
                  <a:lnTo>
                    <a:pt x="1251235" y="582296"/>
                  </a:lnTo>
                  <a:lnTo>
                    <a:pt x="1238184" y="570866"/>
                  </a:lnTo>
                  <a:lnTo>
                    <a:pt x="1224814" y="560388"/>
                  </a:lnTo>
                  <a:lnTo>
                    <a:pt x="1212081" y="550228"/>
                  </a:lnTo>
                  <a:lnTo>
                    <a:pt x="1199348" y="541021"/>
                  </a:lnTo>
                  <a:lnTo>
                    <a:pt x="1187252" y="532448"/>
                  </a:lnTo>
                  <a:lnTo>
                    <a:pt x="1175155" y="524511"/>
                  </a:lnTo>
                  <a:lnTo>
                    <a:pt x="1163059" y="516573"/>
                  </a:lnTo>
                  <a:lnTo>
                    <a:pt x="1151917" y="509588"/>
                  </a:lnTo>
                  <a:lnTo>
                    <a:pt x="1140776" y="502921"/>
                  </a:lnTo>
                  <a:lnTo>
                    <a:pt x="1129953" y="496888"/>
                  </a:lnTo>
                  <a:lnTo>
                    <a:pt x="1119766" y="491808"/>
                  </a:lnTo>
                  <a:lnTo>
                    <a:pt x="1109580" y="486411"/>
                  </a:lnTo>
                  <a:lnTo>
                    <a:pt x="1100030" y="481966"/>
                  </a:lnTo>
                  <a:lnTo>
                    <a:pt x="1082522" y="474028"/>
                  </a:lnTo>
                  <a:lnTo>
                    <a:pt x="1066287" y="467678"/>
                  </a:lnTo>
                  <a:lnTo>
                    <a:pt x="1052599" y="462598"/>
                  </a:lnTo>
                  <a:lnTo>
                    <a:pt x="1040821" y="459106"/>
                  </a:lnTo>
                  <a:lnTo>
                    <a:pt x="1031590" y="456248"/>
                  </a:lnTo>
                  <a:lnTo>
                    <a:pt x="1024905" y="454343"/>
                  </a:lnTo>
                  <a:lnTo>
                    <a:pt x="1019175" y="453391"/>
                  </a:lnTo>
                  <a:lnTo>
                    <a:pt x="1084432" y="388938"/>
                  </a:lnTo>
                  <a:close/>
                  <a:moveTo>
                    <a:pt x="1213168" y="238125"/>
                  </a:moveTo>
                  <a:lnTo>
                    <a:pt x="1218883" y="238125"/>
                  </a:lnTo>
                  <a:lnTo>
                    <a:pt x="1226186" y="238759"/>
                  </a:lnTo>
                  <a:lnTo>
                    <a:pt x="1236028" y="239709"/>
                  </a:lnTo>
                  <a:lnTo>
                    <a:pt x="1248411" y="242245"/>
                  </a:lnTo>
                  <a:lnTo>
                    <a:pt x="1263016" y="245414"/>
                  </a:lnTo>
                  <a:lnTo>
                    <a:pt x="1270953" y="247315"/>
                  </a:lnTo>
                  <a:lnTo>
                    <a:pt x="1280161" y="249850"/>
                  </a:lnTo>
                  <a:lnTo>
                    <a:pt x="1289051" y="253020"/>
                  </a:lnTo>
                  <a:lnTo>
                    <a:pt x="1298893" y="256506"/>
                  </a:lnTo>
                  <a:lnTo>
                    <a:pt x="1309053" y="260625"/>
                  </a:lnTo>
                  <a:lnTo>
                    <a:pt x="1319848" y="264745"/>
                  </a:lnTo>
                  <a:lnTo>
                    <a:pt x="1330961" y="269816"/>
                  </a:lnTo>
                  <a:lnTo>
                    <a:pt x="1342391" y="275203"/>
                  </a:lnTo>
                  <a:lnTo>
                    <a:pt x="1354456" y="281541"/>
                  </a:lnTo>
                  <a:lnTo>
                    <a:pt x="1366838" y="288196"/>
                  </a:lnTo>
                  <a:lnTo>
                    <a:pt x="1379538" y="295802"/>
                  </a:lnTo>
                  <a:lnTo>
                    <a:pt x="1392873" y="303725"/>
                  </a:lnTo>
                  <a:lnTo>
                    <a:pt x="1405891" y="312598"/>
                  </a:lnTo>
                  <a:lnTo>
                    <a:pt x="1419861" y="322422"/>
                  </a:lnTo>
                  <a:lnTo>
                    <a:pt x="1433831" y="332880"/>
                  </a:lnTo>
                  <a:lnTo>
                    <a:pt x="1448436" y="344289"/>
                  </a:lnTo>
                  <a:lnTo>
                    <a:pt x="1463041" y="356332"/>
                  </a:lnTo>
                  <a:lnTo>
                    <a:pt x="1477963" y="369325"/>
                  </a:lnTo>
                  <a:lnTo>
                    <a:pt x="1492886" y="383269"/>
                  </a:lnTo>
                  <a:lnTo>
                    <a:pt x="1508126" y="398164"/>
                  </a:lnTo>
                  <a:lnTo>
                    <a:pt x="1523366" y="413692"/>
                  </a:lnTo>
                  <a:lnTo>
                    <a:pt x="1537653" y="428587"/>
                  </a:lnTo>
                  <a:lnTo>
                    <a:pt x="1550353" y="443481"/>
                  </a:lnTo>
                  <a:lnTo>
                    <a:pt x="1562418" y="458376"/>
                  </a:lnTo>
                  <a:lnTo>
                    <a:pt x="1573848" y="472637"/>
                  </a:lnTo>
                  <a:lnTo>
                    <a:pt x="1583691" y="486264"/>
                  </a:lnTo>
                  <a:lnTo>
                    <a:pt x="1593216" y="499891"/>
                  </a:lnTo>
                  <a:lnTo>
                    <a:pt x="1601471" y="512884"/>
                  </a:lnTo>
                  <a:lnTo>
                    <a:pt x="1609091" y="525878"/>
                  </a:lnTo>
                  <a:lnTo>
                    <a:pt x="1616076" y="538237"/>
                  </a:lnTo>
                  <a:lnTo>
                    <a:pt x="1622108" y="549963"/>
                  </a:lnTo>
                  <a:lnTo>
                    <a:pt x="1627823" y="561371"/>
                  </a:lnTo>
                  <a:lnTo>
                    <a:pt x="1632268" y="572780"/>
                  </a:lnTo>
                  <a:lnTo>
                    <a:pt x="1636713" y="583238"/>
                  </a:lnTo>
                  <a:lnTo>
                    <a:pt x="1640206" y="593379"/>
                  </a:lnTo>
                  <a:lnTo>
                    <a:pt x="1643699" y="603203"/>
                  </a:lnTo>
                  <a:lnTo>
                    <a:pt x="1646239" y="612077"/>
                  </a:lnTo>
                  <a:lnTo>
                    <a:pt x="1648143" y="620633"/>
                  </a:lnTo>
                  <a:lnTo>
                    <a:pt x="1650049" y="628873"/>
                  </a:lnTo>
                  <a:lnTo>
                    <a:pt x="1651636" y="636478"/>
                  </a:lnTo>
                  <a:lnTo>
                    <a:pt x="1652589" y="643767"/>
                  </a:lnTo>
                  <a:lnTo>
                    <a:pt x="1653541" y="650422"/>
                  </a:lnTo>
                  <a:lnTo>
                    <a:pt x="1654176" y="661514"/>
                  </a:lnTo>
                  <a:lnTo>
                    <a:pt x="1654176" y="670705"/>
                  </a:lnTo>
                  <a:lnTo>
                    <a:pt x="1653859" y="677043"/>
                  </a:lnTo>
                  <a:lnTo>
                    <a:pt x="1652906" y="682747"/>
                  </a:lnTo>
                  <a:lnTo>
                    <a:pt x="1588136" y="747713"/>
                  </a:lnTo>
                  <a:lnTo>
                    <a:pt x="1585596" y="733769"/>
                  </a:lnTo>
                  <a:lnTo>
                    <a:pt x="1582421" y="719508"/>
                  </a:lnTo>
                  <a:lnTo>
                    <a:pt x="1578293" y="704297"/>
                  </a:lnTo>
                  <a:lnTo>
                    <a:pt x="1572896" y="689085"/>
                  </a:lnTo>
                  <a:lnTo>
                    <a:pt x="1566546" y="672923"/>
                  </a:lnTo>
                  <a:lnTo>
                    <a:pt x="1559561" y="656761"/>
                  </a:lnTo>
                  <a:lnTo>
                    <a:pt x="1550671" y="639964"/>
                  </a:lnTo>
                  <a:lnTo>
                    <a:pt x="1541463" y="622534"/>
                  </a:lnTo>
                  <a:lnTo>
                    <a:pt x="1531303" y="605105"/>
                  </a:lnTo>
                  <a:lnTo>
                    <a:pt x="1519556" y="587358"/>
                  </a:lnTo>
                  <a:lnTo>
                    <a:pt x="1507173" y="569294"/>
                  </a:lnTo>
                  <a:lnTo>
                    <a:pt x="1493521" y="551230"/>
                  </a:lnTo>
                  <a:lnTo>
                    <a:pt x="1479233" y="533166"/>
                  </a:lnTo>
                  <a:lnTo>
                    <a:pt x="1463676" y="514786"/>
                  </a:lnTo>
                  <a:lnTo>
                    <a:pt x="1446848" y="497039"/>
                  </a:lnTo>
                  <a:lnTo>
                    <a:pt x="1429386" y="478975"/>
                  </a:lnTo>
                  <a:lnTo>
                    <a:pt x="1415098" y="465031"/>
                  </a:lnTo>
                  <a:lnTo>
                    <a:pt x="1400811" y="451721"/>
                  </a:lnTo>
                  <a:lnTo>
                    <a:pt x="1386841" y="439362"/>
                  </a:lnTo>
                  <a:lnTo>
                    <a:pt x="1372871" y="427636"/>
                  </a:lnTo>
                  <a:lnTo>
                    <a:pt x="1359536" y="416544"/>
                  </a:lnTo>
                  <a:lnTo>
                    <a:pt x="1345883" y="406086"/>
                  </a:lnTo>
                  <a:lnTo>
                    <a:pt x="1332548" y="396262"/>
                  </a:lnTo>
                  <a:lnTo>
                    <a:pt x="1319848" y="387389"/>
                  </a:lnTo>
                  <a:lnTo>
                    <a:pt x="1307148" y="378832"/>
                  </a:lnTo>
                  <a:lnTo>
                    <a:pt x="1295083" y="370909"/>
                  </a:lnTo>
                  <a:lnTo>
                    <a:pt x="1283018" y="363620"/>
                  </a:lnTo>
                  <a:lnTo>
                    <a:pt x="1271271" y="356648"/>
                  </a:lnTo>
                  <a:lnTo>
                    <a:pt x="1260158" y="350627"/>
                  </a:lnTo>
                  <a:lnTo>
                    <a:pt x="1249681" y="344606"/>
                  </a:lnTo>
                  <a:lnTo>
                    <a:pt x="1239203" y="339219"/>
                  </a:lnTo>
                  <a:lnTo>
                    <a:pt x="1229361" y="334782"/>
                  </a:lnTo>
                  <a:lnTo>
                    <a:pt x="1210628" y="326542"/>
                  </a:lnTo>
                  <a:lnTo>
                    <a:pt x="1193801" y="319887"/>
                  </a:lnTo>
                  <a:lnTo>
                    <a:pt x="1179513" y="314500"/>
                  </a:lnTo>
                  <a:lnTo>
                    <a:pt x="1167766" y="310697"/>
                  </a:lnTo>
                  <a:lnTo>
                    <a:pt x="1157923" y="307845"/>
                  </a:lnTo>
                  <a:lnTo>
                    <a:pt x="1150621" y="306260"/>
                  </a:lnTo>
                  <a:lnTo>
                    <a:pt x="1144588" y="304992"/>
                  </a:lnTo>
                  <a:lnTo>
                    <a:pt x="1213168" y="238125"/>
                  </a:lnTo>
                  <a:close/>
                  <a:moveTo>
                    <a:pt x="1555569" y="0"/>
                  </a:moveTo>
                  <a:lnTo>
                    <a:pt x="1566687" y="0"/>
                  </a:lnTo>
                  <a:lnTo>
                    <a:pt x="1578441" y="0"/>
                  </a:lnTo>
                  <a:lnTo>
                    <a:pt x="1589876" y="1272"/>
                  </a:lnTo>
                  <a:lnTo>
                    <a:pt x="1601948" y="2862"/>
                  </a:lnTo>
                  <a:lnTo>
                    <a:pt x="1614337" y="5088"/>
                  </a:lnTo>
                  <a:lnTo>
                    <a:pt x="1627043" y="7950"/>
                  </a:lnTo>
                  <a:lnTo>
                    <a:pt x="1640385" y="11766"/>
                  </a:lnTo>
                  <a:lnTo>
                    <a:pt x="1653409" y="16218"/>
                  </a:lnTo>
                  <a:lnTo>
                    <a:pt x="1667386" y="21624"/>
                  </a:lnTo>
                  <a:lnTo>
                    <a:pt x="1681363" y="27984"/>
                  </a:lnTo>
                  <a:lnTo>
                    <a:pt x="1695976" y="35298"/>
                  </a:lnTo>
                  <a:lnTo>
                    <a:pt x="1710588" y="42930"/>
                  </a:lnTo>
                  <a:lnTo>
                    <a:pt x="1725836" y="52152"/>
                  </a:lnTo>
                  <a:lnTo>
                    <a:pt x="1741084" y="62010"/>
                  </a:lnTo>
                  <a:lnTo>
                    <a:pt x="1756649" y="72822"/>
                  </a:lnTo>
                  <a:lnTo>
                    <a:pt x="1772850" y="84588"/>
                  </a:lnTo>
                  <a:lnTo>
                    <a:pt x="1789051" y="97626"/>
                  </a:lnTo>
                  <a:lnTo>
                    <a:pt x="1804617" y="111300"/>
                  </a:lnTo>
                  <a:lnTo>
                    <a:pt x="1819547" y="124656"/>
                  </a:lnTo>
                  <a:lnTo>
                    <a:pt x="1832571" y="138330"/>
                  </a:lnTo>
                  <a:lnTo>
                    <a:pt x="1844642" y="151686"/>
                  </a:lnTo>
                  <a:lnTo>
                    <a:pt x="1856078" y="165042"/>
                  </a:lnTo>
                  <a:lnTo>
                    <a:pt x="1865608" y="178398"/>
                  </a:lnTo>
                  <a:lnTo>
                    <a:pt x="1874502" y="191755"/>
                  </a:lnTo>
                  <a:lnTo>
                    <a:pt x="1881809" y="204475"/>
                  </a:lnTo>
                  <a:lnTo>
                    <a:pt x="1888797" y="217831"/>
                  </a:lnTo>
                  <a:lnTo>
                    <a:pt x="1894197" y="230869"/>
                  </a:lnTo>
                  <a:lnTo>
                    <a:pt x="1898962" y="243907"/>
                  </a:lnTo>
                  <a:lnTo>
                    <a:pt x="1902457" y="256309"/>
                  </a:lnTo>
                  <a:lnTo>
                    <a:pt x="1905633" y="268711"/>
                  </a:lnTo>
                  <a:lnTo>
                    <a:pt x="1907857" y="281113"/>
                  </a:lnTo>
                  <a:lnTo>
                    <a:pt x="1908810" y="293197"/>
                  </a:lnTo>
                  <a:lnTo>
                    <a:pt x="1909763" y="305281"/>
                  </a:lnTo>
                  <a:lnTo>
                    <a:pt x="1909763" y="316729"/>
                  </a:lnTo>
                  <a:lnTo>
                    <a:pt x="1908492" y="328177"/>
                  </a:lnTo>
                  <a:lnTo>
                    <a:pt x="1907539" y="339307"/>
                  </a:lnTo>
                  <a:lnTo>
                    <a:pt x="1905316" y="350437"/>
                  </a:lnTo>
                  <a:lnTo>
                    <a:pt x="1902457" y="360931"/>
                  </a:lnTo>
                  <a:lnTo>
                    <a:pt x="1899598" y="371425"/>
                  </a:lnTo>
                  <a:lnTo>
                    <a:pt x="1895786" y="381601"/>
                  </a:lnTo>
                  <a:lnTo>
                    <a:pt x="1891656" y="391459"/>
                  </a:lnTo>
                  <a:lnTo>
                    <a:pt x="1887527" y="400681"/>
                  </a:lnTo>
                  <a:lnTo>
                    <a:pt x="1882762" y="409903"/>
                  </a:lnTo>
                  <a:lnTo>
                    <a:pt x="1877361" y="418490"/>
                  </a:lnTo>
                  <a:lnTo>
                    <a:pt x="1871643" y="426758"/>
                  </a:lnTo>
                  <a:lnTo>
                    <a:pt x="1865925" y="434708"/>
                  </a:lnTo>
                  <a:lnTo>
                    <a:pt x="1860208" y="442340"/>
                  </a:lnTo>
                  <a:lnTo>
                    <a:pt x="1854172" y="449336"/>
                  </a:lnTo>
                  <a:lnTo>
                    <a:pt x="1847501" y="456014"/>
                  </a:lnTo>
                  <a:lnTo>
                    <a:pt x="1841783" y="463328"/>
                  </a:lnTo>
                  <a:lnTo>
                    <a:pt x="1830983" y="476048"/>
                  </a:lnTo>
                  <a:lnTo>
                    <a:pt x="1801122" y="514208"/>
                  </a:lnTo>
                  <a:lnTo>
                    <a:pt x="1764909" y="560636"/>
                  </a:lnTo>
                  <a:lnTo>
                    <a:pt x="1730283" y="604838"/>
                  </a:lnTo>
                  <a:lnTo>
                    <a:pt x="1729648" y="593708"/>
                  </a:lnTo>
                  <a:lnTo>
                    <a:pt x="1728377" y="581306"/>
                  </a:lnTo>
                  <a:lnTo>
                    <a:pt x="1726471" y="567632"/>
                  </a:lnTo>
                  <a:lnTo>
                    <a:pt x="1723930" y="553322"/>
                  </a:lnTo>
                  <a:lnTo>
                    <a:pt x="1720118" y="537740"/>
                  </a:lnTo>
                  <a:lnTo>
                    <a:pt x="1715353" y="521840"/>
                  </a:lnTo>
                  <a:lnTo>
                    <a:pt x="1712494" y="513254"/>
                  </a:lnTo>
                  <a:lnTo>
                    <a:pt x="1709318" y="504668"/>
                  </a:lnTo>
                  <a:lnTo>
                    <a:pt x="1705823" y="496082"/>
                  </a:lnTo>
                  <a:lnTo>
                    <a:pt x="1702011" y="487178"/>
                  </a:lnTo>
                  <a:lnTo>
                    <a:pt x="1697882" y="477638"/>
                  </a:lnTo>
                  <a:lnTo>
                    <a:pt x="1693117" y="468098"/>
                  </a:lnTo>
                  <a:lnTo>
                    <a:pt x="1688034" y="458876"/>
                  </a:lnTo>
                  <a:lnTo>
                    <a:pt x="1682952" y="449018"/>
                  </a:lnTo>
                  <a:lnTo>
                    <a:pt x="1677234" y="439160"/>
                  </a:lnTo>
                  <a:lnTo>
                    <a:pt x="1670881" y="428984"/>
                  </a:lnTo>
                  <a:lnTo>
                    <a:pt x="1664527" y="418808"/>
                  </a:lnTo>
                  <a:lnTo>
                    <a:pt x="1657221" y="408631"/>
                  </a:lnTo>
                  <a:lnTo>
                    <a:pt x="1649915" y="398137"/>
                  </a:lnTo>
                  <a:lnTo>
                    <a:pt x="1641973" y="387643"/>
                  </a:lnTo>
                  <a:lnTo>
                    <a:pt x="1633079" y="376831"/>
                  </a:lnTo>
                  <a:lnTo>
                    <a:pt x="1624184" y="365701"/>
                  </a:lnTo>
                  <a:lnTo>
                    <a:pt x="1614337" y="354889"/>
                  </a:lnTo>
                  <a:lnTo>
                    <a:pt x="1604489" y="343441"/>
                  </a:lnTo>
                  <a:lnTo>
                    <a:pt x="1593688" y="332311"/>
                  </a:lnTo>
                  <a:lnTo>
                    <a:pt x="1582570" y="320863"/>
                  </a:lnTo>
                  <a:lnTo>
                    <a:pt x="1571134" y="310051"/>
                  </a:lnTo>
                  <a:lnTo>
                    <a:pt x="1559381" y="299239"/>
                  </a:lnTo>
                  <a:lnTo>
                    <a:pt x="1548263" y="289381"/>
                  </a:lnTo>
                  <a:lnTo>
                    <a:pt x="1536827" y="279523"/>
                  </a:lnTo>
                  <a:lnTo>
                    <a:pt x="1525709" y="270619"/>
                  </a:lnTo>
                  <a:lnTo>
                    <a:pt x="1514590" y="262351"/>
                  </a:lnTo>
                  <a:lnTo>
                    <a:pt x="1503472" y="254083"/>
                  </a:lnTo>
                  <a:lnTo>
                    <a:pt x="1492672" y="246451"/>
                  </a:lnTo>
                  <a:lnTo>
                    <a:pt x="1481871" y="239137"/>
                  </a:lnTo>
                  <a:lnTo>
                    <a:pt x="1471388" y="232777"/>
                  </a:lnTo>
                  <a:lnTo>
                    <a:pt x="1460905" y="226417"/>
                  </a:lnTo>
                  <a:lnTo>
                    <a:pt x="1450740" y="220693"/>
                  </a:lnTo>
                  <a:lnTo>
                    <a:pt x="1440575" y="215287"/>
                  </a:lnTo>
                  <a:lnTo>
                    <a:pt x="1430410" y="210199"/>
                  </a:lnTo>
                  <a:lnTo>
                    <a:pt x="1420562" y="205747"/>
                  </a:lnTo>
                  <a:lnTo>
                    <a:pt x="1411350" y="201613"/>
                  </a:lnTo>
                  <a:lnTo>
                    <a:pt x="1401820" y="197479"/>
                  </a:lnTo>
                  <a:lnTo>
                    <a:pt x="1392925" y="193981"/>
                  </a:lnTo>
                  <a:lnTo>
                    <a:pt x="1375136" y="187620"/>
                  </a:lnTo>
                  <a:lnTo>
                    <a:pt x="1358300" y="182850"/>
                  </a:lnTo>
                  <a:lnTo>
                    <a:pt x="1342417" y="178716"/>
                  </a:lnTo>
                  <a:lnTo>
                    <a:pt x="1327805" y="175536"/>
                  </a:lnTo>
                  <a:lnTo>
                    <a:pt x="1314145" y="173310"/>
                  </a:lnTo>
                  <a:lnTo>
                    <a:pt x="1301756" y="171720"/>
                  </a:lnTo>
                  <a:lnTo>
                    <a:pt x="1290638" y="171084"/>
                  </a:lnTo>
                  <a:lnTo>
                    <a:pt x="1330346" y="138966"/>
                  </a:lnTo>
                  <a:lnTo>
                    <a:pt x="1370689" y="105894"/>
                  </a:lnTo>
                  <a:lnTo>
                    <a:pt x="1405950" y="76638"/>
                  </a:lnTo>
                  <a:lnTo>
                    <a:pt x="1419609" y="64554"/>
                  </a:lnTo>
                  <a:lnTo>
                    <a:pt x="1429774" y="55650"/>
                  </a:lnTo>
                  <a:lnTo>
                    <a:pt x="1435810" y="49926"/>
                  </a:lnTo>
                  <a:lnTo>
                    <a:pt x="1442163" y="44520"/>
                  </a:lnTo>
                  <a:lnTo>
                    <a:pt x="1448834" y="39432"/>
                  </a:lnTo>
                  <a:lnTo>
                    <a:pt x="1455505" y="34026"/>
                  </a:lnTo>
                  <a:lnTo>
                    <a:pt x="1463129" y="29256"/>
                  </a:lnTo>
                  <a:lnTo>
                    <a:pt x="1470753" y="24486"/>
                  </a:lnTo>
                  <a:lnTo>
                    <a:pt x="1479012" y="20352"/>
                  </a:lnTo>
                  <a:lnTo>
                    <a:pt x="1487271" y="16218"/>
                  </a:lnTo>
                  <a:lnTo>
                    <a:pt x="1495848" y="13038"/>
                  </a:lnTo>
                  <a:lnTo>
                    <a:pt x="1505378" y="9540"/>
                  </a:lnTo>
                  <a:lnTo>
                    <a:pt x="1514590" y="6996"/>
                  </a:lnTo>
                  <a:lnTo>
                    <a:pt x="1524438" y="4770"/>
                  </a:lnTo>
                  <a:lnTo>
                    <a:pt x="1534285" y="2544"/>
                  </a:lnTo>
                  <a:lnTo>
                    <a:pt x="1544768" y="1272"/>
                  </a:lnTo>
                  <a:lnTo>
                    <a:pt x="1555569" y="0"/>
                  </a:lnTo>
                  <a:close/>
                </a:path>
              </a:pathLst>
            </a:custGeom>
            <a:solidFill>
              <a:srgbClr val="D10000"/>
            </a:solidFill>
            <a:ln>
              <a:noFill/>
            </a:ln>
            <a:extLst>
              <a:ext uri="{91240B29-F687-4F45-9708-019B960494DF}">
                <a14:hiddenLine xmlns:a14="http://schemas.microsoft.com/office/drawing/2010/main" w="9525">
                  <a:solidFill>
                    <a:srgbClr val="000000"/>
                  </a:solidFill>
                  <a:round/>
                </a14:hiddenLine>
              </a:ext>
            </a:extLst>
          </p:spPr>
          <p:txBody>
            <a:bodyPr anchor="ctr">
              <a:scene3d>
                <a:camera prst="orthographicFront"/>
                <a:lightRig rig="threePt" dir="t"/>
              </a:scene3d>
              <a:sp3d contourW="12700">
                <a:contourClr>
                  <a:srgbClr val="FFFFFF"/>
                </a:contourClr>
              </a:sp3d>
            </a:bodyPr>
            <a:lstStyle/>
            <a:p>
              <a:pPr algn="ctr" eaLnBrk="1" fontAlgn="auto" hangingPunct="1">
                <a:spcBef>
                  <a:spcPts val="0"/>
                </a:spcBef>
                <a:spcAft>
                  <a:spcPts val="0"/>
                </a:spcAft>
                <a:defRPr/>
              </a:pPr>
              <a:endParaRPr lang="zh-CN" altLang="en-US" kern="0" dirty="0">
                <a:solidFill>
                  <a:srgbClr val="FFFFFF"/>
                </a:solidFill>
                <a:latin typeface="微软雅黑 Light" panose="020B0502040204020203" pitchFamily="34" charset="-122"/>
                <a:ea typeface="微软雅黑" panose="020B0503020204020204" pitchFamily="34" charset="-122"/>
              </a:endParaRPr>
            </a:p>
          </p:txBody>
        </p:sp>
      </p:grpSp>
    </p:spTree>
  </p:cSld>
  <p:clrMapOvr>
    <a:masterClrMapping/>
  </p:clrMapOvr>
  <p:transition>
    <p:diamond/>
  </p:transition>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694801" y="360000"/>
            <a:ext cx="5401200" cy="523220"/>
          </a:xfrm>
        </p:spPr>
        <p:txBody>
          <a:bodyPr>
            <a:normAutofit/>
          </a:bodyPr>
          <a:lstStyle/>
          <a:p>
            <a:r>
              <a:rPr lang="en-US" dirty="0"/>
              <a:t>6.3 </a:t>
            </a:r>
            <a:r>
              <a:rPr lang="zh-CN" altLang="en-US" dirty="0">
                <a:sym typeface="+mn-ea"/>
              </a:rPr>
              <a:t>UML图</a:t>
            </a:r>
            <a:endParaRPr lang="zh-CN" altLang="en-US" dirty="0"/>
          </a:p>
        </p:txBody>
      </p:sp>
      <p:sp>
        <p:nvSpPr>
          <p:cNvPr id="4" name="文本占位符 3">
            <a:extLst>
              <a:ext uri="{FF2B5EF4-FFF2-40B4-BE49-F238E27FC236}">
                <a16:creationId xmlns:a16="http://schemas.microsoft.com/office/drawing/2014/main" id="{9DF01BF7-89E1-347C-59B8-462952D37697}"/>
              </a:ext>
            </a:extLst>
          </p:cNvPr>
          <p:cNvSpPr>
            <a:spLocks noGrp="1"/>
          </p:cNvSpPr>
          <p:nvPr>
            <p:ph type="body" sz="quarter" idx="10"/>
          </p:nvPr>
        </p:nvSpPr>
        <p:spPr/>
        <p:txBody>
          <a:bodyPr/>
          <a:lstStyle/>
          <a:p>
            <a:endParaRPr lang="zh-CN" altLang="en-US"/>
          </a:p>
        </p:txBody>
      </p:sp>
      <p:sp>
        <p:nvSpPr>
          <p:cNvPr id="29" name="TextBox 6"/>
          <p:cNvSpPr txBox="1"/>
          <p:nvPr/>
        </p:nvSpPr>
        <p:spPr>
          <a:xfrm>
            <a:off x="809625" y="1403350"/>
            <a:ext cx="5777230" cy="525657"/>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zh-CN" altLang="en-US" sz="2400" dirty="0">
                <a:solidFill>
                  <a:schemeClr val="tx1"/>
                </a:solidFill>
              </a:rPr>
              <a:t>案例</a:t>
            </a:r>
          </a:p>
        </p:txBody>
      </p:sp>
      <p:grpSp>
        <p:nvGrpSpPr>
          <p:cNvPr id="5" name="组合 4"/>
          <p:cNvGrpSpPr/>
          <p:nvPr/>
        </p:nvGrpSpPr>
        <p:grpSpPr>
          <a:xfrm>
            <a:off x="1111885" y="2479040"/>
            <a:ext cx="9968230" cy="3043555"/>
            <a:chOff x="1499" y="3150"/>
            <a:chExt cx="15698" cy="4793"/>
          </a:xfrm>
        </p:grpSpPr>
        <p:sp>
          <p:nvSpPr>
            <p:cNvPr id="22" name="TextBox 21"/>
            <p:cNvSpPr txBox="1"/>
            <p:nvPr/>
          </p:nvSpPr>
          <p:spPr>
            <a:xfrm>
              <a:off x="3431" y="3419"/>
              <a:ext cx="13522" cy="624"/>
            </a:xfrm>
            <a:prstGeom prst="rect">
              <a:avLst/>
            </a:prstGeom>
            <a:noFill/>
          </p:spPr>
          <p:txBody>
            <a:bodyPr wrap="square">
              <a:spAutoFit/>
            </a:bodyPr>
            <a:lstStyle/>
            <a:p>
              <a:r>
                <a:rPr sz="2000" dirty="0">
                  <a:sym typeface="+mn-ea"/>
                </a:rPr>
                <a:t>状态机举例。</a:t>
              </a:r>
            </a:p>
          </p:txBody>
        </p:sp>
        <p:sp>
          <p:nvSpPr>
            <p:cNvPr id="24" name="矩形 23"/>
            <p:cNvSpPr>
              <a:spLocks noChangeAspect="1"/>
            </p:cNvSpPr>
            <p:nvPr/>
          </p:nvSpPr>
          <p:spPr>
            <a:xfrm>
              <a:off x="1499" y="4275"/>
              <a:ext cx="15698" cy="3668"/>
            </a:xfrm>
            <a:prstGeom prst="rect">
              <a:avLst/>
            </a:prstGeom>
            <a:ln w="12700">
              <a:solidFill>
                <a:srgbClr val="0883C8"/>
              </a:solidFill>
              <a:prstDash val="dash"/>
            </a:ln>
          </p:spPr>
          <p:style>
            <a:lnRef idx="1">
              <a:schemeClr val="accent6"/>
            </a:lnRef>
            <a:fillRef idx="0">
              <a:schemeClr val="accent6"/>
            </a:fillRef>
            <a:effectRef idx="0">
              <a:schemeClr val="accent6"/>
            </a:effectRef>
            <a:fontRef idx="minor">
              <a:schemeClr val="tx1"/>
            </a:fontRef>
          </p:style>
          <p:txBody>
            <a:bodyPr rtlCol="0" anchor="ctr"/>
            <a:lstStyle/>
            <a:p>
              <a:pPr algn="ctr"/>
              <a:endParaRPr lang="zh-CN" altLang="en-US" b="1" dirty="0">
                <a:latin typeface="Times New Roman" panose="02020603050405020304" charset="0"/>
              </a:endParaRPr>
            </a:p>
          </p:txBody>
        </p:sp>
        <p:grpSp>
          <p:nvGrpSpPr>
            <p:cNvPr id="25" name="组合 5"/>
            <p:cNvGrpSpPr/>
            <p:nvPr/>
          </p:nvGrpSpPr>
          <p:grpSpPr>
            <a:xfrm>
              <a:off x="1500" y="3150"/>
              <a:ext cx="1931" cy="1125"/>
              <a:chOff x="2738416" y="1357299"/>
              <a:chExt cx="1071570" cy="714379"/>
            </a:xfrm>
          </p:grpSpPr>
          <p:pic>
            <p:nvPicPr>
              <p:cNvPr id="26" name="Picture 2" descr="E:\仝德志文件，勿删！\03-参考文档\！PPT图片及版面资源\06-PPT精选插图\12-标签\蓝色燕尾01.png"/>
              <p:cNvPicPr>
                <a:picLocks noChangeAspect="1" noChangeArrowheads="1"/>
              </p:cNvPicPr>
              <p:nvPr/>
            </p:nvPicPr>
            <p:blipFill>
              <a:blip r:embed="rId2" cstate="email"/>
              <a:srcRect/>
              <a:stretch>
                <a:fillRect/>
              </a:stretch>
            </p:blipFill>
            <p:spPr bwMode="auto">
              <a:xfrm rot="16200000">
                <a:off x="2917011" y="1178703"/>
                <a:ext cx="714379" cy="1071570"/>
              </a:xfrm>
              <a:prstGeom prst="rect">
                <a:avLst/>
              </a:prstGeom>
              <a:noFill/>
              <a:extLst>
                <a:ext uri="{909E8E84-426E-40DD-AFC4-6F175D3DCCD1}">
                  <a14:hiddenFill xmlns:a14="http://schemas.microsoft.com/office/drawing/2010/main">
                    <a:solidFill>
                      <a:srgbClr val="FFFFFF"/>
                    </a:solidFill>
                  </a14:hiddenFill>
                </a:ext>
              </a:extLst>
            </p:spPr>
          </p:pic>
          <p:sp>
            <p:nvSpPr>
              <p:cNvPr id="27" name="TextBox 7"/>
              <p:cNvSpPr txBox="1"/>
              <p:nvPr/>
            </p:nvSpPr>
            <p:spPr>
              <a:xfrm>
                <a:off x="2811667" y="1467155"/>
                <a:ext cx="998319" cy="457203"/>
              </a:xfrm>
              <a:prstGeom prst="rect">
                <a:avLst/>
              </a:prstGeom>
              <a:noFill/>
            </p:spPr>
            <p:txBody>
              <a:bodyPr wrap="square" rtlCol="0">
                <a:spAutoFit/>
              </a:bodyPr>
              <a:lstStyle/>
              <a:p>
                <a:r>
                  <a:rPr lang="zh-CN" altLang="en-US" sz="2400" dirty="0">
                    <a:solidFill>
                      <a:schemeClr val="bg1"/>
                    </a:solidFill>
                    <a:sym typeface="+mn-ea"/>
                  </a:rPr>
                  <a:t>例 </a:t>
                </a:r>
                <a:r>
                  <a:rPr lang="en-US" altLang="zh-CN" sz="2400" dirty="0">
                    <a:solidFill>
                      <a:schemeClr val="bg1"/>
                    </a:solidFill>
                    <a:sym typeface="+mn-ea"/>
                  </a:rPr>
                  <a:t>6-2</a:t>
                </a:r>
                <a:endParaRPr lang="en-US" altLang="zh-CN" sz="2400" b="1" dirty="0">
                  <a:solidFill>
                    <a:schemeClr val="bg1"/>
                  </a:solidFill>
                  <a:latin typeface="微软雅黑" panose="020B0503020204020204" charset="-122"/>
                  <a:ea typeface="微软雅黑" panose="020B0503020204020204" charset="-122"/>
                  <a:sym typeface="+mn-ea"/>
                </a:endParaRPr>
              </a:p>
            </p:txBody>
          </p:sp>
        </p:grpSp>
        <p:sp>
          <p:nvSpPr>
            <p:cNvPr id="33" name="TextBox 32"/>
            <p:cNvSpPr txBox="1"/>
            <p:nvPr/>
          </p:nvSpPr>
          <p:spPr>
            <a:xfrm>
              <a:off x="1725" y="4725"/>
              <a:ext cx="13522" cy="658"/>
            </a:xfrm>
            <a:prstGeom prst="rect">
              <a:avLst/>
            </a:prstGeom>
            <a:noFill/>
          </p:spPr>
          <p:txBody>
            <a:bodyPr wrap="square">
              <a:spAutoFit/>
            </a:bodyPr>
            <a:lstStyle/>
            <a:p>
              <a:endParaRPr lang="zh-CN" altLang="en-US" sz="2000" b="1" dirty="0">
                <a:solidFill>
                  <a:srgbClr val="00B0F0"/>
                </a:solidFill>
                <a:latin typeface="微软雅黑" panose="020B0503020204020204" charset="-122"/>
                <a:ea typeface="微软雅黑" panose="020B0503020204020204" charset="-122"/>
              </a:endParaRPr>
            </a:p>
          </p:txBody>
        </p:sp>
        <p:sp>
          <p:nvSpPr>
            <p:cNvPr id="34" name="TextBox 33"/>
            <p:cNvSpPr txBox="1"/>
            <p:nvPr/>
          </p:nvSpPr>
          <p:spPr>
            <a:xfrm>
              <a:off x="1946" y="4595"/>
              <a:ext cx="15008" cy="2949"/>
            </a:xfrm>
            <a:prstGeom prst="rect">
              <a:avLst/>
            </a:prstGeom>
            <a:solidFill>
              <a:schemeClr val="bg1">
                <a:lumMod val="95000"/>
              </a:schemeClr>
            </a:solidFill>
          </p:spPr>
          <p:txBody>
            <a:bodyPr wrap="square">
              <a:spAutoFit/>
            </a:bodyPr>
            <a:lstStyle/>
            <a:p>
              <a:pPr fontAlgn="auto">
                <a:lnSpc>
                  <a:spcPct val="130000"/>
                </a:lnSpc>
              </a:pPr>
              <a:r>
                <a:rPr lang="en-US" altLang="en-US" dirty="0">
                  <a:latin typeface="Times New Roman" panose="02020603050405020304" charset="0"/>
                  <a:ea typeface="微软雅黑" panose="020B0503020204020204" pitchFamily="34" charset="-122"/>
                </a:rPr>
                <a:t>        </a:t>
              </a:r>
              <a:r>
                <a:rPr altLang="en-US" dirty="0">
                  <a:latin typeface="Times New Roman" panose="02020603050405020304" charset="0"/>
                  <a:ea typeface="微软雅黑" panose="020B0503020204020204" pitchFamily="34" charset="-122"/>
                </a:rPr>
                <a:t>图6-16是拨打电话的状态转换图，共有两个状态：空闲状态和活动状态。对于活动状态又可具体画出拨打电话时可能遇到的几种不同情况，在表示活动状态的圆角矩形内用嵌套的状态子图详细描述出来。</a:t>
              </a:r>
            </a:p>
            <a:p>
              <a:pPr fontAlgn="auto">
                <a:lnSpc>
                  <a:spcPct val="130000"/>
                </a:lnSpc>
              </a:pPr>
              <a:r>
                <a:rPr altLang="en-US" dirty="0">
                  <a:latin typeface="Times New Roman" panose="02020603050405020304" charset="0"/>
                  <a:ea typeface="微软雅黑" panose="020B0503020204020204" pitchFamily="34" charset="-122"/>
                </a:rPr>
                <a:t>        含有子状态的状态称为组合状态（Composite State）。如图6-16所示，拨打电话状态是组合状态。</a:t>
              </a:r>
            </a:p>
          </p:txBody>
        </p:sp>
      </p:grpSp>
    </p:spTree>
  </p:cSld>
  <p:clrMapOvr>
    <a:masterClrMapping/>
  </p:clrMapOvr>
  <p:transition>
    <p:diamond/>
  </p:transition>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694801" y="360000"/>
            <a:ext cx="5401200" cy="523220"/>
          </a:xfrm>
        </p:spPr>
        <p:txBody>
          <a:bodyPr>
            <a:normAutofit/>
          </a:bodyPr>
          <a:lstStyle/>
          <a:p>
            <a:r>
              <a:rPr lang="en-US" dirty="0"/>
              <a:t>6.3 </a:t>
            </a:r>
            <a:r>
              <a:rPr lang="zh-CN" altLang="en-US" dirty="0">
                <a:sym typeface="+mn-ea"/>
              </a:rPr>
              <a:t>UML图</a:t>
            </a:r>
            <a:endParaRPr lang="zh-CN" altLang="en-US" dirty="0"/>
          </a:p>
        </p:txBody>
      </p:sp>
      <p:sp>
        <p:nvSpPr>
          <p:cNvPr id="6" name="文本占位符 5">
            <a:extLst>
              <a:ext uri="{FF2B5EF4-FFF2-40B4-BE49-F238E27FC236}">
                <a16:creationId xmlns:a16="http://schemas.microsoft.com/office/drawing/2014/main" id="{124BEED9-7378-A246-1D31-B6323E41AD23}"/>
              </a:ext>
            </a:extLst>
          </p:cNvPr>
          <p:cNvSpPr>
            <a:spLocks noGrp="1"/>
          </p:cNvSpPr>
          <p:nvPr>
            <p:ph type="body" sz="quarter" idx="10"/>
          </p:nvPr>
        </p:nvSpPr>
        <p:spPr/>
        <p:txBody>
          <a:bodyPr/>
          <a:lstStyle/>
          <a:p>
            <a:endParaRPr lang="zh-CN" altLang="en-US"/>
          </a:p>
        </p:txBody>
      </p:sp>
      <p:sp>
        <p:nvSpPr>
          <p:cNvPr id="29" name="TextBox 6"/>
          <p:cNvSpPr txBox="1"/>
          <p:nvPr/>
        </p:nvSpPr>
        <p:spPr>
          <a:xfrm>
            <a:off x="809625" y="1403350"/>
            <a:ext cx="5777230" cy="525657"/>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zh-CN" altLang="en-US" sz="2400" dirty="0">
                <a:solidFill>
                  <a:schemeClr val="tx1"/>
                </a:solidFill>
              </a:rPr>
              <a:t>案例</a:t>
            </a:r>
          </a:p>
        </p:txBody>
      </p:sp>
      <p:grpSp>
        <p:nvGrpSpPr>
          <p:cNvPr id="2" name="组合 4"/>
          <p:cNvGrpSpPr/>
          <p:nvPr/>
        </p:nvGrpSpPr>
        <p:grpSpPr>
          <a:xfrm>
            <a:off x="1111885" y="2015016"/>
            <a:ext cx="9968230" cy="4044315"/>
            <a:chOff x="1499" y="3150"/>
            <a:chExt cx="15698" cy="6369"/>
          </a:xfrm>
        </p:grpSpPr>
        <p:sp>
          <p:nvSpPr>
            <p:cNvPr id="22" name="TextBox 21"/>
            <p:cNvSpPr txBox="1"/>
            <p:nvPr/>
          </p:nvSpPr>
          <p:spPr>
            <a:xfrm>
              <a:off x="3431" y="3419"/>
              <a:ext cx="13522" cy="624"/>
            </a:xfrm>
            <a:prstGeom prst="rect">
              <a:avLst/>
            </a:prstGeom>
            <a:noFill/>
          </p:spPr>
          <p:txBody>
            <a:bodyPr wrap="square">
              <a:spAutoFit/>
            </a:bodyPr>
            <a:lstStyle/>
            <a:p>
              <a:r>
                <a:rPr sz="2000" dirty="0">
                  <a:sym typeface="+mn-ea"/>
                </a:rPr>
                <a:t>状态机举例。</a:t>
              </a:r>
            </a:p>
          </p:txBody>
        </p:sp>
        <p:sp>
          <p:nvSpPr>
            <p:cNvPr id="24" name="矩形 23"/>
            <p:cNvSpPr>
              <a:spLocks noChangeAspect="1"/>
            </p:cNvSpPr>
            <p:nvPr/>
          </p:nvSpPr>
          <p:spPr>
            <a:xfrm>
              <a:off x="1499" y="4275"/>
              <a:ext cx="15698" cy="5244"/>
            </a:xfrm>
            <a:prstGeom prst="rect">
              <a:avLst/>
            </a:prstGeom>
            <a:ln w="12700">
              <a:solidFill>
                <a:srgbClr val="0883C8"/>
              </a:solidFill>
              <a:prstDash val="dash"/>
            </a:ln>
          </p:spPr>
          <p:style>
            <a:lnRef idx="1">
              <a:schemeClr val="accent6"/>
            </a:lnRef>
            <a:fillRef idx="0">
              <a:schemeClr val="accent6"/>
            </a:fillRef>
            <a:effectRef idx="0">
              <a:schemeClr val="accent6"/>
            </a:effectRef>
            <a:fontRef idx="minor">
              <a:schemeClr val="tx1"/>
            </a:fontRef>
          </p:style>
          <p:txBody>
            <a:bodyPr rtlCol="0" anchor="ctr"/>
            <a:lstStyle/>
            <a:p>
              <a:pPr algn="ctr"/>
              <a:endParaRPr lang="zh-CN" altLang="en-US" b="1" dirty="0">
                <a:latin typeface="Times New Roman" panose="02020603050405020304" charset="0"/>
              </a:endParaRPr>
            </a:p>
          </p:txBody>
        </p:sp>
        <p:grpSp>
          <p:nvGrpSpPr>
            <p:cNvPr id="4" name="组合 5"/>
            <p:cNvGrpSpPr/>
            <p:nvPr/>
          </p:nvGrpSpPr>
          <p:grpSpPr>
            <a:xfrm>
              <a:off x="1500" y="3150"/>
              <a:ext cx="1931" cy="1125"/>
              <a:chOff x="2738416" y="1357299"/>
              <a:chExt cx="1071570" cy="714379"/>
            </a:xfrm>
          </p:grpSpPr>
          <p:pic>
            <p:nvPicPr>
              <p:cNvPr id="26" name="Picture 2" descr="E:\仝德志文件，勿删！\03-参考文档\！PPT图片及版面资源\06-PPT精选插图\12-标签\蓝色燕尾01.png"/>
              <p:cNvPicPr>
                <a:picLocks noChangeAspect="1" noChangeArrowheads="1"/>
              </p:cNvPicPr>
              <p:nvPr/>
            </p:nvPicPr>
            <p:blipFill>
              <a:blip r:embed="rId2" cstate="email"/>
              <a:srcRect/>
              <a:stretch>
                <a:fillRect/>
              </a:stretch>
            </p:blipFill>
            <p:spPr bwMode="auto">
              <a:xfrm rot="16200000">
                <a:off x="2917011" y="1178703"/>
                <a:ext cx="714379" cy="1071570"/>
              </a:xfrm>
              <a:prstGeom prst="rect">
                <a:avLst/>
              </a:prstGeom>
              <a:noFill/>
              <a:extLst>
                <a:ext uri="{909E8E84-426E-40DD-AFC4-6F175D3DCCD1}">
                  <a14:hiddenFill xmlns:a14="http://schemas.microsoft.com/office/drawing/2010/main">
                    <a:solidFill>
                      <a:srgbClr val="FFFFFF"/>
                    </a:solidFill>
                  </a14:hiddenFill>
                </a:ext>
              </a:extLst>
            </p:spPr>
          </p:pic>
          <p:sp>
            <p:nvSpPr>
              <p:cNvPr id="27" name="TextBox 7"/>
              <p:cNvSpPr txBox="1"/>
              <p:nvPr/>
            </p:nvSpPr>
            <p:spPr>
              <a:xfrm>
                <a:off x="2811667" y="1467155"/>
                <a:ext cx="998319" cy="457203"/>
              </a:xfrm>
              <a:prstGeom prst="rect">
                <a:avLst/>
              </a:prstGeom>
              <a:noFill/>
            </p:spPr>
            <p:txBody>
              <a:bodyPr wrap="square" rtlCol="0">
                <a:spAutoFit/>
              </a:bodyPr>
              <a:lstStyle/>
              <a:p>
                <a:r>
                  <a:rPr lang="zh-CN" altLang="en-US" sz="2400" dirty="0">
                    <a:solidFill>
                      <a:schemeClr val="bg1"/>
                    </a:solidFill>
                    <a:sym typeface="+mn-ea"/>
                  </a:rPr>
                  <a:t>例 </a:t>
                </a:r>
                <a:r>
                  <a:rPr lang="en-US" altLang="zh-CN" sz="2400" dirty="0">
                    <a:solidFill>
                      <a:schemeClr val="bg1"/>
                    </a:solidFill>
                    <a:sym typeface="+mn-ea"/>
                  </a:rPr>
                  <a:t>6-2</a:t>
                </a:r>
                <a:endParaRPr lang="en-US" altLang="zh-CN" sz="2400" b="1" dirty="0">
                  <a:solidFill>
                    <a:schemeClr val="bg1"/>
                  </a:solidFill>
                  <a:latin typeface="微软雅黑" panose="020B0503020204020204" charset="-122"/>
                  <a:ea typeface="微软雅黑" panose="020B0503020204020204" charset="-122"/>
                  <a:sym typeface="+mn-ea"/>
                </a:endParaRPr>
              </a:p>
            </p:txBody>
          </p:sp>
        </p:grpSp>
        <p:sp>
          <p:nvSpPr>
            <p:cNvPr id="33" name="TextBox 32"/>
            <p:cNvSpPr txBox="1"/>
            <p:nvPr/>
          </p:nvSpPr>
          <p:spPr>
            <a:xfrm>
              <a:off x="1725" y="4725"/>
              <a:ext cx="13522" cy="658"/>
            </a:xfrm>
            <a:prstGeom prst="rect">
              <a:avLst/>
            </a:prstGeom>
            <a:noFill/>
          </p:spPr>
          <p:txBody>
            <a:bodyPr wrap="square">
              <a:spAutoFit/>
            </a:bodyPr>
            <a:lstStyle/>
            <a:p>
              <a:endParaRPr lang="zh-CN" altLang="en-US" sz="2000" b="1" dirty="0">
                <a:solidFill>
                  <a:srgbClr val="00B0F0"/>
                </a:solidFill>
                <a:latin typeface="微软雅黑" panose="020B0503020204020204" charset="-122"/>
                <a:ea typeface="微软雅黑" panose="020B0503020204020204" charset="-122"/>
              </a:endParaRPr>
            </a:p>
          </p:txBody>
        </p:sp>
        <p:sp>
          <p:nvSpPr>
            <p:cNvPr id="34" name="TextBox 33"/>
            <p:cNvSpPr txBox="1"/>
            <p:nvPr/>
          </p:nvSpPr>
          <p:spPr>
            <a:xfrm>
              <a:off x="1946" y="4595"/>
              <a:ext cx="15008" cy="4682"/>
            </a:xfrm>
            <a:prstGeom prst="rect">
              <a:avLst/>
            </a:prstGeom>
            <a:solidFill>
              <a:schemeClr val="bg1">
                <a:lumMod val="95000"/>
              </a:schemeClr>
            </a:solidFill>
          </p:spPr>
          <p:txBody>
            <a:bodyPr wrap="square">
              <a:spAutoFit/>
            </a:bodyPr>
            <a:lstStyle/>
            <a:p>
              <a:pPr fontAlgn="auto">
                <a:lnSpc>
                  <a:spcPct val="130000"/>
                </a:lnSpc>
              </a:pPr>
              <a:endParaRPr lang="en-US" altLang="en-US" dirty="0">
                <a:latin typeface="Times New Roman" panose="02020603050405020304" charset="0"/>
                <a:ea typeface="微软雅黑" panose="020B0503020204020204" pitchFamily="34" charset="-122"/>
              </a:endParaRPr>
            </a:p>
            <a:p>
              <a:pPr fontAlgn="auto">
                <a:lnSpc>
                  <a:spcPct val="130000"/>
                </a:lnSpc>
              </a:pPr>
              <a:endParaRPr lang="en-US" altLang="en-US" dirty="0">
                <a:latin typeface="Times New Roman" panose="02020603050405020304" charset="0"/>
                <a:ea typeface="微软雅黑" panose="020B0503020204020204" pitchFamily="34" charset="-122"/>
              </a:endParaRPr>
            </a:p>
            <a:p>
              <a:pPr fontAlgn="auto">
                <a:lnSpc>
                  <a:spcPct val="130000"/>
                </a:lnSpc>
              </a:pPr>
              <a:endParaRPr lang="en-US" altLang="en-US" dirty="0">
                <a:latin typeface="Times New Roman" panose="02020603050405020304" charset="0"/>
                <a:ea typeface="微软雅黑" panose="020B0503020204020204" pitchFamily="34" charset="-122"/>
              </a:endParaRPr>
            </a:p>
            <a:p>
              <a:pPr fontAlgn="auto">
                <a:lnSpc>
                  <a:spcPct val="130000"/>
                </a:lnSpc>
              </a:pPr>
              <a:endParaRPr lang="en-US" altLang="en-US" dirty="0">
                <a:latin typeface="Times New Roman" panose="02020603050405020304" charset="0"/>
                <a:ea typeface="微软雅黑" panose="020B0503020204020204" pitchFamily="34" charset="-122"/>
              </a:endParaRPr>
            </a:p>
            <a:p>
              <a:pPr fontAlgn="auto">
                <a:lnSpc>
                  <a:spcPct val="130000"/>
                </a:lnSpc>
              </a:pPr>
              <a:endParaRPr lang="en-US" altLang="en-US" dirty="0">
                <a:latin typeface="Times New Roman" panose="02020603050405020304" charset="0"/>
                <a:ea typeface="微软雅黑" panose="020B0503020204020204" pitchFamily="34" charset="-122"/>
              </a:endParaRPr>
            </a:p>
            <a:p>
              <a:pPr fontAlgn="auto">
                <a:lnSpc>
                  <a:spcPct val="130000"/>
                </a:lnSpc>
              </a:pPr>
              <a:endParaRPr lang="en-US" altLang="en-US" dirty="0">
                <a:latin typeface="Times New Roman" panose="02020603050405020304" charset="0"/>
                <a:ea typeface="微软雅黑" panose="020B0503020204020204" pitchFamily="34" charset="-122"/>
              </a:endParaRPr>
            </a:p>
            <a:p>
              <a:pPr fontAlgn="auto">
                <a:lnSpc>
                  <a:spcPct val="130000"/>
                </a:lnSpc>
              </a:pPr>
              <a:endParaRPr lang="en-US" altLang="en-US" dirty="0">
                <a:latin typeface="Times New Roman" panose="02020603050405020304" charset="0"/>
                <a:ea typeface="微软雅黑" panose="020B0503020204020204" pitchFamily="34" charset="-122"/>
              </a:endParaRPr>
            </a:p>
            <a:p>
              <a:pPr fontAlgn="auto">
                <a:lnSpc>
                  <a:spcPct val="130000"/>
                </a:lnSpc>
              </a:pPr>
              <a:endParaRPr lang="en-US" altLang="en-US" dirty="0">
                <a:latin typeface="Times New Roman" panose="02020603050405020304" charset="0"/>
                <a:ea typeface="微软雅黑" panose="020B0503020204020204" pitchFamily="34" charset="-122"/>
              </a:endParaRPr>
            </a:p>
          </p:txBody>
        </p:sp>
      </p:grpSp>
      <p:pic>
        <p:nvPicPr>
          <p:cNvPr id="152578" name="图片 166"/>
          <p:cNvPicPr>
            <a:picLocks noChangeAspect="1" noChangeArrowheads="1"/>
          </p:cNvPicPr>
          <p:nvPr/>
        </p:nvPicPr>
        <p:blipFill>
          <a:blip r:embed="rId3" cstate="print"/>
          <a:srcRect/>
          <a:stretch>
            <a:fillRect/>
          </a:stretch>
        </p:blipFill>
        <p:spPr bwMode="auto">
          <a:xfrm>
            <a:off x="1960778" y="2879676"/>
            <a:ext cx="8470519" cy="3016155"/>
          </a:xfrm>
          <a:prstGeom prst="rect">
            <a:avLst/>
          </a:prstGeom>
          <a:noFill/>
          <a:ln w="9525">
            <a:noFill/>
            <a:miter lim="800000"/>
            <a:headEnd/>
            <a:tailEnd/>
          </a:ln>
        </p:spPr>
      </p:pic>
    </p:spTree>
  </p:cSld>
  <p:clrMapOvr>
    <a:masterClrMapping/>
  </p:clrMapOvr>
  <p:transition>
    <p:diamond/>
  </p:transition>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694801" y="360000"/>
            <a:ext cx="5401200" cy="523220"/>
          </a:xfrm>
        </p:spPr>
        <p:txBody>
          <a:bodyPr>
            <a:normAutofit/>
          </a:bodyPr>
          <a:lstStyle/>
          <a:p>
            <a:r>
              <a:rPr lang="en-US" dirty="0"/>
              <a:t>6.3 </a:t>
            </a:r>
            <a:r>
              <a:rPr lang="zh-CN" altLang="en-US" dirty="0">
                <a:sym typeface="+mn-ea"/>
              </a:rPr>
              <a:t>UML图</a:t>
            </a:r>
            <a:endParaRPr lang="zh-CN" altLang="en-US" dirty="0"/>
          </a:p>
        </p:txBody>
      </p:sp>
      <p:sp>
        <p:nvSpPr>
          <p:cNvPr id="14" name="文本占位符 13">
            <a:extLst>
              <a:ext uri="{FF2B5EF4-FFF2-40B4-BE49-F238E27FC236}">
                <a16:creationId xmlns:a16="http://schemas.microsoft.com/office/drawing/2014/main" id="{E2173B6B-DE91-AAA1-70D0-736C471F8BDB}"/>
              </a:ext>
            </a:extLst>
          </p:cNvPr>
          <p:cNvSpPr>
            <a:spLocks noGrp="1"/>
          </p:cNvSpPr>
          <p:nvPr>
            <p:ph type="body" sz="quarter" idx="10"/>
          </p:nvPr>
        </p:nvSpPr>
        <p:spPr/>
        <p:txBody>
          <a:bodyPr/>
          <a:lstStyle/>
          <a:p>
            <a:endParaRPr lang="zh-CN" altLang="en-US"/>
          </a:p>
        </p:txBody>
      </p:sp>
      <p:grpSp>
        <p:nvGrpSpPr>
          <p:cNvPr id="2" name="组合 1"/>
          <p:cNvGrpSpPr/>
          <p:nvPr/>
        </p:nvGrpSpPr>
        <p:grpSpPr>
          <a:xfrm>
            <a:off x="1518191" y="3423735"/>
            <a:ext cx="9041765" cy="2541266"/>
            <a:chOff x="1564218" y="2547939"/>
            <a:chExt cx="9535935" cy="2538411"/>
          </a:xfrm>
        </p:grpSpPr>
        <p:sp>
          <p:nvSpPr>
            <p:cNvPr id="4" name="MH_Other_1"/>
            <p:cNvSpPr/>
            <p:nvPr>
              <p:custDataLst>
                <p:tags r:id="rId1"/>
              </p:custDataLst>
            </p:nvPr>
          </p:nvSpPr>
          <p:spPr>
            <a:xfrm rot="21439215">
              <a:off x="3045884" y="3808414"/>
              <a:ext cx="1631949" cy="1239837"/>
            </a:xfrm>
            <a:prstGeom prst="roundRect">
              <a:avLst>
                <a:gd name="adj" fmla="val 18567"/>
              </a:avLst>
            </a:prstGeom>
            <a:solidFill>
              <a:srgbClr val="D3D3D3"/>
            </a:solidFill>
            <a:ln>
              <a:solidFill>
                <a:srgbClr val="B2B2B2"/>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sz="6000" dirty="0">
                <a:solidFill>
                  <a:srgbClr val="FFFFFF"/>
                </a:solidFill>
                <a:latin typeface="微软雅黑" panose="020B0503020204020204" pitchFamily="34" charset="-122"/>
                <a:ea typeface="微软雅黑" panose="020B0503020204020204" pitchFamily="34" charset="-122"/>
              </a:endParaRPr>
            </a:p>
          </p:txBody>
        </p:sp>
        <p:cxnSp>
          <p:nvCxnSpPr>
            <p:cNvPr id="6" name="MH_Other_2"/>
            <p:cNvCxnSpPr>
              <a:stCxn id="4" idx="3"/>
            </p:cNvCxnSpPr>
            <p:nvPr>
              <p:custDataLst>
                <p:tags r:id="rId2"/>
              </p:custDataLst>
            </p:nvPr>
          </p:nvCxnSpPr>
          <p:spPr>
            <a:xfrm flipV="1">
              <a:off x="4677833" y="4395788"/>
              <a:ext cx="1422400" cy="4762"/>
            </a:xfrm>
            <a:prstGeom prst="straightConnector1">
              <a:avLst/>
            </a:prstGeom>
            <a:ln>
              <a:solidFill>
                <a:srgbClr val="B2B2B2"/>
              </a:solidFill>
              <a:tailEnd type="triangle"/>
            </a:ln>
          </p:spPr>
          <p:style>
            <a:lnRef idx="1">
              <a:schemeClr val="accent1"/>
            </a:lnRef>
            <a:fillRef idx="0">
              <a:schemeClr val="accent1"/>
            </a:fillRef>
            <a:effectRef idx="0">
              <a:schemeClr val="accent1"/>
            </a:effectRef>
            <a:fontRef idx="minor">
              <a:schemeClr val="tx1"/>
            </a:fontRef>
          </p:style>
        </p:cxnSp>
        <p:sp>
          <p:nvSpPr>
            <p:cNvPr id="7" name="MH_Other_3"/>
            <p:cNvSpPr/>
            <p:nvPr>
              <p:custDataLst>
                <p:tags r:id="rId3"/>
              </p:custDataLst>
            </p:nvPr>
          </p:nvSpPr>
          <p:spPr>
            <a:xfrm rot="183635">
              <a:off x="2637367" y="2547939"/>
              <a:ext cx="1634067" cy="1239837"/>
            </a:xfrm>
            <a:prstGeom prst="roundRect">
              <a:avLst>
                <a:gd name="adj" fmla="val 18567"/>
              </a:avLst>
            </a:prstGeom>
            <a:solidFill>
              <a:srgbClr val="F06C55"/>
            </a:solidFill>
            <a:ln>
              <a:solidFill>
                <a:srgbClr val="E93C1F"/>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sz="6000" dirty="0">
                <a:solidFill>
                  <a:srgbClr val="FFFFFF"/>
                </a:solidFill>
                <a:latin typeface="微软雅黑" panose="020B0503020204020204" pitchFamily="34" charset="-122"/>
                <a:ea typeface="微软雅黑" panose="020B0503020204020204" pitchFamily="34" charset="-122"/>
              </a:endParaRPr>
            </a:p>
          </p:txBody>
        </p:sp>
        <p:cxnSp>
          <p:nvCxnSpPr>
            <p:cNvPr id="8" name="MH_Other_4"/>
            <p:cNvCxnSpPr/>
            <p:nvPr>
              <p:custDataLst>
                <p:tags r:id="rId4"/>
              </p:custDataLst>
            </p:nvPr>
          </p:nvCxnSpPr>
          <p:spPr>
            <a:xfrm>
              <a:off x="4286251" y="3074988"/>
              <a:ext cx="1784349" cy="0"/>
            </a:xfrm>
            <a:prstGeom prst="straightConnector1">
              <a:avLst/>
            </a:prstGeom>
            <a:ln>
              <a:solidFill>
                <a:srgbClr val="E93C1F"/>
              </a:solidFill>
              <a:tailEnd type="triangle"/>
            </a:ln>
          </p:spPr>
          <p:style>
            <a:lnRef idx="1">
              <a:schemeClr val="accent1"/>
            </a:lnRef>
            <a:fillRef idx="0">
              <a:schemeClr val="accent1"/>
            </a:fillRef>
            <a:effectRef idx="0">
              <a:schemeClr val="accent1"/>
            </a:effectRef>
            <a:fontRef idx="minor">
              <a:schemeClr val="tx1"/>
            </a:fontRef>
          </p:style>
        </p:cxnSp>
        <p:sp>
          <p:nvSpPr>
            <p:cNvPr id="9" name="MH_Other_5"/>
            <p:cNvSpPr/>
            <p:nvPr>
              <p:custDataLst>
                <p:tags r:id="rId5"/>
              </p:custDataLst>
            </p:nvPr>
          </p:nvSpPr>
          <p:spPr>
            <a:xfrm>
              <a:off x="1564218" y="3100388"/>
              <a:ext cx="1286933" cy="1985962"/>
            </a:xfrm>
            <a:custGeom>
              <a:avLst/>
              <a:gdLst>
                <a:gd name="connsiteX0" fmla="*/ 217182 w 965707"/>
                <a:gd name="connsiteY0" fmla="*/ 0 h 1986527"/>
                <a:gd name="connsiteX1" fmla="*/ 432892 w 965707"/>
                <a:gd name="connsiteY1" fmla="*/ 215710 h 1986527"/>
                <a:gd name="connsiteX2" fmla="*/ 428510 w 965707"/>
                <a:gd name="connsiteY2" fmla="*/ 259183 h 1986527"/>
                <a:gd name="connsiteX3" fmla="*/ 426677 w 965707"/>
                <a:gd name="connsiteY3" fmla="*/ 265085 h 1986527"/>
                <a:gd name="connsiteX4" fmla="*/ 691433 w 965707"/>
                <a:gd name="connsiteY4" fmla="*/ 70895 h 1986527"/>
                <a:gd name="connsiteX5" fmla="*/ 727149 w 965707"/>
                <a:gd name="connsiteY5" fmla="*/ 76387 h 1986527"/>
                <a:gd name="connsiteX6" fmla="*/ 787596 w 965707"/>
                <a:gd name="connsiteY6" fmla="*/ 158799 h 1986527"/>
                <a:gd name="connsiteX7" fmla="*/ 782104 w 965707"/>
                <a:gd name="connsiteY7" fmla="*/ 194515 h 1986527"/>
                <a:gd name="connsiteX8" fmla="*/ 453481 w 965707"/>
                <a:gd name="connsiteY8" fmla="*/ 435549 h 1986527"/>
                <a:gd name="connsiteX9" fmla="*/ 874061 w 965707"/>
                <a:gd name="connsiteY9" fmla="*/ 181449 h 1986527"/>
                <a:gd name="connsiteX10" fmla="*/ 909154 w 965707"/>
                <a:gd name="connsiteY10" fmla="*/ 190109 h 1986527"/>
                <a:gd name="connsiteX11" fmla="*/ 962021 w 965707"/>
                <a:gd name="connsiteY11" fmla="*/ 277611 h 1986527"/>
                <a:gd name="connsiteX12" fmla="*/ 953361 w 965707"/>
                <a:gd name="connsiteY12" fmla="*/ 312705 h 1986527"/>
                <a:gd name="connsiteX13" fmla="*/ 384793 w 965707"/>
                <a:gd name="connsiteY13" fmla="*/ 656215 h 1986527"/>
                <a:gd name="connsiteX14" fmla="*/ 384793 w 965707"/>
                <a:gd name="connsiteY14" fmla="*/ 1131649 h 1986527"/>
                <a:gd name="connsiteX15" fmla="*/ 381842 w 965707"/>
                <a:gd name="connsiteY15" fmla="*/ 1146266 h 1986527"/>
                <a:gd name="connsiteX16" fmla="*/ 387708 w 965707"/>
                <a:gd name="connsiteY16" fmla="*/ 1152370 h 1986527"/>
                <a:gd name="connsiteX17" fmla="*/ 442440 w 965707"/>
                <a:gd name="connsiteY17" fmla="*/ 1292303 h 1986527"/>
                <a:gd name="connsiteX18" fmla="*/ 445419 w 965707"/>
                <a:gd name="connsiteY18" fmla="*/ 1293537 h 1986527"/>
                <a:gd name="connsiteX19" fmla="*/ 453847 w 965707"/>
                <a:gd name="connsiteY19" fmla="*/ 1313884 h 1986527"/>
                <a:gd name="connsiteX20" fmla="*/ 453847 w 965707"/>
                <a:gd name="connsiteY20" fmla="*/ 1951177 h 1986527"/>
                <a:gd name="connsiteX21" fmla="*/ 425072 w 965707"/>
                <a:gd name="connsiteY21" fmla="*/ 1979952 h 1986527"/>
                <a:gd name="connsiteX22" fmla="*/ 309975 w 965707"/>
                <a:gd name="connsiteY22" fmla="*/ 1979952 h 1986527"/>
                <a:gd name="connsiteX23" fmla="*/ 281200 w 965707"/>
                <a:gd name="connsiteY23" fmla="*/ 1951177 h 1986527"/>
                <a:gd name="connsiteX24" fmla="*/ 281200 w 965707"/>
                <a:gd name="connsiteY24" fmla="*/ 1342234 h 1986527"/>
                <a:gd name="connsiteX25" fmla="*/ 230924 w 965707"/>
                <a:gd name="connsiteY25" fmla="*/ 1213693 h 1986527"/>
                <a:gd name="connsiteX26" fmla="*/ 227782 w 965707"/>
                <a:gd name="connsiteY26" fmla="*/ 1195782 h 1986527"/>
                <a:gd name="connsiteX27" fmla="*/ 172672 w 965707"/>
                <a:gd name="connsiteY27" fmla="*/ 1195782 h 1986527"/>
                <a:gd name="connsiteX28" fmla="*/ 172672 w 965707"/>
                <a:gd name="connsiteY28" fmla="*/ 1958468 h 1986527"/>
                <a:gd name="connsiteX29" fmla="*/ 144613 w 965707"/>
                <a:gd name="connsiteY29" fmla="*/ 1986527 h 1986527"/>
                <a:gd name="connsiteX30" fmla="*/ 32381 w 965707"/>
                <a:gd name="connsiteY30" fmla="*/ 1986527 h 1986527"/>
                <a:gd name="connsiteX31" fmla="*/ 4322 w 965707"/>
                <a:gd name="connsiteY31" fmla="*/ 1958468 h 1986527"/>
                <a:gd name="connsiteX32" fmla="*/ 4322 w 965707"/>
                <a:gd name="connsiteY32" fmla="*/ 1169537 h 1986527"/>
                <a:gd name="connsiteX33" fmla="*/ 7911 w 965707"/>
                <a:gd name="connsiteY33" fmla="*/ 1160872 h 1986527"/>
                <a:gd name="connsiteX34" fmla="*/ 5040 w 965707"/>
                <a:gd name="connsiteY34" fmla="*/ 1156613 h 1986527"/>
                <a:gd name="connsiteX35" fmla="*/ 0 w 965707"/>
                <a:gd name="connsiteY35" fmla="*/ 1131649 h 1986527"/>
                <a:gd name="connsiteX36" fmla="*/ 0 w 965707"/>
                <a:gd name="connsiteY36" fmla="*/ 514378 h 1986527"/>
                <a:gd name="connsiteX37" fmla="*/ 64133 w 965707"/>
                <a:gd name="connsiteY37" fmla="*/ 450245 h 1986527"/>
                <a:gd name="connsiteX38" fmla="*/ 174233 w 965707"/>
                <a:gd name="connsiteY38" fmla="*/ 450245 h 1986527"/>
                <a:gd name="connsiteX39" fmla="*/ 203629 w 965707"/>
                <a:gd name="connsiteY39" fmla="*/ 428684 h 1986527"/>
                <a:gd name="connsiteX40" fmla="*/ 133218 w 965707"/>
                <a:gd name="connsiteY40" fmla="*/ 414469 h 1986527"/>
                <a:gd name="connsiteX41" fmla="*/ 1472 w 965707"/>
                <a:gd name="connsiteY41" fmla="*/ 215710 h 1986527"/>
                <a:gd name="connsiteX42" fmla="*/ 217182 w 965707"/>
                <a:gd name="connsiteY42" fmla="*/ 0 h 198652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Lst>
              <a:rect l="l" t="t" r="r" b="b"/>
              <a:pathLst>
                <a:path w="965707" h="1986527">
                  <a:moveTo>
                    <a:pt x="217182" y="0"/>
                  </a:moveTo>
                  <a:cubicBezTo>
                    <a:pt x="336315" y="0"/>
                    <a:pt x="432892" y="96577"/>
                    <a:pt x="432892" y="215710"/>
                  </a:cubicBezTo>
                  <a:cubicBezTo>
                    <a:pt x="432892" y="230602"/>
                    <a:pt x="431383" y="245141"/>
                    <a:pt x="428510" y="259183"/>
                  </a:cubicBezTo>
                  <a:lnTo>
                    <a:pt x="426677" y="265085"/>
                  </a:lnTo>
                  <a:lnTo>
                    <a:pt x="691433" y="70895"/>
                  </a:lnTo>
                  <a:cubicBezTo>
                    <a:pt x="702812" y="62549"/>
                    <a:pt x="718803" y="65008"/>
                    <a:pt x="727149" y="76387"/>
                  </a:cubicBezTo>
                  <a:lnTo>
                    <a:pt x="787596" y="158799"/>
                  </a:lnTo>
                  <a:cubicBezTo>
                    <a:pt x="795942" y="170178"/>
                    <a:pt x="793483" y="186169"/>
                    <a:pt x="782104" y="194515"/>
                  </a:cubicBezTo>
                  <a:lnTo>
                    <a:pt x="453481" y="435549"/>
                  </a:lnTo>
                  <a:lnTo>
                    <a:pt x="874061" y="181449"/>
                  </a:lnTo>
                  <a:cubicBezTo>
                    <a:pt x="886143" y="174150"/>
                    <a:pt x="901855" y="178027"/>
                    <a:pt x="909154" y="190109"/>
                  </a:cubicBezTo>
                  <a:lnTo>
                    <a:pt x="962021" y="277611"/>
                  </a:lnTo>
                  <a:cubicBezTo>
                    <a:pt x="969320" y="289694"/>
                    <a:pt x="965443" y="305405"/>
                    <a:pt x="953361" y="312705"/>
                  </a:cubicBezTo>
                  <a:lnTo>
                    <a:pt x="384793" y="656215"/>
                  </a:lnTo>
                  <a:lnTo>
                    <a:pt x="384793" y="1131649"/>
                  </a:lnTo>
                  <a:lnTo>
                    <a:pt x="381842" y="1146266"/>
                  </a:lnTo>
                  <a:lnTo>
                    <a:pt x="387708" y="1152370"/>
                  </a:lnTo>
                  <a:lnTo>
                    <a:pt x="442440" y="1292303"/>
                  </a:lnTo>
                  <a:lnTo>
                    <a:pt x="445419" y="1293537"/>
                  </a:lnTo>
                  <a:cubicBezTo>
                    <a:pt x="450626" y="1298744"/>
                    <a:pt x="453847" y="1305938"/>
                    <a:pt x="453847" y="1313884"/>
                  </a:cubicBezTo>
                  <a:lnTo>
                    <a:pt x="453847" y="1951177"/>
                  </a:lnTo>
                  <a:cubicBezTo>
                    <a:pt x="453847" y="1967069"/>
                    <a:pt x="440964" y="1979952"/>
                    <a:pt x="425072" y="1979952"/>
                  </a:cubicBezTo>
                  <a:lnTo>
                    <a:pt x="309975" y="1979952"/>
                  </a:lnTo>
                  <a:cubicBezTo>
                    <a:pt x="294083" y="1979952"/>
                    <a:pt x="281200" y="1967069"/>
                    <a:pt x="281200" y="1951177"/>
                  </a:cubicBezTo>
                  <a:lnTo>
                    <a:pt x="281200" y="1342234"/>
                  </a:lnTo>
                  <a:lnTo>
                    <a:pt x="230924" y="1213693"/>
                  </a:lnTo>
                  <a:lnTo>
                    <a:pt x="227782" y="1195782"/>
                  </a:lnTo>
                  <a:lnTo>
                    <a:pt x="172672" y="1195782"/>
                  </a:lnTo>
                  <a:lnTo>
                    <a:pt x="172672" y="1958468"/>
                  </a:lnTo>
                  <a:cubicBezTo>
                    <a:pt x="172672" y="1973965"/>
                    <a:pt x="160110" y="1986527"/>
                    <a:pt x="144613" y="1986527"/>
                  </a:cubicBezTo>
                  <a:lnTo>
                    <a:pt x="32381" y="1986527"/>
                  </a:lnTo>
                  <a:cubicBezTo>
                    <a:pt x="16884" y="1986527"/>
                    <a:pt x="4322" y="1973965"/>
                    <a:pt x="4322" y="1958468"/>
                  </a:cubicBezTo>
                  <a:lnTo>
                    <a:pt x="4322" y="1169537"/>
                  </a:lnTo>
                  <a:lnTo>
                    <a:pt x="7911" y="1160872"/>
                  </a:lnTo>
                  <a:lnTo>
                    <a:pt x="5040" y="1156613"/>
                  </a:lnTo>
                  <a:cubicBezTo>
                    <a:pt x="1795" y="1148940"/>
                    <a:pt x="0" y="1140504"/>
                    <a:pt x="0" y="1131649"/>
                  </a:cubicBezTo>
                  <a:lnTo>
                    <a:pt x="0" y="514378"/>
                  </a:lnTo>
                  <a:cubicBezTo>
                    <a:pt x="0" y="478958"/>
                    <a:pt x="28713" y="450245"/>
                    <a:pt x="64133" y="450245"/>
                  </a:cubicBezTo>
                  <a:lnTo>
                    <a:pt x="174233" y="450245"/>
                  </a:lnTo>
                  <a:lnTo>
                    <a:pt x="203629" y="428684"/>
                  </a:lnTo>
                  <a:lnTo>
                    <a:pt x="133218" y="414469"/>
                  </a:lnTo>
                  <a:cubicBezTo>
                    <a:pt x="55797" y="381722"/>
                    <a:pt x="1472" y="305060"/>
                    <a:pt x="1472" y="215710"/>
                  </a:cubicBezTo>
                  <a:cubicBezTo>
                    <a:pt x="1472" y="96577"/>
                    <a:pt x="98049" y="0"/>
                    <a:pt x="217182" y="0"/>
                  </a:cubicBezTo>
                  <a:close/>
                </a:path>
              </a:pathLst>
            </a:custGeom>
            <a:solidFill>
              <a:srgbClr val="D3D3D3"/>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a:p>
          </p:txBody>
        </p:sp>
        <p:sp>
          <p:nvSpPr>
            <p:cNvPr id="10" name="MH_Text_2"/>
            <p:cNvSpPr txBox="1"/>
            <p:nvPr>
              <p:custDataLst>
                <p:tags r:id="rId6"/>
              </p:custDataLst>
            </p:nvPr>
          </p:nvSpPr>
          <p:spPr>
            <a:xfrm>
              <a:off x="6142994" y="2671625"/>
              <a:ext cx="4957159" cy="1560979"/>
            </a:xfrm>
            <a:prstGeom prst="rect">
              <a:avLst/>
            </a:prstGeom>
            <a:noFill/>
          </p:spPr>
          <p:txBody>
            <a:bodyPr lIns="0" tIns="0" rIns="0" bIns="0">
              <a:normAutofit/>
            </a:bodyPr>
            <a:lstStyle>
              <a:defPPr>
                <a:defRPr lang="zh-CN"/>
              </a:defPPr>
              <a:lvl1pPr>
                <a:lnSpc>
                  <a:spcPct val="130000"/>
                </a:lnSpc>
                <a:defRPr sz="1200"/>
              </a:lvl1pPr>
            </a:lstStyle>
            <a:p>
              <a:pPr>
                <a:lnSpc>
                  <a:spcPct val="150000"/>
                </a:lnSpc>
              </a:pPr>
              <a:r>
                <a:rPr lang="zh-CN" altLang="en-US" sz="1800" dirty="0"/>
                <a:t>从上到下：从表示对象的矩形框开始，从上到下代表时间的先后顺序，并表示某段时间内该对象是存在的。</a:t>
              </a:r>
            </a:p>
          </p:txBody>
        </p:sp>
        <p:sp>
          <p:nvSpPr>
            <p:cNvPr id="11" name="MH_Text_1"/>
            <p:cNvSpPr txBox="1"/>
            <p:nvPr>
              <p:custDataLst>
                <p:tags r:id="rId7"/>
              </p:custDataLst>
            </p:nvPr>
          </p:nvSpPr>
          <p:spPr>
            <a:xfrm>
              <a:off x="6192552" y="4071495"/>
              <a:ext cx="4907601" cy="876584"/>
            </a:xfrm>
            <a:prstGeom prst="rect">
              <a:avLst/>
            </a:prstGeom>
            <a:noFill/>
          </p:spPr>
          <p:txBody>
            <a:bodyPr lIns="0" tIns="0" rIns="0" bIns="0">
              <a:noAutofit/>
            </a:bodyPr>
            <a:lstStyle>
              <a:defPPr>
                <a:defRPr lang="zh-CN"/>
              </a:defPPr>
              <a:lvl1pPr>
                <a:lnSpc>
                  <a:spcPct val="130000"/>
                </a:lnSpc>
                <a:defRPr sz="1200"/>
              </a:lvl1pPr>
            </a:lstStyle>
            <a:p>
              <a:pPr>
                <a:lnSpc>
                  <a:spcPct val="150000"/>
                </a:lnSpc>
              </a:pPr>
              <a:r>
                <a:rPr lang="zh-CN" altLang="en-US" sz="1800" dirty="0"/>
                <a:t>水平方向：横向水平线的箭头指示了不同对象之间传递消息的方向。</a:t>
              </a:r>
            </a:p>
          </p:txBody>
        </p:sp>
      </p:grpSp>
      <p:sp>
        <p:nvSpPr>
          <p:cNvPr id="12" name="文本框 11"/>
          <p:cNvSpPr txBox="1"/>
          <p:nvPr/>
        </p:nvSpPr>
        <p:spPr>
          <a:xfrm>
            <a:off x="1386205" y="2063750"/>
            <a:ext cx="9738995" cy="1188085"/>
          </a:xfrm>
          <a:prstGeom prst="rect">
            <a:avLst/>
          </a:prstGeom>
          <a:noFill/>
        </p:spPr>
        <p:txBody>
          <a:bodyPr wrap="square" rtlCol="0" anchor="t">
            <a:spAutoFit/>
          </a:bodyPr>
          <a:lstStyle/>
          <a:p>
            <a:pPr fontAlgn="auto">
              <a:lnSpc>
                <a:spcPct val="120000"/>
              </a:lnSpc>
            </a:pPr>
            <a:r>
              <a:rPr lang="en-US" altLang="zh-CN" sz="2400" b="1">
                <a:solidFill>
                  <a:srgbClr val="0070C0"/>
                </a:solidFill>
              </a:rPr>
              <a:t>     </a:t>
            </a:r>
            <a:r>
              <a:rPr lang="zh-CN" altLang="en-US" sz="2400" b="1">
                <a:solidFill>
                  <a:srgbClr val="0070C0"/>
                </a:solidFill>
              </a:rPr>
              <a:t>顺序图</a:t>
            </a:r>
            <a:r>
              <a:rPr lang="zh-CN" altLang="en-US"/>
              <a:t>（Sequence Diagram）描述对象之间动态交互的情况，着重表示对象间消息传递的时间顺序。顺序图中的对象用矩形框表示，框内标有对象名。</a:t>
            </a:r>
          </a:p>
          <a:p>
            <a:pPr fontAlgn="auto">
              <a:lnSpc>
                <a:spcPct val="120000"/>
              </a:lnSpc>
            </a:pPr>
            <a:r>
              <a:rPr lang="zh-CN" altLang="en-US"/>
              <a:t>       顺序图有以下两个方向：</a:t>
            </a:r>
          </a:p>
        </p:txBody>
      </p:sp>
      <p:sp>
        <p:nvSpPr>
          <p:cNvPr id="13" name="TextBox 6"/>
          <p:cNvSpPr txBox="1"/>
          <p:nvPr/>
        </p:nvSpPr>
        <p:spPr>
          <a:xfrm>
            <a:off x="809625" y="1403350"/>
            <a:ext cx="5777230" cy="525657"/>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6.3.5 </a:t>
            </a:r>
            <a:r>
              <a:rPr lang="zh-CN" altLang="en-US" sz="2400" dirty="0">
                <a:solidFill>
                  <a:schemeClr val="tx1"/>
                </a:solidFill>
              </a:rPr>
              <a:t>顺序图</a:t>
            </a:r>
          </a:p>
        </p:txBody>
      </p:sp>
    </p:spTree>
  </p:cSld>
  <p:clrMapOvr>
    <a:masterClrMapping/>
  </p:clrMapOvr>
  <p:transition>
    <p:diamond/>
  </p:transition>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694801" y="360000"/>
            <a:ext cx="5401200" cy="523220"/>
          </a:xfrm>
        </p:spPr>
        <p:txBody>
          <a:bodyPr>
            <a:normAutofit/>
          </a:bodyPr>
          <a:lstStyle/>
          <a:p>
            <a:r>
              <a:rPr lang="en-US" dirty="0"/>
              <a:t>6.3 </a:t>
            </a:r>
            <a:r>
              <a:rPr lang="zh-CN" altLang="en-US" dirty="0">
                <a:sym typeface="+mn-ea"/>
              </a:rPr>
              <a:t>UML图</a:t>
            </a:r>
            <a:endParaRPr lang="zh-CN" altLang="en-US" dirty="0"/>
          </a:p>
        </p:txBody>
      </p:sp>
      <p:sp>
        <p:nvSpPr>
          <p:cNvPr id="4" name="文本占位符 3">
            <a:extLst>
              <a:ext uri="{FF2B5EF4-FFF2-40B4-BE49-F238E27FC236}">
                <a16:creationId xmlns:a16="http://schemas.microsoft.com/office/drawing/2014/main" id="{6F4056B8-C75E-2710-E62B-BB67068E4523}"/>
              </a:ext>
            </a:extLst>
          </p:cNvPr>
          <p:cNvSpPr>
            <a:spLocks noGrp="1"/>
          </p:cNvSpPr>
          <p:nvPr>
            <p:ph type="body" sz="quarter" idx="10"/>
          </p:nvPr>
        </p:nvSpPr>
        <p:spPr/>
        <p:txBody>
          <a:bodyPr/>
          <a:lstStyle/>
          <a:p>
            <a:endParaRPr lang="zh-CN" altLang="en-US"/>
          </a:p>
        </p:txBody>
      </p:sp>
      <p:sp>
        <p:nvSpPr>
          <p:cNvPr id="29" name="TextBox 6"/>
          <p:cNvSpPr txBox="1"/>
          <p:nvPr/>
        </p:nvSpPr>
        <p:spPr>
          <a:xfrm>
            <a:off x="809625" y="1403350"/>
            <a:ext cx="5777230" cy="566420"/>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6.3.5 </a:t>
            </a:r>
            <a:r>
              <a:rPr lang="zh-CN" altLang="en-US" sz="2400" dirty="0">
                <a:solidFill>
                  <a:schemeClr val="tx1"/>
                </a:solidFill>
              </a:rPr>
              <a:t>顺序图</a:t>
            </a:r>
          </a:p>
        </p:txBody>
      </p:sp>
      <p:grpSp>
        <p:nvGrpSpPr>
          <p:cNvPr id="14" name="组合 13"/>
          <p:cNvGrpSpPr/>
          <p:nvPr/>
        </p:nvGrpSpPr>
        <p:grpSpPr>
          <a:xfrm>
            <a:off x="0" y="2329815"/>
            <a:ext cx="12192000" cy="3171825"/>
            <a:chOff x="67" y="4043"/>
            <a:chExt cx="19200" cy="4995"/>
          </a:xfrm>
        </p:grpSpPr>
        <p:sp>
          <p:nvSpPr>
            <p:cNvPr id="15" name="矩形 14"/>
            <p:cNvSpPr/>
            <p:nvPr/>
          </p:nvSpPr>
          <p:spPr>
            <a:xfrm>
              <a:off x="67" y="4043"/>
              <a:ext cx="19200" cy="4995"/>
            </a:xfrm>
            <a:prstGeom prst="rect">
              <a:avLst/>
            </a:prstGeom>
            <a:solidFill>
              <a:schemeClr val="accent3">
                <a:lumMod val="75000"/>
              </a:schemeClr>
            </a:solidFill>
            <a:ln>
              <a:solidFill>
                <a:srgbClr val="00B0F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6" name="矩形 15"/>
            <p:cNvSpPr/>
            <p:nvPr/>
          </p:nvSpPr>
          <p:spPr>
            <a:xfrm>
              <a:off x="1753" y="4519"/>
              <a:ext cx="9339" cy="4217"/>
            </a:xfrm>
            <a:prstGeom prst="rect">
              <a:avLst/>
            </a:prstGeom>
          </p:spPr>
          <p:txBody>
            <a:bodyPr wrap="square">
              <a:spAutoFit/>
            </a:bodyPr>
            <a:lstStyle/>
            <a:p>
              <a:pPr indent="457200">
                <a:lnSpc>
                  <a:spcPct val="120000"/>
                </a:lnSpc>
                <a:defRPr/>
              </a:pPr>
              <a:r>
                <a:rPr sz="2000" dirty="0">
                  <a:solidFill>
                    <a:schemeClr val="bg1"/>
                  </a:solidFill>
                  <a:ea typeface="微软雅黑" panose="020B0503020204020204" charset="-122"/>
                  <a:sym typeface="+mn-ea"/>
                </a:rPr>
                <a:t>如果对象接收到消息后立即执行某个活动，称对象被激活了，激活用细长的矩形框表示，写在该对象的下方。消息可以带有条件表达式，用来表示分支或决定是否发送。带有分支的消息，某一时刻只发送分支中的一个消息。</a:t>
              </a:r>
              <a:endParaRPr sz="2000" dirty="0">
                <a:solidFill>
                  <a:schemeClr val="bg1"/>
                </a:solidFill>
                <a:ea typeface="微软雅黑" panose="020B0503020204020204" charset="-122"/>
              </a:endParaRPr>
            </a:p>
            <a:p>
              <a:pPr indent="457200">
                <a:lnSpc>
                  <a:spcPct val="120000"/>
                </a:lnSpc>
                <a:defRPr/>
              </a:pPr>
              <a:r>
                <a:rPr sz="2000" dirty="0">
                  <a:solidFill>
                    <a:schemeClr val="bg1"/>
                  </a:solidFill>
                  <a:ea typeface="微软雅黑" panose="020B0503020204020204" charset="-122"/>
                  <a:sym typeface="+mn-ea"/>
                </a:rPr>
                <a:t>浏览顺序图的方法是，从上到下按时间的顺序查看对象之间交互的消息</a:t>
              </a:r>
              <a:r>
                <a:rPr lang="zh-CN" sz="2000" dirty="0">
                  <a:solidFill>
                    <a:schemeClr val="bg1"/>
                  </a:solidFill>
                  <a:ea typeface="微软雅黑" panose="020B0503020204020204" charset="-122"/>
                  <a:sym typeface="+mn-ea"/>
                </a:rPr>
                <a:t>。</a:t>
              </a:r>
            </a:p>
          </p:txBody>
        </p:sp>
      </p:grpSp>
      <p:pic>
        <p:nvPicPr>
          <p:cNvPr id="13" name="图片 12" descr="A000220150322E36PPIC"/>
          <p:cNvPicPr>
            <a:picLocks noChangeAspect="1"/>
          </p:cNvPicPr>
          <p:nvPr/>
        </p:nvPicPr>
        <p:blipFill>
          <a:blip r:embed="rId2" cstate="print"/>
          <a:stretch>
            <a:fillRect/>
          </a:stretch>
        </p:blipFill>
        <p:spPr>
          <a:xfrm>
            <a:off x="7324090" y="2332355"/>
            <a:ext cx="4867910" cy="3169285"/>
          </a:xfrm>
          <a:prstGeom prst="rect">
            <a:avLst/>
          </a:prstGeom>
        </p:spPr>
      </p:pic>
    </p:spTree>
  </p:cSld>
  <p:clrMapOvr>
    <a:masterClrMapping/>
  </p:clrMapOvr>
  <p:transition>
    <p:diamond/>
  </p:transition>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694801" y="360000"/>
            <a:ext cx="5401200" cy="523220"/>
          </a:xfrm>
        </p:spPr>
        <p:txBody>
          <a:bodyPr>
            <a:normAutofit/>
          </a:bodyPr>
          <a:lstStyle/>
          <a:p>
            <a:r>
              <a:rPr lang="en-US" altLang="zh-CN" dirty="0">
                <a:sym typeface="+mn-ea"/>
              </a:rPr>
              <a:t>6.3 UML</a:t>
            </a:r>
            <a:r>
              <a:rPr lang="zh-CN" altLang="en-US" dirty="0">
                <a:sym typeface="+mn-ea"/>
              </a:rPr>
              <a:t>图</a:t>
            </a:r>
            <a:endParaRPr lang="zh-CN" altLang="en-US" dirty="0"/>
          </a:p>
        </p:txBody>
      </p:sp>
      <p:sp>
        <p:nvSpPr>
          <p:cNvPr id="6" name="文本占位符 5">
            <a:extLst>
              <a:ext uri="{FF2B5EF4-FFF2-40B4-BE49-F238E27FC236}">
                <a16:creationId xmlns:a16="http://schemas.microsoft.com/office/drawing/2014/main" id="{D19D3885-69A2-7800-39AC-9C2C83217366}"/>
              </a:ext>
            </a:extLst>
          </p:cNvPr>
          <p:cNvSpPr>
            <a:spLocks noGrp="1"/>
          </p:cNvSpPr>
          <p:nvPr>
            <p:ph type="body" sz="quarter" idx="10"/>
          </p:nvPr>
        </p:nvSpPr>
        <p:spPr/>
        <p:txBody>
          <a:bodyPr/>
          <a:lstStyle/>
          <a:p>
            <a:endParaRPr lang="zh-CN" altLang="en-US"/>
          </a:p>
        </p:txBody>
      </p:sp>
      <p:sp>
        <p:nvSpPr>
          <p:cNvPr id="29" name="TextBox 6"/>
          <p:cNvSpPr txBox="1"/>
          <p:nvPr/>
        </p:nvSpPr>
        <p:spPr>
          <a:xfrm>
            <a:off x="809625" y="1403350"/>
            <a:ext cx="5777230" cy="525657"/>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zh-CN" altLang="en-US" sz="2400" dirty="0">
                <a:solidFill>
                  <a:schemeClr val="tx1"/>
                </a:solidFill>
              </a:rPr>
              <a:t>案例</a:t>
            </a:r>
          </a:p>
        </p:txBody>
      </p:sp>
      <p:grpSp>
        <p:nvGrpSpPr>
          <p:cNvPr id="2" name="组合 37"/>
          <p:cNvGrpSpPr/>
          <p:nvPr/>
        </p:nvGrpSpPr>
        <p:grpSpPr>
          <a:xfrm>
            <a:off x="894706" y="2120331"/>
            <a:ext cx="10303510" cy="4048760"/>
            <a:chOff x="1499" y="3149"/>
            <a:chExt cx="16226" cy="6376"/>
          </a:xfrm>
        </p:grpSpPr>
        <p:sp>
          <p:nvSpPr>
            <p:cNvPr id="43" name="TextBox 42"/>
            <p:cNvSpPr txBox="1"/>
            <p:nvPr/>
          </p:nvSpPr>
          <p:spPr>
            <a:xfrm>
              <a:off x="3431" y="3419"/>
              <a:ext cx="14294" cy="630"/>
            </a:xfrm>
            <a:prstGeom prst="rect">
              <a:avLst/>
            </a:prstGeom>
            <a:noFill/>
          </p:spPr>
          <p:txBody>
            <a:bodyPr wrap="square">
              <a:spAutoFit/>
            </a:bodyPr>
            <a:lstStyle/>
            <a:p>
              <a:r>
                <a:rPr lang="zh-CN" altLang="en-US" sz="2000" dirty="0"/>
                <a:t>用顺序图描述打电话的操作过程。</a:t>
              </a:r>
            </a:p>
          </p:txBody>
        </p:sp>
        <p:sp>
          <p:nvSpPr>
            <p:cNvPr id="44" name="矩形 43"/>
            <p:cNvSpPr>
              <a:spLocks noChangeAspect="1"/>
            </p:cNvSpPr>
            <p:nvPr/>
          </p:nvSpPr>
          <p:spPr>
            <a:xfrm>
              <a:off x="1499" y="4275"/>
              <a:ext cx="8456" cy="5250"/>
            </a:xfrm>
            <a:prstGeom prst="rect">
              <a:avLst/>
            </a:prstGeom>
            <a:ln w="12700">
              <a:solidFill>
                <a:srgbClr val="0883C8"/>
              </a:solidFill>
              <a:prstDash val="dash"/>
            </a:ln>
          </p:spPr>
          <p:style>
            <a:lnRef idx="1">
              <a:schemeClr val="accent6"/>
            </a:lnRef>
            <a:fillRef idx="0">
              <a:schemeClr val="accent6"/>
            </a:fillRef>
            <a:effectRef idx="0">
              <a:schemeClr val="accent6"/>
            </a:effectRef>
            <a:fontRef idx="minor">
              <a:schemeClr val="tx1"/>
            </a:fontRef>
          </p:style>
          <p:txBody>
            <a:bodyPr rtlCol="0" anchor="ctr"/>
            <a:lstStyle/>
            <a:p>
              <a:pPr algn="ctr"/>
              <a:endParaRPr lang="zh-CN" altLang="en-US" b="1" dirty="0">
                <a:latin typeface="Times New Roman" panose="02020603050405020304" charset="0"/>
              </a:endParaRPr>
            </a:p>
          </p:txBody>
        </p:sp>
        <p:grpSp>
          <p:nvGrpSpPr>
            <p:cNvPr id="4" name="组合 20"/>
            <p:cNvGrpSpPr/>
            <p:nvPr/>
          </p:nvGrpSpPr>
          <p:grpSpPr>
            <a:xfrm>
              <a:off x="1500" y="3149"/>
              <a:ext cx="1931" cy="1125"/>
              <a:chOff x="2738416" y="1357298"/>
              <a:chExt cx="1071570" cy="714379"/>
            </a:xfrm>
          </p:grpSpPr>
          <p:pic>
            <p:nvPicPr>
              <p:cNvPr id="48" name="Picture 2" descr="E:\仝德志文件，勿删！\03-参考文档\！PPT图片及版面资源\06-PPT精选插图\12-标签\蓝色燕尾01.png"/>
              <p:cNvPicPr>
                <a:picLocks noChangeAspect="1" noChangeArrowheads="1"/>
              </p:cNvPicPr>
              <p:nvPr/>
            </p:nvPicPr>
            <p:blipFill>
              <a:blip r:embed="rId2" cstate="email"/>
              <a:srcRect/>
              <a:stretch>
                <a:fillRect/>
              </a:stretch>
            </p:blipFill>
            <p:spPr bwMode="auto">
              <a:xfrm rot="16200000">
                <a:off x="2917011" y="1178703"/>
                <a:ext cx="714379" cy="1071570"/>
              </a:xfrm>
              <a:prstGeom prst="rect">
                <a:avLst/>
              </a:prstGeom>
              <a:noFill/>
              <a:extLst>
                <a:ext uri="{909E8E84-426E-40DD-AFC4-6F175D3DCCD1}">
                  <a14:hiddenFill xmlns:a14="http://schemas.microsoft.com/office/drawing/2010/main">
                    <a:solidFill>
                      <a:srgbClr val="FFFFFF"/>
                    </a:solidFill>
                  </a14:hiddenFill>
                </a:ext>
              </a:extLst>
            </p:spPr>
          </p:pic>
          <p:sp>
            <p:nvSpPr>
              <p:cNvPr id="49" name="TextBox 7"/>
              <p:cNvSpPr txBox="1"/>
              <p:nvPr/>
            </p:nvSpPr>
            <p:spPr>
              <a:xfrm>
                <a:off x="2811667" y="1467100"/>
                <a:ext cx="998319" cy="461549"/>
              </a:xfrm>
              <a:prstGeom prst="rect">
                <a:avLst/>
              </a:prstGeom>
              <a:noFill/>
            </p:spPr>
            <p:txBody>
              <a:bodyPr wrap="square" rtlCol="0">
                <a:spAutoFit/>
              </a:bodyPr>
              <a:lstStyle/>
              <a:p>
                <a:r>
                  <a:rPr lang="zh-CN" altLang="en-US" sz="2400" dirty="0">
                    <a:solidFill>
                      <a:schemeClr val="bg1"/>
                    </a:solidFill>
                    <a:sym typeface="+mn-ea"/>
                  </a:rPr>
                  <a:t>例 </a:t>
                </a:r>
                <a:r>
                  <a:rPr lang="en-US" altLang="zh-CN" sz="2400" dirty="0">
                    <a:solidFill>
                      <a:schemeClr val="bg1"/>
                    </a:solidFill>
                    <a:sym typeface="+mn-ea"/>
                  </a:rPr>
                  <a:t>6-3</a:t>
                </a:r>
                <a:endParaRPr lang="en-US" altLang="zh-CN" sz="2400" b="1" dirty="0">
                  <a:solidFill>
                    <a:schemeClr val="bg1"/>
                  </a:solidFill>
                  <a:latin typeface="微软雅黑" panose="020B0503020204020204" charset="-122"/>
                  <a:ea typeface="微软雅黑" panose="020B0503020204020204" charset="-122"/>
                  <a:sym typeface="+mn-ea"/>
                </a:endParaRPr>
              </a:p>
            </p:txBody>
          </p:sp>
        </p:grpSp>
        <p:sp>
          <p:nvSpPr>
            <p:cNvPr id="46" name="TextBox 45"/>
            <p:cNvSpPr txBox="1"/>
            <p:nvPr/>
          </p:nvSpPr>
          <p:spPr>
            <a:xfrm>
              <a:off x="1725" y="4725"/>
              <a:ext cx="13522" cy="658"/>
            </a:xfrm>
            <a:prstGeom prst="rect">
              <a:avLst/>
            </a:prstGeom>
            <a:noFill/>
          </p:spPr>
          <p:txBody>
            <a:bodyPr wrap="square">
              <a:spAutoFit/>
            </a:bodyPr>
            <a:lstStyle/>
            <a:p>
              <a:endParaRPr lang="zh-CN" altLang="en-US" sz="2000" b="1" dirty="0">
                <a:solidFill>
                  <a:srgbClr val="00B0F0"/>
                </a:solidFill>
                <a:latin typeface="微软雅黑" panose="020B0503020204020204" charset="-122"/>
                <a:ea typeface="微软雅黑" panose="020B0503020204020204" charset="-122"/>
              </a:endParaRPr>
            </a:p>
          </p:txBody>
        </p:sp>
        <p:sp>
          <p:nvSpPr>
            <p:cNvPr id="47" name="TextBox 46"/>
            <p:cNvSpPr txBox="1"/>
            <p:nvPr/>
          </p:nvSpPr>
          <p:spPr>
            <a:xfrm>
              <a:off x="1708" y="4532"/>
              <a:ext cx="7989" cy="4806"/>
            </a:xfrm>
            <a:prstGeom prst="rect">
              <a:avLst/>
            </a:prstGeom>
            <a:solidFill>
              <a:schemeClr val="bg1">
                <a:lumMod val="95000"/>
              </a:schemeClr>
            </a:solidFill>
          </p:spPr>
          <p:txBody>
            <a:bodyPr wrap="square">
              <a:spAutoFit/>
            </a:bodyPr>
            <a:lstStyle/>
            <a:p>
              <a:pPr>
                <a:lnSpc>
                  <a:spcPct val="120000"/>
                </a:lnSpc>
              </a:pPr>
              <a:r>
                <a:rPr lang="zh-CN" altLang="en-US" dirty="0">
                  <a:latin typeface="Times New Roman" panose="02020603050405020304" charset="0"/>
                  <a:ea typeface="微软雅黑" panose="020B0503020204020204" pitchFamily="34" charset="-122"/>
                </a:rPr>
                <a:t>        打电话时，主叫方拿起听筒，信息就发给交换机；交换机接到信息后，发信息给主叫方，电话发出拨号音；主叫方拨电话号码；交换机发响铃信息给通话双方；若被叫方在</a:t>
              </a:r>
              <a:r>
                <a:rPr lang="en-US" altLang="zh-CN" dirty="0">
                  <a:latin typeface="Times New Roman" panose="02020603050405020304" charset="0"/>
                  <a:ea typeface="微软雅黑" panose="020B0503020204020204" pitchFamily="34" charset="-122"/>
                </a:rPr>
                <a:t>30</a:t>
              </a:r>
              <a:r>
                <a:rPr lang="zh-CN" altLang="en-US" dirty="0">
                  <a:latin typeface="Times New Roman" panose="02020603050405020304" charset="0"/>
                  <a:ea typeface="微软雅黑" panose="020B0503020204020204" pitchFamily="34" charset="-122"/>
                </a:rPr>
                <a:t>秒内接听电话，双方就可通话；通话结束，停止铃音。若被叫方在</a:t>
              </a:r>
              <a:r>
                <a:rPr lang="en-US" altLang="zh-CN" dirty="0">
                  <a:latin typeface="Times New Roman" panose="02020603050405020304" charset="0"/>
                  <a:ea typeface="微软雅黑" panose="020B0503020204020204" pitchFamily="34" charset="-122"/>
                </a:rPr>
                <a:t>30</a:t>
              </a:r>
              <a:r>
                <a:rPr lang="zh-CN" altLang="en-US" dirty="0">
                  <a:latin typeface="Times New Roman" panose="02020603050405020304" charset="0"/>
                  <a:ea typeface="微软雅黑" panose="020B0503020204020204" pitchFamily="34" charset="-122"/>
                </a:rPr>
                <a:t>秒内没有接听电话，则停止铃音，不能通话。</a:t>
              </a:r>
            </a:p>
            <a:p>
              <a:pPr>
                <a:lnSpc>
                  <a:spcPct val="120000"/>
                </a:lnSpc>
              </a:pPr>
              <a:r>
                <a:rPr lang="zh-CN" altLang="en-US" dirty="0">
                  <a:latin typeface="Times New Roman" panose="02020603050405020304" charset="0"/>
                  <a:ea typeface="微软雅黑" panose="020B0503020204020204" pitchFamily="34" charset="-122"/>
                </a:rPr>
                <a:t>图</a:t>
              </a:r>
              <a:r>
                <a:rPr lang="en-US" altLang="zh-CN" dirty="0">
                  <a:latin typeface="Times New Roman" panose="02020603050405020304" charset="0"/>
                  <a:ea typeface="微软雅黑" panose="020B0503020204020204" pitchFamily="34" charset="-122"/>
                </a:rPr>
                <a:t>6-17</a:t>
              </a:r>
              <a:r>
                <a:rPr lang="zh-CN" altLang="en-US" dirty="0">
                  <a:latin typeface="Times New Roman" panose="02020603050405020304" charset="0"/>
                  <a:ea typeface="微软雅黑" panose="020B0503020204020204" pitchFamily="34" charset="-122"/>
                </a:rPr>
                <a:t>是一个描述打电话操作过程的顺序图。这里，对于被叫方没有接听电话而不能通话，这样的情况反映不出来。此时，可以用活动图描述。</a:t>
              </a:r>
            </a:p>
          </p:txBody>
        </p:sp>
      </p:grpSp>
      <p:pic>
        <p:nvPicPr>
          <p:cNvPr id="151554" name="图片 167"/>
          <p:cNvPicPr>
            <a:picLocks noChangeAspect="1" noChangeArrowheads="1"/>
          </p:cNvPicPr>
          <p:nvPr/>
        </p:nvPicPr>
        <p:blipFill>
          <a:blip r:embed="rId3" cstate="print"/>
          <a:srcRect/>
          <a:stretch>
            <a:fillRect/>
          </a:stretch>
        </p:blipFill>
        <p:spPr bwMode="auto">
          <a:xfrm>
            <a:off x="6605518" y="2797790"/>
            <a:ext cx="4543140" cy="3218699"/>
          </a:xfrm>
          <a:prstGeom prst="rect">
            <a:avLst/>
          </a:prstGeom>
          <a:noFill/>
          <a:ln w="9525">
            <a:noFill/>
            <a:miter lim="800000"/>
            <a:headEnd/>
            <a:tailEnd/>
          </a:ln>
        </p:spPr>
      </p:pic>
    </p:spTree>
  </p:cSld>
  <p:clrMapOvr>
    <a:masterClrMapping/>
  </p:clrMapOvr>
  <p:transition>
    <p:diamond/>
  </p:transition>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694801" y="360000"/>
            <a:ext cx="5401200" cy="523220"/>
          </a:xfrm>
        </p:spPr>
        <p:txBody>
          <a:bodyPr>
            <a:normAutofit/>
          </a:bodyPr>
          <a:lstStyle/>
          <a:p>
            <a:r>
              <a:rPr lang="en-US" dirty="0"/>
              <a:t>6.3 </a:t>
            </a:r>
            <a:r>
              <a:rPr lang="zh-CN" altLang="en-US" dirty="0">
                <a:sym typeface="+mn-ea"/>
              </a:rPr>
              <a:t>UML图</a:t>
            </a:r>
            <a:endParaRPr lang="zh-CN" altLang="en-US" dirty="0"/>
          </a:p>
        </p:txBody>
      </p:sp>
      <p:sp>
        <p:nvSpPr>
          <p:cNvPr id="7" name="文本占位符 6">
            <a:extLst>
              <a:ext uri="{FF2B5EF4-FFF2-40B4-BE49-F238E27FC236}">
                <a16:creationId xmlns:a16="http://schemas.microsoft.com/office/drawing/2014/main" id="{665306AA-06B7-BE76-C295-93B725081077}"/>
              </a:ext>
            </a:extLst>
          </p:cNvPr>
          <p:cNvSpPr>
            <a:spLocks noGrp="1"/>
          </p:cNvSpPr>
          <p:nvPr>
            <p:ph type="body" sz="quarter" idx="10"/>
          </p:nvPr>
        </p:nvSpPr>
        <p:spPr/>
        <p:txBody>
          <a:bodyPr/>
          <a:lstStyle/>
          <a:p>
            <a:endParaRPr lang="zh-CN" altLang="en-US"/>
          </a:p>
        </p:txBody>
      </p:sp>
      <p:sp>
        <p:nvSpPr>
          <p:cNvPr id="29" name="TextBox 6"/>
          <p:cNvSpPr txBox="1"/>
          <p:nvPr/>
        </p:nvSpPr>
        <p:spPr>
          <a:xfrm>
            <a:off x="809625" y="1403350"/>
            <a:ext cx="5777230" cy="566420"/>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6.3.6 </a:t>
            </a:r>
            <a:r>
              <a:rPr lang="zh-CN" altLang="en-US" sz="2400" dirty="0">
                <a:solidFill>
                  <a:schemeClr val="tx1"/>
                </a:solidFill>
              </a:rPr>
              <a:t>活动图</a:t>
            </a:r>
          </a:p>
        </p:txBody>
      </p:sp>
      <p:grpSp>
        <p:nvGrpSpPr>
          <p:cNvPr id="2" name="组合 1"/>
          <p:cNvGrpSpPr/>
          <p:nvPr/>
        </p:nvGrpSpPr>
        <p:grpSpPr>
          <a:xfrm>
            <a:off x="0" y="2461260"/>
            <a:ext cx="12192000" cy="3171825"/>
            <a:chOff x="67" y="4043"/>
            <a:chExt cx="19200" cy="4995"/>
          </a:xfrm>
        </p:grpSpPr>
        <p:sp>
          <p:nvSpPr>
            <p:cNvPr id="6" name="矩形 5"/>
            <p:cNvSpPr/>
            <p:nvPr/>
          </p:nvSpPr>
          <p:spPr>
            <a:xfrm>
              <a:off x="67" y="4043"/>
              <a:ext cx="19200" cy="4995"/>
            </a:xfrm>
            <a:prstGeom prst="rect">
              <a:avLst/>
            </a:prstGeom>
            <a:solidFill>
              <a:schemeClr val="accent3">
                <a:lumMod val="75000"/>
              </a:schemeClr>
            </a:solidFill>
            <a:ln>
              <a:solidFill>
                <a:srgbClr val="00B0F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 name="矩形 3"/>
            <p:cNvSpPr/>
            <p:nvPr/>
          </p:nvSpPr>
          <p:spPr>
            <a:xfrm>
              <a:off x="966" y="4165"/>
              <a:ext cx="12159" cy="4752"/>
            </a:xfrm>
            <a:prstGeom prst="rect">
              <a:avLst/>
            </a:prstGeom>
          </p:spPr>
          <p:txBody>
            <a:bodyPr wrap="square">
              <a:spAutoFit/>
            </a:bodyPr>
            <a:lstStyle/>
            <a:p>
              <a:pPr indent="457200">
                <a:lnSpc>
                  <a:spcPct val="120000"/>
                </a:lnSpc>
                <a:defRPr/>
              </a:pPr>
              <a:r>
                <a:rPr sz="2000" dirty="0">
                  <a:solidFill>
                    <a:schemeClr val="bg1"/>
                  </a:solidFill>
                  <a:ea typeface="微软雅黑" panose="020B0503020204020204" charset="-122"/>
                </a:rPr>
                <a:t>活动图（Activity Diagram）是状态图的一种特殊情况。无需指明任何事件，只要动作被执行，活动图中的状态就自动开始转换。如果状态转换的触发事件是内部动作的完成，可用活动图描述；当状态转换的触发事件是外部事件时，常用状态转换图来表示。</a:t>
              </a:r>
            </a:p>
            <a:p>
              <a:pPr indent="457200">
                <a:lnSpc>
                  <a:spcPct val="120000"/>
                </a:lnSpc>
                <a:defRPr/>
              </a:pPr>
              <a:r>
                <a:rPr sz="2000" dirty="0">
                  <a:solidFill>
                    <a:schemeClr val="bg1"/>
                  </a:solidFill>
                  <a:ea typeface="微软雅黑" panose="020B0503020204020204" charset="-122"/>
                </a:rPr>
                <a:t>在活动图中，用例和对象的行为中的各个活动之间通常具有时间顺序。活动图表达这种顺序，展示出对象执行某种行为时或者在业务过程中所要经历的各个活动和判定点。每个活动用一个圆角矩形表示，判定点用菱形框表示。</a:t>
              </a:r>
            </a:p>
          </p:txBody>
        </p:sp>
      </p:grpSp>
      <p:pic>
        <p:nvPicPr>
          <p:cNvPr id="11" name="图片 10" descr="A000220150821C90PPIC"/>
          <p:cNvPicPr>
            <a:picLocks noChangeAspect="1"/>
          </p:cNvPicPr>
          <p:nvPr/>
        </p:nvPicPr>
        <p:blipFill>
          <a:blip r:embed="rId2" cstate="print"/>
          <a:stretch>
            <a:fillRect/>
          </a:stretch>
        </p:blipFill>
        <p:spPr>
          <a:xfrm>
            <a:off x="8334622" y="2809591"/>
            <a:ext cx="3857378" cy="2608571"/>
          </a:xfrm>
          <a:prstGeom prst="decagon">
            <a:avLst/>
          </a:prstGeom>
        </p:spPr>
      </p:pic>
    </p:spTree>
  </p:cSld>
  <p:clrMapOvr>
    <a:masterClrMapping/>
  </p:clrMapOvr>
  <p:transition>
    <p:diamond/>
  </p:transition>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694801" y="360000"/>
            <a:ext cx="5401200" cy="523220"/>
          </a:xfrm>
        </p:spPr>
        <p:txBody>
          <a:bodyPr>
            <a:normAutofit/>
          </a:bodyPr>
          <a:lstStyle/>
          <a:p>
            <a:r>
              <a:rPr lang="en-US" altLang="zh-CN" dirty="0">
                <a:sym typeface="+mn-ea"/>
              </a:rPr>
              <a:t>6.3 UML</a:t>
            </a:r>
            <a:r>
              <a:rPr lang="zh-CN" altLang="en-US" dirty="0">
                <a:sym typeface="+mn-ea"/>
              </a:rPr>
              <a:t>图</a:t>
            </a:r>
            <a:endParaRPr lang="zh-CN" altLang="en-US" dirty="0"/>
          </a:p>
        </p:txBody>
      </p:sp>
      <p:sp>
        <p:nvSpPr>
          <p:cNvPr id="6" name="文本占位符 5">
            <a:extLst>
              <a:ext uri="{FF2B5EF4-FFF2-40B4-BE49-F238E27FC236}">
                <a16:creationId xmlns:a16="http://schemas.microsoft.com/office/drawing/2014/main" id="{B5104003-C732-3E79-8098-A66E47E9AA7A}"/>
              </a:ext>
            </a:extLst>
          </p:cNvPr>
          <p:cNvSpPr>
            <a:spLocks noGrp="1"/>
          </p:cNvSpPr>
          <p:nvPr>
            <p:ph type="body" sz="quarter" idx="10"/>
          </p:nvPr>
        </p:nvSpPr>
        <p:spPr/>
        <p:txBody>
          <a:bodyPr/>
          <a:lstStyle/>
          <a:p>
            <a:endParaRPr lang="zh-CN" altLang="en-US"/>
          </a:p>
        </p:txBody>
      </p:sp>
      <p:sp>
        <p:nvSpPr>
          <p:cNvPr id="29" name="TextBox 6"/>
          <p:cNvSpPr txBox="1"/>
          <p:nvPr/>
        </p:nvSpPr>
        <p:spPr>
          <a:xfrm>
            <a:off x="809625" y="1403350"/>
            <a:ext cx="5777230" cy="525657"/>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zh-CN" altLang="en-US" sz="2400" dirty="0">
                <a:solidFill>
                  <a:schemeClr val="tx1"/>
                </a:solidFill>
              </a:rPr>
              <a:t>案例</a:t>
            </a:r>
          </a:p>
        </p:txBody>
      </p:sp>
      <p:sp>
        <p:nvSpPr>
          <p:cNvPr id="43" name="TextBox 42"/>
          <p:cNvSpPr txBox="1"/>
          <p:nvPr/>
        </p:nvSpPr>
        <p:spPr>
          <a:xfrm>
            <a:off x="2121526" y="2291781"/>
            <a:ext cx="9076690" cy="400050"/>
          </a:xfrm>
          <a:prstGeom prst="rect">
            <a:avLst/>
          </a:prstGeom>
          <a:noFill/>
        </p:spPr>
        <p:txBody>
          <a:bodyPr wrap="square">
            <a:spAutoFit/>
          </a:bodyPr>
          <a:lstStyle/>
          <a:p>
            <a:r>
              <a:rPr lang="zh-CN" altLang="en-US" sz="2000" dirty="0"/>
              <a:t>用活动图描述打电话过程。</a:t>
            </a:r>
          </a:p>
        </p:txBody>
      </p:sp>
      <p:sp>
        <p:nvSpPr>
          <p:cNvPr id="44" name="矩形 43"/>
          <p:cNvSpPr>
            <a:spLocks noChangeAspect="1"/>
          </p:cNvSpPr>
          <p:nvPr/>
        </p:nvSpPr>
        <p:spPr>
          <a:xfrm>
            <a:off x="894706" y="2835341"/>
            <a:ext cx="5369560" cy="3333750"/>
          </a:xfrm>
          <a:prstGeom prst="rect">
            <a:avLst/>
          </a:prstGeom>
          <a:ln w="12700">
            <a:solidFill>
              <a:srgbClr val="0883C8"/>
            </a:solidFill>
            <a:prstDash val="dash"/>
          </a:ln>
        </p:spPr>
        <p:style>
          <a:lnRef idx="1">
            <a:schemeClr val="accent6"/>
          </a:lnRef>
          <a:fillRef idx="0">
            <a:schemeClr val="accent6"/>
          </a:fillRef>
          <a:effectRef idx="0">
            <a:schemeClr val="accent6"/>
          </a:effectRef>
          <a:fontRef idx="minor">
            <a:schemeClr val="tx1"/>
          </a:fontRef>
        </p:style>
        <p:txBody>
          <a:bodyPr rtlCol="0" anchor="ctr"/>
          <a:lstStyle/>
          <a:p>
            <a:pPr algn="ctr"/>
            <a:endParaRPr lang="zh-CN" altLang="en-US" b="1" dirty="0">
              <a:latin typeface="Times New Roman" panose="02020603050405020304" charset="0"/>
            </a:endParaRPr>
          </a:p>
        </p:txBody>
      </p:sp>
      <p:grpSp>
        <p:nvGrpSpPr>
          <p:cNvPr id="4" name="组合 20"/>
          <p:cNvGrpSpPr/>
          <p:nvPr/>
        </p:nvGrpSpPr>
        <p:grpSpPr>
          <a:xfrm>
            <a:off x="895341" y="2120331"/>
            <a:ext cx="1226185" cy="714375"/>
            <a:chOff x="2738416" y="1357298"/>
            <a:chExt cx="1071570" cy="714379"/>
          </a:xfrm>
        </p:grpSpPr>
        <p:pic>
          <p:nvPicPr>
            <p:cNvPr id="48" name="Picture 2" descr="E:\仝德志文件，勿删！\03-参考文档\！PPT图片及版面资源\06-PPT精选插图\12-标签\蓝色燕尾01.png"/>
            <p:cNvPicPr>
              <a:picLocks noChangeAspect="1" noChangeArrowheads="1"/>
            </p:cNvPicPr>
            <p:nvPr/>
          </p:nvPicPr>
          <p:blipFill>
            <a:blip r:embed="rId2" cstate="email"/>
            <a:srcRect/>
            <a:stretch>
              <a:fillRect/>
            </a:stretch>
          </p:blipFill>
          <p:spPr bwMode="auto">
            <a:xfrm rot="16200000">
              <a:off x="2917011" y="1178703"/>
              <a:ext cx="714379" cy="1071570"/>
            </a:xfrm>
            <a:prstGeom prst="rect">
              <a:avLst/>
            </a:prstGeom>
            <a:noFill/>
            <a:extLst>
              <a:ext uri="{909E8E84-426E-40DD-AFC4-6F175D3DCCD1}">
                <a14:hiddenFill xmlns:a14="http://schemas.microsoft.com/office/drawing/2010/main">
                  <a:solidFill>
                    <a:srgbClr val="FFFFFF"/>
                  </a:solidFill>
                </a14:hiddenFill>
              </a:ext>
            </a:extLst>
          </p:spPr>
        </p:pic>
        <p:sp>
          <p:nvSpPr>
            <p:cNvPr id="49" name="TextBox 7"/>
            <p:cNvSpPr txBox="1"/>
            <p:nvPr/>
          </p:nvSpPr>
          <p:spPr>
            <a:xfrm>
              <a:off x="2811667" y="1467100"/>
              <a:ext cx="998319" cy="461549"/>
            </a:xfrm>
            <a:prstGeom prst="rect">
              <a:avLst/>
            </a:prstGeom>
            <a:noFill/>
          </p:spPr>
          <p:txBody>
            <a:bodyPr wrap="square" rtlCol="0">
              <a:spAutoFit/>
            </a:bodyPr>
            <a:lstStyle/>
            <a:p>
              <a:r>
                <a:rPr lang="zh-CN" altLang="en-US" sz="2400" dirty="0">
                  <a:solidFill>
                    <a:schemeClr val="bg1"/>
                  </a:solidFill>
                  <a:sym typeface="+mn-ea"/>
                </a:rPr>
                <a:t>例 </a:t>
              </a:r>
              <a:r>
                <a:rPr lang="en-US" altLang="zh-CN" sz="2400" dirty="0">
                  <a:solidFill>
                    <a:schemeClr val="bg1"/>
                  </a:solidFill>
                  <a:sym typeface="+mn-ea"/>
                </a:rPr>
                <a:t>6-4</a:t>
              </a:r>
              <a:endParaRPr lang="en-US" altLang="zh-CN" sz="2400" b="1" dirty="0">
                <a:solidFill>
                  <a:schemeClr val="bg1"/>
                </a:solidFill>
                <a:latin typeface="微软雅黑" panose="020B0503020204020204" charset="-122"/>
                <a:ea typeface="微软雅黑" panose="020B0503020204020204" charset="-122"/>
                <a:sym typeface="+mn-ea"/>
              </a:endParaRPr>
            </a:p>
          </p:txBody>
        </p:sp>
      </p:grpSp>
      <p:sp>
        <p:nvSpPr>
          <p:cNvPr id="46" name="TextBox 45"/>
          <p:cNvSpPr txBox="1"/>
          <p:nvPr/>
        </p:nvSpPr>
        <p:spPr>
          <a:xfrm>
            <a:off x="1038216" y="3121091"/>
            <a:ext cx="8586470" cy="417830"/>
          </a:xfrm>
          <a:prstGeom prst="rect">
            <a:avLst/>
          </a:prstGeom>
          <a:noFill/>
        </p:spPr>
        <p:txBody>
          <a:bodyPr wrap="square">
            <a:spAutoFit/>
          </a:bodyPr>
          <a:lstStyle/>
          <a:p>
            <a:endParaRPr lang="zh-CN" altLang="en-US" sz="2000" b="1" dirty="0">
              <a:solidFill>
                <a:srgbClr val="00B0F0"/>
              </a:solidFill>
              <a:latin typeface="微软雅黑" panose="020B0503020204020204" charset="-122"/>
              <a:ea typeface="微软雅黑" panose="020B0503020204020204" charset="-122"/>
            </a:endParaRPr>
          </a:p>
        </p:txBody>
      </p:sp>
      <p:sp>
        <p:nvSpPr>
          <p:cNvPr id="47" name="TextBox 46"/>
          <p:cNvSpPr txBox="1"/>
          <p:nvPr/>
        </p:nvSpPr>
        <p:spPr>
          <a:xfrm>
            <a:off x="1027421" y="2998536"/>
            <a:ext cx="5073015" cy="3084195"/>
          </a:xfrm>
          <a:prstGeom prst="rect">
            <a:avLst/>
          </a:prstGeom>
          <a:solidFill>
            <a:schemeClr val="bg1">
              <a:lumMod val="95000"/>
            </a:schemeClr>
          </a:solidFill>
        </p:spPr>
        <p:txBody>
          <a:bodyPr wrap="square">
            <a:spAutoFit/>
          </a:bodyPr>
          <a:lstStyle/>
          <a:p>
            <a:pPr>
              <a:lnSpc>
                <a:spcPct val="120000"/>
              </a:lnSpc>
            </a:pPr>
            <a:r>
              <a:rPr lang="zh-CN" altLang="en-US" dirty="0">
                <a:latin typeface="Times New Roman" panose="02020603050405020304" charset="0"/>
                <a:ea typeface="微软雅黑" panose="020B0503020204020204" pitchFamily="34" charset="-122"/>
              </a:rPr>
              <a:t>         打电话过程可用活动图描述，如图</a:t>
            </a:r>
            <a:r>
              <a:rPr lang="en-US" altLang="zh-CN" dirty="0">
                <a:latin typeface="Times New Roman" panose="02020603050405020304" charset="0"/>
                <a:ea typeface="微软雅黑" panose="020B0503020204020204" pitchFamily="34" charset="-122"/>
              </a:rPr>
              <a:t>6-18</a:t>
            </a:r>
            <a:r>
              <a:rPr lang="zh-CN" altLang="en-US" dirty="0">
                <a:latin typeface="Times New Roman" panose="02020603050405020304" charset="0"/>
                <a:ea typeface="微软雅黑" panose="020B0503020204020204" pitchFamily="34" charset="-122"/>
              </a:rPr>
              <a:t>所示。打电话者拿起听筒；出现拨号音；拨号；连接时如果号码错误就停止，如果号码正确还要判断对方是否线路忙；线路忙则停止；线路不忙才能接通，听到响铃，若对方在</a:t>
            </a:r>
            <a:r>
              <a:rPr lang="en-US" altLang="zh-CN" dirty="0">
                <a:latin typeface="Times New Roman" panose="02020603050405020304" charset="0"/>
                <a:ea typeface="微软雅黑" panose="020B0503020204020204" pitchFamily="34" charset="-122"/>
              </a:rPr>
              <a:t>30</a:t>
            </a:r>
            <a:r>
              <a:rPr lang="zh-CN" altLang="en-US" dirty="0">
                <a:latin typeface="Times New Roman" panose="02020603050405020304" charset="0"/>
                <a:ea typeface="微软雅黑" panose="020B0503020204020204" pitchFamily="34" charset="-122"/>
              </a:rPr>
              <a:t>秒内接听电话，就进行通话，通话结束则停止；若对方超过</a:t>
            </a:r>
            <a:r>
              <a:rPr lang="en-US" altLang="zh-CN" dirty="0">
                <a:latin typeface="Times New Roman" panose="02020603050405020304" charset="0"/>
                <a:ea typeface="微软雅黑" panose="020B0503020204020204" pitchFamily="34" charset="-122"/>
              </a:rPr>
              <a:t>30</a:t>
            </a:r>
            <a:r>
              <a:rPr lang="zh-CN" altLang="en-US" dirty="0">
                <a:latin typeface="Times New Roman" panose="02020603050405020304" charset="0"/>
                <a:ea typeface="微软雅黑" panose="020B0503020204020204" pitchFamily="34" charset="-122"/>
              </a:rPr>
              <a:t>秒未接听则停止。这个活动图描述了拨打电话者的电话功能的设计方案，电话在遇到不同情况时进入不同的状态，图中含有判断。</a:t>
            </a:r>
          </a:p>
        </p:txBody>
      </p:sp>
      <p:pic>
        <p:nvPicPr>
          <p:cNvPr id="150530" name="图片 168"/>
          <p:cNvPicPr>
            <a:picLocks noChangeAspect="1" noChangeArrowheads="1"/>
          </p:cNvPicPr>
          <p:nvPr/>
        </p:nvPicPr>
        <p:blipFill>
          <a:blip r:embed="rId3" cstate="print"/>
          <a:srcRect/>
          <a:stretch>
            <a:fillRect/>
          </a:stretch>
        </p:blipFill>
        <p:spPr bwMode="auto">
          <a:xfrm>
            <a:off x="6482687" y="2852380"/>
            <a:ext cx="4539161" cy="3374243"/>
          </a:xfrm>
          <a:prstGeom prst="rect">
            <a:avLst/>
          </a:prstGeom>
          <a:noFill/>
          <a:ln w="9525">
            <a:noFill/>
            <a:miter lim="800000"/>
            <a:headEnd/>
            <a:tailEnd/>
          </a:ln>
        </p:spPr>
      </p:pic>
    </p:spTree>
  </p:cSld>
  <p:clrMapOvr>
    <a:masterClrMapping/>
  </p:clrMapOvr>
  <p:transition>
    <p:diamond/>
  </p:transition>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694801" y="360000"/>
            <a:ext cx="5401200" cy="523220"/>
          </a:xfrm>
        </p:spPr>
        <p:txBody>
          <a:bodyPr>
            <a:normAutofit/>
          </a:bodyPr>
          <a:lstStyle/>
          <a:p>
            <a:r>
              <a:rPr lang="en-US" dirty="0"/>
              <a:t>6.3 </a:t>
            </a:r>
            <a:r>
              <a:rPr lang="zh-CN" altLang="en-US" dirty="0">
                <a:sym typeface="+mn-ea"/>
              </a:rPr>
              <a:t>UML图</a:t>
            </a:r>
            <a:endParaRPr lang="zh-CN" altLang="en-US" dirty="0"/>
          </a:p>
        </p:txBody>
      </p:sp>
      <p:sp>
        <p:nvSpPr>
          <p:cNvPr id="12" name="文本占位符 11">
            <a:extLst>
              <a:ext uri="{FF2B5EF4-FFF2-40B4-BE49-F238E27FC236}">
                <a16:creationId xmlns:a16="http://schemas.microsoft.com/office/drawing/2014/main" id="{65536807-A5A1-E7C0-ACCA-B83D7238568F}"/>
              </a:ext>
            </a:extLst>
          </p:cNvPr>
          <p:cNvSpPr>
            <a:spLocks noGrp="1"/>
          </p:cNvSpPr>
          <p:nvPr>
            <p:ph type="body" sz="quarter" idx="10"/>
          </p:nvPr>
        </p:nvSpPr>
        <p:spPr/>
        <p:txBody>
          <a:bodyPr/>
          <a:lstStyle/>
          <a:p>
            <a:endParaRPr lang="zh-CN" altLang="en-US"/>
          </a:p>
        </p:txBody>
      </p:sp>
      <p:sp>
        <p:nvSpPr>
          <p:cNvPr id="29" name="TextBox 6"/>
          <p:cNvSpPr txBox="1"/>
          <p:nvPr/>
        </p:nvSpPr>
        <p:spPr>
          <a:xfrm>
            <a:off x="809625" y="1403350"/>
            <a:ext cx="5777230" cy="566420"/>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6.3.7 </a:t>
            </a:r>
            <a:r>
              <a:rPr lang="zh-CN" altLang="en-US" sz="2400" dirty="0">
                <a:solidFill>
                  <a:schemeClr val="tx1"/>
                </a:solidFill>
              </a:rPr>
              <a:t>协作图</a:t>
            </a:r>
          </a:p>
        </p:txBody>
      </p:sp>
      <p:sp>
        <p:nvSpPr>
          <p:cNvPr id="6" name="MH_Desc_1"/>
          <p:cNvSpPr>
            <a:spLocks noChangeArrowheads="1"/>
          </p:cNvSpPr>
          <p:nvPr/>
        </p:nvSpPr>
        <p:spPr bwMode="auto">
          <a:xfrm>
            <a:off x="3021279" y="2684837"/>
            <a:ext cx="6559450" cy="3133033"/>
          </a:xfrm>
          <a:prstGeom prst="roundRect">
            <a:avLst>
              <a:gd name="adj" fmla="val 8912"/>
            </a:avLst>
          </a:prstGeom>
          <a:solidFill>
            <a:schemeClr val="accent3">
              <a:lumMod val="75000"/>
            </a:schemeClr>
          </a:solidFill>
          <a:ln>
            <a:noFill/>
          </a:ln>
          <a:extLst>
            <a:ext uri="{91240B29-F687-4F45-9708-019B960494DF}">
              <a14:hiddenLine xmlns:a14="http://schemas.microsoft.com/office/drawing/2010/main" w="9525">
                <a:solidFill>
                  <a:srgbClr val="000000"/>
                </a:solidFill>
                <a:round/>
              </a14:hiddenLine>
            </a:ext>
          </a:extLst>
        </p:spPr>
        <p:txBody>
          <a:bodyPr lIns="144000" tIns="180000" rIns="144000" bIns="180000" anchor="ctr">
            <a:no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indent="457200" fontAlgn="auto">
              <a:lnSpc>
                <a:spcPct val="120000"/>
              </a:lnSpc>
            </a:pPr>
            <a:r>
              <a:rPr lang="en-US" dirty="0">
                <a:solidFill>
                  <a:schemeClr val="bg1"/>
                </a:solidFill>
                <a:latin typeface="微软雅黑" panose="020B0503020204020204" charset="-122"/>
                <a:ea typeface="微软雅黑" panose="020B0503020204020204" charset="-122"/>
              </a:rPr>
              <a:t> </a:t>
            </a:r>
            <a:r>
              <a:rPr dirty="0">
                <a:solidFill>
                  <a:schemeClr val="bg1"/>
                </a:solidFill>
                <a:latin typeface="微软雅黑" panose="020B0503020204020204" charset="-122"/>
                <a:ea typeface="微软雅黑" panose="020B0503020204020204" charset="-122"/>
              </a:rPr>
              <a:t>协作图（Collaboration Diagram）用于描述系统中相互协作的对象之间的交互关系和关联链接关系，它以对象图的形式来描述。协作图和顺序图都是描述对象间的交互关系，但它们的侧重点不同：顺序图着重表示交互的时间顺序，协作图着重表示交互对象的静态链接关系。</a:t>
            </a:r>
          </a:p>
          <a:p>
            <a:pPr indent="457200" fontAlgn="auto">
              <a:lnSpc>
                <a:spcPct val="120000"/>
              </a:lnSpc>
            </a:pPr>
            <a:r>
              <a:rPr dirty="0">
                <a:solidFill>
                  <a:schemeClr val="bg1"/>
                </a:solidFill>
                <a:latin typeface="微软雅黑" panose="020B0503020204020204" charset="-122"/>
                <a:ea typeface="微软雅黑" panose="020B0503020204020204" charset="-122"/>
              </a:rPr>
              <a:t>协作图中的对象图示与顺序图相同。对象之间的连线代表了对象之间的关联和消息传递，每个消息箭头都带有一个消息标签。</a:t>
            </a:r>
          </a:p>
        </p:txBody>
      </p:sp>
      <p:sp>
        <p:nvSpPr>
          <p:cNvPr id="3076" name="MH_Other_1"/>
          <p:cNvSpPr>
            <a:spLocks noChangeArrowheads="1"/>
          </p:cNvSpPr>
          <p:nvPr/>
        </p:nvSpPr>
        <p:spPr bwMode="auto">
          <a:xfrm>
            <a:off x="1222375" y="1868805"/>
            <a:ext cx="1930446" cy="1844040"/>
          </a:xfrm>
          <a:prstGeom prst="rect">
            <a:avLst/>
          </a:prstGeom>
          <a:noFill/>
          <a:ln w="9525">
            <a:noFill/>
            <a:miter lim="800000"/>
          </a:ln>
        </p:spPr>
        <p:txBody>
          <a:bodyPr wrap="square">
            <a:sp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eaLnBrk="1" hangingPunct="1"/>
            <a:r>
              <a:rPr lang="zh-CN" altLang="en-US" sz="11500" dirty="0">
                <a:solidFill>
                  <a:schemeClr val="accent3">
                    <a:lumMod val="75000"/>
                  </a:schemeClr>
                </a:solidFill>
                <a:latin typeface="微软雅黑" panose="020B0503020204020204" pitchFamily="34" charset="-122"/>
                <a:ea typeface="微软雅黑" panose="020B0503020204020204" pitchFamily="34" charset="-122"/>
              </a:rPr>
              <a:t>“</a:t>
            </a:r>
          </a:p>
        </p:txBody>
      </p:sp>
      <p:sp>
        <p:nvSpPr>
          <p:cNvPr id="3077" name="MH_Other_2"/>
          <p:cNvSpPr>
            <a:spLocks noChangeArrowheads="1"/>
          </p:cNvSpPr>
          <p:nvPr/>
        </p:nvSpPr>
        <p:spPr bwMode="auto">
          <a:xfrm>
            <a:off x="9823791" y="4724710"/>
            <a:ext cx="1930446" cy="1844040"/>
          </a:xfrm>
          <a:prstGeom prst="rect">
            <a:avLst/>
          </a:prstGeom>
          <a:noFill/>
          <a:ln w="9525">
            <a:noFill/>
            <a:miter lim="800000"/>
          </a:ln>
        </p:spPr>
        <p:txBody>
          <a:bodyPr wrap="square">
            <a:sp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eaLnBrk="1" hangingPunct="1"/>
            <a:r>
              <a:rPr lang="zh-CN" altLang="en-US" sz="11500" dirty="0">
                <a:solidFill>
                  <a:schemeClr val="accent3">
                    <a:lumMod val="75000"/>
                  </a:schemeClr>
                </a:solidFill>
                <a:latin typeface="微软雅黑" panose="020B0503020204020204" pitchFamily="34" charset="-122"/>
                <a:ea typeface="微软雅黑" panose="020B0503020204020204" pitchFamily="34" charset="-122"/>
              </a:rPr>
              <a:t>”</a:t>
            </a:r>
          </a:p>
        </p:txBody>
      </p:sp>
    </p:spTree>
  </p:cSld>
  <p:clrMapOvr>
    <a:masterClrMapping/>
  </p:clrMapOvr>
  <p:transition>
    <p:diamond/>
  </p:transition>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694801" y="360000"/>
            <a:ext cx="5401200" cy="523220"/>
          </a:xfrm>
        </p:spPr>
        <p:txBody>
          <a:bodyPr>
            <a:normAutofit/>
          </a:bodyPr>
          <a:lstStyle/>
          <a:p>
            <a:r>
              <a:rPr lang="en-US" dirty="0"/>
              <a:t>6.3 </a:t>
            </a:r>
            <a:r>
              <a:rPr lang="zh-CN" altLang="en-US" dirty="0">
                <a:sym typeface="+mn-ea"/>
              </a:rPr>
              <a:t>UML图</a:t>
            </a:r>
            <a:endParaRPr lang="zh-CN" altLang="en-US" dirty="0"/>
          </a:p>
        </p:txBody>
      </p:sp>
      <p:sp>
        <p:nvSpPr>
          <p:cNvPr id="19" name="文本占位符 18">
            <a:extLst>
              <a:ext uri="{FF2B5EF4-FFF2-40B4-BE49-F238E27FC236}">
                <a16:creationId xmlns:a16="http://schemas.microsoft.com/office/drawing/2014/main" id="{12C530CD-F131-EB48-9CF1-D856C20CAE9E}"/>
              </a:ext>
            </a:extLst>
          </p:cNvPr>
          <p:cNvSpPr>
            <a:spLocks noGrp="1"/>
          </p:cNvSpPr>
          <p:nvPr>
            <p:ph type="body" sz="quarter" idx="10"/>
          </p:nvPr>
        </p:nvSpPr>
        <p:spPr/>
        <p:txBody>
          <a:bodyPr/>
          <a:lstStyle/>
          <a:p>
            <a:endParaRPr lang="zh-CN" altLang="en-US"/>
          </a:p>
        </p:txBody>
      </p:sp>
      <p:sp>
        <p:nvSpPr>
          <p:cNvPr id="29" name="TextBox 6"/>
          <p:cNvSpPr txBox="1"/>
          <p:nvPr/>
        </p:nvSpPr>
        <p:spPr>
          <a:xfrm>
            <a:off x="809625" y="1403350"/>
            <a:ext cx="5777230" cy="566420"/>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6.3.7 </a:t>
            </a:r>
            <a:r>
              <a:rPr lang="zh-CN" altLang="en-US" sz="2400" dirty="0">
                <a:solidFill>
                  <a:schemeClr val="tx1"/>
                </a:solidFill>
              </a:rPr>
              <a:t>协作图</a:t>
            </a:r>
          </a:p>
        </p:txBody>
      </p:sp>
      <p:grpSp>
        <p:nvGrpSpPr>
          <p:cNvPr id="2" name="组合 1"/>
          <p:cNvGrpSpPr/>
          <p:nvPr/>
        </p:nvGrpSpPr>
        <p:grpSpPr>
          <a:xfrm>
            <a:off x="3243040" y="1386517"/>
            <a:ext cx="6992620" cy="1016635"/>
            <a:chOff x="881" y="2735"/>
            <a:chExt cx="11012" cy="1601"/>
          </a:xfrm>
        </p:grpSpPr>
        <p:sp>
          <p:nvSpPr>
            <p:cNvPr id="167" name="圆角矩形"/>
            <p:cNvSpPr/>
            <p:nvPr/>
          </p:nvSpPr>
          <p:spPr>
            <a:xfrm>
              <a:off x="1188" y="3071"/>
              <a:ext cx="10705" cy="1151"/>
            </a:xfrm>
            <a:prstGeom prst="roundRect">
              <a:avLst/>
            </a:prstGeom>
            <a:solidFill>
              <a:schemeClr val="accent3">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scene3d>
                <a:camera prst="orthographicFront"/>
                <a:lightRig rig="threePt" dir="t"/>
              </a:scene3d>
              <a:sp3d>
                <a:contourClr>
                  <a:srgbClr val="FFFFFF"/>
                </a:contourClr>
              </a:sp3d>
            </a:bodyPr>
            <a:lstStyle>
              <a:defPPr>
                <a:defRPr lang="zh-CN"/>
              </a:defPPr>
              <a:lvl1pPr algn="l" rtl="0" eaLnBrk="0" fontAlgn="base" hangingPunct="0">
                <a:spcBef>
                  <a:spcPct val="0"/>
                </a:spcBef>
                <a:spcAft>
                  <a:spcPct val="0"/>
                </a:spcAft>
                <a:defRPr kern="1200">
                  <a:solidFill>
                    <a:schemeClr val="lt1"/>
                  </a:solidFill>
                  <a:latin typeface="+mn-lt"/>
                  <a:ea typeface="+mn-ea"/>
                  <a:cs typeface="+mn-cs"/>
                </a:defRPr>
              </a:lvl1pPr>
              <a:lvl2pPr marL="457200" algn="l" rtl="0" eaLnBrk="0" fontAlgn="base" hangingPunct="0">
                <a:spcBef>
                  <a:spcPct val="0"/>
                </a:spcBef>
                <a:spcAft>
                  <a:spcPct val="0"/>
                </a:spcAft>
                <a:defRPr kern="1200">
                  <a:solidFill>
                    <a:schemeClr val="lt1"/>
                  </a:solidFill>
                  <a:latin typeface="+mn-lt"/>
                  <a:ea typeface="+mn-ea"/>
                  <a:cs typeface="+mn-cs"/>
                </a:defRPr>
              </a:lvl2pPr>
              <a:lvl3pPr marL="914400" algn="l" rtl="0" eaLnBrk="0" fontAlgn="base" hangingPunct="0">
                <a:spcBef>
                  <a:spcPct val="0"/>
                </a:spcBef>
                <a:spcAft>
                  <a:spcPct val="0"/>
                </a:spcAft>
                <a:defRPr kern="1200">
                  <a:solidFill>
                    <a:schemeClr val="lt1"/>
                  </a:solidFill>
                  <a:latin typeface="+mn-lt"/>
                  <a:ea typeface="+mn-ea"/>
                  <a:cs typeface="+mn-cs"/>
                </a:defRPr>
              </a:lvl3pPr>
              <a:lvl4pPr marL="1371600" algn="l" rtl="0" eaLnBrk="0" fontAlgn="base" hangingPunct="0">
                <a:spcBef>
                  <a:spcPct val="0"/>
                </a:spcBef>
                <a:spcAft>
                  <a:spcPct val="0"/>
                </a:spcAft>
                <a:defRPr kern="1200">
                  <a:solidFill>
                    <a:schemeClr val="lt1"/>
                  </a:solidFill>
                  <a:latin typeface="+mn-lt"/>
                  <a:ea typeface="+mn-ea"/>
                  <a:cs typeface="+mn-cs"/>
                </a:defRPr>
              </a:lvl4pPr>
              <a:lvl5pPr marL="1828800" algn="l" rtl="0" eaLnBrk="0" fontAlgn="base" hangingPunct="0">
                <a:spcBef>
                  <a:spcPct val="0"/>
                </a:spcBef>
                <a:spcAft>
                  <a:spcPct val="0"/>
                </a:spcAft>
                <a:defRPr kern="1200">
                  <a:solidFill>
                    <a:schemeClr val="lt1"/>
                  </a:solidFill>
                  <a:latin typeface="+mn-lt"/>
                  <a:ea typeface="+mn-ea"/>
                  <a:cs typeface="+mn-cs"/>
                </a:defRPr>
              </a:lvl5pPr>
              <a:lvl6pPr marL="2286000" algn="l" defTabSz="914400" rtl="0" eaLnBrk="1" latinLnBrk="0" hangingPunct="1">
                <a:defRPr kern="1200">
                  <a:solidFill>
                    <a:schemeClr val="lt1"/>
                  </a:solidFill>
                  <a:latin typeface="+mn-lt"/>
                  <a:ea typeface="+mn-ea"/>
                  <a:cs typeface="+mn-cs"/>
                </a:defRPr>
              </a:lvl6pPr>
              <a:lvl7pPr marL="2743200" algn="l" defTabSz="914400" rtl="0" eaLnBrk="1" latinLnBrk="0" hangingPunct="1">
                <a:defRPr kern="1200">
                  <a:solidFill>
                    <a:schemeClr val="lt1"/>
                  </a:solidFill>
                  <a:latin typeface="+mn-lt"/>
                  <a:ea typeface="+mn-ea"/>
                  <a:cs typeface="+mn-cs"/>
                </a:defRPr>
              </a:lvl7pPr>
              <a:lvl8pPr marL="3200400" algn="l" defTabSz="914400" rtl="0" eaLnBrk="1" latinLnBrk="0" hangingPunct="1">
                <a:defRPr kern="1200">
                  <a:solidFill>
                    <a:schemeClr val="lt1"/>
                  </a:solidFill>
                  <a:latin typeface="+mn-lt"/>
                  <a:ea typeface="+mn-ea"/>
                  <a:cs typeface="+mn-cs"/>
                </a:defRPr>
              </a:lvl8pPr>
              <a:lvl9pPr marL="3657600" algn="l" defTabSz="914400" rtl="0" eaLnBrk="1" latinLnBrk="0" hangingPunct="1">
                <a:defRPr kern="1200">
                  <a:solidFill>
                    <a:schemeClr val="lt1"/>
                  </a:solidFill>
                  <a:latin typeface="+mn-lt"/>
                  <a:ea typeface="+mn-ea"/>
                  <a:cs typeface="+mn-cs"/>
                </a:defRPr>
              </a:lvl9pPr>
            </a:lstStyle>
            <a:p>
              <a:pPr algn="l" eaLnBrk="1" fontAlgn="auto" hangingPunct="1">
                <a:spcBef>
                  <a:spcPts val="0"/>
                </a:spcBef>
                <a:spcAft>
                  <a:spcPts val="0"/>
                </a:spcAft>
                <a:defRPr/>
              </a:pPr>
              <a:r>
                <a:rPr lang="en-US" altLang="zh-CN" dirty="0">
                  <a:solidFill>
                    <a:schemeClr val="bg2">
                      <a:lumMod val="50000"/>
                    </a:schemeClr>
                  </a:solidFill>
                </a:rPr>
                <a:t>   </a:t>
              </a:r>
              <a:endParaRPr lang="zh-CN" altLang="en-US">
                <a:solidFill>
                  <a:schemeClr val="bg2">
                    <a:lumMod val="50000"/>
                  </a:schemeClr>
                </a:solidFill>
              </a:endParaRPr>
            </a:p>
          </p:txBody>
        </p:sp>
        <p:sp>
          <p:nvSpPr>
            <p:cNvPr id="4" name="学士帽"/>
            <p:cNvSpPr/>
            <p:nvPr/>
          </p:nvSpPr>
          <p:spPr bwMode="auto">
            <a:xfrm>
              <a:off x="881" y="2735"/>
              <a:ext cx="1056" cy="744"/>
            </a:xfrm>
            <a:custGeom>
              <a:avLst/>
              <a:gdLst>
                <a:gd name="T0" fmla="*/ 1395067 w 3931"/>
                <a:gd name="T1" fmla="*/ 589725 h 2392"/>
                <a:gd name="T2" fmla="*/ 928365 w 3931"/>
                <a:gd name="T3" fmla="*/ 389484 h 2392"/>
                <a:gd name="T4" fmla="*/ 403040 w 3931"/>
                <a:gd name="T5" fmla="*/ 589725 h 2392"/>
                <a:gd name="T6" fmla="*/ 256480 w 3931"/>
                <a:gd name="T7" fmla="*/ 528782 h 2392"/>
                <a:gd name="T8" fmla="*/ 256480 w 3931"/>
                <a:gd name="T9" fmla="*/ 708403 h 2392"/>
                <a:gd name="T10" fmla="*/ 296326 w 3931"/>
                <a:gd name="T11" fmla="*/ 763389 h 2392"/>
                <a:gd name="T12" fmla="*/ 255564 w 3931"/>
                <a:gd name="T13" fmla="*/ 818375 h 2392"/>
                <a:gd name="T14" fmla="*/ 299074 w 3931"/>
                <a:gd name="T15" fmla="*/ 1011742 h 2392"/>
                <a:gd name="T16" fmla="*/ 170834 w 3931"/>
                <a:gd name="T17" fmla="*/ 1011742 h 2392"/>
                <a:gd name="T18" fmla="*/ 214802 w 3931"/>
                <a:gd name="T19" fmla="*/ 817458 h 2392"/>
                <a:gd name="T20" fmla="*/ 179078 w 3931"/>
                <a:gd name="T21" fmla="*/ 763389 h 2392"/>
                <a:gd name="T22" fmla="*/ 213428 w 3931"/>
                <a:gd name="T23" fmla="*/ 709777 h 2392"/>
                <a:gd name="T24" fmla="*/ 213428 w 3931"/>
                <a:gd name="T25" fmla="*/ 510911 h 2392"/>
                <a:gd name="T26" fmla="*/ 0 w 3931"/>
                <a:gd name="T27" fmla="*/ 421559 h 2392"/>
                <a:gd name="T28" fmla="*/ 938899 w 3931"/>
                <a:gd name="T29" fmla="*/ 0 h 2392"/>
                <a:gd name="T30" fmla="*/ 1800397 w 3931"/>
                <a:gd name="T31" fmla="*/ 427058 h 2392"/>
                <a:gd name="T32" fmla="*/ 1395067 w 3931"/>
                <a:gd name="T33" fmla="*/ 589725 h 2392"/>
                <a:gd name="T34" fmla="*/ 917831 w 3931"/>
                <a:gd name="T35" fmla="*/ 491208 h 2392"/>
                <a:gd name="T36" fmla="*/ 1341481 w 3931"/>
                <a:gd name="T37" fmla="*/ 635088 h 2392"/>
                <a:gd name="T38" fmla="*/ 1341481 w 3931"/>
                <a:gd name="T39" fmla="*/ 983791 h 2392"/>
                <a:gd name="T40" fmla="*/ 896306 w 3931"/>
                <a:gd name="T41" fmla="*/ 1096054 h 2392"/>
                <a:gd name="T42" fmla="*/ 503342 w 3931"/>
                <a:gd name="T43" fmla="*/ 983791 h 2392"/>
                <a:gd name="T44" fmla="*/ 503342 w 3931"/>
                <a:gd name="T45" fmla="*/ 635088 h 2392"/>
                <a:gd name="T46" fmla="*/ 917831 w 3931"/>
                <a:gd name="T47" fmla="*/ 491208 h 2392"/>
                <a:gd name="T48" fmla="*/ 912335 w 3931"/>
                <a:gd name="T49" fmla="*/ 1031904 h 2392"/>
                <a:gd name="T50" fmla="*/ 1254003 w 3931"/>
                <a:gd name="T51" fmla="*/ 946675 h 2392"/>
                <a:gd name="T52" fmla="*/ 912335 w 3931"/>
                <a:gd name="T53" fmla="*/ 860989 h 2392"/>
                <a:gd name="T54" fmla="*/ 571126 w 3931"/>
                <a:gd name="T55" fmla="*/ 946675 h 2392"/>
                <a:gd name="T56" fmla="*/ 912335 w 3931"/>
                <a:gd name="T57" fmla="*/ 1031904 h 2392"/>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Lst>
              <a:ahLst/>
              <a:cxnLst>
                <a:cxn ang="T58">
                  <a:pos x="T0" y="T1"/>
                </a:cxn>
                <a:cxn ang="T59">
                  <a:pos x="T2" y="T3"/>
                </a:cxn>
                <a:cxn ang="T60">
                  <a:pos x="T4" y="T5"/>
                </a:cxn>
                <a:cxn ang="T61">
                  <a:pos x="T6" y="T7"/>
                </a:cxn>
                <a:cxn ang="T62">
                  <a:pos x="T8" y="T9"/>
                </a:cxn>
                <a:cxn ang="T63">
                  <a:pos x="T10" y="T11"/>
                </a:cxn>
                <a:cxn ang="T64">
                  <a:pos x="T12" y="T13"/>
                </a:cxn>
                <a:cxn ang="T65">
                  <a:pos x="T14" y="T15"/>
                </a:cxn>
                <a:cxn ang="T66">
                  <a:pos x="T16" y="T17"/>
                </a:cxn>
                <a:cxn ang="T67">
                  <a:pos x="T18" y="T19"/>
                </a:cxn>
                <a:cxn ang="T68">
                  <a:pos x="T20" y="T21"/>
                </a:cxn>
                <a:cxn ang="T69">
                  <a:pos x="T22" y="T23"/>
                </a:cxn>
                <a:cxn ang="T70">
                  <a:pos x="T24" y="T25"/>
                </a:cxn>
                <a:cxn ang="T71">
                  <a:pos x="T26" y="T27"/>
                </a:cxn>
                <a:cxn ang="T72">
                  <a:pos x="T28" y="T29"/>
                </a:cxn>
                <a:cxn ang="T73">
                  <a:pos x="T30" y="T31"/>
                </a:cxn>
                <a:cxn ang="T74">
                  <a:pos x="T32" y="T33"/>
                </a:cxn>
                <a:cxn ang="T75">
                  <a:pos x="T34" y="T35"/>
                </a:cxn>
                <a:cxn ang="T76">
                  <a:pos x="T36" y="T37"/>
                </a:cxn>
                <a:cxn ang="T77">
                  <a:pos x="T38" y="T39"/>
                </a:cxn>
                <a:cxn ang="T78">
                  <a:pos x="T40" y="T41"/>
                </a:cxn>
                <a:cxn ang="T79">
                  <a:pos x="T42" y="T43"/>
                </a:cxn>
                <a:cxn ang="T80">
                  <a:pos x="T44" y="T45"/>
                </a:cxn>
                <a:cxn ang="T81">
                  <a:pos x="T46" y="T47"/>
                </a:cxn>
                <a:cxn ang="T82">
                  <a:pos x="T48" y="T49"/>
                </a:cxn>
                <a:cxn ang="T83">
                  <a:pos x="T50" y="T51"/>
                </a:cxn>
                <a:cxn ang="T84">
                  <a:pos x="T52" y="T53"/>
                </a:cxn>
                <a:cxn ang="T85">
                  <a:pos x="T54" y="T55"/>
                </a:cxn>
                <a:cxn ang="T86">
                  <a:pos x="T56" y="T57"/>
                </a:cxn>
              </a:cxnLst>
              <a:rect l="0" t="0" r="r" b="b"/>
              <a:pathLst>
                <a:path w="3931" h="2392">
                  <a:moveTo>
                    <a:pt x="3046" y="1287"/>
                  </a:moveTo>
                  <a:cubicBezTo>
                    <a:pt x="3046" y="1287"/>
                    <a:pt x="2618" y="850"/>
                    <a:pt x="2027" y="850"/>
                  </a:cubicBezTo>
                  <a:cubicBezTo>
                    <a:pt x="1450" y="850"/>
                    <a:pt x="880" y="1287"/>
                    <a:pt x="880" y="1287"/>
                  </a:cubicBezTo>
                  <a:cubicBezTo>
                    <a:pt x="560" y="1154"/>
                    <a:pt x="560" y="1154"/>
                    <a:pt x="560" y="1154"/>
                  </a:cubicBezTo>
                  <a:cubicBezTo>
                    <a:pt x="560" y="1546"/>
                    <a:pt x="560" y="1546"/>
                    <a:pt x="560" y="1546"/>
                  </a:cubicBezTo>
                  <a:cubicBezTo>
                    <a:pt x="610" y="1563"/>
                    <a:pt x="647" y="1610"/>
                    <a:pt x="647" y="1666"/>
                  </a:cubicBezTo>
                  <a:cubicBezTo>
                    <a:pt x="647" y="1723"/>
                    <a:pt x="609" y="1769"/>
                    <a:pt x="558" y="1786"/>
                  </a:cubicBezTo>
                  <a:cubicBezTo>
                    <a:pt x="653" y="2208"/>
                    <a:pt x="653" y="2208"/>
                    <a:pt x="653" y="2208"/>
                  </a:cubicBezTo>
                  <a:cubicBezTo>
                    <a:pt x="373" y="2208"/>
                    <a:pt x="373" y="2208"/>
                    <a:pt x="373" y="2208"/>
                  </a:cubicBezTo>
                  <a:cubicBezTo>
                    <a:pt x="469" y="1784"/>
                    <a:pt x="469" y="1784"/>
                    <a:pt x="469" y="1784"/>
                  </a:cubicBezTo>
                  <a:cubicBezTo>
                    <a:pt x="423" y="1764"/>
                    <a:pt x="391" y="1719"/>
                    <a:pt x="391" y="1666"/>
                  </a:cubicBezTo>
                  <a:cubicBezTo>
                    <a:pt x="391" y="1614"/>
                    <a:pt x="422" y="1570"/>
                    <a:pt x="466" y="1549"/>
                  </a:cubicBezTo>
                  <a:cubicBezTo>
                    <a:pt x="466" y="1115"/>
                    <a:pt x="466" y="1115"/>
                    <a:pt x="466" y="1115"/>
                  </a:cubicBezTo>
                  <a:cubicBezTo>
                    <a:pt x="0" y="920"/>
                    <a:pt x="0" y="920"/>
                    <a:pt x="0" y="920"/>
                  </a:cubicBezTo>
                  <a:cubicBezTo>
                    <a:pt x="2050" y="0"/>
                    <a:pt x="2050" y="0"/>
                    <a:pt x="2050" y="0"/>
                  </a:cubicBezTo>
                  <a:cubicBezTo>
                    <a:pt x="3931" y="932"/>
                    <a:pt x="3931" y="932"/>
                    <a:pt x="3931" y="932"/>
                  </a:cubicBezTo>
                  <a:lnTo>
                    <a:pt x="3046" y="1287"/>
                  </a:lnTo>
                  <a:close/>
                  <a:moveTo>
                    <a:pt x="2004" y="1072"/>
                  </a:moveTo>
                  <a:cubicBezTo>
                    <a:pt x="2598" y="1072"/>
                    <a:pt x="2929" y="1386"/>
                    <a:pt x="2929" y="1386"/>
                  </a:cubicBezTo>
                  <a:cubicBezTo>
                    <a:pt x="2929" y="2147"/>
                    <a:pt x="2929" y="2147"/>
                    <a:pt x="2929" y="2147"/>
                  </a:cubicBezTo>
                  <a:cubicBezTo>
                    <a:pt x="2929" y="2147"/>
                    <a:pt x="2586" y="2392"/>
                    <a:pt x="1957" y="2392"/>
                  </a:cubicBezTo>
                  <a:cubicBezTo>
                    <a:pt x="1328" y="2392"/>
                    <a:pt x="1099" y="2147"/>
                    <a:pt x="1099" y="2147"/>
                  </a:cubicBezTo>
                  <a:cubicBezTo>
                    <a:pt x="1099" y="1386"/>
                    <a:pt x="1099" y="1386"/>
                    <a:pt x="1099" y="1386"/>
                  </a:cubicBezTo>
                  <a:cubicBezTo>
                    <a:pt x="1099" y="1386"/>
                    <a:pt x="1410" y="1072"/>
                    <a:pt x="2004" y="1072"/>
                  </a:cubicBezTo>
                  <a:close/>
                  <a:moveTo>
                    <a:pt x="1992" y="2252"/>
                  </a:moveTo>
                  <a:cubicBezTo>
                    <a:pt x="2404" y="2252"/>
                    <a:pt x="2738" y="2168"/>
                    <a:pt x="2738" y="2066"/>
                  </a:cubicBezTo>
                  <a:cubicBezTo>
                    <a:pt x="2738" y="1963"/>
                    <a:pt x="2404" y="1879"/>
                    <a:pt x="1992" y="1879"/>
                  </a:cubicBezTo>
                  <a:cubicBezTo>
                    <a:pt x="1581" y="1879"/>
                    <a:pt x="1247" y="1963"/>
                    <a:pt x="1247" y="2066"/>
                  </a:cubicBezTo>
                  <a:cubicBezTo>
                    <a:pt x="1247" y="2168"/>
                    <a:pt x="1581" y="2252"/>
                    <a:pt x="1992" y="2252"/>
                  </a:cubicBezTo>
                  <a:close/>
                </a:path>
              </a:pathLst>
            </a:custGeom>
            <a:solidFill>
              <a:schemeClr val="accent5">
                <a:lumMod val="75000"/>
              </a:schemeClr>
            </a:solidFill>
            <a:ln>
              <a:noFill/>
            </a:ln>
            <a:extLst>
              <a:ext uri="{91240B29-F687-4F45-9708-019B960494DF}">
                <a14:hiddenLine xmlns:a14="http://schemas.microsoft.com/office/drawing/2010/main" w="9525">
                  <a:solidFill>
                    <a:srgbClr val="000000"/>
                  </a:solidFill>
                  <a:round/>
                </a14:hiddenLine>
              </a:ext>
            </a:extLst>
          </p:spPr>
          <p:txBody>
            <a:bodyPr anchor="ctr" anchorCtr="1"/>
            <a:lstStyle>
              <a:defPPr>
                <a:defRPr lang="zh-CN"/>
              </a:defPPr>
              <a:lvl1pPr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1pPr>
              <a:lvl2pPr marL="4572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2pPr>
              <a:lvl3pPr marL="9144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3pPr>
              <a:lvl4pPr marL="13716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4pPr>
              <a:lvl5pPr marL="18288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5pPr>
              <a:lvl6pPr marL="2286000" algn="l" defTabSz="914400" rtl="0" eaLnBrk="1" latinLnBrk="0" hangingPunct="1">
                <a:defRPr kern="1200">
                  <a:solidFill>
                    <a:schemeClr val="tx1"/>
                  </a:solidFill>
                  <a:latin typeface="Calibri" panose="020F0502020204030204" charset="0"/>
                  <a:ea typeface="宋体" panose="02010600030101010101" pitchFamily="2" charset="-122"/>
                  <a:cs typeface="+mn-cs"/>
                </a:defRPr>
              </a:lvl6pPr>
              <a:lvl7pPr marL="2743200" algn="l" defTabSz="914400" rtl="0" eaLnBrk="1" latinLnBrk="0" hangingPunct="1">
                <a:defRPr kern="1200">
                  <a:solidFill>
                    <a:schemeClr val="tx1"/>
                  </a:solidFill>
                  <a:latin typeface="Calibri" panose="020F0502020204030204" charset="0"/>
                  <a:ea typeface="宋体" panose="02010600030101010101" pitchFamily="2" charset="-122"/>
                  <a:cs typeface="+mn-cs"/>
                </a:defRPr>
              </a:lvl7pPr>
              <a:lvl8pPr marL="3200400" algn="l" defTabSz="914400" rtl="0" eaLnBrk="1" latinLnBrk="0" hangingPunct="1">
                <a:defRPr kern="1200">
                  <a:solidFill>
                    <a:schemeClr val="tx1"/>
                  </a:solidFill>
                  <a:latin typeface="Calibri" panose="020F0502020204030204" charset="0"/>
                  <a:ea typeface="宋体" panose="02010600030101010101" pitchFamily="2" charset="-122"/>
                  <a:cs typeface="+mn-cs"/>
                </a:defRPr>
              </a:lvl8pPr>
              <a:lvl9pPr marL="3657600" algn="l" defTabSz="914400" rtl="0" eaLnBrk="1" latinLnBrk="0" hangingPunct="1">
                <a:defRPr kern="1200">
                  <a:solidFill>
                    <a:schemeClr val="tx1"/>
                  </a:solidFill>
                  <a:latin typeface="Calibri" panose="020F0502020204030204" charset="0"/>
                  <a:ea typeface="宋体" panose="02010600030101010101" pitchFamily="2" charset="-122"/>
                  <a:cs typeface="+mn-cs"/>
                </a:defRPr>
              </a:lvl9pPr>
            </a:lstStyle>
            <a:p>
              <a:endParaRPr lang="zh-CN" altLang="en-US" dirty="0">
                <a:ea typeface="微软雅黑" panose="020B0503020204020204" pitchFamily="34" charset="-122"/>
              </a:endParaRPr>
            </a:p>
          </p:txBody>
        </p:sp>
        <p:sp>
          <p:nvSpPr>
            <p:cNvPr id="5" name="文本框 4"/>
            <p:cNvSpPr txBox="1"/>
            <p:nvPr/>
          </p:nvSpPr>
          <p:spPr>
            <a:xfrm>
              <a:off x="1252" y="3071"/>
              <a:ext cx="10641" cy="1265"/>
            </a:xfrm>
            <a:prstGeom prst="rect">
              <a:avLst/>
            </a:prstGeom>
            <a:noFill/>
          </p:spPr>
          <p:txBody>
            <a:bodyPr wrap="square" rtlCol="0">
              <a:spAutoFit/>
            </a:bodyPr>
            <a:lstStyle/>
            <a:p>
              <a:pPr marL="0" indent="0" algn="l" fontAlgn="auto">
                <a:lnSpc>
                  <a:spcPct val="110000"/>
                </a:lnSpc>
              </a:pPr>
              <a:r>
                <a:rPr lang="en-US" altLang="zh-CN" dirty="0">
                  <a:solidFill>
                    <a:schemeClr val="bg2">
                      <a:lumMod val="50000"/>
                    </a:schemeClr>
                  </a:solidFill>
                  <a:sym typeface="+mn-ea"/>
                </a:rPr>
                <a:t>     </a:t>
              </a:r>
              <a:r>
                <a:rPr dirty="0">
                  <a:latin typeface="微软雅黑" panose="020B0503020204020204" charset="-122"/>
                  <a:ea typeface="微软雅黑" panose="020B0503020204020204" charset="-122"/>
                  <a:sym typeface="+mn-ea"/>
                </a:rPr>
                <a:t> </a:t>
              </a:r>
              <a:r>
                <a:rPr lang="en-US" dirty="0">
                  <a:latin typeface="微软雅黑" panose="020B0503020204020204" charset="-122"/>
                  <a:ea typeface="微软雅黑" panose="020B0503020204020204" charset="-122"/>
                  <a:sym typeface="+mn-ea"/>
                </a:rPr>
                <a:t> </a:t>
              </a:r>
              <a:r>
                <a:rPr dirty="0">
                  <a:solidFill>
                    <a:schemeClr val="tx1"/>
                  </a:solidFill>
                  <a:latin typeface="微软雅黑" panose="020B0503020204020204" charset="-122"/>
                  <a:ea typeface="微软雅黑" panose="020B0503020204020204" charset="-122"/>
                  <a:sym typeface="+mn-ea"/>
                </a:rPr>
                <a:t>书写消息标签的语法规则如下：</a:t>
              </a:r>
            </a:p>
            <a:p>
              <a:pPr marL="0" indent="0" algn="l" fontAlgn="auto">
                <a:lnSpc>
                  <a:spcPct val="110000"/>
                </a:lnSpc>
              </a:pPr>
              <a:r>
                <a:rPr sz="2400" dirty="0">
                  <a:solidFill>
                    <a:srgbClr val="7030A0"/>
                  </a:solidFill>
                  <a:latin typeface="微软雅黑" panose="020B0503020204020204" charset="-122"/>
                  <a:ea typeface="微软雅黑" panose="020B0503020204020204" charset="-122"/>
                  <a:sym typeface="+mn-ea"/>
                </a:rPr>
                <a:t>前缀 [条件]   序列表达式   返回值 ：＝消息说明</a:t>
              </a:r>
            </a:p>
          </p:txBody>
        </p:sp>
      </p:grpSp>
      <p:grpSp>
        <p:nvGrpSpPr>
          <p:cNvPr id="37" name="组合 36"/>
          <p:cNvGrpSpPr/>
          <p:nvPr/>
        </p:nvGrpSpPr>
        <p:grpSpPr>
          <a:xfrm>
            <a:off x="977900" y="2788400"/>
            <a:ext cx="5224780" cy="1516380"/>
            <a:chOff x="1188" y="3092"/>
            <a:chExt cx="8228" cy="2388"/>
          </a:xfrm>
        </p:grpSpPr>
        <p:grpSp>
          <p:nvGrpSpPr>
            <p:cNvPr id="38" name="组合 37"/>
            <p:cNvGrpSpPr/>
            <p:nvPr/>
          </p:nvGrpSpPr>
          <p:grpSpPr>
            <a:xfrm>
              <a:off x="1188" y="3092"/>
              <a:ext cx="4947" cy="930"/>
              <a:chOff x="508000" y="3196191"/>
              <a:chExt cx="3141314" cy="590550"/>
            </a:xfrm>
          </p:grpSpPr>
          <p:sp>
            <p:nvSpPr>
              <p:cNvPr id="39" name="TextBox 1"/>
              <p:cNvSpPr txBox="1">
                <a:spLocks noChangeArrowheads="1"/>
              </p:cNvSpPr>
              <p:nvPr/>
            </p:nvSpPr>
            <p:spPr bwMode="auto">
              <a:xfrm>
                <a:off x="508000" y="3196191"/>
                <a:ext cx="364198" cy="523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sz="2000">
                    <a:solidFill>
                      <a:schemeClr val="tx1"/>
                    </a:solidFill>
                    <a:latin typeface="Calibri" panose="020F0502020204030204" charset="0"/>
                    <a:ea typeface="宋体" panose="02010600030101010101" pitchFamily="2" charset="-122"/>
                  </a:defRPr>
                </a:lvl1pPr>
                <a:lvl2pPr marL="742950" indent="-285750" eaLnBrk="0" hangingPunct="0">
                  <a:defRPr sz="2000">
                    <a:solidFill>
                      <a:schemeClr val="tx1"/>
                    </a:solidFill>
                    <a:latin typeface="Calibri" panose="020F0502020204030204" charset="0"/>
                    <a:ea typeface="宋体" panose="02010600030101010101" pitchFamily="2" charset="-122"/>
                  </a:defRPr>
                </a:lvl2pPr>
                <a:lvl3pPr marL="1143000" indent="-228600" eaLnBrk="0" hangingPunct="0">
                  <a:defRPr sz="2000">
                    <a:solidFill>
                      <a:schemeClr val="tx1"/>
                    </a:solidFill>
                    <a:latin typeface="Calibri" panose="020F0502020204030204" charset="0"/>
                    <a:ea typeface="宋体" panose="02010600030101010101" pitchFamily="2" charset="-122"/>
                  </a:defRPr>
                </a:lvl3pPr>
                <a:lvl4pPr marL="1600200" indent="-228600" eaLnBrk="0" hangingPunct="0">
                  <a:defRPr sz="2000">
                    <a:solidFill>
                      <a:schemeClr val="tx1"/>
                    </a:solidFill>
                    <a:latin typeface="Calibri" panose="020F0502020204030204" charset="0"/>
                    <a:ea typeface="宋体" panose="02010600030101010101" pitchFamily="2" charset="-122"/>
                  </a:defRPr>
                </a:lvl4pPr>
                <a:lvl5pPr eaLnBrk="0" hangingPunct="0">
                  <a:defRPr sz="2000">
                    <a:solidFill>
                      <a:schemeClr val="tx1"/>
                    </a:solidFill>
                    <a:latin typeface="Calibri" panose="020F0502020204030204" charset="0"/>
                    <a:ea typeface="宋体" panose="02010600030101010101" pitchFamily="2" charset="-122"/>
                  </a:defRPr>
                </a:lvl5pPr>
                <a:lvl6pPr marL="25146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6pPr>
                <a:lvl7pPr marL="29718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7pPr>
                <a:lvl8pPr marL="34290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8pPr>
                <a:lvl9pPr marL="38862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9pPr>
              </a:lstStyle>
              <a:p>
                <a:pPr eaLnBrk="1" hangingPunct="1"/>
                <a:r>
                  <a:rPr lang="en-US" altLang="zh-CN" sz="2800" dirty="0">
                    <a:solidFill>
                      <a:srgbClr val="E67819"/>
                    </a:solidFill>
                    <a:latin typeface="Times New Roman" panose="02020603050405020304" pitchFamily="18" charset="0"/>
                    <a:ea typeface="MS UI Gothic" panose="020B0600070205080204" pitchFamily="34" charset="-128"/>
                  </a:rPr>
                  <a:t>1</a:t>
                </a:r>
                <a:endParaRPr lang="zh-CN" altLang="en-US" sz="2800" dirty="0">
                  <a:solidFill>
                    <a:srgbClr val="E67819"/>
                  </a:solidFill>
                  <a:latin typeface="Times New Roman" panose="02020603050405020304" pitchFamily="18" charset="0"/>
                  <a:ea typeface="MS UI Gothic" panose="020B0600070205080204" pitchFamily="34" charset="-128"/>
                </a:endParaRPr>
              </a:p>
            </p:txBody>
          </p:sp>
          <p:cxnSp>
            <p:nvCxnSpPr>
              <p:cNvPr id="40" name="直接连接符 39"/>
              <p:cNvCxnSpPr/>
              <p:nvPr/>
            </p:nvCxnSpPr>
            <p:spPr>
              <a:xfrm flipH="1">
                <a:off x="508000" y="3196191"/>
                <a:ext cx="590550" cy="590550"/>
              </a:xfrm>
              <a:prstGeom prst="line">
                <a:avLst/>
              </a:prstGeom>
              <a:ln>
                <a:solidFill>
                  <a:srgbClr val="E67819"/>
                </a:solidFill>
              </a:ln>
            </p:spPr>
            <p:style>
              <a:lnRef idx="1">
                <a:schemeClr val="accent1"/>
              </a:lnRef>
              <a:fillRef idx="0">
                <a:schemeClr val="accent1"/>
              </a:fillRef>
              <a:effectRef idx="0">
                <a:schemeClr val="accent1"/>
              </a:effectRef>
              <a:fontRef idx="minor">
                <a:schemeClr val="tx1"/>
              </a:fontRef>
            </p:style>
          </p:cxnSp>
          <p:sp>
            <p:nvSpPr>
              <p:cNvPr id="41" name="矩形 7"/>
              <p:cNvSpPr>
                <a:spLocks noChangeArrowheads="1"/>
              </p:cNvSpPr>
              <p:nvPr/>
            </p:nvSpPr>
            <p:spPr bwMode="auto">
              <a:xfrm>
                <a:off x="960437" y="3291441"/>
                <a:ext cx="2688877" cy="3848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r>
                  <a:rPr lang="zh-CN" altLang="en-US" b="1" dirty="0">
                    <a:solidFill>
                      <a:srgbClr val="E67819"/>
                    </a:solidFill>
                    <a:latin typeface="微软雅黑" panose="020B0503020204020204" charset="-122"/>
                    <a:ea typeface="微软雅黑" panose="020B0503020204020204" charset="-122"/>
                  </a:rPr>
                  <a:t>前缀</a:t>
                </a:r>
              </a:p>
            </p:txBody>
          </p:sp>
        </p:grpSp>
        <p:sp>
          <p:nvSpPr>
            <p:cNvPr id="42" name="矩形 8"/>
            <p:cNvSpPr>
              <a:spLocks noChangeArrowheads="1"/>
            </p:cNvSpPr>
            <p:nvPr/>
          </p:nvSpPr>
          <p:spPr bwMode="auto">
            <a:xfrm>
              <a:off x="1901" y="3608"/>
              <a:ext cx="7515" cy="187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a:lnSpc>
                  <a:spcPct val="150000"/>
                </a:lnSpc>
              </a:pPr>
              <a:r>
                <a:rPr lang="en-US" sz="1600" dirty="0">
                  <a:latin typeface="微软雅黑" panose="020B0503020204020204" charset="-122"/>
                  <a:ea typeface="微软雅黑" panose="020B0503020204020204" charset="-122"/>
                </a:rPr>
                <a:t>      </a:t>
              </a:r>
              <a:r>
                <a:rPr sz="1600" dirty="0">
                  <a:latin typeface="微软雅黑" panose="020B0503020204020204" charset="-122"/>
                  <a:ea typeface="微软雅黑" panose="020B0503020204020204" charset="-122"/>
                </a:rPr>
                <a:t>前缀表示在发送当前消息之前应该把指定序列号的消息处理完。若有多个序列号则用逗号隔开。用斜线标志前缀的结束。</a:t>
              </a:r>
            </a:p>
          </p:txBody>
        </p:sp>
      </p:grpSp>
      <p:grpSp>
        <p:nvGrpSpPr>
          <p:cNvPr id="49" name="组合 48"/>
          <p:cNvGrpSpPr/>
          <p:nvPr/>
        </p:nvGrpSpPr>
        <p:grpSpPr>
          <a:xfrm>
            <a:off x="6410343" y="2637667"/>
            <a:ext cx="5085080" cy="1126490"/>
            <a:chOff x="1195" y="5840"/>
            <a:chExt cx="8008" cy="1774"/>
          </a:xfrm>
        </p:grpSpPr>
        <p:grpSp>
          <p:nvGrpSpPr>
            <p:cNvPr id="50" name="组合 49"/>
            <p:cNvGrpSpPr/>
            <p:nvPr/>
          </p:nvGrpSpPr>
          <p:grpSpPr>
            <a:xfrm>
              <a:off x="1195" y="5840"/>
              <a:ext cx="2160" cy="930"/>
              <a:chOff x="512763" y="4940853"/>
              <a:chExt cx="1371468" cy="590550"/>
            </a:xfrm>
          </p:grpSpPr>
          <p:sp>
            <p:nvSpPr>
              <p:cNvPr id="51" name="TextBox 10"/>
              <p:cNvSpPr txBox="1">
                <a:spLocks noChangeArrowheads="1"/>
              </p:cNvSpPr>
              <p:nvPr/>
            </p:nvSpPr>
            <p:spPr bwMode="auto">
              <a:xfrm>
                <a:off x="512763" y="4940853"/>
                <a:ext cx="361235" cy="52197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sz="2000">
                    <a:solidFill>
                      <a:schemeClr val="tx1"/>
                    </a:solidFill>
                    <a:latin typeface="Calibri" panose="020F0502020204030204" charset="0"/>
                    <a:ea typeface="宋体" panose="02010600030101010101" pitchFamily="2" charset="-122"/>
                  </a:defRPr>
                </a:lvl1pPr>
                <a:lvl2pPr marL="742950" indent="-285750" eaLnBrk="0" hangingPunct="0">
                  <a:defRPr sz="2000">
                    <a:solidFill>
                      <a:schemeClr val="tx1"/>
                    </a:solidFill>
                    <a:latin typeface="Calibri" panose="020F0502020204030204" charset="0"/>
                    <a:ea typeface="宋体" panose="02010600030101010101" pitchFamily="2" charset="-122"/>
                  </a:defRPr>
                </a:lvl2pPr>
                <a:lvl3pPr marL="1143000" indent="-228600" eaLnBrk="0" hangingPunct="0">
                  <a:defRPr sz="2000">
                    <a:solidFill>
                      <a:schemeClr val="tx1"/>
                    </a:solidFill>
                    <a:latin typeface="Calibri" panose="020F0502020204030204" charset="0"/>
                    <a:ea typeface="宋体" panose="02010600030101010101" pitchFamily="2" charset="-122"/>
                  </a:defRPr>
                </a:lvl3pPr>
                <a:lvl4pPr marL="1600200" indent="-228600" eaLnBrk="0" hangingPunct="0">
                  <a:defRPr sz="2000">
                    <a:solidFill>
                      <a:schemeClr val="tx1"/>
                    </a:solidFill>
                    <a:latin typeface="Calibri" panose="020F0502020204030204" charset="0"/>
                    <a:ea typeface="宋体" panose="02010600030101010101" pitchFamily="2" charset="-122"/>
                  </a:defRPr>
                </a:lvl4pPr>
                <a:lvl5pPr eaLnBrk="0" hangingPunct="0">
                  <a:defRPr sz="2000">
                    <a:solidFill>
                      <a:schemeClr val="tx1"/>
                    </a:solidFill>
                    <a:latin typeface="Calibri" panose="020F0502020204030204" charset="0"/>
                    <a:ea typeface="宋体" panose="02010600030101010101" pitchFamily="2" charset="-122"/>
                  </a:defRPr>
                </a:lvl5pPr>
                <a:lvl6pPr marL="25146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6pPr>
                <a:lvl7pPr marL="29718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7pPr>
                <a:lvl8pPr marL="34290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8pPr>
                <a:lvl9pPr marL="38862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9pPr>
              </a:lstStyle>
              <a:p>
                <a:pPr eaLnBrk="1" hangingPunct="1"/>
                <a:r>
                  <a:rPr lang="en-US" altLang="zh-CN" sz="2800" dirty="0">
                    <a:solidFill>
                      <a:srgbClr val="E67819"/>
                    </a:solidFill>
                    <a:latin typeface="Times New Roman" panose="02020603050405020304" pitchFamily="18" charset="0"/>
                    <a:ea typeface="MS UI Gothic" panose="020B0600070205080204" pitchFamily="34" charset="-128"/>
                  </a:rPr>
                  <a:t>2</a:t>
                </a:r>
                <a:endParaRPr lang="zh-CN" altLang="en-US" sz="2800" dirty="0">
                  <a:solidFill>
                    <a:srgbClr val="E67819"/>
                  </a:solidFill>
                  <a:latin typeface="Times New Roman" panose="02020603050405020304" pitchFamily="18" charset="0"/>
                  <a:ea typeface="MS UI Gothic" panose="020B0600070205080204" pitchFamily="34" charset="-128"/>
                </a:endParaRPr>
              </a:p>
            </p:txBody>
          </p:sp>
          <p:cxnSp>
            <p:nvCxnSpPr>
              <p:cNvPr id="52" name="直接连接符 51"/>
              <p:cNvCxnSpPr/>
              <p:nvPr/>
            </p:nvCxnSpPr>
            <p:spPr>
              <a:xfrm flipH="1">
                <a:off x="512763" y="4940853"/>
                <a:ext cx="590550" cy="590550"/>
              </a:xfrm>
              <a:prstGeom prst="line">
                <a:avLst/>
              </a:prstGeom>
              <a:ln>
                <a:solidFill>
                  <a:srgbClr val="E67819"/>
                </a:solidFill>
              </a:ln>
            </p:spPr>
            <p:style>
              <a:lnRef idx="1">
                <a:schemeClr val="accent1"/>
              </a:lnRef>
              <a:fillRef idx="0">
                <a:schemeClr val="accent1"/>
              </a:fillRef>
              <a:effectRef idx="0">
                <a:schemeClr val="accent1"/>
              </a:effectRef>
              <a:fontRef idx="minor">
                <a:schemeClr val="tx1"/>
              </a:fontRef>
            </p:style>
          </p:cxnSp>
          <p:sp>
            <p:nvSpPr>
              <p:cNvPr id="53" name="矩形 12"/>
              <p:cNvSpPr>
                <a:spLocks noChangeArrowheads="1"/>
              </p:cNvSpPr>
              <p:nvPr/>
            </p:nvSpPr>
            <p:spPr bwMode="auto">
              <a:xfrm>
                <a:off x="960395" y="5036103"/>
                <a:ext cx="923836" cy="3848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algn="l"/>
                <a:r>
                  <a:rPr lang="zh-CN" altLang="en-US" b="1" dirty="0">
                    <a:solidFill>
                      <a:srgbClr val="E67819"/>
                    </a:solidFill>
                    <a:latin typeface="微软雅黑" panose="020B0503020204020204" charset="-122"/>
                    <a:ea typeface="微软雅黑" panose="020B0503020204020204" charset="-122"/>
                  </a:rPr>
                  <a:t>条件</a:t>
                </a:r>
              </a:p>
            </p:txBody>
          </p:sp>
        </p:grpSp>
        <p:sp>
          <p:nvSpPr>
            <p:cNvPr id="54" name="矩形 9"/>
            <p:cNvSpPr>
              <a:spLocks noChangeArrowheads="1"/>
            </p:cNvSpPr>
            <p:nvPr/>
          </p:nvSpPr>
          <p:spPr bwMode="auto">
            <a:xfrm>
              <a:off x="1938" y="6472"/>
              <a:ext cx="7265" cy="114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fontAlgn="auto">
                <a:lnSpc>
                  <a:spcPct val="130000"/>
                </a:lnSpc>
              </a:pPr>
              <a:r>
                <a:rPr lang="en-US" altLang="zh-CN" sz="1600" dirty="0">
                  <a:latin typeface="微软雅黑" panose="020B0503020204020204" charset="-122"/>
                  <a:ea typeface="微软雅黑" panose="020B0503020204020204" charset="-122"/>
                </a:rPr>
                <a:t>      </a:t>
              </a:r>
              <a:r>
                <a:rPr sz="1600" dirty="0">
                  <a:latin typeface="微软雅黑" panose="020B0503020204020204" charset="-122"/>
                  <a:ea typeface="微软雅黑" panose="020B0503020204020204" charset="-122"/>
                </a:rPr>
                <a:t>书写条件的语法规则与状态图一样，在方括号内写条件。</a:t>
              </a:r>
            </a:p>
          </p:txBody>
        </p:sp>
      </p:grpSp>
      <p:grpSp>
        <p:nvGrpSpPr>
          <p:cNvPr id="11" name="组合 10"/>
          <p:cNvGrpSpPr/>
          <p:nvPr/>
        </p:nvGrpSpPr>
        <p:grpSpPr>
          <a:xfrm>
            <a:off x="899198" y="4385177"/>
            <a:ext cx="5276850" cy="1882140"/>
            <a:chOff x="1188" y="3092"/>
            <a:chExt cx="8310" cy="2964"/>
          </a:xfrm>
        </p:grpSpPr>
        <p:grpSp>
          <p:nvGrpSpPr>
            <p:cNvPr id="12" name="组合 11"/>
            <p:cNvGrpSpPr/>
            <p:nvPr/>
          </p:nvGrpSpPr>
          <p:grpSpPr>
            <a:xfrm>
              <a:off x="1188" y="3092"/>
              <a:ext cx="4947" cy="930"/>
              <a:chOff x="508000" y="3196191"/>
              <a:chExt cx="3141314" cy="590550"/>
            </a:xfrm>
          </p:grpSpPr>
          <p:sp>
            <p:nvSpPr>
              <p:cNvPr id="13" name="TextBox 1"/>
              <p:cNvSpPr txBox="1">
                <a:spLocks noChangeArrowheads="1"/>
              </p:cNvSpPr>
              <p:nvPr/>
            </p:nvSpPr>
            <p:spPr bwMode="auto">
              <a:xfrm>
                <a:off x="508000" y="3196191"/>
                <a:ext cx="371471" cy="52197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sz="2000">
                    <a:solidFill>
                      <a:schemeClr val="tx1"/>
                    </a:solidFill>
                    <a:latin typeface="Calibri" panose="020F0502020204030204" charset="0"/>
                    <a:ea typeface="宋体" panose="02010600030101010101" pitchFamily="2" charset="-122"/>
                  </a:defRPr>
                </a:lvl1pPr>
                <a:lvl2pPr marL="742950" indent="-285750" eaLnBrk="0" hangingPunct="0">
                  <a:defRPr sz="2000">
                    <a:solidFill>
                      <a:schemeClr val="tx1"/>
                    </a:solidFill>
                    <a:latin typeface="Calibri" panose="020F0502020204030204" charset="0"/>
                    <a:ea typeface="宋体" panose="02010600030101010101" pitchFamily="2" charset="-122"/>
                  </a:defRPr>
                </a:lvl2pPr>
                <a:lvl3pPr marL="1143000" indent="-228600" eaLnBrk="0" hangingPunct="0">
                  <a:defRPr sz="2000">
                    <a:solidFill>
                      <a:schemeClr val="tx1"/>
                    </a:solidFill>
                    <a:latin typeface="Calibri" panose="020F0502020204030204" charset="0"/>
                    <a:ea typeface="宋体" panose="02010600030101010101" pitchFamily="2" charset="-122"/>
                  </a:defRPr>
                </a:lvl3pPr>
                <a:lvl4pPr marL="1600200" indent="-228600" eaLnBrk="0" hangingPunct="0">
                  <a:defRPr sz="2000">
                    <a:solidFill>
                      <a:schemeClr val="tx1"/>
                    </a:solidFill>
                    <a:latin typeface="Calibri" panose="020F0502020204030204" charset="0"/>
                    <a:ea typeface="宋体" panose="02010600030101010101" pitchFamily="2" charset="-122"/>
                  </a:defRPr>
                </a:lvl4pPr>
                <a:lvl5pPr eaLnBrk="0" hangingPunct="0">
                  <a:defRPr sz="2000">
                    <a:solidFill>
                      <a:schemeClr val="tx1"/>
                    </a:solidFill>
                    <a:latin typeface="Calibri" panose="020F0502020204030204" charset="0"/>
                    <a:ea typeface="宋体" panose="02010600030101010101" pitchFamily="2" charset="-122"/>
                  </a:defRPr>
                </a:lvl5pPr>
                <a:lvl6pPr marL="25146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6pPr>
                <a:lvl7pPr marL="29718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7pPr>
                <a:lvl8pPr marL="34290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8pPr>
                <a:lvl9pPr marL="38862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9pPr>
              </a:lstStyle>
              <a:p>
                <a:pPr eaLnBrk="1" hangingPunct="1"/>
                <a:r>
                  <a:rPr lang="en-US" sz="2800" dirty="0">
                    <a:solidFill>
                      <a:srgbClr val="E67819"/>
                    </a:solidFill>
                    <a:latin typeface="Times New Roman" panose="02020603050405020304" pitchFamily="18" charset="0"/>
                    <a:ea typeface="MS UI Gothic" panose="020B0600070205080204" pitchFamily="34" charset="-128"/>
                  </a:rPr>
                  <a:t>3</a:t>
                </a:r>
              </a:p>
            </p:txBody>
          </p:sp>
          <p:cxnSp>
            <p:nvCxnSpPr>
              <p:cNvPr id="14" name="直接连接符 13"/>
              <p:cNvCxnSpPr/>
              <p:nvPr/>
            </p:nvCxnSpPr>
            <p:spPr>
              <a:xfrm flipH="1">
                <a:off x="508000" y="3196191"/>
                <a:ext cx="590550" cy="590550"/>
              </a:xfrm>
              <a:prstGeom prst="line">
                <a:avLst/>
              </a:prstGeom>
              <a:ln>
                <a:solidFill>
                  <a:srgbClr val="E67819"/>
                </a:solidFill>
              </a:ln>
            </p:spPr>
            <p:style>
              <a:lnRef idx="1">
                <a:schemeClr val="accent1"/>
              </a:lnRef>
              <a:fillRef idx="0">
                <a:schemeClr val="accent1"/>
              </a:fillRef>
              <a:effectRef idx="0">
                <a:schemeClr val="accent1"/>
              </a:effectRef>
              <a:fontRef idx="minor">
                <a:schemeClr val="tx1"/>
              </a:fontRef>
            </p:style>
          </p:cxnSp>
          <p:sp>
            <p:nvSpPr>
              <p:cNvPr id="15" name="矩形 7"/>
              <p:cNvSpPr>
                <a:spLocks noChangeArrowheads="1"/>
              </p:cNvSpPr>
              <p:nvPr/>
            </p:nvSpPr>
            <p:spPr bwMode="auto">
              <a:xfrm>
                <a:off x="960437" y="3291441"/>
                <a:ext cx="2688877" cy="3848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r>
                  <a:rPr lang="zh-CN" altLang="en-US" b="1" dirty="0">
                    <a:solidFill>
                      <a:srgbClr val="E67819"/>
                    </a:solidFill>
                    <a:latin typeface="微软雅黑" panose="020B0503020204020204" charset="-122"/>
                    <a:ea typeface="微软雅黑" panose="020B0503020204020204" charset="-122"/>
                  </a:rPr>
                  <a:t>序列表达式</a:t>
                </a:r>
              </a:p>
            </p:txBody>
          </p:sp>
        </p:grpSp>
        <p:sp>
          <p:nvSpPr>
            <p:cNvPr id="16" name="矩形 8"/>
            <p:cNvSpPr>
              <a:spLocks noChangeArrowheads="1"/>
            </p:cNvSpPr>
            <p:nvPr/>
          </p:nvSpPr>
          <p:spPr bwMode="auto">
            <a:xfrm>
              <a:off x="1901" y="3608"/>
              <a:ext cx="7597" cy="244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a:lnSpc>
                  <a:spcPct val="150000"/>
                </a:lnSpc>
              </a:pPr>
              <a:r>
                <a:rPr lang="en-US" sz="1600" dirty="0">
                  <a:latin typeface="微软雅黑" panose="020B0503020204020204" charset="-122"/>
                  <a:ea typeface="微软雅黑" panose="020B0503020204020204" charset="-122"/>
                </a:rPr>
                <a:t>      </a:t>
              </a:r>
              <a:r>
                <a:rPr sz="1600" dirty="0">
                  <a:latin typeface="微软雅黑" panose="020B0503020204020204" charset="-122"/>
                  <a:ea typeface="微软雅黑" panose="020B0503020204020204" charset="-122"/>
                </a:rPr>
                <a:t>序列表达式用于指定消息发送的顺序。在协作图中把消息按顺序编号：消息1总是消息序列的开始消息，消息1.1是处理消息1过程中的第1条嵌套消息，消息1.2是第2条嵌套消息，以此类推。</a:t>
              </a:r>
            </a:p>
          </p:txBody>
        </p:sp>
      </p:grpSp>
      <p:grpSp>
        <p:nvGrpSpPr>
          <p:cNvPr id="17" name="组合 16"/>
          <p:cNvGrpSpPr/>
          <p:nvPr/>
        </p:nvGrpSpPr>
        <p:grpSpPr>
          <a:xfrm>
            <a:off x="6475095" y="4179570"/>
            <a:ext cx="5317490" cy="1126490"/>
            <a:chOff x="1195" y="5840"/>
            <a:chExt cx="8374" cy="1774"/>
          </a:xfrm>
        </p:grpSpPr>
        <p:grpSp>
          <p:nvGrpSpPr>
            <p:cNvPr id="18" name="组合 17"/>
            <p:cNvGrpSpPr/>
            <p:nvPr/>
          </p:nvGrpSpPr>
          <p:grpSpPr>
            <a:xfrm>
              <a:off x="1195" y="5840"/>
              <a:ext cx="5976" cy="930"/>
              <a:chOff x="512763" y="4940853"/>
              <a:chExt cx="3794191" cy="590550"/>
            </a:xfrm>
          </p:grpSpPr>
          <p:sp>
            <p:nvSpPr>
              <p:cNvPr id="20" name="TextBox 10"/>
              <p:cNvSpPr txBox="1">
                <a:spLocks noChangeArrowheads="1"/>
              </p:cNvSpPr>
              <p:nvPr/>
            </p:nvSpPr>
            <p:spPr bwMode="auto">
              <a:xfrm>
                <a:off x="512763" y="4940853"/>
                <a:ext cx="360645" cy="52197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sz="2000">
                    <a:solidFill>
                      <a:schemeClr val="tx1"/>
                    </a:solidFill>
                    <a:latin typeface="Calibri" panose="020F0502020204030204" charset="0"/>
                    <a:ea typeface="宋体" panose="02010600030101010101" pitchFamily="2" charset="-122"/>
                  </a:defRPr>
                </a:lvl1pPr>
                <a:lvl2pPr marL="742950" indent="-285750" eaLnBrk="0" hangingPunct="0">
                  <a:defRPr sz="2000">
                    <a:solidFill>
                      <a:schemeClr val="tx1"/>
                    </a:solidFill>
                    <a:latin typeface="Calibri" panose="020F0502020204030204" charset="0"/>
                    <a:ea typeface="宋体" panose="02010600030101010101" pitchFamily="2" charset="-122"/>
                  </a:defRPr>
                </a:lvl2pPr>
                <a:lvl3pPr marL="1143000" indent="-228600" eaLnBrk="0" hangingPunct="0">
                  <a:defRPr sz="2000">
                    <a:solidFill>
                      <a:schemeClr val="tx1"/>
                    </a:solidFill>
                    <a:latin typeface="Calibri" panose="020F0502020204030204" charset="0"/>
                    <a:ea typeface="宋体" panose="02010600030101010101" pitchFamily="2" charset="-122"/>
                  </a:defRPr>
                </a:lvl3pPr>
                <a:lvl4pPr marL="1600200" indent="-228600" eaLnBrk="0" hangingPunct="0">
                  <a:defRPr sz="2000">
                    <a:solidFill>
                      <a:schemeClr val="tx1"/>
                    </a:solidFill>
                    <a:latin typeface="Calibri" panose="020F0502020204030204" charset="0"/>
                    <a:ea typeface="宋体" panose="02010600030101010101" pitchFamily="2" charset="-122"/>
                  </a:defRPr>
                </a:lvl4pPr>
                <a:lvl5pPr eaLnBrk="0" hangingPunct="0">
                  <a:defRPr sz="2000">
                    <a:solidFill>
                      <a:schemeClr val="tx1"/>
                    </a:solidFill>
                    <a:latin typeface="Calibri" panose="020F0502020204030204" charset="0"/>
                    <a:ea typeface="宋体" panose="02010600030101010101" pitchFamily="2" charset="-122"/>
                  </a:defRPr>
                </a:lvl5pPr>
                <a:lvl6pPr marL="25146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6pPr>
                <a:lvl7pPr marL="29718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7pPr>
                <a:lvl8pPr marL="34290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8pPr>
                <a:lvl9pPr marL="38862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9pPr>
              </a:lstStyle>
              <a:p>
                <a:pPr eaLnBrk="1" hangingPunct="1"/>
                <a:r>
                  <a:rPr lang="en-US" sz="2800" dirty="0">
                    <a:solidFill>
                      <a:srgbClr val="E67819"/>
                    </a:solidFill>
                    <a:latin typeface="Times New Roman" panose="02020603050405020304" pitchFamily="18" charset="0"/>
                    <a:ea typeface="MS UI Gothic" panose="020B0600070205080204" pitchFamily="34" charset="-128"/>
                  </a:rPr>
                  <a:t>4</a:t>
                </a:r>
              </a:p>
            </p:txBody>
          </p:sp>
          <p:cxnSp>
            <p:nvCxnSpPr>
              <p:cNvPr id="21" name="直接连接符 20"/>
              <p:cNvCxnSpPr/>
              <p:nvPr/>
            </p:nvCxnSpPr>
            <p:spPr>
              <a:xfrm flipH="1">
                <a:off x="512763" y="4940853"/>
                <a:ext cx="590550" cy="590550"/>
              </a:xfrm>
              <a:prstGeom prst="line">
                <a:avLst/>
              </a:prstGeom>
              <a:ln>
                <a:solidFill>
                  <a:srgbClr val="E67819"/>
                </a:solidFill>
              </a:ln>
            </p:spPr>
            <p:style>
              <a:lnRef idx="1">
                <a:schemeClr val="accent1"/>
              </a:lnRef>
              <a:fillRef idx="0">
                <a:schemeClr val="accent1"/>
              </a:fillRef>
              <a:effectRef idx="0">
                <a:schemeClr val="accent1"/>
              </a:effectRef>
              <a:fontRef idx="minor">
                <a:schemeClr val="tx1"/>
              </a:fontRef>
            </p:style>
          </p:cxnSp>
          <p:sp>
            <p:nvSpPr>
              <p:cNvPr id="22" name="矩形 12"/>
              <p:cNvSpPr>
                <a:spLocks noChangeArrowheads="1"/>
              </p:cNvSpPr>
              <p:nvPr/>
            </p:nvSpPr>
            <p:spPr bwMode="auto">
              <a:xfrm>
                <a:off x="960371" y="5036103"/>
                <a:ext cx="3346583" cy="3848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algn="l"/>
                <a:r>
                  <a:rPr lang="zh-CN" altLang="en-US" b="1" dirty="0">
                    <a:solidFill>
                      <a:srgbClr val="E67819"/>
                    </a:solidFill>
                    <a:latin typeface="微软雅黑" panose="020B0503020204020204" charset="-122"/>
                    <a:ea typeface="微软雅黑" panose="020B0503020204020204" charset="-122"/>
                  </a:rPr>
                  <a:t>消息说明</a:t>
                </a:r>
              </a:p>
            </p:txBody>
          </p:sp>
        </p:grpSp>
        <p:sp>
          <p:nvSpPr>
            <p:cNvPr id="23" name="矩形 9"/>
            <p:cNvSpPr>
              <a:spLocks noChangeArrowheads="1"/>
            </p:cNvSpPr>
            <p:nvPr/>
          </p:nvSpPr>
          <p:spPr bwMode="auto">
            <a:xfrm>
              <a:off x="1938" y="6472"/>
              <a:ext cx="7631" cy="114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fontAlgn="auto">
                <a:lnSpc>
                  <a:spcPct val="130000"/>
                </a:lnSpc>
              </a:pPr>
              <a:r>
                <a:rPr lang="en-US" altLang="zh-CN" sz="1600" dirty="0">
                  <a:latin typeface="微软雅黑" panose="020B0503020204020204" charset="-122"/>
                  <a:ea typeface="微软雅黑" panose="020B0503020204020204" charset="-122"/>
                </a:rPr>
                <a:t>      </a:t>
              </a:r>
              <a:r>
                <a:rPr sz="1600" dirty="0">
                  <a:latin typeface="微软雅黑" panose="020B0503020204020204" charset="-122"/>
                  <a:ea typeface="微软雅黑" panose="020B0503020204020204" charset="-122"/>
                </a:rPr>
                <a:t>消息说明由消息名和参数表组成，其语法与状态图中事件说明的语法相同。</a:t>
              </a:r>
            </a:p>
          </p:txBody>
        </p:sp>
      </p:grpSp>
      <p:grpSp>
        <p:nvGrpSpPr>
          <p:cNvPr id="24" name="组合 23"/>
          <p:cNvGrpSpPr/>
          <p:nvPr/>
        </p:nvGrpSpPr>
        <p:grpSpPr>
          <a:xfrm>
            <a:off x="6494780" y="5504815"/>
            <a:ext cx="5317490" cy="809625"/>
            <a:chOff x="1195" y="5840"/>
            <a:chExt cx="8374" cy="1275"/>
          </a:xfrm>
        </p:grpSpPr>
        <p:grpSp>
          <p:nvGrpSpPr>
            <p:cNvPr id="25" name="组合 24"/>
            <p:cNvGrpSpPr/>
            <p:nvPr/>
          </p:nvGrpSpPr>
          <p:grpSpPr>
            <a:xfrm>
              <a:off x="1195" y="5840"/>
              <a:ext cx="5976" cy="930"/>
              <a:chOff x="512763" y="4940853"/>
              <a:chExt cx="3794191" cy="590550"/>
            </a:xfrm>
          </p:grpSpPr>
          <p:sp>
            <p:nvSpPr>
              <p:cNvPr id="26" name="TextBox 10"/>
              <p:cNvSpPr txBox="1">
                <a:spLocks noChangeArrowheads="1"/>
              </p:cNvSpPr>
              <p:nvPr/>
            </p:nvSpPr>
            <p:spPr bwMode="auto">
              <a:xfrm>
                <a:off x="512763" y="4940853"/>
                <a:ext cx="373959" cy="52197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sz="2000">
                    <a:solidFill>
                      <a:schemeClr val="tx1"/>
                    </a:solidFill>
                    <a:latin typeface="Calibri" panose="020F0502020204030204" charset="0"/>
                    <a:ea typeface="宋体" panose="02010600030101010101" pitchFamily="2" charset="-122"/>
                  </a:defRPr>
                </a:lvl1pPr>
                <a:lvl2pPr marL="742950" indent="-285750" eaLnBrk="0" hangingPunct="0">
                  <a:defRPr sz="2000">
                    <a:solidFill>
                      <a:schemeClr val="tx1"/>
                    </a:solidFill>
                    <a:latin typeface="Calibri" panose="020F0502020204030204" charset="0"/>
                    <a:ea typeface="宋体" panose="02010600030101010101" pitchFamily="2" charset="-122"/>
                  </a:defRPr>
                </a:lvl2pPr>
                <a:lvl3pPr marL="1143000" indent="-228600" eaLnBrk="0" hangingPunct="0">
                  <a:defRPr sz="2000">
                    <a:solidFill>
                      <a:schemeClr val="tx1"/>
                    </a:solidFill>
                    <a:latin typeface="Calibri" panose="020F0502020204030204" charset="0"/>
                    <a:ea typeface="宋体" panose="02010600030101010101" pitchFamily="2" charset="-122"/>
                  </a:defRPr>
                </a:lvl3pPr>
                <a:lvl4pPr marL="1600200" indent="-228600" eaLnBrk="0" hangingPunct="0">
                  <a:defRPr sz="2000">
                    <a:solidFill>
                      <a:schemeClr val="tx1"/>
                    </a:solidFill>
                    <a:latin typeface="Calibri" panose="020F0502020204030204" charset="0"/>
                    <a:ea typeface="宋体" panose="02010600030101010101" pitchFamily="2" charset="-122"/>
                  </a:defRPr>
                </a:lvl4pPr>
                <a:lvl5pPr eaLnBrk="0" hangingPunct="0">
                  <a:defRPr sz="2000">
                    <a:solidFill>
                      <a:schemeClr val="tx1"/>
                    </a:solidFill>
                    <a:latin typeface="Calibri" panose="020F0502020204030204" charset="0"/>
                    <a:ea typeface="宋体" panose="02010600030101010101" pitchFamily="2" charset="-122"/>
                  </a:defRPr>
                </a:lvl5pPr>
                <a:lvl6pPr marL="25146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6pPr>
                <a:lvl7pPr marL="29718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7pPr>
                <a:lvl8pPr marL="34290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8pPr>
                <a:lvl9pPr marL="38862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9pPr>
              </a:lstStyle>
              <a:p>
                <a:pPr eaLnBrk="1" hangingPunct="1"/>
                <a:r>
                  <a:rPr lang="en-US" sz="2800" dirty="0">
                    <a:solidFill>
                      <a:srgbClr val="E67819"/>
                    </a:solidFill>
                    <a:latin typeface="Times New Roman" panose="02020603050405020304" pitchFamily="18" charset="0"/>
                    <a:ea typeface="MS UI Gothic" panose="020B0600070205080204" pitchFamily="34" charset="-128"/>
                  </a:rPr>
                  <a:t>5</a:t>
                </a:r>
              </a:p>
            </p:txBody>
          </p:sp>
          <p:cxnSp>
            <p:nvCxnSpPr>
              <p:cNvPr id="27" name="直接连接符 26"/>
              <p:cNvCxnSpPr/>
              <p:nvPr/>
            </p:nvCxnSpPr>
            <p:spPr>
              <a:xfrm flipH="1">
                <a:off x="512763" y="4940853"/>
                <a:ext cx="590550" cy="590550"/>
              </a:xfrm>
              <a:prstGeom prst="line">
                <a:avLst/>
              </a:prstGeom>
              <a:ln>
                <a:solidFill>
                  <a:srgbClr val="E67819"/>
                </a:solidFill>
              </a:ln>
            </p:spPr>
            <p:style>
              <a:lnRef idx="1">
                <a:schemeClr val="accent1"/>
              </a:lnRef>
              <a:fillRef idx="0">
                <a:schemeClr val="accent1"/>
              </a:fillRef>
              <a:effectRef idx="0">
                <a:schemeClr val="accent1"/>
              </a:effectRef>
              <a:fontRef idx="minor">
                <a:schemeClr val="tx1"/>
              </a:fontRef>
            </p:style>
          </p:cxnSp>
          <p:sp>
            <p:nvSpPr>
              <p:cNvPr id="28" name="矩形 12"/>
              <p:cNvSpPr>
                <a:spLocks noChangeArrowheads="1"/>
              </p:cNvSpPr>
              <p:nvPr/>
            </p:nvSpPr>
            <p:spPr bwMode="auto">
              <a:xfrm>
                <a:off x="960371" y="5036103"/>
                <a:ext cx="3346583" cy="3848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algn="l"/>
                <a:r>
                  <a:rPr lang="zh-CN" altLang="en-US" b="1" dirty="0">
                    <a:solidFill>
                      <a:srgbClr val="E67819"/>
                    </a:solidFill>
                    <a:latin typeface="微软雅黑" panose="020B0503020204020204" charset="-122"/>
                    <a:ea typeface="微软雅黑" panose="020B0503020204020204" charset="-122"/>
                  </a:rPr>
                  <a:t>返回值</a:t>
                </a:r>
              </a:p>
            </p:txBody>
          </p:sp>
        </p:grpSp>
        <p:sp>
          <p:nvSpPr>
            <p:cNvPr id="30" name="矩形 9"/>
            <p:cNvSpPr>
              <a:spLocks noChangeArrowheads="1"/>
            </p:cNvSpPr>
            <p:nvPr/>
          </p:nvSpPr>
          <p:spPr bwMode="auto">
            <a:xfrm>
              <a:off x="1938" y="6472"/>
              <a:ext cx="7631" cy="64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fontAlgn="auto">
                <a:lnSpc>
                  <a:spcPct val="130000"/>
                </a:lnSpc>
              </a:pPr>
              <a:r>
                <a:rPr lang="en-US" sz="1600" dirty="0">
                  <a:latin typeface="微软雅黑" panose="020B0503020204020204" charset="-122"/>
                  <a:ea typeface="微软雅黑" panose="020B0503020204020204" charset="-122"/>
                </a:rPr>
                <a:t>       </a:t>
              </a:r>
              <a:r>
                <a:rPr sz="1600" dirty="0">
                  <a:latin typeface="微软雅黑" panose="020B0503020204020204" charset="-122"/>
                  <a:ea typeface="微软雅黑" panose="020B0503020204020204" charset="-122"/>
                </a:rPr>
                <a:t>返回值表示消息（操作调用）的结果。</a:t>
              </a:r>
            </a:p>
          </p:txBody>
        </p:sp>
      </p:grpSp>
    </p:spTree>
  </p:cSld>
  <p:clrMapOvr>
    <a:masterClrMapping/>
  </p:clrMapOvr>
  <p:transition>
    <p:circle/>
  </p:transition>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694801" y="360000"/>
            <a:ext cx="5401200" cy="523220"/>
          </a:xfrm>
        </p:spPr>
        <p:txBody>
          <a:bodyPr>
            <a:normAutofit/>
          </a:bodyPr>
          <a:lstStyle/>
          <a:p>
            <a:r>
              <a:rPr lang="en-US" altLang="zh-CN" dirty="0">
                <a:sym typeface="+mn-ea"/>
              </a:rPr>
              <a:t>6.3 UML</a:t>
            </a:r>
            <a:r>
              <a:rPr lang="zh-CN" altLang="en-US" dirty="0">
                <a:sym typeface="+mn-ea"/>
              </a:rPr>
              <a:t>图</a:t>
            </a:r>
            <a:endParaRPr lang="zh-CN" altLang="en-US" dirty="0"/>
          </a:p>
        </p:txBody>
      </p:sp>
      <p:sp>
        <p:nvSpPr>
          <p:cNvPr id="4" name="文本占位符 3">
            <a:extLst>
              <a:ext uri="{FF2B5EF4-FFF2-40B4-BE49-F238E27FC236}">
                <a16:creationId xmlns:a16="http://schemas.microsoft.com/office/drawing/2014/main" id="{86B46DE9-80D5-ED8C-F77E-58C4B96835A3}"/>
              </a:ext>
            </a:extLst>
          </p:cNvPr>
          <p:cNvSpPr>
            <a:spLocks noGrp="1"/>
          </p:cNvSpPr>
          <p:nvPr>
            <p:ph type="body" sz="quarter" idx="10"/>
          </p:nvPr>
        </p:nvSpPr>
        <p:spPr/>
        <p:txBody>
          <a:bodyPr/>
          <a:lstStyle/>
          <a:p>
            <a:endParaRPr lang="zh-CN" altLang="en-US"/>
          </a:p>
        </p:txBody>
      </p:sp>
      <p:sp>
        <p:nvSpPr>
          <p:cNvPr id="29" name="TextBox 6"/>
          <p:cNvSpPr txBox="1"/>
          <p:nvPr/>
        </p:nvSpPr>
        <p:spPr>
          <a:xfrm>
            <a:off x="809625" y="1403350"/>
            <a:ext cx="5777230" cy="525657"/>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zh-CN" altLang="en-US" sz="2400" dirty="0">
                <a:solidFill>
                  <a:schemeClr val="tx1"/>
                </a:solidFill>
              </a:rPr>
              <a:t>案例</a:t>
            </a:r>
          </a:p>
        </p:txBody>
      </p:sp>
      <p:grpSp>
        <p:nvGrpSpPr>
          <p:cNvPr id="38" name="组合 37"/>
          <p:cNvGrpSpPr/>
          <p:nvPr/>
        </p:nvGrpSpPr>
        <p:grpSpPr>
          <a:xfrm>
            <a:off x="867410" y="2311400"/>
            <a:ext cx="10303510" cy="3284220"/>
            <a:chOff x="1499" y="3149"/>
            <a:chExt cx="16226" cy="5172"/>
          </a:xfrm>
        </p:grpSpPr>
        <p:sp>
          <p:nvSpPr>
            <p:cNvPr id="43" name="TextBox 42"/>
            <p:cNvSpPr txBox="1"/>
            <p:nvPr/>
          </p:nvSpPr>
          <p:spPr>
            <a:xfrm>
              <a:off x="3431" y="3419"/>
              <a:ext cx="14294" cy="630"/>
            </a:xfrm>
            <a:prstGeom prst="rect">
              <a:avLst/>
            </a:prstGeom>
            <a:noFill/>
          </p:spPr>
          <p:txBody>
            <a:bodyPr wrap="square">
              <a:spAutoFit/>
            </a:bodyPr>
            <a:lstStyle/>
            <a:p>
              <a:r>
                <a:rPr lang="zh-CN" altLang="en-US" sz="2000" dirty="0"/>
                <a:t>在学生成绩管理系统中，教师担任多门课程的教学任务，以及学生学习多门课程。</a:t>
              </a:r>
            </a:p>
          </p:txBody>
        </p:sp>
        <p:sp>
          <p:nvSpPr>
            <p:cNvPr id="44" name="矩形 43"/>
            <p:cNvSpPr>
              <a:spLocks noChangeAspect="1"/>
            </p:cNvSpPr>
            <p:nvPr/>
          </p:nvSpPr>
          <p:spPr>
            <a:xfrm>
              <a:off x="1499" y="4517"/>
              <a:ext cx="7854" cy="3804"/>
            </a:xfrm>
            <a:prstGeom prst="rect">
              <a:avLst/>
            </a:prstGeom>
            <a:ln w="12700">
              <a:solidFill>
                <a:srgbClr val="0883C8"/>
              </a:solidFill>
              <a:prstDash val="dash"/>
            </a:ln>
          </p:spPr>
          <p:style>
            <a:lnRef idx="1">
              <a:schemeClr val="accent6"/>
            </a:lnRef>
            <a:fillRef idx="0">
              <a:schemeClr val="accent6"/>
            </a:fillRef>
            <a:effectRef idx="0">
              <a:schemeClr val="accent6"/>
            </a:effectRef>
            <a:fontRef idx="minor">
              <a:schemeClr val="tx1"/>
            </a:fontRef>
          </p:style>
          <p:txBody>
            <a:bodyPr rtlCol="0" anchor="ctr"/>
            <a:lstStyle/>
            <a:p>
              <a:pPr algn="ctr"/>
              <a:endParaRPr lang="zh-CN" altLang="en-US" b="1" dirty="0">
                <a:latin typeface="Times New Roman" panose="02020603050405020304" charset="0"/>
              </a:endParaRPr>
            </a:p>
          </p:txBody>
        </p:sp>
        <p:grpSp>
          <p:nvGrpSpPr>
            <p:cNvPr id="45" name="组合 20"/>
            <p:cNvGrpSpPr/>
            <p:nvPr/>
          </p:nvGrpSpPr>
          <p:grpSpPr>
            <a:xfrm>
              <a:off x="1500" y="3149"/>
              <a:ext cx="1931" cy="1125"/>
              <a:chOff x="2738416" y="1357298"/>
              <a:chExt cx="1071570" cy="714379"/>
            </a:xfrm>
          </p:grpSpPr>
          <p:pic>
            <p:nvPicPr>
              <p:cNvPr id="48" name="Picture 2" descr="E:\仝德志文件，勿删！\03-参考文档\！PPT图片及版面资源\06-PPT精选插图\12-标签\蓝色燕尾01.png"/>
              <p:cNvPicPr>
                <a:picLocks noChangeAspect="1" noChangeArrowheads="1"/>
              </p:cNvPicPr>
              <p:nvPr/>
            </p:nvPicPr>
            <p:blipFill>
              <a:blip r:embed="rId2" cstate="email"/>
              <a:srcRect/>
              <a:stretch>
                <a:fillRect/>
              </a:stretch>
            </p:blipFill>
            <p:spPr bwMode="auto">
              <a:xfrm rot="16200000">
                <a:off x="2917011" y="1178703"/>
                <a:ext cx="714379" cy="1071570"/>
              </a:xfrm>
              <a:prstGeom prst="rect">
                <a:avLst/>
              </a:prstGeom>
              <a:noFill/>
              <a:extLst>
                <a:ext uri="{909E8E84-426E-40DD-AFC4-6F175D3DCCD1}">
                  <a14:hiddenFill xmlns:a14="http://schemas.microsoft.com/office/drawing/2010/main">
                    <a:solidFill>
                      <a:srgbClr val="FFFFFF"/>
                    </a:solidFill>
                  </a14:hiddenFill>
                </a:ext>
              </a:extLst>
            </p:spPr>
          </p:pic>
          <p:sp>
            <p:nvSpPr>
              <p:cNvPr id="49" name="TextBox 7"/>
              <p:cNvSpPr txBox="1"/>
              <p:nvPr/>
            </p:nvSpPr>
            <p:spPr>
              <a:xfrm>
                <a:off x="2811667" y="1467764"/>
                <a:ext cx="998319" cy="461562"/>
              </a:xfrm>
              <a:prstGeom prst="rect">
                <a:avLst/>
              </a:prstGeom>
              <a:noFill/>
            </p:spPr>
            <p:txBody>
              <a:bodyPr wrap="square" rtlCol="0">
                <a:spAutoFit/>
              </a:bodyPr>
              <a:lstStyle/>
              <a:p>
                <a:r>
                  <a:rPr lang="zh-CN" altLang="en-US" sz="2400" dirty="0">
                    <a:solidFill>
                      <a:schemeClr val="bg1"/>
                    </a:solidFill>
                    <a:sym typeface="+mn-ea"/>
                  </a:rPr>
                  <a:t>图</a:t>
                </a:r>
                <a:r>
                  <a:rPr lang="en-US" altLang="zh-CN" sz="2400" dirty="0">
                    <a:solidFill>
                      <a:schemeClr val="bg1"/>
                    </a:solidFill>
                    <a:sym typeface="+mn-ea"/>
                  </a:rPr>
                  <a:t>6-19</a:t>
                </a:r>
                <a:endParaRPr lang="en-US" altLang="zh-CN" sz="2400" b="1" dirty="0">
                  <a:solidFill>
                    <a:schemeClr val="bg1"/>
                  </a:solidFill>
                  <a:latin typeface="微软雅黑" panose="020B0503020204020204" charset="-122"/>
                  <a:ea typeface="微软雅黑" panose="020B0503020204020204" charset="-122"/>
                  <a:sym typeface="+mn-ea"/>
                </a:endParaRPr>
              </a:p>
            </p:txBody>
          </p:sp>
        </p:grpSp>
        <p:sp>
          <p:nvSpPr>
            <p:cNvPr id="46" name="TextBox 45"/>
            <p:cNvSpPr txBox="1"/>
            <p:nvPr/>
          </p:nvSpPr>
          <p:spPr>
            <a:xfrm>
              <a:off x="1725" y="4725"/>
              <a:ext cx="13522" cy="658"/>
            </a:xfrm>
            <a:prstGeom prst="rect">
              <a:avLst/>
            </a:prstGeom>
            <a:noFill/>
          </p:spPr>
          <p:txBody>
            <a:bodyPr wrap="square">
              <a:spAutoFit/>
            </a:bodyPr>
            <a:lstStyle/>
            <a:p>
              <a:endParaRPr lang="zh-CN" altLang="en-US" sz="2000" b="1" dirty="0">
                <a:solidFill>
                  <a:srgbClr val="00B0F0"/>
                </a:solidFill>
                <a:latin typeface="微软雅黑" panose="020B0503020204020204" charset="-122"/>
                <a:ea typeface="微软雅黑" panose="020B0503020204020204" charset="-122"/>
              </a:endParaRPr>
            </a:p>
          </p:txBody>
        </p:sp>
        <p:sp>
          <p:nvSpPr>
            <p:cNvPr id="47" name="TextBox 46"/>
            <p:cNvSpPr txBox="1"/>
            <p:nvPr/>
          </p:nvSpPr>
          <p:spPr>
            <a:xfrm>
              <a:off x="1729" y="4811"/>
              <a:ext cx="7345" cy="3234"/>
            </a:xfrm>
            <a:prstGeom prst="rect">
              <a:avLst/>
            </a:prstGeom>
            <a:solidFill>
              <a:schemeClr val="bg1">
                <a:lumMod val="95000"/>
              </a:schemeClr>
            </a:solidFill>
          </p:spPr>
          <p:txBody>
            <a:bodyPr wrap="square">
              <a:spAutoFit/>
            </a:bodyPr>
            <a:lstStyle/>
            <a:p>
              <a:pPr>
                <a:lnSpc>
                  <a:spcPct val="120000"/>
                </a:lnSpc>
              </a:pPr>
              <a:r>
                <a:rPr lang="zh-CN" altLang="en-US" dirty="0">
                  <a:latin typeface="Times New Roman" panose="02020603050405020304" charset="0"/>
                  <a:ea typeface="微软雅黑" panose="020B0503020204020204" pitchFamily="34" charset="-122"/>
                </a:rPr>
                <a:t>      </a:t>
              </a:r>
              <a:r>
                <a:rPr lang="en-US" altLang="zh-CN" dirty="0">
                  <a:latin typeface="Times New Roman" panose="02020603050405020304" charset="0"/>
                  <a:ea typeface="微软雅黑" panose="020B0503020204020204" pitchFamily="34" charset="-122"/>
                </a:rPr>
                <a:t>  </a:t>
              </a:r>
              <a:r>
                <a:rPr lang="zh-CN" altLang="en-US" dirty="0">
                  <a:latin typeface="Times New Roman" panose="02020603050405020304" charset="0"/>
                  <a:ea typeface="微软雅黑" panose="020B0503020204020204" pitchFamily="34" charset="-122"/>
                </a:rPr>
                <a:t>协作图用于描述系统行为是如何由系统的成分协作实现的，只有涉及协作的对象才会被表示出来。在协作图中，多对象用多个方框重叠表示。图</a:t>
              </a:r>
              <a:r>
                <a:rPr lang="en-US" altLang="en-US" dirty="0">
                  <a:latin typeface="Times New Roman" panose="02020603050405020304" charset="0"/>
                  <a:ea typeface="微软雅黑" panose="020B0503020204020204" pitchFamily="34" charset="-122"/>
                </a:rPr>
                <a:t>6-19</a:t>
              </a:r>
              <a:r>
                <a:rPr lang="zh-CN" altLang="en-US" dirty="0">
                  <a:latin typeface="Times New Roman" panose="02020603050405020304" charset="0"/>
                  <a:ea typeface="微软雅黑" panose="020B0503020204020204" pitchFamily="34" charset="-122"/>
                </a:rPr>
                <a:t>描述了在学生成绩管理系统中，教师担任多门课程的教学任务，以及学生学习多门课程。</a:t>
              </a:r>
              <a:endParaRPr lang="en-US" altLang="zh-CN" dirty="0"/>
            </a:p>
          </p:txBody>
        </p:sp>
      </p:grpSp>
      <p:pic>
        <p:nvPicPr>
          <p:cNvPr id="149506" name="图片 169"/>
          <p:cNvPicPr>
            <a:picLocks noChangeAspect="1" noChangeArrowheads="1"/>
          </p:cNvPicPr>
          <p:nvPr/>
        </p:nvPicPr>
        <p:blipFill>
          <a:blip r:embed="rId3" cstate="print"/>
          <a:srcRect/>
          <a:stretch>
            <a:fillRect/>
          </a:stretch>
        </p:blipFill>
        <p:spPr bwMode="auto">
          <a:xfrm>
            <a:off x="6294802" y="3127384"/>
            <a:ext cx="4606290" cy="2412819"/>
          </a:xfrm>
          <a:prstGeom prst="rect">
            <a:avLst/>
          </a:prstGeom>
          <a:noFill/>
          <a:ln w="9525">
            <a:noFill/>
            <a:miter lim="800000"/>
            <a:headEnd/>
            <a:tailEnd/>
          </a:ln>
        </p:spPr>
      </p:pic>
    </p:spTree>
  </p:cSld>
  <p:clrMapOvr>
    <a:masterClrMapping/>
  </p:clrMapOvr>
  <p:transition>
    <p:circle/>
  </p:transition>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694801" y="360000"/>
            <a:ext cx="5401200" cy="523220"/>
          </a:xfrm>
        </p:spPr>
        <p:txBody>
          <a:bodyPr>
            <a:normAutofit/>
          </a:bodyPr>
          <a:lstStyle/>
          <a:p>
            <a:r>
              <a:rPr lang="en-US" dirty="0"/>
              <a:t>6.3 </a:t>
            </a:r>
            <a:r>
              <a:rPr lang="zh-CN" altLang="en-US" dirty="0">
                <a:sym typeface="+mn-ea"/>
              </a:rPr>
              <a:t>UML图</a:t>
            </a:r>
            <a:endParaRPr lang="zh-CN" altLang="en-US" dirty="0"/>
          </a:p>
        </p:txBody>
      </p:sp>
      <p:sp>
        <p:nvSpPr>
          <p:cNvPr id="7" name="文本占位符 6">
            <a:extLst>
              <a:ext uri="{FF2B5EF4-FFF2-40B4-BE49-F238E27FC236}">
                <a16:creationId xmlns:a16="http://schemas.microsoft.com/office/drawing/2014/main" id="{0B45D59A-C8D7-1CA1-AAD8-52432574ECA9}"/>
              </a:ext>
            </a:extLst>
          </p:cNvPr>
          <p:cNvSpPr>
            <a:spLocks noGrp="1"/>
          </p:cNvSpPr>
          <p:nvPr>
            <p:ph type="body" sz="quarter" idx="10"/>
          </p:nvPr>
        </p:nvSpPr>
        <p:spPr/>
        <p:txBody>
          <a:bodyPr/>
          <a:lstStyle/>
          <a:p>
            <a:endParaRPr lang="zh-CN" altLang="en-US"/>
          </a:p>
        </p:txBody>
      </p:sp>
      <p:sp>
        <p:nvSpPr>
          <p:cNvPr id="29" name="TextBox 6"/>
          <p:cNvSpPr txBox="1"/>
          <p:nvPr/>
        </p:nvSpPr>
        <p:spPr>
          <a:xfrm>
            <a:off x="809625" y="1403350"/>
            <a:ext cx="5777230" cy="566420"/>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6.3.8 </a:t>
            </a:r>
            <a:r>
              <a:rPr lang="zh-CN" altLang="en-US" sz="2400" dirty="0">
                <a:solidFill>
                  <a:schemeClr val="tx1"/>
                </a:solidFill>
              </a:rPr>
              <a:t>构件图</a:t>
            </a:r>
          </a:p>
        </p:txBody>
      </p:sp>
      <p:grpSp>
        <p:nvGrpSpPr>
          <p:cNvPr id="5" name="组合 4"/>
          <p:cNvGrpSpPr/>
          <p:nvPr/>
        </p:nvGrpSpPr>
        <p:grpSpPr>
          <a:xfrm>
            <a:off x="4053840" y="1527810"/>
            <a:ext cx="6931660" cy="3934460"/>
            <a:chOff x="4023" y="3363"/>
            <a:chExt cx="10916" cy="6196"/>
          </a:xfrm>
        </p:grpSpPr>
        <p:sp>
          <p:nvSpPr>
            <p:cNvPr id="28" name="泪滴形 27"/>
            <p:cNvSpPr/>
            <p:nvPr/>
          </p:nvSpPr>
          <p:spPr>
            <a:xfrm rot="8100000">
              <a:off x="10590" y="3363"/>
              <a:ext cx="2913" cy="2913"/>
            </a:xfrm>
            <a:prstGeom prst="teardrop">
              <a:avLst/>
            </a:prstGeom>
            <a:solidFill>
              <a:srgbClr val="FBAD24"/>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lt1"/>
                </a:solidFill>
                <a:effectLst/>
                <a:uLnTx/>
                <a:uFillTx/>
                <a:latin typeface="+mn-lt"/>
                <a:ea typeface="+mn-ea"/>
                <a:cs typeface="+mn-cs"/>
              </a:endParaRPr>
            </a:p>
          </p:txBody>
        </p:sp>
        <p:sp>
          <p:nvSpPr>
            <p:cNvPr id="26" name="泪滴形 25"/>
            <p:cNvSpPr/>
            <p:nvPr/>
          </p:nvSpPr>
          <p:spPr>
            <a:xfrm rot="8100000">
              <a:off x="5508" y="3363"/>
              <a:ext cx="2913" cy="2913"/>
            </a:xfrm>
            <a:prstGeom prst="teardrop">
              <a:avLst/>
            </a:prstGeom>
            <a:solidFill>
              <a:srgbClr val="FBAD24"/>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lt1"/>
                </a:solidFill>
                <a:effectLst/>
                <a:uLnTx/>
                <a:uFillTx/>
                <a:latin typeface="+mn-lt"/>
                <a:ea typeface="+mn-ea"/>
                <a:cs typeface="+mn-cs"/>
              </a:endParaRPr>
            </a:p>
          </p:txBody>
        </p:sp>
        <p:sp>
          <p:nvSpPr>
            <p:cNvPr id="13332" name="矩形 19"/>
            <p:cNvSpPr/>
            <p:nvPr/>
          </p:nvSpPr>
          <p:spPr>
            <a:xfrm>
              <a:off x="10973" y="6983"/>
              <a:ext cx="3966" cy="1470"/>
            </a:xfrm>
            <a:prstGeom prst="rect">
              <a:avLst/>
            </a:prstGeom>
            <a:noFill/>
            <a:ln w="9525">
              <a:noFill/>
            </a:ln>
          </p:spPr>
          <p:txBody>
            <a:bodyPr wrap="square">
              <a:spAutoFit/>
            </a:bodyPr>
            <a:lstStyle>
              <a:lvl1pPr marL="228600" indent="-228600" algn="l" rtl="0" fontAlgn="base">
                <a:lnSpc>
                  <a:spcPct val="90000"/>
                </a:lnSpc>
                <a:spcBef>
                  <a:spcPts val="1000"/>
                </a:spcBef>
                <a:spcAft>
                  <a:spcPct val="0"/>
                </a:spcAft>
                <a:buFont typeface="Arial" panose="020B0604020202020204" pitchFamily="34" charset="0"/>
                <a:buChar char="•"/>
                <a:defRPr sz="2800" kern="1200">
                  <a:solidFill>
                    <a:schemeClr val="tx1"/>
                  </a:solidFill>
                  <a:latin typeface="+mn-lt"/>
                  <a:ea typeface="+mn-ea"/>
                  <a:cs typeface="+mn-cs"/>
                </a:defRPr>
              </a:lvl1pPr>
              <a:lvl2pPr marL="685800" indent="-228600" algn="l" rtl="0" fontAlgn="base">
                <a:lnSpc>
                  <a:spcPct val="90000"/>
                </a:lnSpc>
                <a:spcBef>
                  <a:spcPts val="500"/>
                </a:spcBef>
                <a:spcAft>
                  <a:spcPct val="0"/>
                </a:spcAft>
                <a:buFont typeface="Arial" panose="020B0604020202020204" pitchFamily="34" charset="0"/>
                <a:buChar char="•"/>
                <a:defRPr sz="2400" kern="1200">
                  <a:solidFill>
                    <a:schemeClr val="tx1"/>
                  </a:solidFill>
                  <a:latin typeface="+mn-lt"/>
                  <a:ea typeface="+mn-ea"/>
                  <a:cs typeface="+mn-cs"/>
                </a:defRPr>
              </a:lvl2pPr>
              <a:lvl3pPr marL="1143000" indent="-228600" algn="l" rtl="0" fontAlgn="base">
                <a:lnSpc>
                  <a:spcPct val="90000"/>
                </a:lnSpc>
                <a:spcBef>
                  <a:spcPts val="500"/>
                </a:spcBef>
                <a:spcAft>
                  <a:spcPct val="0"/>
                </a:spcAft>
                <a:buFont typeface="Arial" panose="020B0604020202020204" pitchFamily="34" charset="0"/>
                <a:buChar char="•"/>
                <a:defRPr sz="2000" kern="1200">
                  <a:solidFill>
                    <a:schemeClr val="tx1"/>
                  </a:solidFill>
                  <a:latin typeface="+mn-lt"/>
                  <a:ea typeface="+mn-ea"/>
                  <a:cs typeface="+mn-cs"/>
                </a:defRPr>
              </a:lvl3pPr>
              <a:lvl4pPr marL="16002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4pPr>
              <a:lvl5pPr marL="20574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5pPr>
            </a:lstStyle>
            <a:p>
              <a:pPr marL="0" lvl="0" indent="0" eaLnBrk="1" hangingPunct="1">
                <a:lnSpc>
                  <a:spcPct val="100000"/>
                </a:lnSpc>
                <a:spcBef>
                  <a:spcPct val="0"/>
                </a:spcBef>
                <a:buNone/>
              </a:pPr>
              <a:r>
                <a:rPr lang="en-US" sz="1800" dirty="0">
                  <a:latin typeface="微软雅黑" panose="020B0503020204020204" charset="-122"/>
                  <a:ea typeface="微软雅黑" panose="020B0503020204020204" charset="-122"/>
                </a:rPr>
                <a:t>      </a:t>
              </a:r>
              <a:r>
                <a:rPr sz="1800" dirty="0">
                  <a:latin typeface="微软雅黑" panose="020B0503020204020204" charset="-122"/>
                  <a:ea typeface="微软雅黑" panose="020B0503020204020204" charset="-122"/>
                </a:rPr>
                <a:t>一个可执行的程序文件，是链接所有二进制构件所得到的结果。</a:t>
              </a:r>
            </a:p>
          </p:txBody>
        </p:sp>
        <p:grpSp>
          <p:nvGrpSpPr>
            <p:cNvPr id="13" name="组合 12"/>
            <p:cNvGrpSpPr/>
            <p:nvPr/>
          </p:nvGrpSpPr>
          <p:grpSpPr>
            <a:xfrm>
              <a:off x="5698" y="3553"/>
              <a:ext cx="7602" cy="6006"/>
              <a:chOff x="5698" y="3553"/>
              <a:chExt cx="7602" cy="6006"/>
            </a:xfrm>
          </p:grpSpPr>
          <p:sp>
            <p:nvSpPr>
              <p:cNvPr id="14" name="椭圆 13"/>
              <p:cNvSpPr/>
              <p:nvPr/>
            </p:nvSpPr>
            <p:spPr>
              <a:xfrm>
                <a:off x="10780" y="3553"/>
                <a:ext cx="2520" cy="2520"/>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lt1"/>
                  </a:solidFill>
                  <a:effectLst/>
                  <a:uLnTx/>
                  <a:uFillTx/>
                  <a:latin typeface="+mn-lt"/>
                  <a:ea typeface="+mn-ea"/>
                  <a:cs typeface="+mn-cs"/>
                </a:endParaRPr>
              </a:p>
            </p:txBody>
          </p:sp>
          <p:sp>
            <p:nvSpPr>
              <p:cNvPr id="15" name="椭圆 14"/>
              <p:cNvSpPr/>
              <p:nvPr/>
            </p:nvSpPr>
            <p:spPr>
              <a:xfrm>
                <a:off x="5698" y="3553"/>
                <a:ext cx="2520" cy="2520"/>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lt1"/>
                  </a:solidFill>
                  <a:effectLst/>
                  <a:uLnTx/>
                  <a:uFillTx/>
                  <a:latin typeface="+mn-lt"/>
                  <a:ea typeface="+mn-ea"/>
                  <a:cs typeface="+mn-cs"/>
                </a:endParaRPr>
              </a:p>
            </p:txBody>
          </p:sp>
          <p:sp>
            <p:nvSpPr>
              <p:cNvPr id="16" name="泪滴形 15"/>
              <p:cNvSpPr/>
              <p:nvPr/>
            </p:nvSpPr>
            <p:spPr>
              <a:xfrm rot="8100000">
                <a:off x="7738" y="4018"/>
                <a:ext cx="3475" cy="3475"/>
              </a:xfrm>
              <a:prstGeom prst="teardrop">
                <a:avLst>
                  <a:gd name="adj" fmla="val 128439"/>
                </a:avLst>
              </a:prstGeom>
              <a:solidFill>
                <a:srgbClr val="EF415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lt1"/>
                  </a:solidFill>
                  <a:effectLst/>
                  <a:uLnTx/>
                  <a:uFillTx/>
                  <a:latin typeface="+mn-lt"/>
                  <a:ea typeface="+mn-ea"/>
                  <a:cs typeface="+mn-cs"/>
                </a:endParaRPr>
              </a:p>
            </p:txBody>
          </p:sp>
          <p:sp>
            <p:nvSpPr>
              <p:cNvPr id="17" name="椭圆 16"/>
              <p:cNvSpPr/>
              <p:nvPr/>
            </p:nvSpPr>
            <p:spPr>
              <a:xfrm>
                <a:off x="7965" y="4245"/>
                <a:ext cx="3008" cy="3005"/>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lt1"/>
                  </a:solidFill>
                  <a:effectLst/>
                  <a:uLnTx/>
                  <a:uFillTx/>
                  <a:latin typeface="+mn-lt"/>
                  <a:ea typeface="+mn-ea"/>
                  <a:cs typeface="+mn-cs"/>
                </a:endParaRPr>
              </a:p>
            </p:txBody>
          </p:sp>
          <p:sp>
            <p:nvSpPr>
              <p:cNvPr id="18" name="文本框 13"/>
              <p:cNvSpPr txBox="1"/>
              <p:nvPr/>
            </p:nvSpPr>
            <p:spPr>
              <a:xfrm>
                <a:off x="8300" y="5478"/>
                <a:ext cx="2480" cy="761"/>
              </a:xfrm>
              <a:prstGeom prst="rect">
                <a:avLst/>
              </a:prstGeom>
              <a:noFill/>
              <a:ln w="9525">
                <a:noFill/>
              </a:ln>
            </p:spPr>
            <p:txBody>
              <a:bodyPr>
                <a:spAutoFit/>
              </a:bodyPr>
              <a:lstStyle>
                <a:lvl1pPr marL="228600" indent="-228600" algn="l" rtl="0" fontAlgn="base">
                  <a:lnSpc>
                    <a:spcPct val="90000"/>
                  </a:lnSpc>
                  <a:spcBef>
                    <a:spcPts val="1000"/>
                  </a:spcBef>
                  <a:spcAft>
                    <a:spcPct val="0"/>
                  </a:spcAft>
                  <a:buFont typeface="Arial" panose="020B0604020202020204" pitchFamily="34" charset="0"/>
                  <a:buChar char="•"/>
                  <a:defRPr sz="2800" kern="1200">
                    <a:solidFill>
                      <a:schemeClr val="tx1"/>
                    </a:solidFill>
                    <a:latin typeface="+mn-lt"/>
                    <a:ea typeface="+mn-ea"/>
                    <a:cs typeface="+mn-cs"/>
                  </a:defRPr>
                </a:lvl1pPr>
                <a:lvl2pPr marL="685800" indent="-228600" algn="l" rtl="0" fontAlgn="base">
                  <a:lnSpc>
                    <a:spcPct val="90000"/>
                  </a:lnSpc>
                  <a:spcBef>
                    <a:spcPts val="500"/>
                  </a:spcBef>
                  <a:spcAft>
                    <a:spcPct val="0"/>
                  </a:spcAft>
                  <a:buFont typeface="Arial" panose="020B0604020202020204" pitchFamily="34" charset="0"/>
                  <a:buChar char="•"/>
                  <a:defRPr sz="2400" kern="1200">
                    <a:solidFill>
                      <a:schemeClr val="tx1"/>
                    </a:solidFill>
                    <a:latin typeface="+mn-lt"/>
                    <a:ea typeface="+mn-ea"/>
                    <a:cs typeface="+mn-cs"/>
                  </a:defRPr>
                </a:lvl2pPr>
                <a:lvl3pPr marL="1143000" indent="-228600" algn="l" rtl="0" fontAlgn="base">
                  <a:lnSpc>
                    <a:spcPct val="90000"/>
                  </a:lnSpc>
                  <a:spcBef>
                    <a:spcPts val="500"/>
                  </a:spcBef>
                  <a:spcAft>
                    <a:spcPct val="0"/>
                  </a:spcAft>
                  <a:buFont typeface="Arial" panose="020B0604020202020204" pitchFamily="34" charset="0"/>
                  <a:buChar char="•"/>
                  <a:defRPr sz="2000" kern="1200">
                    <a:solidFill>
                      <a:schemeClr val="tx1"/>
                    </a:solidFill>
                    <a:latin typeface="+mn-lt"/>
                    <a:ea typeface="+mn-ea"/>
                    <a:cs typeface="+mn-cs"/>
                  </a:defRPr>
                </a:lvl3pPr>
                <a:lvl4pPr marL="16002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4pPr>
                <a:lvl5pPr marL="20574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5pPr>
              </a:lstStyle>
              <a:p>
                <a:pPr marL="0" lvl="0" indent="0" algn="ctr" eaLnBrk="1" hangingPunct="1">
                  <a:lnSpc>
                    <a:spcPct val="100000"/>
                  </a:lnSpc>
                  <a:spcBef>
                    <a:spcPct val="0"/>
                  </a:spcBef>
                  <a:buNone/>
                </a:pPr>
                <a:r>
                  <a:rPr lang="zh-CN" altLang="en-US" sz="2400" b="1" dirty="0">
                    <a:latin typeface="微软雅黑" panose="020B0503020204020204" charset="-122"/>
                    <a:ea typeface="微软雅黑" panose="020B0503020204020204" charset="-122"/>
                  </a:rPr>
                  <a:t>源构件</a:t>
                </a:r>
              </a:p>
            </p:txBody>
          </p:sp>
          <p:sp>
            <p:nvSpPr>
              <p:cNvPr id="19" name="文本框 14"/>
              <p:cNvSpPr txBox="1"/>
              <p:nvPr/>
            </p:nvSpPr>
            <p:spPr>
              <a:xfrm>
                <a:off x="11281" y="4340"/>
                <a:ext cx="1533" cy="1138"/>
              </a:xfrm>
              <a:prstGeom prst="rect">
                <a:avLst/>
              </a:prstGeom>
              <a:noFill/>
              <a:ln w="9525">
                <a:noFill/>
              </a:ln>
            </p:spPr>
            <p:txBody>
              <a:bodyPr>
                <a:spAutoFit/>
              </a:bodyPr>
              <a:lstStyle>
                <a:lvl1pPr marL="228600" indent="-228600" algn="l" rtl="0" fontAlgn="base">
                  <a:lnSpc>
                    <a:spcPct val="90000"/>
                  </a:lnSpc>
                  <a:spcBef>
                    <a:spcPts val="1000"/>
                  </a:spcBef>
                  <a:spcAft>
                    <a:spcPct val="0"/>
                  </a:spcAft>
                  <a:buFont typeface="Arial" panose="020B0604020202020204" pitchFamily="34" charset="0"/>
                  <a:buChar char="•"/>
                  <a:defRPr sz="2800" kern="1200">
                    <a:solidFill>
                      <a:schemeClr val="tx1"/>
                    </a:solidFill>
                    <a:latin typeface="+mn-lt"/>
                    <a:ea typeface="+mn-ea"/>
                    <a:cs typeface="+mn-cs"/>
                  </a:defRPr>
                </a:lvl1pPr>
                <a:lvl2pPr marL="685800" indent="-228600" algn="l" rtl="0" fontAlgn="base">
                  <a:lnSpc>
                    <a:spcPct val="90000"/>
                  </a:lnSpc>
                  <a:spcBef>
                    <a:spcPts val="500"/>
                  </a:spcBef>
                  <a:spcAft>
                    <a:spcPct val="0"/>
                  </a:spcAft>
                  <a:buFont typeface="Arial" panose="020B0604020202020204" pitchFamily="34" charset="0"/>
                  <a:buChar char="•"/>
                  <a:defRPr sz="2400" kern="1200">
                    <a:solidFill>
                      <a:schemeClr val="tx1"/>
                    </a:solidFill>
                    <a:latin typeface="+mn-lt"/>
                    <a:ea typeface="+mn-ea"/>
                    <a:cs typeface="+mn-cs"/>
                  </a:defRPr>
                </a:lvl2pPr>
                <a:lvl3pPr marL="1143000" indent="-228600" algn="l" rtl="0" fontAlgn="base">
                  <a:lnSpc>
                    <a:spcPct val="90000"/>
                  </a:lnSpc>
                  <a:spcBef>
                    <a:spcPts val="500"/>
                  </a:spcBef>
                  <a:spcAft>
                    <a:spcPct val="0"/>
                  </a:spcAft>
                  <a:buFont typeface="Arial" panose="020B0604020202020204" pitchFamily="34" charset="0"/>
                  <a:buChar char="•"/>
                  <a:defRPr sz="2000" kern="1200">
                    <a:solidFill>
                      <a:schemeClr val="tx1"/>
                    </a:solidFill>
                    <a:latin typeface="+mn-lt"/>
                    <a:ea typeface="+mn-ea"/>
                    <a:cs typeface="+mn-cs"/>
                  </a:defRPr>
                </a:lvl3pPr>
                <a:lvl4pPr marL="16002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4pPr>
                <a:lvl5pPr marL="20574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5pPr>
              </a:lstStyle>
              <a:p>
                <a:pPr marL="0" lvl="0" indent="0" algn="ctr" eaLnBrk="1" hangingPunct="1">
                  <a:lnSpc>
                    <a:spcPct val="100000"/>
                  </a:lnSpc>
                  <a:spcBef>
                    <a:spcPct val="0"/>
                  </a:spcBef>
                  <a:buNone/>
                </a:pPr>
                <a:r>
                  <a:rPr lang="zh-CN" altLang="en-US" sz="2000" b="1" dirty="0">
                    <a:latin typeface="微软雅黑" panose="020B0503020204020204" charset="-122"/>
                    <a:ea typeface="微软雅黑" panose="020B0503020204020204" charset="-122"/>
                  </a:rPr>
                  <a:t>可执行构件</a:t>
                </a:r>
              </a:p>
            </p:txBody>
          </p:sp>
          <p:sp>
            <p:nvSpPr>
              <p:cNvPr id="20" name="文本框 16"/>
              <p:cNvSpPr txBox="1"/>
              <p:nvPr/>
            </p:nvSpPr>
            <p:spPr>
              <a:xfrm>
                <a:off x="6190" y="4251"/>
                <a:ext cx="1535" cy="1138"/>
              </a:xfrm>
              <a:prstGeom prst="rect">
                <a:avLst/>
              </a:prstGeom>
              <a:noFill/>
              <a:ln w="9525">
                <a:noFill/>
              </a:ln>
            </p:spPr>
            <p:txBody>
              <a:bodyPr>
                <a:spAutoFit/>
              </a:bodyPr>
              <a:lstStyle>
                <a:lvl1pPr marL="228600" indent="-228600" algn="l" rtl="0" fontAlgn="base">
                  <a:lnSpc>
                    <a:spcPct val="90000"/>
                  </a:lnSpc>
                  <a:spcBef>
                    <a:spcPts val="1000"/>
                  </a:spcBef>
                  <a:spcAft>
                    <a:spcPct val="0"/>
                  </a:spcAft>
                  <a:buFont typeface="Arial" panose="020B0604020202020204" pitchFamily="34" charset="0"/>
                  <a:buChar char="•"/>
                  <a:defRPr sz="2800" kern="1200">
                    <a:solidFill>
                      <a:schemeClr val="tx1"/>
                    </a:solidFill>
                    <a:latin typeface="+mn-lt"/>
                    <a:ea typeface="+mn-ea"/>
                    <a:cs typeface="+mn-cs"/>
                  </a:defRPr>
                </a:lvl1pPr>
                <a:lvl2pPr marL="685800" indent="-228600" algn="l" rtl="0" fontAlgn="base">
                  <a:lnSpc>
                    <a:spcPct val="90000"/>
                  </a:lnSpc>
                  <a:spcBef>
                    <a:spcPts val="500"/>
                  </a:spcBef>
                  <a:spcAft>
                    <a:spcPct val="0"/>
                  </a:spcAft>
                  <a:buFont typeface="Arial" panose="020B0604020202020204" pitchFamily="34" charset="0"/>
                  <a:buChar char="•"/>
                  <a:defRPr sz="2400" kern="1200">
                    <a:solidFill>
                      <a:schemeClr val="tx1"/>
                    </a:solidFill>
                    <a:latin typeface="+mn-lt"/>
                    <a:ea typeface="+mn-ea"/>
                    <a:cs typeface="+mn-cs"/>
                  </a:defRPr>
                </a:lvl2pPr>
                <a:lvl3pPr marL="1143000" indent="-228600" algn="l" rtl="0" fontAlgn="base">
                  <a:lnSpc>
                    <a:spcPct val="90000"/>
                  </a:lnSpc>
                  <a:spcBef>
                    <a:spcPts val="500"/>
                  </a:spcBef>
                  <a:spcAft>
                    <a:spcPct val="0"/>
                  </a:spcAft>
                  <a:buFont typeface="Arial" panose="020B0604020202020204" pitchFamily="34" charset="0"/>
                  <a:buChar char="•"/>
                  <a:defRPr sz="2000" kern="1200">
                    <a:solidFill>
                      <a:schemeClr val="tx1"/>
                    </a:solidFill>
                    <a:latin typeface="+mn-lt"/>
                    <a:ea typeface="+mn-ea"/>
                    <a:cs typeface="+mn-cs"/>
                  </a:defRPr>
                </a:lvl3pPr>
                <a:lvl4pPr marL="16002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4pPr>
                <a:lvl5pPr marL="20574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5pPr>
              </a:lstStyle>
              <a:p>
                <a:pPr marL="0" lvl="0" indent="0" algn="ctr" eaLnBrk="1" hangingPunct="1">
                  <a:lnSpc>
                    <a:spcPct val="100000"/>
                  </a:lnSpc>
                  <a:spcBef>
                    <a:spcPct val="0"/>
                  </a:spcBef>
                  <a:buNone/>
                </a:pPr>
                <a:r>
                  <a:rPr lang="zh-CN" altLang="en-US" sz="2000" b="1" dirty="0">
                    <a:latin typeface="微软雅黑" panose="020B0503020204020204" charset="-122"/>
                    <a:ea typeface="微软雅黑" panose="020B0503020204020204" charset="-122"/>
                  </a:rPr>
                  <a:t>二进制构件</a:t>
                </a:r>
              </a:p>
            </p:txBody>
          </p:sp>
          <p:sp>
            <p:nvSpPr>
              <p:cNvPr id="21" name="矩形 20"/>
              <p:cNvSpPr/>
              <p:nvPr/>
            </p:nvSpPr>
            <p:spPr>
              <a:xfrm>
                <a:off x="7725" y="8953"/>
                <a:ext cx="4047" cy="606"/>
              </a:xfrm>
              <a:prstGeom prst="rect">
                <a:avLst/>
              </a:prstGeom>
              <a:noFill/>
              <a:ln w="9525">
                <a:noFill/>
              </a:ln>
            </p:spPr>
            <p:txBody>
              <a:bodyPr wrap="square">
                <a:spAutoFit/>
              </a:bodyPr>
              <a:lstStyle>
                <a:lvl1pPr marL="228600" indent="-228600" algn="l" rtl="0" fontAlgn="base">
                  <a:lnSpc>
                    <a:spcPct val="90000"/>
                  </a:lnSpc>
                  <a:spcBef>
                    <a:spcPts val="1000"/>
                  </a:spcBef>
                  <a:spcAft>
                    <a:spcPct val="0"/>
                  </a:spcAft>
                  <a:buFont typeface="Arial" panose="020B0604020202020204" pitchFamily="34" charset="0"/>
                  <a:buChar char="•"/>
                  <a:defRPr sz="2800" kern="1200">
                    <a:solidFill>
                      <a:schemeClr val="tx1"/>
                    </a:solidFill>
                    <a:latin typeface="+mn-lt"/>
                    <a:ea typeface="+mn-ea"/>
                    <a:cs typeface="+mn-cs"/>
                  </a:defRPr>
                </a:lvl1pPr>
                <a:lvl2pPr marL="685800" indent="-228600" algn="l" rtl="0" fontAlgn="base">
                  <a:lnSpc>
                    <a:spcPct val="90000"/>
                  </a:lnSpc>
                  <a:spcBef>
                    <a:spcPts val="500"/>
                  </a:spcBef>
                  <a:spcAft>
                    <a:spcPct val="0"/>
                  </a:spcAft>
                  <a:buFont typeface="Arial" panose="020B0604020202020204" pitchFamily="34" charset="0"/>
                  <a:buChar char="•"/>
                  <a:defRPr sz="2400" kern="1200">
                    <a:solidFill>
                      <a:schemeClr val="tx1"/>
                    </a:solidFill>
                    <a:latin typeface="+mn-lt"/>
                    <a:ea typeface="+mn-ea"/>
                    <a:cs typeface="+mn-cs"/>
                  </a:defRPr>
                </a:lvl2pPr>
                <a:lvl3pPr marL="1143000" indent="-228600" algn="l" rtl="0" fontAlgn="base">
                  <a:lnSpc>
                    <a:spcPct val="90000"/>
                  </a:lnSpc>
                  <a:spcBef>
                    <a:spcPts val="500"/>
                  </a:spcBef>
                  <a:spcAft>
                    <a:spcPct val="0"/>
                  </a:spcAft>
                  <a:buFont typeface="Arial" panose="020B0604020202020204" pitchFamily="34" charset="0"/>
                  <a:buChar char="•"/>
                  <a:defRPr sz="2000" kern="1200">
                    <a:solidFill>
                      <a:schemeClr val="tx1"/>
                    </a:solidFill>
                    <a:latin typeface="+mn-lt"/>
                    <a:ea typeface="+mn-ea"/>
                    <a:cs typeface="+mn-cs"/>
                  </a:defRPr>
                </a:lvl3pPr>
                <a:lvl4pPr marL="16002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4pPr>
                <a:lvl5pPr marL="20574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5pPr>
              </a:lstStyle>
              <a:p>
                <a:pPr marL="0" lvl="0" indent="0" eaLnBrk="1" hangingPunct="1">
                  <a:lnSpc>
                    <a:spcPct val="100000"/>
                  </a:lnSpc>
                  <a:spcBef>
                    <a:spcPct val="0"/>
                  </a:spcBef>
                  <a:buNone/>
                </a:pPr>
                <a:r>
                  <a:rPr sz="1800" dirty="0">
                    <a:latin typeface="微软雅黑" panose="020B0503020204020204" charset="-122"/>
                    <a:ea typeface="微软雅黑" panose="020B0503020204020204" charset="-122"/>
                  </a:rPr>
                  <a:t>实现类的源代码文件</a:t>
                </a:r>
              </a:p>
            </p:txBody>
          </p:sp>
        </p:grpSp>
        <p:sp>
          <p:nvSpPr>
            <p:cNvPr id="13334" name="矩形 21"/>
            <p:cNvSpPr/>
            <p:nvPr/>
          </p:nvSpPr>
          <p:spPr>
            <a:xfrm>
              <a:off x="4023" y="6940"/>
              <a:ext cx="4320" cy="1470"/>
            </a:xfrm>
            <a:prstGeom prst="rect">
              <a:avLst/>
            </a:prstGeom>
            <a:noFill/>
            <a:ln w="9525">
              <a:noFill/>
            </a:ln>
          </p:spPr>
          <p:txBody>
            <a:bodyPr wrap="square">
              <a:spAutoFit/>
            </a:bodyPr>
            <a:lstStyle>
              <a:lvl1pPr marL="228600" indent="-228600" algn="l" rtl="0" fontAlgn="base">
                <a:lnSpc>
                  <a:spcPct val="90000"/>
                </a:lnSpc>
                <a:spcBef>
                  <a:spcPts val="1000"/>
                </a:spcBef>
                <a:spcAft>
                  <a:spcPct val="0"/>
                </a:spcAft>
                <a:buFont typeface="Arial" panose="020B0604020202020204" pitchFamily="34" charset="0"/>
                <a:buChar char="•"/>
                <a:defRPr sz="2800" kern="1200">
                  <a:solidFill>
                    <a:schemeClr val="tx1"/>
                  </a:solidFill>
                  <a:latin typeface="+mn-lt"/>
                  <a:ea typeface="+mn-ea"/>
                  <a:cs typeface="+mn-cs"/>
                </a:defRPr>
              </a:lvl1pPr>
              <a:lvl2pPr marL="685800" indent="-228600" algn="l" rtl="0" fontAlgn="base">
                <a:lnSpc>
                  <a:spcPct val="90000"/>
                </a:lnSpc>
                <a:spcBef>
                  <a:spcPts val="500"/>
                </a:spcBef>
                <a:spcAft>
                  <a:spcPct val="0"/>
                </a:spcAft>
                <a:buFont typeface="Arial" panose="020B0604020202020204" pitchFamily="34" charset="0"/>
                <a:buChar char="•"/>
                <a:defRPr sz="2400" kern="1200">
                  <a:solidFill>
                    <a:schemeClr val="tx1"/>
                  </a:solidFill>
                  <a:latin typeface="+mn-lt"/>
                  <a:ea typeface="+mn-ea"/>
                  <a:cs typeface="+mn-cs"/>
                </a:defRPr>
              </a:lvl2pPr>
              <a:lvl3pPr marL="1143000" indent="-228600" algn="l" rtl="0" fontAlgn="base">
                <a:lnSpc>
                  <a:spcPct val="90000"/>
                </a:lnSpc>
                <a:spcBef>
                  <a:spcPts val="500"/>
                </a:spcBef>
                <a:spcAft>
                  <a:spcPct val="0"/>
                </a:spcAft>
                <a:buFont typeface="Arial" panose="020B0604020202020204" pitchFamily="34" charset="0"/>
                <a:buChar char="•"/>
                <a:defRPr sz="2000" kern="1200">
                  <a:solidFill>
                    <a:schemeClr val="tx1"/>
                  </a:solidFill>
                  <a:latin typeface="+mn-lt"/>
                  <a:ea typeface="+mn-ea"/>
                  <a:cs typeface="+mn-cs"/>
                </a:defRPr>
              </a:lvl3pPr>
              <a:lvl4pPr marL="16002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4pPr>
              <a:lvl5pPr marL="20574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5pPr>
            </a:lstStyle>
            <a:p>
              <a:pPr marL="0" lvl="0" indent="0" eaLnBrk="1" hangingPunct="1">
                <a:lnSpc>
                  <a:spcPct val="100000"/>
                </a:lnSpc>
                <a:spcBef>
                  <a:spcPct val="0"/>
                </a:spcBef>
                <a:buNone/>
              </a:pPr>
              <a:r>
                <a:rPr lang="en-US" sz="1800" dirty="0">
                  <a:latin typeface="微软雅黑" panose="020B0503020204020204" charset="-122"/>
                  <a:ea typeface="微软雅黑" panose="020B0503020204020204" charset="-122"/>
                </a:rPr>
                <a:t>      </a:t>
              </a:r>
              <a:r>
                <a:rPr sz="1800" dirty="0">
                  <a:latin typeface="微软雅黑" panose="020B0503020204020204" charset="-122"/>
                  <a:ea typeface="微软雅黑" panose="020B0503020204020204" charset="-122"/>
                </a:rPr>
                <a:t>一个对象代码文件、一个静态库文件或一个动态库文件。</a:t>
              </a:r>
            </a:p>
          </p:txBody>
        </p:sp>
      </p:grpSp>
      <p:grpSp>
        <p:nvGrpSpPr>
          <p:cNvPr id="44" name="组合 43"/>
          <p:cNvGrpSpPr/>
          <p:nvPr/>
        </p:nvGrpSpPr>
        <p:grpSpPr>
          <a:xfrm>
            <a:off x="627380" y="3046730"/>
            <a:ext cx="3875405" cy="2723515"/>
            <a:chOff x="988" y="4798"/>
            <a:chExt cx="6103" cy="4289"/>
          </a:xfrm>
        </p:grpSpPr>
        <p:sp>
          <p:nvSpPr>
            <p:cNvPr id="160" name=" 160"/>
            <p:cNvSpPr/>
            <p:nvPr/>
          </p:nvSpPr>
          <p:spPr>
            <a:xfrm>
              <a:off x="5043" y="4798"/>
              <a:ext cx="2048" cy="1205"/>
            </a:xfrm>
            <a:custGeom>
              <a:avLst/>
              <a:gdLst>
                <a:gd name="connsiteX0" fmla="*/ 2723651 w 2860172"/>
                <a:gd name="connsiteY0" fmla="*/ 817 h 2023853"/>
                <a:gd name="connsiteX1" fmla="*/ 2826935 w 2860172"/>
                <a:gd name="connsiteY1" fmla="*/ 33337 h 2023853"/>
                <a:gd name="connsiteX2" fmla="*/ 2829774 w 2860172"/>
                <a:gd name="connsiteY2" fmla="*/ 35326 h 2023853"/>
                <a:gd name="connsiteX3" fmla="*/ 2849613 w 2860172"/>
                <a:gd name="connsiteY3" fmla="*/ 185007 h 2023853"/>
                <a:gd name="connsiteX4" fmla="*/ 2807494 w 2860172"/>
                <a:gd name="connsiteY4" fmla="*/ 326285 h 2023853"/>
                <a:gd name="connsiteX5" fmla="*/ 2480152 w 2860172"/>
                <a:gd name="connsiteY5" fmla="*/ 1326140 h 2023853"/>
                <a:gd name="connsiteX6" fmla="*/ 2479216 w 2860172"/>
                <a:gd name="connsiteY6" fmla="*/ 1322755 h 2023853"/>
                <a:gd name="connsiteX7" fmla="*/ 2348905 w 2860172"/>
                <a:gd name="connsiteY7" fmla="*/ 1721466 h 2023853"/>
                <a:gd name="connsiteX8" fmla="*/ 2280556 w 2860172"/>
                <a:gd name="connsiteY8" fmla="*/ 1058272 h 2023853"/>
                <a:gd name="connsiteX9" fmla="*/ 2226338 w 2860172"/>
                <a:gd name="connsiteY9" fmla="*/ 1103673 h 2023853"/>
                <a:gd name="connsiteX10" fmla="*/ 0 w 2860172"/>
                <a:gd name="connsiteY10" fmla="*/ 2023853 h 2023853"/>
                <a:gd name="connsiteX11" fmla="*/ 1702841 w 2860172"/>
                <a:gd name="connsiteY11" fmla="*/ 735848 h 2023853"/>
                <a:gd name="connsiteX12" fmla="*/ 1811294 w 2860172"/>
                <a:gd name="connsiteY12" fmla="*/ 575004 h 2023853"/>
                <a:gd name="connsiteX13" fmla="*/ 1151281 w 2860172"/>
                <a:gd name="connsiteY13" fmla="*/ 506068 h 2023853"/>
                <a:gd name="connsiteX14" fmla="*/ 2640411 w 2860172"/>
                <a:gd name="connsiteY14" fmla="*/ 20803 h 2023853"/>
                <a:gd name="connsiteX15" fmla="*/ 2675299 w 2860172"/>
                <a:gd name="connsiteY15" fmla="*/ 10454 h 2023853"/>
                <a:gd name="connsiteX16" fmla="*/ 2723651 w 2860172"/>
                <a:gd name="connsiteY16" fmla="*/ 817 h 202385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860172" h="2023853">
                  <a:moveTo>
                    <a:pt x="2723651" y="817"/>
                  </a:moveTo>
                  <a:cubicBezTo>
                    <a:pt x="2768908" y="-3349"/>
                    <a:pt x="2804496" y="8545"/>
                    <a:pt x="2826935" y="33337"/>
                  </a:cubicBezTo>
                  <a:cubicBezTo>
                    <a:pt x="2828146" y="33729"/>
                    <a:pt x="2828970" y="34520"/>
                    <a:pt x="2829774" y="35326"/>
                  </a:cubicBezTo>
                  <a:cubicBezTo>
                    <a:pt x="2860445" y="66039"/>
                    <a:pt x="2869482" y="118360"/>
                    <a:pt x="2849613" y="185007"/>
                  </a:cubicBezTo>
                  <a:lnTo>
                    <a:pt x="2807494" y="326285"/>
                  </a:lnTo>
                  <a:lnTo>
                    <a:pt x="2480152" y="1326140"/>
                  </a:lnTo>
                  <a:lnTo>
                    <a:pt x="2479216" y="1322755"/>
                  </a:lnTo>
                  <a:lnTo>
                    <a:pt x="2348905" y="1721466"/>
                  </a:lnTo>
                  <a:lnTo>
                    <a:pt x="2280556" y="1058272"/>
                  </a:lnTo>
                  <a:lnTo>
                    <a:pt x="2226338" y="1103673"/>
                  </a:lnTo>
                  <a:cubicBezTo>
                    <a:pt x="1323053" y="1809646"/>
                    <a:pt x="162385" y="2005519"/>
                    <a:pt x="0" y="2023853"/>
                  </a:cubicBezTo>
                  <a:cubicBezTo>
                    <a:pt x="722027" y="1807246"/>
                    <a:pt x="1311081" y="1275400"/>
                    <a:pt x="1702841" y="735848"/>
                  </a:cubicBezTo>
                  <a:lnTo>
                    <a:pt x="1811294" y="575004"/>
                  </a:lnTo>
                  <a:lnTo>
                    <a:pt x="1151281" y="506068"/>
                  </a:lnTo>
                  <a:lnTo>
                    <a:pt x="2640411" y="20803"/>
                  </a:lnTo>
                  <a:lnTo>
                    <a:pt x="2675299" y="10454"/>
                  </a:lnTo>
                  <a:cubicBezTo>
                    <a:pt x="2692405" y="5379"/>
                    <a:pt x="2708565" y="2206"/>
                    <a:pt x="2723651" y="817"/>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scene3d>
                <a:camera prst="orthographicFront"/>
                <a:lightRig rig="threePt" dir="t"/>
              </a:scene3d>
              <a:sp3d>
                <a:contourClr>
                  <a:srgbClr val="FFFFFF"/>
                </a:contourClr>
              </a:sp3d>
            </a:bodyPr>
            <a:lstStyle>
              <a:defPPr>
                <a:defRPr lang="zh-CN"/>
              </a:defPPr>
              <a:lvl1pPr algn="l" rtl="0" eaLnBrk="0" fontAlgn="base" hangingPunct="0">
                <a:spcBef>
                  <a:spcPct val="0"/>
                </a:spcBef>
                <a:spcAft>
                  <a:spcPct val="0"/>
                </a:spcAft>
                <a:defRPr kern="1200">
                  <a:solidFill>
                    <a:schemeClr val="lt1"/>
                  </a:solidFill>
                  <a:latin typeface="+mn-lt"/>
                  <a:ea typeface="+mn-ea"/>
                  <a:cs typeface="+mn-cs"/>
                </a:defRPr>
              </a:lvl1pPr>
              <a:lvl2pPr marL="457200" algn="l" rtl="0" eaLnBrk="0" fontAlgn="base" hangingPunct="0">
                <a:spcBef>
                  <a:spcPct val="0"/>
                </a:spcBef>
                <a:spcAft>
                  <a:spcPct val="0"/>
                </a:spcAft>
                <a:defRPr kern="1200">
                  <a:solidFill>
                    <a:schemeClr val="lt1"/>
                  </a:solidFill>
                  <a:latin typeface="+mn-lt"/>
                  <a:ea typeface="+mn-ea"/>
                  <a:cs typeface="+mn-cs"/>
                </a:defRPr>
              </a:lvl2pPr>
              <a:lvl3pPr marL="914400" algn="l" rtl="0" eaLnBrk="0" fontAlgn="base" hangingPunct="0">
                <a:spcBef>
                  <a:spcPct val="0"/>
                </a:spcBef>
                <a:spcAft>
                  <a:spcPct val="0"/>
                </a:spcAft>
                <a:defRPr kern="1200">
                  <a:solidFill>
                    <a:schemeClr val="lt1"/>
                  </a:solidFill>
                  <a:latin typeface="+mn-lt"/>
                  <a:ea typeface="+mn-ea"/>
                  <a:cs typeface="+mn-cs"/>
                </a:defRPr>
              </a:lvl3pPr>
              <a:lvl4pPr marL="1371600" algn="l" rtl="0" eaLnBrk="0" fontAlgn="base" hangingPunct="0">
                <a:spcBef>
                  <a:spcPct val="0"/>
                </a:spcBef>
                <a:spcAft>
                  <a:spcPct val="0"/>
                </a:spcAft>
                <a:defRPr kern="1200">
                  <a:solidFill>
                    <a:schemeClr val="lt1"/>
                  </a:solidFill>
                  <a:latin typeface="+mn-lt"/>
                  <a:ea typeface="+mn-ea"/>
                  <a:cs typeface="+mn-cs"/>
                </a:defRPr>
              </a:lvl4pPr>
              <a:lvl5pPr marL="1828800" algn="l" rtl="0" eaLnBrk="0" fontAlgn="base" hangingPunct="0">
                <a:spcBef>
                  <a:spcPct val="0"/>
                </a:spcBef>
                <a:spcAft>
                  <a:spcPct val="0"/>
                </a:spcAft>
                <a:defRPr kern="1200">
                  <a:solidFill>
                    <a:schemeClr val="lt1"/>
                  </a:solidFill>
                  <a:latin typeface="+mn-lt"/>
                  <a:ea typeface="+mn-ea"/>
                  <a:cs typeface="+mn-cs"/>
                </a:defRPr>
              </a:lvl5pPr>
              <a:lvl6pPr marL="2286000" algn="l" defTabSz="914400" rtl="0" eaLnBrk="1" latinLnBrk="0" hangingPunct="1">
                <a:defRPr kern="1200">
                  <a:solidFill>
                    <a:schemeClr val="lt1"/>
                  </a:solidFill>
                  <a:latin typeface="+mn-lt"/>
                  <a:ea typeface="+mn-ea"/>
                  <a:cs typeface="+mn-cs"/>
                </a:defRPr>
              </a:lvl6pPr>
              <a:lvl7pPr marL="2743200" algn="l" defTabSz="914400" rtl="0" eaLnBrk="1" latinLnBrk="0" hangingPunct="1">
                <a:defRPr kern="1200">
                  <a:solidFill>
                    <a:schemeClr val="lt1"/>
                  </a:solidFill>
                  <a:latin typeface="+mn-lt"/>
                  <a:ea typeface="+mn-ea"/>
                  <a:cs typeface="+mn-cs"/>
                </a:defRPr>
              </a:lvl7pPr>
              <a:lvl8pPr marL="3200400" algn="l" defTabSz="914400" rtl="0" eaLnBrk="1" latinLnBrk="0" hangingPunct="1">
                <a:defRPr kern="1200">
                  <a:solidFill>
                    <a:schemeClr val="lt1"/>
                  </a:solidFill>
                  <a:latin typeface="+mn-lt"/>
                  <a:ea typeface="+mn-ea"/>
                  <a:cs typeface="+mn-cs"/>
                </a:defRPr>
              </a:lvl8pPr>
              <a:lvl9pPr marL="3657600" algn="l" defTabSz="914400" rtl="0" eaLnBrk="1" latinLnBrk="0" hangingPunct="1">
                <a:defRPr kern="1200">
                  <a:solidFill>
                    <a:schemeClr val="lt1"/>
                  </a:solidFill>
                  <a:latin typeface="+mn-lt"/>
                  <a:ea typeface="+mn-ea"/>
                  <a:cs typeface="+mn-cs"/>
                </a:defRPr>
              </a:lvl9pPr>
            </a:lstStyle>
            <a:p>
              <a:pPr algn="ctr" eaLnBrk="1" fontAlgn="auto" hangingPunct="1">
                <a:spcBef>
                  <a:spcPts val="0"/>
                </a:spcBef>
                <a:spcAft>
                  <a:spcPts val="0"/>
                </a:spcAft>
                <a:defRPr/>
              </a:pPr>
              <a:endParaRPr lang="zh-CN" altLang="en-US">
                <a:solidFill>
                  <a:srgbClr val="FFFFFF"/>
                </a:solidFill>
              </a:endParaRPr>
            </a:p>
          </p:txBody>
        </p:sp>
        <p:sp>
          <p:nvSpPr>
            <p:cNvPr id="2050" name=" 2050"/>
            <p:cNvSpPr/>
            <p:nvPr/>
          </p:nvSpPr>
          <p:spPr bwMode="auto">
            <a:xfrm>
              <a:off x="988" y="6026"/>
              <a:ext cx="4191" cy="3061"/>
            </a:xfrm>
            <a:custGeom>
              <a:avLst/>
              <a:gdLst>
                <a:gd name="T0" fmla="*/ 151004 w 5185"/>
                <a:gd name="T1" fmla="*/ 1065477 h 3880"/>
                <a:gd name="T2" fmla="*/ 1873403 w 5185"/>
                <a:gd name="T3" fmla="*/ 1297678 h 3880"/>
                <a:gd name="T4" fmla="*/ 751713 w 5185"/>
                <a:gd name="T5" fmla="*/ 1241832 h 3880"/>
                <a:gd name="T6" fmla="*/ 1108464 w 5185"/>
                <a:gd name="T7" fmla="*/ 1148144 h 3880"/>
                <a:gd name="T8" fmla="*/ 751713 w 5185"/>
                <a:gd name="T9" fmla="*/ 1241832 h 3880"/>
                <a:gd name="T10" fmla="*/ 1726808 w 5185"/>
                <a:gd name="T11" fmla="*/ 1012203 h 3880"/>
                <a:gd name="T12" fmla="*/ 1726073 w 5185"/>
                <a:gd name="T13" fmla="*/ 1007794 h 3880"/>
                <a:gd name="T14" fmla="*/ 1726808 w 5185"/>
                <a:gd name="T15" fmla="*/ 44089 h 3880"/>
                <a:gd name="T16" fmla="*/ 1726441 w 5185"/>
                <a:gd name="T17" fmla="*/ 39680 h 3880"/>
                <a:gd name="T18" fmla="*/ 1724604 w 5185"/>
                <a:gd name="T19" fmla="*/ 30862 h 3880"/>
                <a:gd name="T20" fmla="*/ 1721297 w 5185"/>
                <a:gd name="T21" fmla="*/ 23147 h 3880"/>
                <a:gd name="T22" fmla="*/ 1716888 w 5185"/>
                <a:gd name="T23" fmla="*/ 15798 h 3880"/>
                <a:gd name="T24" fmla="*/ 1711010 w 5185"/>
                <a:gd name="T25" fmla="*/ 9920 h 3880"/>
                <a:gd name="T26" fmla="*/ 1703662 w 5185"/>
                <a:gd name="T27" fmla="*/ 5144 h 3880"/>
                <a:gd name="T28" fmla="*/ 1695946 w 5185"/>
                <a:gd name="T29" fmla="*/ 1837 h 3880"/>
                <a:gd name="T30" fmla="*/ 1687128 w 5185"/>
                <a:gd name="T31" fmla="*/ 367 h 3880"/>
                <a:gd name="T32" fmla="*/ 222281 w 5185"/>
                <a:gd name="T33" fmla="*/ 0 h 3880"/>
                <a:gd name="T34" fmla="*/ 217872 w 5185"/>
                <a:gd name="T35" fmla="*/ 367 h 3880"/>
                <a:gd name="T36" fmla="*/ 209054 w 5185"/>
                <a:gd name="T37" fmla="*/ 1837 h 3880"/>
                <a:gd name="T38" fmla="*/ 201338 w 5185"/>
                <a:gd name="T39" fmla="*/ 5144 h 3880"/>
                <a:gd name="T40" fmla="*/ 194358 w 5185"/>
                <a:gd name="T41" fmla="*/ 9920 h 3880"/>
                <a:gd name="T42" fmla="*/ 188112 w 5185"/>
                <a:gd name="T43" fmla="*/ 15798 h 3880"/>
                <a:gd name="T44" fmla="*/ 183336 w 5185"/>
                <a:gd name="T45" fmla="*/ 23147 h 3880"/>
                <a:gd name="T46" fmla="*/ 180029 w 5185"/>
                <a:gd name="T47" fmla="*/ 30862 h 3880"/>
                <a:gd name="T48" fmla="*/ 178559 w 5185"/>
                <a:gd name="T49" fmla="*/ 39680 h 3880"/>
                <a:gd name="T50" fmla="*/ 178192 w 5185"/>
                <a:gd name="T51" fmla="*/ 1003386 h 3880"/>
                <a:gd name="T52" fmla="*/ 178559 w 5185"/>
                <a:gd name="T53" fmla="*/ 1007794 h 3880"/>
                <a:gd name="T54" fmla="*/ 178192 w 5185"/>
                <a:gd name="T55" fmla="*/ 1012203 h 3880"/>
                <a:gd name="T56" fmla="*/ 1727176 w 5185"/>
                <a:gd name="T57" fmla="*/ 1012571 h 3880"/>
                <a:gd name="T58" fmla="*/ 1616954 w 5185"/>
                <a:gd name="T59" fmla="*/ 937620 h 3880"/>
                <a:gd name="T60" fmla="*/ 288046 w 5185"/>
                <a:gd name="T61" fmla="*/ 109854 h 3880"/>
                <a:gd name="T62" fmla="*/ 1616954 w 5185"/>
                <a:gd name="T63" fmla="*/ 937620 h 3880"/>
                <a:gd name="T64" fmla="*/ 4409 w 5185"/>
                <a:gd name="T65" fmla="*/ 1350584 h 3880"/>
                <a:gd name="T66" fmla="*/ 0 w 5185"/>
                <a:gd name="T67" fmla="*/ 1359402 h 3880"/>
                <a:gd name="T68" fmla="*/ 735 w 5185"/>
                <a:gd name="T69" fmla="*/ 1369322 h 3880"/>
                <a:gd name="T70" fmla="*/ 3307 w 5185"/>
                <a:gd name="T71" fmla="*/ 1379977 h 3880"/>
                <a:gd name="T72" fmla="*/ 7348 w 5185"/>
                <a:gd name="T73" fmla="*/ 1390999 h 3880"/>
                <a:gd name="T74" fmla="*/ 13227 w 5185"/>
                <a:gd name="T75" fmla="*/ 1401654 h 3880"/>
                <a:gd name="T76" fmla="*/ 19473 w 5185"/>
                <a:gd name="T77" fmla="*/ 1411206 h 3880"/>
                <a:gd name="T78" fmla="*/ 26821 w 5185"/>
                <a:gd name="T79" fmla="*/ 1418554 h 3880"/>
                <a:gd name="T80" fmla="*/ 35271 w 5185"/>
                <a:gd name="T81" fmla="*/ 1423698 h 3880"/>
                <a:gd name="T82" fmla="*/ 41884 w 5185"/>
                <a:gd name="T83" fmla="*/ 1425168 h 3880"/>
                <a:gd name="T84" fmla="*/ 1860911 w 5185"/>
                <a:gd name="T85" fmla="*/ 1425535 h 3880"/>
                <a:gd name="T86" fmla="*/ 1863116 w 5185"/>
                <a:gd name="T87" fmla="*/ 1425168 h 3880"/>
                <a:gd name="T88" fmla="*/ 1869729 w 5185"/>
                <a:gd name="T89" fmla="*/ 1423698 h 3880"/>
                <a:gd name="T90" fmla="*/ 1878179 w 5185"/>
                <a:gd name="T91" fmla="*/ 1418554 h 3880"/>
                <a:gd name="T92" fmla="*/ 1885527 w 5185"/>
                <a:gd name="T93" fmla="*/ 1411206 h 3880"/>
                <a:gd name="T94" fmla="*/ 1892141 w 5185"/>
                <a:gd name="T95" fmla="*/ 1401654 h 3880"/>
                <a:gd name="T96" fmla="*/ 1897652 w 5185"/>
                <a:gd name="T97" fmla="*/ 1390999 h 3880"/>
                <a:gd name="T98" fmla="*/ 1901693 w 5185"/>
                <a:gd name="T99" fmla="*/ 1379977 h 3880"/>
                <a:gd name="T100" fmla="*/ 1903898 w 5185"/>
                <a:gd name="T101" fmla="*/ 1369322 h 3880"/>
                <a:gd name="T102" fmla="*/ 1905000 w 5185"/>
                <a:gd name="T103" fmla="*/ 1359402 h 3880"/>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Lst>
              <a:ahLst/>
              <a:cxnLst>
                <a:cxn ang="T104">
                  <a:pos x="T0" y="T1"/>
                </a:cxn>
                <a:cxn ang="T105">
                  <a:pos x="T2" y="T3"/>
                </a:cxn>
                <a:cxn ang="T106">
                  <a:pos x="T4" y="T5"/>
                </a:cxn>
                <a:cxn ang="T107">
                  <a:pos x="T6" y="T7"/>
                </a:cxn>
                <a:cxn ang="T108">
                  <a:pos x="T8" y="T9"/>
                </a:cxn>
                <a:cxn ang="T109">
                  <a:pos x="T10" y="T11"/>
                </a:cxn>
                <a:cxn ang="T110">
                  <a:pos x="T12" y="T13"/>
                </a:cxn>
                <a:cxn ang="T111">
                  <a:pos x="T14" y="T15"/>
                </a:cxn>
                <a:cxn ang="T112">
                  <a:pos x="T16" y="T17"/>
                </a:cxn>
                <a:cxn ang="T113">
                  <a:pos x="T18" y="T19"/>
                </a:cxn>
                <a:cxn ang="T114">
                  <a:pos x="T20" y="T21"/>
                </a:cxn>
                <a:cxn ang="T115">
                  <a:pos x="T22" y="T23"/>
                </a:cxn>
                <a:cxn ang="T116">
                  <a:pos x="T24" y="T25"/>
                </a:cxn>
                <a:cxn ang="T117">
                  <a:pos x="T26" y="T27"/>
                </a:cxn>
                <a:cxn ang="T118">
                  <a:pos x="T28" y="T29"/>
                </a:cxn>
                <a:cxn ang="T119">
                  <a:pos x="T30" y="T31"/>
                </a:cxn>
                <a:cxn ang="T120">
                  <a:pos x="T32" y="T33"/>
                </a:cxn>
                <a:cxn ang="T121">
                  <a:pos x="T34" y="T35"/>
                </a:cxn>
                <a:cxn ang="T122">
                  <a:pos x="T36" y="T37"/>
                </a:cxn>
                <a:cxn ang="T123">
                  <a:pos x="T38" y="T39"/>
                </a:cxn>
                <a:cxn ang="T124">
                  <a:pos x="T40" y="T41"/>
                </a:cxn>
                <a:cxn ang="T125">
                  <a:pos x="T42" y="T43"/>
                </a:cxn>
                <a:cxn ang="T126">
                  <a:pos x="T44" y="T45"/>
                </a:cxn>
                <a:cxn ang="T127">
                  <a:pos x="T46" y="T47"/>
                </a:cxn>
                <a:cxn ang="T128">
                  <a:pos x="T48" y="T49"/>
                </a:cxn>
                <a:cxn ang="T129">
                  <a:pos x="T50" y="T51"/>
                </a:cxn>
                <a:cxn ang="T130">
                  <a:pos x="T52" y="T53"/>
                </a:cxn>
                <a:cxn ang="T131">
                  <a:pos x="T54" y="T55"/>
                </a:cxn>
                <a:cxn ang="T132">
                  <a:pos x="T56" y="T57"/>
                </a:cxn>
                <a:cxn ang="T133">
                  <a:pos x="T58" y="T59"/>
                </a:cxn>
                <a:cxn ang="T134">
                  <a:pos x="T60" y="T61"/>
                </a:cxn>
                <a:cxn ang="T135">
                  <a:pos x="T62" y="T63"/>
                </a:cxn>
                <a:cxn ang="T136">
                  <a:pos x="T64" y="T65"/>
                </a:cxn>
                <a:cxn ang="T137">
                  <a:pos x="T66" y="T67"/>
                </a:cxn>
                <a:cxn ang="T138">
                  <a:pos x="T68" y="T69"/>
                </a:cxn>
                <a:cxn ang="T139">
                  <a:pos x="T70" y="T71"/>
                </a:cxn>
                <a:cxn ang="T140">
                  <a:pos x="T72" y="T73"/>
                </a:cxn>
                <a:cxn ang="T141">
                  <a:pos x="T74" y="T75"/>
                </a:cxn>
                <a:cxn ang="T142">
                  <a:pos x="T76" y="T77"/>
                </a:cxn>
                <a:cxn ang="T143">
                  <a:pos x="T78" y="T79"/>
                </a:cxn>
                <a:cxn ang="T144">
                  <a:pos x="T80" y="T81"/>
                </a:cxn>
                <a:cxn ang="T145">
                  <a:pos x="T82" y="T83"/>
                </a:cxn>
                <a:cxn ang="T146">
                  <a:pos x="T84" y="T85"/>
                </a:cxn>
                <a:cxn ang="T147">
                  <a:pos x="T86" y="T87"/>
                </a:cxn>
                <a:cxn ang="T148">
                  <a:pos x="T88" y="T89"/>
                </a:cxn>
                <a:cxn ang="T149">
                  <a:pos x="T90" y="T91"/>
                </a:cxn>
                <a:cxn ang="T150">
                  <a:pos x="T92" y="T93"/>
                </a:cxn>
                <a:cxn ang="T151">
                  <a:pos x="T94" y="T95"/>
                </a:cxn>
                <a:cxn ang="T152">
                  <a:pos x="T96" y="T97"/>
                </a:cxn>
                <a:cxn ang="T153">
                  <a:pos x="T98" y="T99"/>
                </a:cxn>
                <a:cxn ang="T154">
                  <a:pos x="T100" y="T101"/>
                </a:cxn>
                <a:cxn ang="T155">
                  <a:pos x="T102" y="T103"/>
                </a:cxn>
              </a:cxnLst>
              <a:rect l="0" t="0" r="r" b="b"/>
              <a:pathLst>
                <a:path w="5185" h="3880">
                  <a:moveTo>
                    <a:pt x="4775" y="2900"/>
                  </a:moveTo>
                  <a:lnTo>
                    <a:pt x="411" y="2900"/>
                  </a:lnTo>
                  <a:lnTo>
                    <a:pt x="87" y="3532"/>
                  </a:lnTo>
                  <a:lnTo>
                    <a:pt x="5099" y="3532"/>
                  </a:lnTo>
                  <a:lnTo>
                    <a:pt x="4775" y="2900"/>
                  </a:lnTo>
                  <a:close/>
                  <a:moveTo>
                    <a:pt x="2046" y="3380"/>
                  </a:moveTo>
                  <a:lnTo>
                    <a:pt x="2181" y="3125"/>
                  </a:lnTo>
                  <a:lnTo>
                    <a:pt x="3017" y="3125"/>
                  </a:lnTo>
                  <a:lnTo>
                    <a:pt x="3139" y="3380"/>
                  </a:lnTo>
                  <a:lnTo>
                    <a:pt x="2046" y="3380"/>
                  </a:lnTo>
                  <a:close/>
                  <a:moveTo>
                    <a:pt x="4700" y="2755"/>
                  </a:moveTo>
                  <a:lnTo>
                    <a:pt x="4700" y="2755"/>
                  </a:lnTo>
                  <a:lnTo>
                    <a:pt x="4698" y="2743"/>
                  </a:lnTo>
                  <a:lnTo>
                    <a:pt x="4700" y="2731"/>
                  </a:lnTo>
                  <a:lnTo>
                    <a:pt x="4700" y="120"/>
                  </a:lnTo>
                  <a:lnTo>
                    <a:pt x="4699" y="108"/>
                  </a:lnTo>
                  <a:lnTo>
                    <a:pt x="4697" y="95"/>
                  </a:lnTo>
                  <a:lnTo>
                    <a:pt x="4694" y="84"/>
                  </a:lnTo>
                  <a:lnTo>
                    <a:pt x="4690" y="73"/>
                  </a:lnTo>
                  <a:lnTo>
                    <a:pt x="4685" y="63"/>
                  </a:lnTo>
                  <a:lnTo>
                    <a:pt x="4680" y="53"/>
                  </a:lnTo>
                  <a:lnTo>
                    <a:pt x="4673" y="43"/>
                  </a:lnTo>
                  <a:lnTo>
                    <a:pt x="4665" y="34"/>
                  </a:lnTo>
                  <a:lnTo>
                    <a:pt x="4657" y="27"/>
                  </a:lnTo>
                  <a:lnTo>
                    <a:pt x="4647" y="20"/>
                  </a:lnTo>
                  <a:lnTo>
                    <a:pt x="4637" y="14"/>
                  </a:lnTo>
                  <a:lnTo>
                    <a:pt x="4627" y="9"/>
                  </a:lnTo>
                  <a:lnTo>
                    <a:pt x="4616" y="5"/>
                  </a:lnTo>
                  <a:lnTo>
                    <a:pt x="4605" y="2"/>
                  </a:lnTo>
                  <a:lnTo>
                    <a:pt x="4592" y="1"/>
                  </a:lnTo>
                  <a:lnTo>
                    <a:pt x="4580" y="0"/>
                  </a:lnTo>
                  <a:lnTo>
                    <a:pt x="605" y="0"/>
                  </a:lnTo>
                  <a:lnTo>
                    <a:pt x="593" y="1"/>
                  </a:lnTo>
                  <a:lnTo>
                    <a:pt x="581" y="2"/>
                  </a:lnTo>
                  <a:lnTo>
                    <a:pt x="569" y="5"/>
                  </a:lnTo>
                  <a:lnTo>
                    <a:pt x="558" y="9"/>
                  </a:lnTo>
                  <a:lnTo>
                    <a:pt x="548" y="14"/>
                  </a:lnTo>
                  <a:lnTo>
                    <a:pt x="538" y="20"/>
                  </a:lnTo>
                  <a:lnTo>
                    <a:pt x="529" y="27"/>
                  </a:lnTo>
                  <a:lnTo>
                    <a:pt x="521" y="34"/>
                  </a:lnTo>
                  <a:lnTo>
                    <a:pt x="512" y="43"/>
                  </a:lnTo>
                  <a:lnTo>
                    <a:pt x="505" y="53"/>
                  </a:lnTo>
                  <a:lnTo>
                    <a:pt x="499" y="63"/>
                  </a:lnTo>
                  <a:lnTo>
                    <a:pt x="494" y="73"/>
                  </a:lnTo>
                  <a:lnTo>
                    <a:pt x="490" y="84"/>
                  </a:lnTo>
                  <a:lnTo>
                    <a:pt x="488" y="95"/>
                  </a:lnTo>
                  <a:lnTo>
                    <a:pt x="486" y="108"/>
                  </a:lnTo>
                  <a:lnTo>
                    <a:pt x="485" y="120"/>
                  </a:lnTo>
                  <a:lnTo>
                    <a:pt x="485" y="2731"/>
                  </a:lnTo>
                  <a:lnTo>
                    <a:pt x="486" y="2743"/>
                  </a:lnTo>
                  <a:lnTo>
                    <a:pt x="485" y="2755"/>
                  </a:lnTo>
                  <a:lnTo>
                    <a:pt x="484" y="2756"/>
                  </a:lnTo>
                  <a:lnTo>
                    <a:pt x="4701" y="2756"/>
                  </a:lnTo>
                  <a:lnTo>
                    <a:pt x="4700" y="2755"/>
                  </a:lnTo>
                  <a:close/>
                  <a:moveTo>
                    <a:pt x="4401" y="2552"/>
                  </a:moveTo>
                  <a:lnTo>
                    <a:pt x="784" y="2552"/>
                  </a:lnTo>
                  <a:lnTo>
                    <a:pt x="784" y="299"/>
                  </a:lnTo>
                  <a:lnTo>
                    <a:pt x="4401" y="299"/>
                  </a:lnTo>
                  <a:lnTo>
                    <a:pt x="4401" y="2552"/>
                  </a:lnTo>
                  <a:close/>
                  <a:moveTo>
                    <a:pt x="5172" y="3676"/>
                  </a:moveTo>
                  <a:lnTo>
                    <a:pt x="12" y="3676"/>
                  </a:lnTo>
                  <a:lnTo>
                    <a:pt x="0" y="3700"/>
                  </a:lnTo>
                  <a:lnTo>
                    <a:pt x="1" y="3713"/>
                  </a:lnTo>
                  <a:lnTo>
                    <a:pt x="2" y="3727"/>
                  </a:lnTo>
                  <a:lnTo>
                    <a:pt x="5" y="3741"/>
                  </a:lnTo>
                  <a:lnTo>
                    <a:pt x="9" y="3756"/>
                  </a:lnTo>
                  <a:lnTo>
                    <a:pt x="14" y="3771"/>
                  </a:lnTo>
                  <a:lnTo>
                    <a:pt x="20" y="3786"/>
                  </a:lnTo>
                  <a:lnTo>
                    <a:pt x="28" y="3801"/>
                  </a:lnTo>
                  <a:lnTo>
                    <a:pt x="36" y="3815"/>
                  </a:lnTo>
                  <a:lnTo>
                    <a:pt x="44" y="3828"/>
                  </a:lnTo>
                  <a:lnTo>
                    <a:pt x="53" y="3841"/>
                  </a:lnTo>
                  <a:lnTo>
                    <a:pt x="63" y="3852"/>
                  </a:lnTo>
                  <a:lnTo>
                    <a:pt x="73" y="3861"/>
                  </a:lnTo>
                  <a:lnTo>
                    <a:pt x="85" y="3869"/>
                  </a:lnTo>
                  <a:lnTo>
                    <a:pt x="96" y="3875"/>
                  </a:lnTo>
                  <a:lnTo>
                    <a:pt x="108" y="3878"/>
                  </a:lnTo>
                  <a:lnTo>
                    <a:pt x="114" y="3879"/>
                  </a:lnTo>
                  <a:lnTo>
                    <a:pt x="120" y="3880"/>
                  </a:lnTo>
                  <a:lnTo>
                    <a:pt x="5065" y="3880"/>
                  </a:lnTo>
                  <a:lnTo>
                    <a:pt x="5071" y="3879"/>
                  </a:lnTo>
                  <a:lnTo>
                    <a:pt x="5077" y="3878"/>
                  </a:lnTo>
                  <a:lnTo>
                    <a:pt x="5089" y="3875"/>
                  </a:lnTo>
                  <a:lnTo>
                    <a:pt x="5101" y="3869"/>
                  </a:lnTo>
                  <a:lnTo>
                    <a:pt x="5112" y="3861"/>
                  </a:lnTo>
                  <a:lnTo>
                    <a:pt x="5122" y="3852"/>
                  </a:lnTo>
                  <a:lnTo>
                    <a:pt x="5132" y="3841"/>
                  </a:lnTo>
                  <a:lnTo>
                    <a:pt x="5141" y="3828"/>
                  </a:lnTo>
                  <a:lnTo>
                    <a:pt x="5150" y="3815"/>
                  </a:lnTo>
                  <a:lnTo>
                    <a:pt x="5158" y="3801"/>
                  </a:lnTo>
                  <a:lnTo>
                    <a:pt x="5165" y="3786"/>
                  </a:lnTo>
                  <a:lnTo>
                    <a:pt x="5171" y="3771"/>
                  </a:lnTo>
                  <a:lnTo>
                    <a:pt x="5176" y="3756"/>
                  </a:lnTo>
                  <a:lnTo>
                    <a:pt x="5180" y="3741"/>
                  </a:lnTo>
                  <a:lnTo>
                    <a:pt x="5182" y="3727"/>
                  </a:lnTo>
                  <a:lnTo>
                    <a:pt x="5184" y="3713"/>
                  </a:lnTo>
                  <a:lnTo>
                    <a:pt x="5185" y="3700"/>
                  </a:lnTo>
                  <a:lnTo>
                    <a:pt x="5172" y="3676"/>
                  </a:lnTo>
                  <a:close/>
                </a:path>
              </a:pathLst>
            </a:custGeom>
            <a:solidFill>
              <a:schemeClr val="accent1"/>
            </a:solidFill>
            <a:ln>
              <a:noFill/>
            </a:ln>
            <a:extLst>
              <a:ext uri="{91240B29-F687-4F45-9708-019B960494DF}">
                <a14:hiddenLine xmlns:a14="http://schemas.microsoft.com/office/drawing/2010/main" w="9525">
                  <a:solidFill>
                    <a:srgbClr val="000000"/>
                  </a:solidFill>
                  <a:round/>
                </a14:hiddenLine>
              </a:ext>
            </a:extLst>
          </p:spPr>
          <p:txBody>
            <a:bodyPr bIns="360000" anchor="ctr">
              <a:scene3d>
                <a:camera prst="orthographicFront"/>
                <a:lightRig rig="threePt" dir="t"/>
              </a:scene3d>
              <a:sp3d>
                <a:contourClr>
                  <a:srgbClr val="FFFFFF"/>
                </a:contourClr>
              </a:sp3d>
            </a:bodyPr>
            <a:lstStyle>
              <a:defPPr>
                <a:defRPr lang="zh-CN"/>
              </a:defPPr>
              <a:lvl1pPr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1pPr>
              <a:lvl2pPr marL="4572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2pPr>
              <a:lvl3pPr marL="9144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3pPr>
              <a:lvl4pPr marL="13716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4pPr>
              <a:lvl5pPr marL="18288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5pPr>
              <a:lvl6pPr marL="2286000" algn="l" defTabSz="914400" rtl="0" eaLnBrk="1" latinLnBrk="0" hangingPunct="1">
                <a:defRPr kern="1200">
                  <a:solidFill>
                    <a:schemeClr val="tx1"/>
                  </a:solidFill>
                  <a:latin typeface="Calibri" panose="020F0502020204030204" charset="0"/>
                  <a:ea typeface="宋体" panose="02010600030101010101" pitchFamily="2" charset="-122"/>
                  <a:cs typeface="+mn-cs"/>
                </a:defRPr>
              </a:lvl6pPr>
              <a:lvl7pPr marL="2743200" algn="l" defTabSz="914400" rtl="0" eaLnBrk="1" latinLnBrk="0" hangingPunct="1">
                <a:defRPr kern="1200">
                  <a:solidFill>
                    <a:schemeClr val="tx1"/>
                  </a:solidFill>
                  <a:latin typeface="Calibri" panose="020F0502020204030204" charset="0"/>
                  <a:ea typeface="宋体" panose="02010600030101010101" pitchFamily="2" charset="-122"/>
                  <a:cs typeface="+mn-cs"/>
                </a:defRPr>
              </a:lvl7pPr>
              <a:lvl8pPr marL="3200400" algn="l" defTabSz="914400" rtl="0" eaLnBrk="1" latinLnBrk="0" hangingPunct="1">
                <a:defRPr kern="1200">
                  <a:solidFill>
                    <a:schemeClr val="tx1"/>
                  </a:solidFill>
                  <a:latin typeface="Calibri" panose="020F0502020204030204" charset="0"/>
                  <a:ea typeface="宋体" panose="02010600030101010101" pitchFamily="2" charset="-122"/>
                  <a:cs typeface="+mn-cs"/>
                </a:defRPr>
              </a:lvl8pPr>
              <a:lvl9pPr marL="3657600" algn="l" defTabSz="914400" rtl="0" eaLnBrk="1" latinLnBrk="0" hangingPunct="1">
                <a:defRPr kern="1200">
                  <a:solidFill>
                    <a:schemeClr val="tx1"/>
                  </a:solidFill>
                  <a:latin typeface="Calibri" panose="020F0502020204030204" charset="0"/>
                  <a:ea typeface="宋体" panose="02010600030101010101" pitchFamily="2" charset="-122"/>
                  <a:cs typeface="+mn-cs"/>
                </a:defRPr>
              </a:lvl9pPr>
            </a:lstStyle>
            <a:p>
              <a:pPr algn="ctr">
                <a:defRPr/>
              </a:pPr>
              <a:endParaRPr lang="zh-CN" altLang="en-US" dirty="0">
                <a:solidFill>
                  <a:srgbClr val="FFFFFF"/>
                </a:solidFill>
                <a:ea typeface="微软雅黑" panose="020B0503020204020204" pitchFamily="34" charset="-122"/>
              </a:endParaRPr>
            </a:p>
          </p:txBody>
        </p:sp>
        <p:sp>
          <p:nvSpPr>
            <p:cNvPr id="45" name="文本框 44"/>
            <p:cNvSpPr txBox="1"/>
            <p:nvPr/>
          </p:nvSpPr>
          <p:spPr>
            <a:xfrm>
              <a:off x="1710" y="6293"/>
              <a:ext cx="2748" cy="1584"/>
            </a:xfrm>
            <a:prstGeom prst="rect">
              <a:avLst/>
            </a:prstGeom>
            <a:noFill/>
          </p:spPr>
          <p:txBody>
            <a:bodyPr wrap="square" rtlCol="0">
              <a:spAutoFit/>
            </a:bodyPr>
            <a:lstStyle/>
            <a:p>
              <a:r>
                <a:rPr lang="zh-CN" altLang="en-US" sz="2000" b="1"/>
                <a:t>构件图描述软件构件之间的相互依赖关系。</a:t>
              </a:r>
            </a:p>
          </p:txBody>
        </p:sp>
      </p:grpSp>
    </p:spTree>
  </p:cSld>
  <p:clrMapOvr>
    <a:masterClrMapping/>
  </p:clrMapOvr>
  <p:transition>
    <p:circle/>
  </p:transition>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694801" y="360000"/>
            <a:ext cx="5401200" cy="523220"/>
          </a:xfrm>
        </p:spPr>
        <p:txBody>
          <a:bodyPr>
            <a:normAutofit/>
          </a:bodyPr>
          <a:lstStyle/>
          <a:p>
            <a:r>
              <a:rPr lang="en-US" altLang="zh-CN" dirty="0">
                <a:sym typeface="+mn-ea"/>
              </a:rPr>
              <a:t>6.3 UML</a:t>
            </a:r>
            <a:r>
              <a:rPr lang="zh-CN" altLang="en-US" dirty="0">
                <a:sym typeface="+mn-ea"/>
              </a:rPr>
              <a:t>图</a:t>
            </a:r>
            <a:endParaRPr lang="zh-CN" altLang="en-US" dirty="0"/>
          </a:p>
        </p:txBody>
      </p:sp>
      <p:sp>
        <p:nvSpPr>
          <p:cNvPr id="4" name="文本占位符 3">
            <a:extLst>
              <a:ext uri="{FF2B5EF4-FFF2-40B4-BE49-F238E27FC236}">
                <a16:creationId xmlns:a16="http://schemas.microsoft.com/office/drawing/2014/main" id="{89F8E149-9466-31BF-23E1-38CA62D3E887}"/>
              </a:ext>
            </a:extLst>
          </p:cNvPr>
          <p:cNvSpPr>
            <a:spLocks noGrp="1"/>
          </p:cNvSpPr>
          <p:nvPr>
            <p:ph type="body" sz="quarter" idx="10"/>
          </p:nvPr>
        </p:nvSpPr>
        <p:spPr/>
        <p:txBody>
          <a:bodyPr/>
          <a:lstStyle/>
          <a:p>
            <a:endParaRPr lang="zh-CN" altLang="en-US"/>
          </a:p>
        </p:txBody>
      </p:sp>
      <p:sp>
        <p:nvSpPr>
          <p:cNvPr id="29" name="TextBox 6"/>
          <p:cNvSpPr txBox="1"/>
          <p:nvPr/>
        </p:nvSpPr>
        <p:spPr>
          <a:xfrm>
            <a:off x="809625" y="1403350"/>
            <a:ext cx="5777230" cy="566420"/>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6.3.8 </a:t>
            </a:r>
            <a:r>
              <a:rPr lang="zh-CN" altLang="en-US" sz="2400" dirty="0">
                <a:solidFill>
                  <a:schemeClr val="tx1"/>
                </a:solidFill>
              </a:rPr>
              <a:t>构件图</a:t>
            </a:r>
          </a:p>
        </p:txBody>
      </p:sp>
      <p:sp>
        <p:nvSpPr>
          <p:cNvPr id="22" name="文本框 99"/>
          <p:cNvSpPr txBox="1"/>
          <p:nvPr/>
        </p:nvSpPr>
        <p:spPr>
          <a:xfrm>
            <a:off x="1102427" y="2986734"/>
            <a:ext cx="9887191" cy="3265930"/>
          </a:xfrm>
          <a:prstGeom prst="roundRect">
            <a:avLst/>
          </a:prstGeom>
          <a:noFill/>
          <a:ln w="9525">
            <a:solidFill>
              <a:schemeClr val="accent3"/>
            </a:solidFill>
          </a:ln>
        </p:spPr>
        <p:txBody>
          <a:bodyPr wrap="square">
            <a:spAutoFit/>
          </a:bodyPr>
          <a:lstStyle/>
          <a:p>
            <a:pPr indent="457200">
              <a:lnSpc>
                <a:spcPct val="150000"/>
              </a:lnSpc>
              <a:buFont typeface="Wingdings" pitchFamily="2" charset="2"/>
              <a:buChar char="Ø"/>
            </a:pPr>
            <a:r>
              <a:rPr lang="zh-CN" altLang="en-US" dirty="0">
                <a:latin typeface="微软雅黑" panose="020B0503020204020204" pitchFamily="34" charset="-122"/>
                <a:ea typeface="微软雅黑" panose="020B0503020204020204" pitchFamily="34" charset="-122"/>
                <a:cs typeface="宋体" panose="02010600030101010101" pitchFamily="2" charset="-122"/>
              </a:rPr>
              <a:t>构件图的图示符号是左边带有两个小矩形的大矩形。构件的名称写在大矩形内。</a:t>
            </a:r>
          </a:p>
          <a:p>
            <a:pPr indent="457200">
              <a:lnSpc>
                <a:spcPct val="150000"/>
              </a:lnSpc>
              <a:buFont typeface="Wingdings" pitchFamily="2" charset="2"/>
              <a:buChar char="Ø"/>
            </a:pPr>
            <a:r>
              <a:rPr lang="zh-CN" altLang="en-US" dirty="0">
                <a:latin typeface="微软雅黑" panose="020B0503020204020204" pitchFamily="34" charset="-122"/>
                <a:ea typeface="微软雅黑" panose="020B0503020204020204" pitchFamily="34" charset="-122"/>
                <a:cs typeface="宋体" panose="02010600030101010101" pitchFamily="2" charset="-122"/>
              </a:rPr>
              <a:t>构件的依赖关系用一条带箭头的虚线表示。箭头的形状表示消息的类型。</a:t>
            </a:r>
          </a:p>
          <a:p>
            <a:pPr indent="457200">
              <a:lnSpc>
                <a:spcPct val="150000"/>
              </a:lnSpc>
              <a:buFont typeface="Wingdings" pitchFamily="2" charset="2"/>
              <a:buChar char="Ø"/>
            </a:pPr>
            <a:r>
              <a:rPr lang="zh-CN" altLang="en-US" dirty="0">
                <a:latin typeface="微软雅黑" panose="020B0503020204020204" pitchFamily="34" charset="-122"/>
                <a:ea typeface="微软雅黑" panose="020B0503020204020204" pitchFamily="34" charset="-122"/>
                <a:cs typeface="宋体" panose="02010600030101010101" pitchFamily="2" charset="-122"/>
              </a:rPr>
              <a:t>构件的接口：从代表构件的大矩形边框画出一条线，线的另一端为小空心圆，接口的名称写在空心圆附近。这里的接口可以是模块之间的接口，也可以是软件与设备之间的接口或人机交互界面。</a:t>
            </a:r>
          </a:p>
          <a:p>
            <a:pPr indent="457200">
              <a:lnSpc>
                <a:spcPct val="150000"/>
              </a:lnSpc>
              <a:buFont typeface="Wingdings" pitchFamily="2" charset="2"/>
              <a:buChar char="Ø"/>
            </a:pPr>
            <a:r>
              <a:rPr lang="zh-CN" altLang="en-US" dirty="0">
                <a:latin typeface="微软雅黑" panose="020B0503020204020204" pitchFamily="34" charset="-122"/>
                <a:ea typeface="微软雅黑" panose="020B0503020204020204" pitchFamily="34" charset="-122"/>
                <a:cs typeface="宋体" panose="02010600030101010101" pitchFamily="2" charset="-122"/>
              </a:rPr>
              <a:t>图</a:t>
            </a:r>
            <a:r>
              <a:rPr lang="en-US" altLang="zh-CN" dirty="0">
                <a:latin typeface="微软雅黑" panose="020B0503020204020204" pitchFamily="34" charset="-122"/>
                <a:ea typeface="微软雅黑" panose="020B0503020204020204" pitchFamily="34" charset="-122"/>
                <a:cs typeface="宋体" panose="02010600030101010101" pitchFamily="2" charset="-122"/>
              </a:rPr>
              <a:t>6-20</a:t>
            </a:r>
            <a:r>
              <a:rPr lang="zh-CN" altLang="en-US" dirty="0">
                <a:latin typeface="微软雅黑" panose="020B0503020204020204" pitchFamily="34" charset="-122"/>
                <a:ea typeface="微软雅黑" panose="020B0503020204020204" pitchFamily="34" charset="-122"/>
                <a:cs typeface="宋体" panose="02010600030101010101" pitchFamily="2" charset="-122"/>
              </a:rPr>
              <a:t>表示某系统程序有外部接口，并调用数据库。由于在调用数据库时，必须等数据库中的信息返回后，程序才能进行判断、操作，因而是同步消息传送。</a:t>
            </a:r>
          </a:p>
        </p:txBody>
      </p:sp>
      <p:pic>
        <p:nvPicPr>
          <p:cNvPr id="148482" name="Picture 14" descr="6-20"/>
          <p:cNvPicPr>
            <a:picLocks noChangeAspect="1" noChangeArrowheads="1"/>
          </p:cNvPicPr>
          <p:nvPr/>
        </p:nvPicPr>
        <p:blipFill>
          <a:blip r:embed="rId2" cstate="print"/>
          <a:srcRect/>
          <a:stretch>
            <a:fillRect/>
          </a:stretch>
        </p:blipFill>
        <p:spPr bwMode="auto">
          <a:xfrm>
            <a:off x="3202892" y="1307683"/>
            <a:ext cx="7079673" cy="1600200"/>
          </a:xfrm>
          <a:prstGeom prst="rect">
            <a:avLst/>
          </a:prstGeom>
          <a:noFill/>
          <a:ln w="9525">
            <a:noFill/>
            <a:miter lim="800000"/>
            <a:headEnd/>
            <a:tailEnd/>
          </a:ln>
        </p:spPr>
      </p:pic>
    </p:spTree>
  </p:cSld>
  <p:clrMapOvr>
    <a:masterClrMapping/>
  </p:clrMapOvr>
  <p:transition>
    <p:circle/>
  </p:transition>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694801" y="360000"/>
            <a:ext cx="5401200" cy="523220"/>
          </a:xfrm>
        </p:spPr>
        <p:txBody>
          <a:bodyPr>
            <a:normAutofit/>
          </a:bodyPr>
          <a:lstStyle/>
          <a:p>
            <a:r>
              <a:rPr lang="en-US" dirty="0"/>
              <a:t>6.3 </a:t>
            </a:r>
            <a:r>
              <a:rPr lang="zh-CN" altLang="en-US" dirty="0">
                <a:sym typeface="+mn-ea"/>
              </a:rPr>
              <a:t>UML图</a:t>
            </a:r>
            <a:endParaRPr lang="zh-CN" altLang="en-US" dirty="0"/>
          </a:p>
        </p:txBody>
      </p:sp>
      <p:sp>
        <p:nvSpPr>
          <p:cNvPr id="7" name="文本占位符 6">
            <a:extLst>
              <a:ext uri="{FF2B5EF4-FFF2-40B4-BE49-F238E27FC236}">
                <a16:creationId xmlns:a16="http://schemas.microsoft.com/office/drawing/2014/main" id="{B7E9FA57-0D4B-F933-D7E6-D943C26906E8}"/>
              </a:ext>
            </a:extLst>
          </p:cNvPr>
          <p:cNvSpPr>
            <a:spLocks noGrp="1"/>
          </p:cNvSpPr>
          <p:nvPr>
            <p:ph type="body" sz="quarter" idx="10"/>
          </p:nvPr>
        </p:nvSpPr>
        <p:spPr/>
        <p:txBody>
          <a:bodyPr/>
          <a:lstStyle/>
          <a:p>
            <a:endParaRPr lang="zh-CN" altLang="en-US"/>
          </a:p>
        </p:txBody>
      </p:sp>
      <p:sp>
        <p:nvSpPr>
          <p:cNvPr id="29" name="TextBox 6"/>
          <p:cNvSpPr txBox="1"/>
          <p:nvPr/>
        </p:nvSpPr>
        <p:spPr>
          <a:xfrm>
            <a:off x="809625" y="1403350"/>
            <a:ext cx="5777230" cy="566420"/>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6.3.9 </a:t>
            </a:r>
            <a:r>
              <a:rPr lang="zh-CN" altLang="en-US" sz="2400" dirty="0">
                <a:solidFill>
                  <a:schemeClr val="tx1"/>
                </a:solidFill>
              </a:rPr>
              <a:t>部署图</a:t>
            </a:r>
          </a:p>
        </p:txBody>
      </p:sp>
      <p:grpSp>
        <p:nvGrpSpPr>
          <p:cNvPr id="2" name="组合 1"/>
          <p:cNvGrpSpPr/>
          <p:nvPr/>
        </p:nvGrpSpPr>
        <p:grpSpPr>
          <a:xfrm>
            <a:off x="0" y="2461260"/>
            <a:ext cx="12192000" cy="3171825"/>
            <a:chOff x="67" y="4043"/>
            <a:chExt cx="19200" cy="4995"/>
          </a:xfrm>
        </p:grpSpPr>
        <p:sp>
          <p:nvSpPr>
            <p:cNvPr id="6" name="矩形 5"/>
            <p:cNvSpPr/>
            <p:nvPr/>
          </p:nvSpPr>
          <p:spPr>
            <a:xfrm>
              <a:off x="67" y="4043"/>
              <a:ext cx="19200" cy="4995"/>
            </a:xfrm>
            <a:prstGeom prst="rect">
              <a:avLst/>
            </a:prstGeom>
            <a:solidFill>
              <a:schemeClr val="accent3">
                <a:lumMod val="75000"/>
              </a:schemeClr>
            </a:solidFill>
            <a:ln>
              <a:solidFill>
                <a:srgbClr val="00B0F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 name="矩形 3"/>
            <p:cNvSpPr/>
            <p:nvPr/>
          </p:nvSpPr>
          <p:spPr>
            <a:xfrm>
              <a:off x="8465" y="4453"/>
              <a:ext cx="9467" cy="4176"/>
            </a:xfrm>
            <a:prstGeom prst="rect">
              <a:avLst/>
            </a:prstGeom>
          </p:spPr>
          <p:txBody>
            <a:bodyPr wrap="square">
              <a:spAutoFit/>
            </a:bodyPr>
            <a:lstStyle/>
            <a:p>
              <a:pPr indent="457200">
                <a:lnSpc>
                  <a:spcPct val="120000"/>
                </a:lnSpc>
                <a:defRPr/>
              </a:pPr>
              <a:r>
                <a:rPr sz="2000" dirty="0">
                  <a:solidFill>
                    <a:schemeClr val="bg1"/>
                  </a:solidFill>
                  <a:ea typeface="微软雅黑" panose="020B0503020204020204" charset="-122"/>
                </a:rPr>
                <a:t>部署图（Deployment Diagram）描述计算机系统硬件的物理拓扑结构及在此结构上执行的软件。使用部署图可以表示硬件设备的物理拓扑结构和通信路径、硬件上运行的软件构件、软件构件的逻辑单元等。部署图常用于帮助人们理解分布式系统。</a:t>
              </a:r>
            </a:p>
            <a:p>
              <a:pPr indent="457200">
                <a:lnSpc>
                  <a:spcPct val="120000"/>
                </a:lnSpc>
                <a:defRPr/>
              </a:pPr>
              <a:r>
                <a:rPr sz="2000" dirty="0">
                  <a:solidFill>
                    <a:schemeClr val="bg1"/>
                  </a:solidFill>
                  <a:ea typeface="微软雅黑" panose="020B0503020204020204" charset="-122"/>
                </a:rPr>
                <a:t>部署图含有以下要素：结点及其连接、构件及其接口、对象。</a:t>
              </a:r>
            </a:p>
          </p:txBody>
        </p:sp>
      </p:grpSp>
      <p:sp>
        <p:nvSpPr>
          <p:cNvPr id="13" name="MH_Picture_1"/>
          <p:cNvSpPr/>
          <p:nvPr>
            <p:custDataLst>
              <p:tags r:id="rId1"/>
            </p:custDataLst>
          </p:nvPr>
        </p:nvSpPr>
        <p:spPr>
          <a:xfrm>
            <a:off x="509257" y="2532972"/>
            <a:ext cx="4544336" cy="3028183"/>
          </a:xfrm>
          <a:prstGeom prst="rect">
            <a:avLst/>
          </a:prstGeom>
          <a:blipFill>
            <a:blip r:embed="rId3" cstate="print"/>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a:p>
        </p:txBody>
      </p:sp>
    </p:spTree>
  </p:cSld>
  <p:clrMapOvr>
    <a:masterClrMapping/>
  </p:clrMapOvr>
  <p:transition>
    <p:circle/>
  </p:transition>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694801" y="360000"/>
            <a:ext cx="5401200" cy="523220"/>
          </a:xfrm>
        </p:spPr>
        <p:txBody>
          <a:bodyPr>
            <a:normAutofit/>
          </a:bodyPr>
          <a:lstStyle/>
          <a:p>
            <a:r>
              <a:rPr lang="en-US" dirty="0"/>
              <a:t>6.3 </a:t>
            </a:r>
            <a:r>
              <a:rPr lang="zh-CN" altLang="en-US" dirty="0">
                <a:sym typeface="+mn-ea"/>
              </a:rPr>
              <a:t>UML图</a:t>
            </a:r>
            <a:endParaRPr lang="zh-CN" altLang="en-US" dirty="0"/>
          </a:p>
        </p:txBody>
      </p:sp>
      <p:sp>
        <p:nvSpPr>
          <p:cNvPr id="8" name="文本占位符 7">
            <a:extLst>
              <a:ext uri="{FF2B5EF4-FFF2-40B4-BE49-F238E27FC236}">
                <a16:creationId xmlns:a16="http://schemas.microsoft.com/office/drawing/2014/main" id="{F84A8916-E9A0-E56B-F691-CF3ED4747236}"/>
              </a:ext>
            </a:extLst>
          </p:cNvPr>
          <p:cNvSpPr>
            <a:spLocks noGrp="1"/>
          </p:cNvSpPr>
          <p:nvPr>
            <p:ph type="body" sz="quarter" idx="10"/>
          </p:nvPr>
        </p:nvSpPr>
        <p:spPr/>
        <p:txBody>
          <a:bodyPr/>
          <a:lstStyle/>
          <a:p>
            <a:endParaRPr lang="zh-CN" altLang="en-US"/>
          </a:p>
        </p:txBody>
      </p:sp>
      <p:sp>
        <p:nvSpPr>
          <p:cNvPr id="29" name="TextBox 6"/>
          <p:cNvSpPr txBox="1"/>
          <p:nvPr/>
        </p:nvSpPr>
        <p:spPr>
          <a:xfrm>
            <a:off x="809625" y="1403350"/>
            <a:ext cx="5777230" cy="566420"/>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6.3.9 </a:t>
            </a:r>
            <a:r>
              <a:rPr lang="zh-CN" altLang="en-US" sz="2400" dirty="0">
                <a:solidFill>
                  <a:schemeClr val="tx1"/>
                </a:solidFill>
              </a:rPr>
              <a:t>部署图</a:t>
            </a:r>
          </a:p>
        </p:txBody>
      </p:sp>
      <p:grpSp>
        <p:nvGrpSpPr>
          <p:cNvPr id="2" name="组合 1"/>
          <p:cNvGrpSpPr/>
          <p:nvPr/>
        </p:nvGrpSpPr>
        <p:grpSpPr>
          <a:xfrm>
            <a:off x="30480" y="1741079"/>
            <a:ext cx="12161520" cy="4189821"/>
            <a:chOff x="48" y="2742"/>
            <a:chExt cx="19152" cy="6598"/>
          </a:xfrm>
        </p:grpSpPr>
        <p:grpSp>
          <p:nvGrpSpPr>
            <p:cNvPr id="5" name="组合 4"/>
            <p:cNvGrpSpPr/>
            <p:nvPr/>
          </p:nvGrpSpPr>
          <p:grpSpPr>
            <a:xfrm>
              <a:off x="48" y="4274"/>
              <a:ext cx="18627" cy="5066"/>
              <a:chOff x="0" y="2130426"/>
              <a:chExt cx="21288800" cy="3781851"/>
            </a:xfrm>
          </p:grpSpPr>
          <p:sp>
            <p:nvSpPr>
              <p:cNvPr id="6" name="MH_Other_1"/>
              <p:cNvSpPr/>
              <p:nvPr>
                <p:custDataLst>
                  <p:tags r:id="rId4"/>
                </p:custDataLst>
              </p:nvPr>
            </p:nvSpPr>
            <p:spPr bwMode="auto">
              <a:xfrm>
                <a:off x="0" y="2141539"/>
                <a:ext cx="5039784" cy="96837"/>
              </a:xfrm>
              <a:prstGeom prst="rect">
                <a:avLst/>
              </a:prstGeom>
              <a:gradFill rotWithShape="1">
                <a:gsLst>
                  <a:gs pos="833">
                    <a:srgbClr val="A9A9A9"/>
                  </a:gs>
                  <a:gs pos="31000">
                    <a:srgbClr val="F9F9F9"/>
                  </a:gs>
                  <a:gs pos="100000">
                    <a:srgbClr val="5F5F5F"/>
                  </a:gs>
                </a:gsLst>
                <a:lin ang="5400000" scaled="1"/>
              </a:gradFill>
              <a:ln>
                <a:noFill/>
              </a:ln>
            </p:spPr>
            <p:txBody>
              <a:bodyPr wrap="none" anchor="ctr"/>
              <a:lstStyle/>
              <a:p>
                <a:pPr eaLnBrk="1" fontAlgn="auto" hangingPunct="1">
                  <a:spcBef>
                    <a:spcPts val="0"/>
                  </a:spcBef>
                  <a:spcAft>
                    <a:spcPts val="0"/>
                  </a:spcAft>
                  <a:defRPr/>
                </a:pPr>
                <a:endParaRPr lang="zh-CN" altLang="en-US" sz="1350" dirty="0">
                  <a:latin typeface="+mn-lt"/>
                  <a:ea typeface="微软雅黑" panose="020B0503020204020204" charset="-122"/>
                </a:endParaRPr>
              </a:p>
            </p:txBody>
          </p:sp>
          <p:sp>
            <p:nvSpPr>
              <p:cNvPr id="7" name="MH_Other_2"/>
              <p:cNvSpPr/>
              <p:nvPr>
                <p:custDataLst>
                  <p:tags r:id="rId5"/>
                </p:custDataLst>
              </p:nvPr>
            </p:nvSpPr>
            <p:spPr bwMode="auto">
              <a:xfrm>
                <a:off x="4083582" y="5593515"/>
                <a:ext cx="17205218" cy="171699"/>
              </a:xfrm>
              <a:prstGeom prst="rect">
                <a:avLst/>
              </a:prstGeom>
              <a:gradFill rotWithShape="1">
                <a:gsLst>
                  <a:gs pos="833">
                    <a:srgbClr val="A9A9A9"/>
                  </a:gs>
                  <a:gs pos="31000">
                    <a:srgbClr val="F9F9F9"/>
                  </a:gs>
                  <a:gs pos="100000">
                    <a:srgbClr val="5F5F5F"/>
                  </a:gs>
                </a:gsLst>
                <a:lin ang="5400000" scaled="1"/>
              </a:gradFill>
              <a:ln>
                <a:noFill/>
              </a:ln>
            </p:spPr>
            <p:txBody>
              <a:bodyPr wrap="none" anchor="ctr"/>
              <a:lstStyle/>
              <a:p>
                <a:pPr eaLnBrk="1" fontAlgn="auto" hangingPunct="1">
                  <a:spcBef>
                    <a:spcPts val="0"/>
                  </a:spcBef>
                  <a:spcAft>
                    <a:spcPts val="0"/>
                  </a:spcAft>
                  <a:defRPr/>
                </a:pPr>
                <a:endParaRPr lang="zh-CN" altLang="en-US" sz="1350" dirty="0">
                  <a:latin typeface="+mn-lt"/>
                  <a:ea typeface="微软雅黑" panose="020B0503020204020204" charset="-122"/>
                </a:endParaRPr>
              </a:p>
            </p:txBody>
          </p:sp>
          <p:sp>
            <p:nvSpPr>
              <p:cNvPr id="11" name="MH_Other_3"/>
              <p:cNvSpPr/>
              <p:nvPr>
                <p:custDataLst>
                  <p:tags r:id="rId6"/>
                </p:custDataLst>
              </p:nvPr>
            </p:nvSpPr>
            <p:spPr>
              <a:xfrm>
                <a:off x="4722938" y="2567755"/>
                <a:ext cx="1211685" cy="908764"/>
              </a:xfrm>
              <a:prstGeom prst="rect">
                <a:avLst/>
              </a:prstGeom>
              <a:solidFill>
                <a:srgbClr val="E97551"/>
              </a:solidFill>
              <a:ln w="3175">
                <a:solidFill>
                  <a:srgbClr val="C34123"/>
                </a:solidFill>
              </a:ln>
              <a:scene3d>
                <a:camera prst="perspectiveRelaxed" fov="3000000">
                  <a:rot lat="18926816" lon="4332277" rev="17844000"/>
                </a:camera>
                <a:lightRig rig="flat" dir="t">
                  <a:rot lat="0" lon="0" rev="2700000"/>
                </a:lightRig>
              </a:scene3d>
              <a:sp3d extrusionH="971550" contourW="6350">
                <a:bevelT w="0" h="0"/>
                <a:contourClr>
                  <a:srgbClr val="FFFFFF"/>
                </a:contourClr>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sz="1350"/>
              </a:p>
            </p:txBody>
          </p:sp>
          <p:sp>
            <p:nvSpPr>
              <p:cNvPr id="12" name="MH_Other_4"/>
              <p:cNvSpPr>
                <a:spLocks noChangeArrowheads="1"/>
              </p:cNvSpPr>
              <p:nvPr>
                <p:custDataLst>
                  <p:tags r:id="rId7"/>
                </p:custDataLst>
              </p:nvPr>
            </p:nvSpPr>
            <p:spPr bwMode="gray">
              <a:xfrm rot="15266332" flipV="1">
                <a:off x="4754828" y="2519099"/>
                <a:ext cx="900113" cy="122767"/>
              </a:xfrm>
              <a:prstGeom prst="roundRect">
                <a:avLst>
                  <a:gd name="adj" fmla="val 16750"/>
                </a:avLst>
              </a:prstGeom>
              <a:gradFill rotWithShape="1">
                <a:gsLst>
                  <a:gs pos="833">
                    <a:srgbClr val="A9A9A9"/>
                  </a:gs>
                  <a:gs pos="31000">
                    <a:srgbClr val="F9F9F9"/>
                  </a:gs>
                  <a:gs pos="100000">
                    <a:srgbClr val="5F5F5F"/>
                  </a:gs>
                </a:gsLst>
                <a:lin ang="5400000" scaled="1"/>
              </a:gradFill>
              <a:ln>
                <a:noFill/>
              </a:ln>
            </p:spPr>
            <p:txBody>
              <a:bodyPr wrap="none" anchor="ctr"/>
              <a:lstStyle/>
              <a:p>
                <a:pPr eaLnBrk="1" fontAlgn="auto" hangingPunct="1">
                  <a:spcBef>
                    <a:spcPts val="0"/>
                  </a:spcBef>
                  <a:spcAft>
                    <a:spcPts val="0"/>
                  </a:spcAft>
                  <a:defRPr/>
                </a:pPr>
                <a:endParaRPr lang="zh-CN" altLang="en-US" sz="1350" dirty="0">
                  <a:latin typeface="+mn-lt"/>
                  <a:ea typeface="微软雅黑" panose="020B0503020204020204" charset="-122"/>
                </a:endParaRPr>
              </a:p>
            </p:txBody>
          </p:sp>
          <p:sp>
            <p:nvSpPr>
              <p:cNvPr id="13" name="MH_Other_5"/>
              <p:cNvSpPr>
                <a:spLocks noChangeArrowheads="1"/>
              </p:cNvSpPr>
              <p:nvPr>
                <p:custDataLst>
                  <p:tags r:id="rId8"/>
                </p:custDataLst>
              </p:nvPr>
            </p:nvSpPr>
            <p:spPr bwMode="gray">
              <a:xfrm rot="15334360" flipV="1">
                <a:off x="3736446" y="5312305"/>
                <a:ext cx="612775" cy="135467"/>
              </a:xfrm>
              <a:prstGeom prst="rect">
                <a:avLst/>
              </a:prstGeom>
              <a:gradFill rotWithShape="1">
                <a:gsLst>
                  <a:gs pos="833">
                    <a:srgbClr val="A9A9A9"/>
                  </a:gs>
                  <a:gs pos="31000">
                    <a:srgbClr val="F9F9F9"/>
                  </a:gs>
                  <a:gs pos="100000">
                    <a:srgbClr val="5F5F5F"/>
                  </a:gs>
                </a:gsLst>
                <a:lin ang="5400000" scaled="1"/>
              </a:gradFill>
              <a:ln>
                <a:noFill/>
              </a:ln>
            </p:spPr>
            <p:txBody>
              <a:bodyPr wrap="none" anchor="ctr"/>
              <a:lstStyle/>
              <a:p>
                <a:pPr eaLnBrk="1" fontAlgn="auto" hangingPunct="1">
                  <a:spcBef>
                    <a:spcPts val="0"/>
                  </a:spcBef>
                  <a:spcAft>
                    <a:spcPts val="0"/>
                  </a:spcAft>
                  <a:defRPr/>
                </a:pPr>
                <a:endParaRPr lang="zh-CN" altLang="en-US" sz="1350" dirty="0">
                  <a:latin typeface="+mn-lt"/>
                  <a:ea typeface="微软雅黑" panose="020B0503020204020204" charset="-122"/>
                </a:endParaRPr>
              </a:p>
            </p:txBody>
          </p:sp>
          <p:sp>
            <p:nvSpPr>
              <p:cNvPr id="25" name="MH_Other_6"/>
              <p:cNvSpPr>
                <a:spLocks noChangeArrowheads="1"/>
              </p:cNvSpPr>
              <p:nvPr>
                <p:custDataLst>
                  <p:tags r:id="rId9"/>
                </p:custDataLst>
              </p:nvPr>
            </p:nvSpPr>
            <p:spPr bwMode="gray">
              <a:xfrm rot="19641219">
                <a:off x="4099984" y="3881439"/>
                <a:ext cx="1090083" cy="98425"/>
              </a:xfrm>
              <a:prstGeom prst="rect">
                <a:avLst/>
              </a:prstGeom>
              <a:gradFill rotWithShape="1">
                <a:gsLst>
                  <a:gs pos="833">
                    <a:srgbClr val="A9A9A9"/>
                  </a:gs>
                  <a:gs pos="31000">
                    <a:srgbClr val="F9F9F9"/>
                  </a:gs>
                  <a:gs pos="100000">
                    <a:srgbClr val="5F5F5F"/>
                  </a:gs>
                </a:gsLst>
                <a:lin ang="5400000" scaled="1"/>
              </a:gradFill>
              <a:ln>
                <a:noFill/>
              </a:ln>
            </p:spPr>
            <p:txBody>
              <a:bodyPr wrap="none" anchor="ctr"/>
              <a:lstStyle/>
              <a:p>
                <a:pPr eaLnBrk="1" fontAlgn="auto" hangingPunct="1">
                  <a:spcBef>
                    <a:spcPts val="0"/>
                  </a:spcBef>
                  <a:spcAft>
                    <a:spcPts val="0"/>
                  </a:spcAft>
                  <a:defRPr/>
                </a:pPr>
                <a:endParaRPr lang="zh-CN" altLang="en-US" sz="1350" dirty="0">
                  <a:latin typeface="+mn-lt"/>
                  <a:ea typeface="微软雅黑" panose="020B0503020204020204" charset="-122"/>
                </a:endParaRPr>
              </a:p>
            </p:txBody>
          </p:sp>
          <p:sp>
            <p:nvSpPr>
              <p:cNvPr id="26" name="MH_Other_7"/>
              <p:cNvSpPr/>
              <p:nvPr>
                <p:custDataLst>
                  <p:tags r:id="rId10"/>
                </p:custDataLst>
              </p:nvPr>
            </p:nvSpPr>
            <p:spPr>
              <a:xfrm>
                <a:off x="3010443" y="3593924"/>
                <a:ext cx="1211685" cy="908764"/>
              </a:xfrm>
              <a:prstGeom prst="rect">
                <a:avLst/>
              </a:prstGeom>
              <a:solidFill>
                <a:srgbClr val="D7D7D7"/>
              </a:solidFill>
              <a:ln w="3175">
                <a:solidFill>
                  <a:srgbClr val="DDDDDD"/>
                </a:solidFill>
              </a:ln>
              <a:scene3d>
                <a:camera prst="perspectiveRelaxed" fov="3000000">
                  <a:rot lat="18926816" lon="4332277" rev="17844000"/>
                </a:camera>
                <a:lightRig rig="flat" dir="t">
                  <a:rot lat="0" lon="0" rev="2700000"/>
                </a:lightRig>
              </a:scene3d>
              <a:sp3d extrusionH="984250" contourW="6350">
                <a:bevelT w="0" h="0"/>
                <a:contourClr>
                  <a:srgbClr val="B2B2B2"/>
                </a:contourClr>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sz="1350"/>
              </a:p>
            </p:txBody>
          </p:sp>
          <p:sp>
            <p:nvSpPr>
              <p:cNvPr id="27" name="MH_Text_1"/>
              <p:cNvSpPr/>
              <p:nvPr>
                <p:custDataLst>
                  <p:tags r:id="rId11"/>
                </p:custDataLst>
              </p:nvPr>
            </p:nvSpPr>
            <p:spPr bwMode="auto">
              <a:xfrm>
                <a:off x="6700823" y="2141624"/>
                <a:ext cx="14499973" cy="3770653"/>
              </a:xfrm>
              <a:prstGeom prst="rect">
                <a:avLst/>
              </a:prstGeom>
              <a:no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tIns="0" bIns="0">
                <a:noAutofit/>
              </a:bodyPr>
              <a:lstStyle/>
              <a:p>
                <a:pPr indent="457200">
                  <a:lnSpc>
                    <a:spcPct val="130000"/>
                  </a:lnSpc>
                  <a:defRPr/>
                </a:pPr>
                <a:r>
                  <a:rPr lang="da-DK" altLang="zh-CN" dirty="0">
                    <a:solidFill>
                      <a:schemeClr val="tx1"/>
                    </a:solidFill>
                    <a:latin typeface="微软雅黑" panose="020B0503020204020204" charset="-122"/>
                    <a:ea typeface="微软雅黑" panose="020B0503020204020204" charset="-122"/>
                  </a:rPr>
                  <a:t>结点（Node）是一种代表运行时计算资源的分类器。一般来说，结点至少要具备内存，而且常常具有处理能力。运行时对象和构件可驻留在结点上。</a:t>
                </a:r>
              </a:p>
              <a:p>
                <a:pPr indent="457200">
                  <a:lnSpc>
                    <a:spcPct val="130000"/>
                  </a:lnSpc>
                  <a:defRPr/>
                </a:pPr>
                <a:r>
                  <a:rPr lang="da-DK" altLang="zh-CN" dirty="0">
                    <a:solidFill>
                      <a:schemeClr val="tx1"/>
                    </a:solidFill>
                    <a:latin typeface="微软雅黑" panose="020B0503020204020204" charset="-122"/>
                    <a:ea typeface="微软雅黑" panose="020B0503020204020204" charset="-122"/>
                  </a:rPr>
                  <a:t>结点可代表一个物理设备以及在该设备上运行的软件系统。例如，一个服务器、一台计算机、一台打印机、一台传真机等。结点用一个立方体表示，结点名放在立方体的左上角。</a:t>
                </a:r>
              </a:p>
              <a:p>
                <a:pPr indent="457200">
                  <a:lnSpc>
                    <a:spcPct val="130000"/>
                  </a:lnSpc>
                  <a:defRPr/>
                </a:pPr>
                <a:r>
                  <a:rPr lang="da-DK" altLang="zh-CN" dirty="0">
                    <a:solidFill>
                      <a:schemeClr val="tx1"/>
                    </a:solidFill>
                    <a:latin typeface="微软雅黑" panose="020B0503020204020204" charset="-122"/>
                    <a:ea typeface="微软雅黑" panose="020B0503020204020204" charset="-122"/>
                  </a:rPr>
                  <a:t>结点间的连线表示系统之间进行交互的通信线路，在UML中称为连接。通信的类型写在表示连接的线旁，以指定所用的通信协议或网络类型。结点的连接是关联，可以加约束、版型、多重性等符号。</a:t>
                </a:r>
              </a:p>
            </p:txBody>
          </p:sp>
        </p:grpSp>
        <p:grpSp>
          <p:nvGrpSpPr>
            <p:cNvPr id="34" name="组合 33"/>
            <p:cNvGrpSpPr/>
            <p:nvPr/>
          </p:nvGrpSpPr>
          <p:grpSpPr>
            <a:xfrm flipH="1">
              <a:off x="11305" y="2742"/>
              <a:ext cx="7895" cy="1533"/>
              <a:chOff x="1" y="3428100"/>
              <a:chExt cx="5013433" cy="973302"/>
            </a:xfrm>
          </p:grpSpPr>
          <p:sp>
            <p:nvSpPr>
              <p:cNvPr id="35" name="MH_SubTitle_2"/>
              <p:cNvSpPr/>
              <p:nvPr>
                <p:custDataLst>
                  <p:tags r:id="rId1"/>
                </p:custDataLst>
              </p:nvPr>
            </p:nvSpPr>
            <p:spPr>
              <a:xfrm>
                <a:off x="1501900" y="3551342"/>
                <a:ext cx="3511534" cy="733137"/>
              </a:xfrm>
              <a:prstGeom prst="homePlate">
                <a:avLst/>
              </a:prstGeom>
              <a:solidFill>
                <a:srgbClr val="C698E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r>
                  <a:rPr lang="zh-CN" altLang="en-US" sz="2400" b="1" dirty="0">
                    <a:solidFill>
                      <a:schemeClr val="bg1"/>
                    </a:solidFill>
                    <a:latin typeface="微软雅黑" panose="020B0503020204020204" charset="-122"/>
                    <a:ea typeface="微软雅黑" panose="020B0503020204020204" charset="-122"/>
                  </a:rPr>
                  <a:t>结点和连接</a:t>
                </a:r>
              </a:p>
            </p:txBody>
          </p:sp>
          <p:sp>
            <p:nvSpPr>
              <p:cNvPr id="36" name="MH_Other_5"/>
              <p:cNvSpPr/>
              <p:nvPr>
                <p:custDataLst>
                  <p:tags r:id="rId2"/>
                </p:custDataLst>
              </p:nvPr>
            </p:nvSpPr>
            <p:spPr>
              <a:xfrm>
                <a:off x="1" y="3429680"/>
                <a:ext cx="1006593" cy="971722"/>
              </a:xfrm>
              <a:prstGeom prst="rect">
                <a:avLst/>
              </a:prstGeom>
              <a:solidFill>
                <a:srgbClr val="C698E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r>
                  <a:rPr lang="en-US" altLang="zh-CN" sz="3200" dirty="0">
                    <a:solidFill>
                      <a:srgbClr val="FFFFFF"/>
                    </a:solidFill>
                    <a:latin typeface="Times New Roman" panose="02020603050405020304" pitchFamily="18" charset="0"/>
                    <a:ea typeface="微软雅黑" panose="020B0503020204020204" charset="-122"/>
                  </a:rPr>
                  <a:t>0</a:t>
                </a:r>
                <a:r>
                  <a:rPr lang="en-US" sz="3200" dirty="0">
                    <a:solidFill>
                      <a:srgbClr val="FFFFFF"/>
                    </a:solidFill>
                    <a:latin typeface="Times New Roman" panose="02020603050405020304" pitchFamily="18" charset="0"/>
                    <a:ea typeface="微软雅黑" panose="020B0503020204020204" charset="-122"/>
                  </a:rPr>
                  <a:t>1</a:t>
                </a:r>
              </a:p>
            </p:txBody>
          </p:sp>
          <p:sp>
            <p:nvSpPr>
              <p:cNvPr id="37" name="MH_Other_6"/>
              <p:cNvSpPr/>
              <p:nvPr>
                <p:custDataLst>
                  <p:tags r:id="rId3"/>
                </p:custDataLst>
              </p:nvPr>
            </p:nvSpPr>
            <p:spPr>
              <a:xfrm>
                <a:off x="987065" y="3428100"/>
                <a:ext cx="516612" cy="973302"/>
              </a:xfrm>
              <a:custGeom>
                <a:avLst/>
                <a:gdLst>
                  <a:gd name="connsiteX0" fmla="*/ 2382 w 461963"/>
                  <a:gd name="connsiteY0" fmla="*/ 0 h 1081088"/>
                  <a:gd name="connsiteX1" fmla="*/ 461963 w 461963"/>
                  <a:gd name="connsiteY1" fmla="*/ 138113 h 1081088"/>
                  <a:gd name="connsiteX2" fmla="*/ 461963 w 461963"/>
                  <a:gd name="connsiteY2" fmla="*/ 950119 h 1081088"/>
                  <a:gd name="connsiteX3" fmla="*/ 0 w 461963"/>
                  <a:gd name="connsiteY3" fmla="*/ 1081088 h 1081088"/>
                  <a:gd name="connsiteX4" fmla="*/ 2382 w 461963"/>
                  <a:gd name="connsiteY4" fmla="*/ 0 h 108108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61963" h="1081088">
                    <a:moveTo>
                      <a:pt x="2382" y="0"/>
                    </a:moveTo>
                    <a:lnTo>
                      <a:pt x="461963" y="138113"/>
                    </a:lnTo>
                    <a:lnTo>
                      <a:pt x="461963" y="950119"/>
                    </a:lnTo>
                    <a:lnTo>
                      <a:pt x="0" y="1081088"/>
                    </a:lnTo>
                    <a:lnTo>
                      <a:pt x="2382" y="0"/>
                    </a:lnTo>
                    <a:close/>
                  </a:path>
                </a:pathLst>
              </a:custGeom>
              <a:solidFill>
                <a:srgbClr val="A154CC"/>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a:solidFill>
                    <a:srgbClr val="FFFFFF"/>
                  </a:solidFill>
                  <a:latin typeface="微软雅黑" panose="020B0503020204020204" charset="-122"/>
                  <a:ea typeface="微软雅黑" panose="020B0503020204020204" charset="-122"/>
                </a:endParaRPr>
              </a:p>
            </p:txBody>
          </p:sp>
        </p:grpSp>
      </p:grpSp>
    </p:spTree>
  </p:cSld>
  <p:clrMapOvr>
    <a:masterClrMapping/>
  </p:clrMapOvr>
  <p:transition>
    <p:circle/>
  </p:transition>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694801" y="360000"/>
            <a:ext cx="5401200" cy="523220"/>
          </a:xfrm>
        </p:spPr>
        <p:txBody>
          <a:bodyPr>
            <a:normAutofit/>
          </a:bodyPr>
          <a:lstStyle/>
          <a:p>
            <a:r>
              <a:rPr lang="en-US" dirty="0"/>
              <a:t>6.3 </a:t>
            </a:r>
            <a:r>
              <a:rPr lang="zh-CN" altLang="en-US" dirty="0">
                <a:sym typeface="+mn-ea"/>
              </a:rPr>
              <a:t>UML图</a:t>
            </a:r>
            <a:endParaRPr lang="zh-CN" altLang="en-US" dirty="0"/>
          </a:p>
        </p:txBody>
      </p:sp>
      <p:sp>
        <p:nvSpPr>
          <p:cNvPr id="8" name="文本占位符 7">
            <a:extLst>
              <a:ext uri="{FF2B5EF4-FFF2-40B4-BE49-F238E27FC236}">
                <a16:creationId xmlns:a16="http://schemas.microsoft.com/office/drawing/2014/main" id="{D28DC27F-6F3F-434C-716D-A6CD7B80B5E3}"/>
              </a:ext>
            </a:extLst>
          </p:cNvPr>
          <p:cNvSpPr>
            <a:spLocks noGrp="1"/>
          </p:cNvSpPr>
          <p:nvPr>
            <p:ph type="body" sz="quarter" idx="10"/>
          </p:nvPr>
        </p:nvSpPr>
        <p:spPr/>
        <p:txBody>
          <a:bodyPr/>
          <a:lstStyle/>
          <a:p>
            <a:endParaRPr lang="zh-CN" altLang="en-US"/>
          </a:p>
        </p:txBody>
      </p:sp>
      <p:sp>
        <p:nvSpPr>
          <p:cNvPr id="29" name="TextBox 6"/>
          <p:cNvSpPr txBox="1"/>
          <p:nvPr/>
        </p:nvSpPr>
        <p:spPr>
          <a:xfrm>
            <a:off x="809625" y="1403350"/>
            <a:ext cx="5777230" cy="566420"/>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6.3.9 </a:t>
            </a:r>
            <a:r>
              <a:rPr lang="zh-CN" altLang="en-US" sz="2400" dirty="0">
                <a:solidFill>
                  <a:schemeClr val="tx1"/>
                </a:solidFill>
              </a:rPr>
              <a:t>部署图</a:t>
            </a:r>
          </a:p>
        </p:txBody>
      </p:sp>
      <p:grpSp>
        <p:nvGrpSpPr>
          <p:cNvPr id="2" name="组合 1"/>
          <p:cNvGrpSpPr/>
          <p:nvPr/>
        </p:nvGrpSpPr>
        <p:grpSpPr>
          <a:xfrm>
            <a:off x="30480" y="1741170"/>
            <a:ext cx="12160885" cy="4064000"/>
            <a:chOff x="48" y="2742"/>
            <a:chExt cx="19151" cy="6400"/>
          </a:xfrm>
        </p:grpSpPr>
        <p:grpSp>
          <p:nvGrpSpPr>
            <p:cNvPr id="5" name="组合 4"/>
            <p:cNvGrpSpPr/>
            <p:nvPr/>
          </p:nvGrpSpPr>
          <p:grpSpPr>
            <a:xfrm>
              <a:off x="48" y="4274"/>
              <a:ext cx="18627" cy="4869"/>
              <a:chOff x="0" y="2130426"/>
              <a:chExt cx="21288800" cy="3634788"/>
            </a:xfrm>
          </p:grpSpPr>
          <p:sp>
            <p:nvSpPr>
              <p:cNvPr id="6" name="MH_Other_1"/>
              <p:cNvSpPr/>
              <p:nvPr>
                <p:custDataLst>
                  <p:tags r:id="rId4"/>
                </p:custDataLst>
              </p:nvPr>
            </p:nvSpPr>
            <p:spPr bwMode="auto">
              <a:xfrm>
                <a:off x="0" y="2141539"/>
                <a:ext cx="5039784" cy="96837"/>
              </a:xfrm>
              <a:prstGeom prst="rect">
                <a:avLst/>
              </a:prstGeom>
              <a:gradFill rotWithShape="1">
                <a:gsLst>
                  <a:gs pos="833">
                    <a:srgbClr val="A9A9A9"/>
                  </a:gs>
                  <a:gs pos="31000">
                    <a:srgbClr val="F9F9F9"/>
                  </a:gs>
                  <a:gs pos="100000">
                    <a:srgbClr val="5F5F5F"/>
                  </a:gs>
                </a:gsLst>
                <a:lin ang="5400000" scaled="1"/>
              </a:gradFill>
              <a:ln>
                <a:noFill/>
              </a:ln>
            </p:spPr>
            <p:txBody>
              <a:bodyPr wrap="none" anchor="ctr"/>
              <a:lstStyle/>
              <a:p>
                <a:pPr eaLnBrk="1" fontAlgn="auto" hangingPunct="1">
                  <a:spcBef>
                    <a:spcPts val="0"/>
                  </a:spcBef>
                  <a:spcAft>
                    <a:spcPts val="0"/>
                  </a:spcAft>
                  <a:defRPr/>
                </a:pPr>
                <a:endParaRPr lang="zh-CN" altLang="en-US" sz="1350" dirty="0">
                  <a:latin typeface="+mn-lt"/>
                  <a:ea typeface="微软雅黑" panose="020B0503020204020204" charset="-122"/>
                </a:endParaRPr>
              </a:p>
            </p:txBody>
          </p:sp>
          <p:sp>
            <p:nvSpPr>
              <p:cNvPr id="7" name="MH_Other_2"/>
              <p:cNvSpPr/>
              <p:nvPr>
                <p:custDataLst>
                  <p:tags r:id="rId5"/>
                </p:custDataLst>
              </p:nvPr>
            </p:nvSpPr>
            <p:spPr bwMode="auto">
              <a:xfrm>
                <a:off x="4083582" y="5593515"/>
                <a:ext cx="17205218" cy="171699"/>
              </a:xfrm>
              <a:prstGeom prst="rect">
                <a:avLst/>
              </a:prstGeom>
              <a:gradFill rotWithShape="1">
                <a:gsLst>
                  <a:gs pos="833">
                    <a:srgbClr val="A9A9A9"/>
                  </a:gs>
                  <a:gs pos="31000">
                    <a:srgbClr val="F9F9F9"/>
                  </a:gs>
                  <a:gs pos="100000">
                    <a:srgbClr val="5F5F5F"/>
                  </a:gs>
                </a:gsLst>
                <a:lin ang="5400000" scaled="1"/>
              </a:gradFill>
              <a:ln>
                <a:noFill/>
              </a:ln>
            </p:spPr>
            <p:txBody>
              <a:bodyPr wrap="none" anchor="ctr"/>
              <a:lstStyle/>
              <a:p>
                <a:pPr eaLnBrk="1" fontAlgn="auto" hangingPunct="1">
                  <a:spcBef>
                    <a:spcPts val="0"/>
                  </a:spcBef>
                  <a:spcAft>
                    <a:spcPts val="0"/>
                  </a:spcAft>
                  <a:defRPr/>
                </a:pPr>
                <a:endParaRPr lang="zh-CN" altLang="en-US" sz="1350" dirty="0">
                  <a:latin typeface="+mn-lt"/>
                  <a:ea typeface="微软雅黑" panose="020B0503020204020204" charset="-122"/>
                </a:endParaRPr>
              </a:p>
            </p:txBody>
          </p:sp>
          <p:sp>
            <p:nvSpPr>
              <p:cNvPr id="11" name="MH_Other_3"/>
              <p:cNvSpPr/>
              <p:nvPr>
                <p:custDataLst>
                  <p:tags r:id="rId6"/>
                </p:custDataLst>
              </p:nvPr>
            </p:nvSpPr>
            <p:spPr>
              <a:xfrm>
                <a:off x="4722938" y="2567755"/>
                <a:ext cx="1211685" cy="908764"/>
              </a:xfrm>
              <a:prstGeom prst="rect">
                <a:avLst/>
              </a:prstGeom>
              <a:solidFill>
                <a:srgbClr val="E97551"/>
              </a:solidFill>
              <a:ln w="3175">
                <a:solidFill>
                  <a:srgbClr val="C34123"/>
                </a:solidFill>
              </a:ln>
              <a:scene3d>
                <a:camera prst="perspectiveRelaxed" fov="3000000">
                  <a:rot lat="18926816" lon="4332277" rev="17844000"/>
                </a:camera>
                <a:lightRig rig="flat" dir="t">
                  <a:rot lat="0" lon="0" rev="2700000"/>
                </a:lightRig>
              </a:scene3d>
              <a:sp3d extrusionH="971550" contourW="6350">
                <a:bevelT w="0" h="0"/>
                <a:contourClr>
                  <a:srgbClr val="FFFFFF"/>
                </a:contourClr>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sz="1350"/>
              </a:p>
            </p:txBody>
          </p:sp>
          <p:sp>
            <p:nvSpPr>
              <p:cNvPr id="12" name="MH_Other_4"/>
              <p:cNvSpPr>
                <a:spLocks noChangeArrowheads="1"/>
              </p:cNvSpPr>
              <p:nvPr>
                <p:custDataLst>
                  <p:tags r:id="rId7"/>
                </p:custDataLst>
              </p:nvPr>
            </p:nvSpPr>
            <p:spPr bwMode="gray">
              <a:xfrm rot="15266332" flipV="1">
                <a:off x="4754828" y="2519099"/>
                <a:ext cx="900113" cy="122767"/>
              </a:xfrm>
              <a:prstGeom prst="roundRect">
                <a:avLst>
                  <a:gd name="adj" fmla="val 16750"/>
                </a:avLst>
              </a:prstGeom>
              <a:gradFill rotWithShape="1">
                <a:gsLst>
                  <a:gs pos="833">
                    <a:srgbClr val="A9A9A9"/>
                  </a:gs>
                  <a:gs pos="31000">
                    <a:srgbClr val="F9F9F9"/>
                  </a:gs>
                  <a:gs pos="100000">
                    <a:srgbClr val="5F5F5F"/>
                  </a:gs>
                </a:gsLst>
                <a:lin ang="5400000" scaled="1"/>
              </a:gradFill>
              <a:ln>
                <a:noFill/>
              </a:ln>
            </p:spPr>
            <p:txBody>
              <a:bodyPr wrap="none" anchor="ctr"/>
              <a:lstStyle/>
              <a:p>
                <a:pPr eaLnBrk="1" fontAlgn="auto" hangingPunct="1">
                  <a:spcBef>
                    <a:spcPts val="0"/>
                  </a:spcBef>
                  <a:spcAft>
                    <a:spcPts val="0"/>
                  </a:spcAft>
                  <a:defRPr/>
                </a:pPr>
                <a:endParaRPr lang="zh-CN" altLang="en-US" sz="1350" dirty="0">
                  <a:latin typeface="+mn-lt"/>
                  <a:ea typeface="微软雅黑" panose="020B0503020204020204" charset="-122"/>
                </a:endParaRPr>
              </a:p>
            </p:txBody>
          </p:sp>
          <p:sp>
            <p:nvSpPr>
              <p:cNvPr id="13" name="MH_Other_5"/>
              <p:cNvSpPr>
                <a:spLocks noChangeArrowheads="1"/>
              </p:cNvSpPr>
              <p:nvPr>
                <p:custDataLst>
                  <p:tags r:id="rId8"/>
                </p:custDataLst>
              </p:nvPr>
            </p:nvSpPr>
            <p:spPr bwMode="gray">
              <a:xfrm rot="15334360" flipV="1">
                <a:off x="3736446" y="5312305"/>
                <a:ext cx="612775" cy="135467"/>
              </a:xfrm>
              <a:prstGeom prst="rect">
                <a:avLst/>
              </a:prstGeom>
              <a:gradFill rotWithShape="1">
                <a:gsLst>
                  <a:gs pos="833">
                    <a:srgbClr val="A9A9A9"/>
                  </a:gs>
                  <a:gs pos="31000">
                    <a:srgbClr val="F9F9F9"/>
                  </a:gs>
                  <a:gs pos="100000">
                    <a:srgbClr val="5F5F5F"/>
                  </a:gs>
                </a:gsLst>
                <a:lin ang="5400000" scaled="1"/>
              </a:gradFill>
              <a:ln>
                <a:noFill/>
              </a:ln>
            </p:spPr>
            <p:txBody>
              <a:bodyPr wrap="none" anchor="ctr"/>
              <a:lstStyle/>
              <a:p>
                <a:pPr eaLnBrk="1" fontAlgn="auto" hangingPunct="1">
                  <a:spcBef>
                    <a:spcPts val="0"/>
                  </a:spcBef>
                  <a:spcAft>
                    <a:spcPts val="0"/>
                  </a:spcAft>
                  <a:defRPr/>
                </a:pPr>
                <a:endParaRPr lang="zh-CN" altLang="en-US" sz="1350" dirty="0">
                  <a:latin typeface="+mn-lt"/>
                  <a:ea typeface="微软雅黑" panose="020B0503020204020204" charset="-122"/>
                </a:endParaRPr>
              </a:p>
            </p:txBody>
          </p:sp>
          <p:sp>
            <p:nvSpPr>
              <p:cNvPr id="25" name="MH_Other_6"/>
              <p:cNvSpPr>
                <a:spLocks noChangeArrowheads="1"/>
              </p:cNvSpPr>
              <p:nvPr>
                <p:custDataLst>
                  <p:tags r:id="rId9"/>
                </p:custDataLst>
              </p:nvPr>
            </p:nvSpPr>
            <p:spPr bwMode="gray">
              <a:xfrm rot="19641219">
                <a:off x="4099984" y="3881439"/>
                <a:ext cx="1090083" cy="98425"/>
              </a:xfrm>
              <a:prstGeom prst="rect">
                <a:avLst/>
              </a:prstGeom>
              <a:gradFill rotWithShape="1">
                <a:gsLst>
                  <a:gs pos="833">
                    <a:srgbClr val="A9A9A9"/>
                  </a:gs>
                  <a:gs pos="31000">
                    <a:srgbClr val="F9F9F9"/>
                  </a:gs>
                  <a:gs pos="100000">
                    <a:srgbClr val="5F5F5F"/>
                  </a:gs>
                </a:gsLst>
                <a:lin ang="5400000" scaled="1"/>
              </a:gradFill>
              <a:ln>
                <a:noFill/>
              </a:ln>
            </p:spPr>
            <p:txBody>
              <a:bodyPr wrap="none" anchor="ctr"/>
              <a:lstStyle/>
              <a:p>
                <a:pPr eaLnBrk="1" fontAlgn="auto" hangingPunct="1">
                  <a:spcBef>
                    <a:spcPts val="0"/>
                  </a:spcBef>
                  <a:spcAft>
                    <a:spcPts val="0"/>
                  </a:spcAft>
                  <a:defRPr/>
                </a:pPr>
                <a:endParaRPr lang="zh-CN" altLang="en-US" sz="1350" dirty="0">
                  <a:latin typeface="+mn-lt"/>
                  <a:ea typeface="微软雅黑" panose="020B0503020204020204" charset="-122"/>
                </a:endParaRPr>
              </a:p>
            </p:txBody>
          </p:sp>
          <p:sp>
            <p:nvSpPr>
              <p:cNvPr id="26" name="MH_Other_7"/>
              <p:cNvSpPr/>
              <p:nvPr>
                <p:custDataLst>
                  <p:tags r:id="rId10"/>
                </p:custDataLst>
              </p:nvPr>
            </p:nvSpPr>
            <p:spPr>
              <a:xfrm>
                <a:off x="3010443" y="3593924"/>
                <a:ext cx="1211685" cy="908764"/>
              </a:xfrm>
              <a:prstGeom prst="rect">
                <a:avLst/>
              </a:prstGeom>
              <a:solidFill>
                <a:srgbClr val="D7D7D7"/>
              </a:solidFill>
              <a:ln w="3175">
                <a:solidFill>
                  <a:srgbClr val="DDDDDD"/>
                </a:solidFill>
              </a:ln>
              <a:scene3d>
                <a:camera prst="perspectiveRelaxed" fov="3000000">
                  <a:rot lat="18926816" lon="4332277" rev="17844000"/>
                </a:camera>
                <a:lightRig rig="flat" dir="t">
                  <a:rot lat="0" lon="0" rev="2700000"/>
                </a:lightRig>
              </a:scene3d>
              <a:sp3d extrusionH="984250" contourW="6350">
                <a:bevelT w="0" h="0"/>
                <a:contourClr>
                  <a:srgbClr val="B2B2B2"/>
                </a:contourClr>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sz="1350"/>
              </a:p>
            </p:txBody>
          </p:sp>
          <p:sp>
            <p:nvSpPr>
              <p:cNvPr id="27" name="MH_Text_1"/>
              <p:cNvSpPr/>
              <p:nvPr>
                <p:custDataLst>
                  <p:tags r:id="rId11"/>
                </p:custDataLst>
              </p:nvPr>
            </p:nvSpPr>
            <p:spPr bwMode="auto">
              <a:xfrm>
                <a:off x="7408278" y="2567884"/>
                <a:ext cx="13383360" cy="2658345"/>
              </a:xfrm>
              <a:prstGeom prst="rect">
                <a:avLst/>
              </a:prstGeom>
              <a:no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tIns="0" bIns="0">
                <a:noAutofit/>
              </a:bodyPr>
              <a:lstStyle/>
              <a:p>
                <a:pPr indent="457200">
                  <a:lnSpc>
                    <a:spcPct val="130000"/>
                  </a:lnSpc>
                  <a:defRPr/>
                </a:pPr>
                <a:r>
                  <a:rPr lang="da-DK" altLang="zh-CN" dirty="0">
                    <a:solidFill>
                      <a:schemeClr val="tx1"/>
                    </a:solidFill>
                    <a:latin typeface="微软雅黑" panose="020B0503020204020204" charset="-122"/>
                    <a:ea typeface="微软雅黑" panose="020B0503020204020204" charset="-122"/>
                  </a:rPr>
                  <a:t>部署图中的构件代表可执行的物理代码模块（可执行构件的实例），在逻辑上可以和类图中的包或类对应。因此，部署图显示了运行时各个包或类在结点中的分布情况。</a:t>
                </a:r>
              </a:p>
              <a:p>
                <a:pPr indent="457200">
                  <a:lnSpc>
                    <a:spcPct val="130000"/>
                  </a:lnSpc>
                  <a:defRPr/>
                </a:pPr>
                <a:r>
                  <a:rPr lang="da-DK" altLang="zh-CN" dirty="0">
                    <a:solidFill>
                      <a:schemeClr val="tx1"/>
                    </a:solidFill>
                    <a:latin typeface="微软雅黑" panose="020B0503020204020204" charset="-122"/>
                    <a:ea typeface="微软雅黑" panose="020B0503020204020204" charset="-122"/>
                  </a:rPr>
                  <a:t>在面向对象方法中，类和构件的操作及属性对外并不都是可见的，类和构件等元素对外提供的可见操作和属性称为接口。接口用一端是小圆圈的直线来表示。</a:t>
                </a:r>
              </a:p>
            </p:txBody>
          </p:sp>
        </p:grpSp>
        <p:grpSp>
          <p:nvGrpSpPr>
            <p:cNvPr id="34" name="组合 33"/>
            <p:cNvGrpSpPr/>
            <p:nvPr/>
          </p:nvGrpSpPr>
          <p:grpSpPr>
            <a:xfrm flipH="1">
              <a:off x="11305" y="2742"/>
              <a:ext cx="7895" cy="1533"/>
              <a:chOff x="1" y="3428100"/>
              <a:chExt cx="5013433" cy="973302"/>
            </a:xfrm>
          </p:grpSpPr>
          <p:sp>
            <p:nvSpPr>
              <p:cNvPr id="35" name="MH_SubTitle_2"/>
              <p:cNvSpPr/>
              <p:nvPr>
                <p:custDataLst>
                  <p:tags r:id="rId1"/>
                </p:custDataLst>
              </p:nvPr>
            </p:nvSpPr>
            <p:spPr>
              <a:xfrm>
                <a:off x="1501900" y="3551342"/>
                <a:ext cx="3511534" cy="733137"/>
              </a:xfrm>
              <a:prstGeom prst="homePlate">
                <a:avLst/>
              </a:prstGeom>
              <a:solidFill>
                <a:srgbClr val="C698E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r>
                  <a:rPr lang="zh-CN" altLang="en-US" sz="2400" b="1" dirty="0">
                    <a:solidFill>
                      <a:schemeClr val="bg1"/>
                    </a:solidFill>
                    <a:latin typeface="微软雅黑" panose="020B0503020204020204" charset="-122"/>
                    <a:ea typeface="微软雅黑" panose="020B0503020204020204" charset="-122"/>
                  </a:rPr>
                  <a:t>构件和接口</a:t>
                </a:r>
              </a:p>
            </p:txBody>
          </p:sp>
          <p:sp>
            <p:nvSpPr>
              <p:cNvPr id="36" name="MH_Other_5"/>
              <p:cNvSpPr/>
              <p:nvPr>
                <p:custDataLst>
                  <p:tags r:id="rId2"/>
                </p:custDataLst>
              </p:nvPr>
            </p:nvSpPr>
            <p:spPr>
              <a:xfrm>
                <a:off x="1" y="3429680"/>
                <a:ext cx="1006593" cy="971722"/>
              </a:xfrm>
              <a:prstGeom prst="rect">
                <a:avLst/>
              </a:prstGeom>
              <a:solidFill>
                <a:srgbClr val="C698E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r>
                  <a:rPr lang="en-US" altLang="zh-CN" sz="3200" dirty="0">
                    <a:solidFill>
                      <a:srgbClr val="FFFFFF"/>
                    </a:solidFill>
                    <a:latin typeface="Times New Roman" panose="02020603050405020304" pitchFamily="18" charset="0"/>
                    <a:ea typeface="微软雅黑" panose="020B0503020204020204" charset="-122"/>
                  </a:rPr>
                  <a:t>0</a:t>
                </a:r>
                <a:r>
                  <a:rPr lang="en-US" sz="3200" dirty="0">
                    <a:solidFill>
                      <a:srgbClr val="FFFFFF"/>
                    </a:solidFill>
                    <a:latin typeface="Times New Roman" panose="02020603050405020304" pitchFamily="18" charset="0"/>
                    <a:ea typeface="微软雅黑" panose="020B0503020204020204" charset="-122"/>
                  </a:rPr>
                  <a:t>2</a:t>
                </a:r>
              </a:p>
            </p:txBody>
          </p:sp>
          <p:sp>
            <p:nvSpPr>
              <p:cNvPr id="37" name="MH_Other_6"/>
              <p:cNvSpPr/>
              <p:nvPr>
                <p:custDataLst>
                  <p:tags r:id="rId3"/>
                </p:custDataLst>
              </p:nvPr>
            </p:nvSpPr>
            <p:spPr>
              <a:xfrm>
                <a:off x="987065" y="3428100"/>
                <a:ext cx="516612" cy="973302"/>
              </a:xfrm>
              <a:custGeom>
                <a:avLst/>
                <a:gdLst>
                  <a:gd name="connsiteX0" fmla="*/ 2382 w 461963"/>
                  <a:gd name="connsiteY0" fmla="*/ 0 h 1081088"/>
                  <a:gd name="connsiteX1" fmla="*/ 461963 w 461963"/>
                  <a:gd name="connsiteY1" fmla="*/ 138113 h 1081088"/>
                  <a:gd name="connsiteX2" fmla="*/ 461963 w 461963"/>
                  <a:gd name="connsiteY2" fmla="*/ 950119 h 1081088"/>
                  <a:gd name="connsiteX3" fmla="*/ 0 w 461963"/>
                  <a:gd name="connsiteY3" fmla="*/ 1081088 h 1081088"/>
                  <a:gd name="connsiteX4" fmla="*/ 2382 w 461963"/>
                  <a:gd name="connsiteY4" fmla="*/ 0 h 108108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61963" h="1081088">
                    <a:moveTo>
                      <a:pt x="2382" y="0"/>
                    </a:moveTo>
                    <a:lnTo>
                      <a:pt x="461963" y="138113"/>
                    </a:lnTo>
                    <a:lnTo>
                      <a:pt x="461963" y="950119"/>
                    </a:lnTo>
                    <a:lnTo>
                      <a:pt x="0" y="1081088"/>
                    </a:lnTo>
                    <a:lnTo>
                      <a:pt x="2382" y="0"/>
                    </a:lnTo>
                    <a:close/>
                  </a:path>
                </a:pathLst>
              </a:custGeom>
              <a:solidFill>
                <a:srgbClr val="A154CC"/>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a:solidFill>
                    <a:srgbClr val="FFFFFF"/>
                  </a:solidFill>
                  <a:latin typeface="微软雅黑" panose="020B0503020204020204" charset="-122"/>
                  <a:ea typeface="微软雅黑" panose="020B0503020204020204" charset="-122"/>
                </a:endParaRPr>
              </a:p>
            </p:txBody>
          </p:sp>
        </p:grpSp>
      </p:grpSp>
    </p:spTree>
  </p:cSld>
  <p:clrMapOvr>
    <a:masterClrMapping/>
  </p:clrMapOvr>
  <p:transition>
    <p:circle/>
  </p:transition>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694801" y="360000"/>
            <a:ext cx="5401200" cy="523220"/>
          </a:xfrm>
        </p:spPr>
        <p:txBody>
          <a:bodyPr>
            <a:normAutofit/>
          </a:bodyPr>
          <a:lstStyle/>
          <a:p>
            <a:r>
              <a:rPr lang="en-US" dirty="0"/>
              <a:t>6.3 </a:t>
            </a:r>
            <a:r>
              <a:rPr lang="zh-CN" altLang="en-US" dirty="0">
                <a:sym typeface="+mn-ea"/>
              </a:rPr>
              <a:t>UML图</a:t>
            </a:r>
            <a:endParaRPr lang="zh-CN" altLang="en-US" dirty="0"/>
          </a:p>
        </p:txBody>
      </p:sp>
      <p:sp>
        <p:nvSpPr>
          <p:cNvPr id="8" name="文本占位符 7">
            <a:extLst>
              <a:ext uri="{FF2B5EF4-FFF2-40B4-BE49-F238E27FC236}">
                <a16:creationId xmlns:a16="http://schemas.microsoft.com/office/drawing/2014/main" id="{7A73E48F-6814-427A-522B-788C4CF903D7}"/>
              </a:ext>
            </a:extLst>
          </p:cNvPr>
          <p:cNvSpPr>
            <a:spLocks noGrp="1"/>
          </p:cNvSpPr>
          <p:nvPr>
            <p:ph type="body" sz="quarter" idx="10"/>
          </p:nvPr>
        </p:nvSpPr>
        <p:spPr/>
        <p:txBody>
          <a:bodyPr/>
          <a:lstStyle/>
          <a:p>
            <a:endParaRPr lang="zh-CN" altLang="en-US"/>
          </a:p>
        </p:txBody>
      </p:sp>
      <p:sp>
        <p:nvSpPr>
          <p:cNvPr id="29" name="TextBox 6"/>
          <p:cNvSpPr txBox="1"/>
          <p:nvPr/>
        </p:nvSpPr>
        <p:spPr>
          <a:xfrm>
            <a:off x="809625" y="1403350"/>
            <a:ext cx="5777230" cy="566420"/>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6.3.9 </a:t>
            </a:r>
            <a:r>
              <a:rPr lang="zh-CN" altLang="en-US" sz="2400" dirty="0">
                <a:solidFill>
                  <a:schemeClr val="tx1"/>
                </a:solidFill>
              </a:rPr>
              <a:t>部署图</a:t>
            </a:r>
          </a:p>
        </p:txBody>
      </p:sp>
      <p:grpSp>
        <p:nvGrpSpPr>
          <p:cNvPr id="2" name="组合 1"/>
          <p:cNvGrpSpPr/>
          <p:nvPr/>
        </p:nvGrpSpPr>
        <p:grpSpPr>
          <a:xfrm>
            <a:off x="30480" y="1741170"/>
            <a:ext cx="12160885" cy="4064000"/>
            <a:chOff x="48" y="2742"/>
            <a:chExt cx="19151" cy="6400"/>
          </a:xfrm>
        </p:grpSpPr>
        <p:grpSp>
          <p:nvGrpSpPr>
            <p:cNvPr id="5" name="组合 4"/>
            <p:cNvGrpSpPr/>
            <p:nvPr/>
          </p:nvGrpSpPr>
          <p:grpSpPr>
            <a:xfrm>
              <a:off x="48" y="4274"/>
              <a:ext cx="18627" cy="4869"/>
              <a:chOff x="0" y="2130426"/>
              <a:chExt cx="21288800" cy="3634788"/>
            </a:xfrm>
          </p:grpSpPr>
          <p:sp>
            <p:nvSpPr>
              <p:cNvPr id="6" name="MH_Other_1"/>
              <p:cNvSpPr/>
              <p:nvPr>
                <p:custDataLst>
                  <p:tags r:id="rId4"/>
                </p:custDataLst>
              </p:nvPr>
            </p:nvSpPr>
            <p:spPr bwMode="auto">
              <a:xfrm>
                <a:off x="0" y="2141539"/>
                <a:ext cx="5039784" cy="96837"/>
              </a:xfrm>
              <a:prstGeom prst="rect">
                <a:avLst/>
              </a:prstGeom>
              <a:gradFill rotWithShape="1">
                <a:gsLst>
                  <a:gs pos="833">
                    <a:srgbClr val="A9A9A9"/>
                  </a:gs>
                  <a:gs pos="31000">
                    <a:srgbClr val="F9F9F9"/>
                  </a:gs>
                  <a:gs pos="100000">
                    <a:srgbClr val="5F5F5F"/>
                  </a:gs>
                </a:gsLst>
                <a:lin ang="5400000" scaled="1"/>
              </a:gradFill>
              <a:ln>
                <a:noFill/>
              </a:ln>
            </p:spPr>
            <p:txBody>
              <a:bodyPr wrap="none" anchor="ctr"/>
              <a:lstStyle/>
              <a:p>
                <a:pPr eaLnBrk="1" fontAlgn="auto" hangingPunct="1">
                  <a:spcBef>
                    <a:spcPts val="0"/>
                  </a:spcBef>
                  <a:spcAft>
                    <a:spcPts val="0"/>
                  </a:spcAft>
                  <a:defRPr/>
                </a:pPr>
                <a:endParaRPr lang="zh-CN" altLang="en-US" sz="1350" dirty="0">
                  <a:latin typeface="+mn-lt"/>
                  <a:ea typeface="微软雅黑" panose="020B0503020204020204" charset="-122"/>
                </a:endParaRPr>
              </a:p>
            </p:txBody>
          </p:sp>
          <p:sp>
            <p:nvSpPr>
              <p:cNvPr id="7" name="MH_Other_2"/>
              <p:cNvSpPr/>
              <p:nvPr>
                <p:custDataLst>
                  <p:tags r:id="rId5"/>
                </p:custDataLst>
              </p:nvPr>
            </p:nvSpPr>
            <p:spPr bwMode="auto">
              <a:xfrm>
                <a:off x="4083582" y="5593515"/>
                <a:ext cx="17205218" cy="171699"/>
              </a:xfrm>
              <a:prstGeom prst="rect">
                <a:avLst/>
              </a:prstGeom>
              <a:gradFill rotWithShape="1">
                <a:gsLst>
                  <a:gs pos="833">
                    <a:srgbClr val="A9A9A9"/>
                  </a:gs>
                  <a:gs pos="31000">
                    <a:srgbClr val="F9F9F9"/>
                  </a:gs>
                  <a:gs pos="100000">
                    <a:srgbClr val="5F5F5F"/>
                  </a:gs>
                </a:gsLst>
                <a:lin ang="5400000" scaled="1"/>
              </a:gradFill>
              <a:ln>
                <a:noFill/>
              </a:ln>
            </p:spPr>
            <p:txBody>
              <a:bodyPr wrap="none" anchor="ctr"/>
              <a:lstStyle/>
              <a:p>
                <a:pPr eaLnBrk="1" fontAlgn="auto" hangingPunct="1">
                  <a:spcBef>
                    <a:spcPts val="0"/>
                  </a:spcBef>
                  <a:spcAft>
                    <a:spcPts val="0"/>
                  </a:spcAft>
                  <a:defRPr/>
                </a:pPr>
                <a:endParaRPr lang="zh-CN" altLang="en-US" sz="1350" dirty="0">
                  <a:latin typeface="+mn-lt"/>
                  <a:ea typeface="微软雅黑" panose="020B0503020204020204" charset="-122"/>
                </a:endParaRPr>
              </a:p>
            </p:txBody>
          </p:sp>
          <p:sp>
            <p:nvSpPr>
              <p:cNvPr id="11" name="MH_Other_3"/>
              <p:cNvSpPr/>
              <p:nvPr>
                <p:custDataLst>
                  <p:tags r:id="rId6"/>
                </p:custDataLst>
              </p:nvPr>
            </p:nvSpPr>
            <p:spPr>
              <a:xfrm>
                <a:off x="4722938" y="2567755"/>
                <a:ext cx="1211685" cy="908764"/>
              </a:xfrm>
              <a:prstGeom prst="rect">
                <a:avLst/>
              </a:prstGeom>
              <a:solidFill>
                <a:srgbClr val="E97551"/>
              </a:solidFill>
              <a:ln w="3175">
                <a:solidFill>
                  <a:srgbClr val="C34123"/>
                </a:solidFill>
              </a:ln>
              <a:scene3d>
                <a:camera prst="perspectiveRelaxed" fov="3000000">
                  <a:rot lat="18926816" lon="4332277" rev="17844000"/>
                </a:camera>
                <a:lightRig rig="flat" dir="t">
                  <a:rot lat="0" lon="0" rev="2700000"/>
                </a:lightRig>
              </a:scene3d>
              <a:sp3d extrusionH="971550" contourW="6350">
                <a:bevelT w="0" h="0"/>
                <a:contourClr>
                  <a:srgbClr val="FFFFFF"/>
                </a:contourClr>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sz="1350"/>
              </a:p>
            </p:txBody>
          </p:sp>
          <p:sp>
            <p:nvSpPr>
              <p:cNvPr id="12" name="MH_Other_4"/>
              <p:cNvSpPr>
                <a:spLocks noChangeArrowheads="1"/>
              </p:cNvSpPr>
              <p:nvPr>
                <p:custDataLst>
                  <p:tags r:id="rId7"/>
                </p:custDataLst>
              </p:nvPr>
            </p:nvSpPr>
            <p:spPr bwMode="gray">
              <a:xfrm rot="15266332" flipV="1">
                <a:off x="4754828" y="2519099"/>
                <a:ext cx="900113" cy="122767"/>
              </a:xfrm>
              <a:prstGeom prst="roundRect">
                <a:avLst>
                  <a:gd name="adj" fmla="val 16750"/>
                </a:avLst>
              </a:prstGeom>
              <a:gradFill rotWithShape="1">
                <a:gsLst>
                  <a:gs pos="833">
                    <a:srgbClr val="A9A9A9"/>
                  </a:gs>
                  <a:gs pos="31000">
                    <a:srgbClr val="F9F9F9"/>
                  </a:gs>
                  <a:gs pos="100000">
                    <a:srgbClr val="5F5F5F"/>
                  </a:gs>
                </a:gsLst>
                <a:lin ang="5400000" scaled="1"/>
              </a:gradFill>
              <a:ln>
                <a:noFill/>
              </a:ln>
            </p:spPr>
            <p:txBody>
              <a:bodyPr wrap="none" anchor="ctr"/>
              <a:lstStyle/>
              <a:p>
                <a:pPr eaLnBrk="1" fontAlgn="auto" hangingPunct="1">
                  <a:spcBef>
                    <a:spcPts val="0"/>
                  </a:spcBef>
                  <a:spcAft>
                    <a:spcPts val="0"/>
                  </a:spcAft>
                  <a:defRPr/>
                </a:pPr>
                <a:endParaRPr lang="zh-CN" altLang="en-US" sz="1350" dirty="0">
                  <a:latin typeface="+mn-lt"/>
                  <a:ea typeface="微软雅黑" panose="020B0503020204020204" charset="-122"/>
                </a:endParaRPr>
              </a:p>
            </p:txBody>
          </p:sp>
          <p:sp>
            <p:nvSpPr>
              <p:cNvPr id="13" name="MH_Other_5"/>
              <p:cNvSpPr>
                <a:spLocks noChangeArrowheads="1"/>
              </p:cNvSpPr>
              <p:nvPr>
                <p:custDataLst>
                  <p:tags r:id="rId8"/>
                </p:custDataLst>
              </p:nvPr>
            </p:nvSpPr>
            <p:spPr bwMode="gray">
              <a:xfrm rot="15334360" flipV="1">
                <a:off x="3736446" y="5312305"/>
                <a:ext cx="612775" cy="135467"/>
              </a:xfrm>
              <a:prstGeom prst="rect">
                <a:avLst/>
              </a:prstGeom>
              <a:gradFill rotWithShape="1">
                <a:gsLst>
                  <a:gs pos="833">
                    <a:srgbClr val="A9A9A9"/>
                  </a:gs>
                  <a:gs pos="31000">
                    <a:srgbClr val="F9F9F9"/>
                  </a:gs>
                  <a:gs pos="100000">
                    <a:srgbClr val="5F5F5F"/>
                  </a:gs>
                </a:gsLst>
                <a:lin ang="5400000" scaled="1"/>
              </a:gradFill>
              <a:ln>
                <a:noFill/>
              </a:ln>
            </p:spPr>
            <p:txBody>
              <a:bodyPr wrap="none" anchor="ctr"/>
              <a:lstStyle/>
              <a:p>
                <a:pPr eaLnBrk="1" fontAlgn="auto" hangingPunct="1">
                  <a:spcBef>
                    <a:spcPts val="0"/>
                  </a:spcBef>
                  <a:spcAft>
                    <a:spcPts val="0"/>
                  </a:spcAft>
                  <a:defRPr/>
                </a:pPr>
                <a:endParaRPr lang="zh-CN" altLang="en-US" sz="1350" dirty="0">
                  <a:latin typeface="+mn-lt"/>
                  <a:ea typeface="微软雅黑" panose="020B0503020204020204" charset="-122"/>
                </a:endParaRPr>
              </a:p>
            </p:txBody>
          </p:sp>
          <p:sp>
            <p:nvSpPr>
              <p:cNvPr id="25" name="MH_Other_6"/>
              <p:cNvSpPr>
                <a:spLocks noChangeArrowheads="1"/>
              </p:cNvSpPr>
              <p:nvPr>
                <p:custDataLst>
                  <p:tags r:id="rId9"/>
                </p:custDataLst>
              </p:nvPr>
            </p:nvSpPr>
            <p:spPr bwMode="gray">
              <a:xfrm rot="19641219">
                <a:off x="4099984" y="3881439"/>
                <a:ext cx="1090083" cy="98425"/>
              </a:xfrm>
              <a:prstGeom prst="rect">
                <a:avLst/>
              </a:prstGeom>
              <a:gradFill rotWithShape="1">
                <a:gsLst>
                  <a:gs pos="833">
                    <a:srgbClr val="A9A9A9"/>
                  </a:gs>
                  <a:gs pos="31000">
                    <a:srgbClr val="F9F9F9"/>
                  </a:gs>
                  <a:gs pos="100000">
                    <a:srgbClr val="5F5F5F"/>
                  </a:gs>
                </a:gsLst>
                <a:lin ang="5400000" scaled="1"/>
              </a:gradFill>
              <a:ln>
                <a:noFill/>
              </a:ln>
            </p:spPr>
            <p:txBody>
              <a:bodyPr wrap="none" anchor="ctr"/>
              <a:lstStyle/>
              <a:p>
                <a:pPr eaLnBrk="1" fontAlgn="auto" hangingPunct="1">
                  <a:spcBef>
                    <a:spcPts val="0"/>
                  </a:spcBef>
                  <a:spcAft>
                    <a:spcPts val="0"/>
                  </a:spcAft>
                  <a:defRPr/>
                </a:pPr>
                <a:endParaRPr lang="zh-CN" altLang="en-US" sz="1350" dirty="0">
                  <a:latin typeface="+mn-lt"/>
                  <a:ea typeface="微软雅黑" panose="020B0503020204020204" charset="-122"/>
                </a:endParaRPr>
              </a:p>
            </p:txBody>
          </p:sp>
          <p:sp>
            <p:nvSpPr>
              <p:cNvPr id="26" name="MH_Other_7"/>
              <p:cNvSpPr/>
              <p:nvPr>
                <p:custDataLst>
                  <p:tags r:id="rId10"/>
                </p:custDataLst>
              </p:nvPr>
            </p:nvSpPr>
            <p:spPr>
              <a:xfrm>
                <a:off x="3010443" y="3593924"/>
                <a:ext cx="1211685" cy="908764"/>
              </a:xfrm>
              <a:prstGeom prst="rect">
                <a:avLst/>
              </a:prstGeom>
              <a:solidFill>
                <a:srgbClr val="D7D7D7"/>
              </a:solidFill>
              <a:ln w="3175">
                <a:solidFill>
                  <a:srgbClr val="DDDDDD"/>
                </a:solidFill>
              </a:ln>
              <a:scene3d>
                <a:camera prst="perspectiveRelaxed" fov="3000000">
                  <a:rot lat="18926816" lon="4332277" rev="17844000"/>
                </a:camera>
                <a:lightRig rig="flat" dir="t">
                  <a:rot lat="0" lon="0" rev="2700000"/>
                </a:lightRig>
              </a:scene3d>
              <a:sp3d extrusionH="984250" contourW="6350">
                <a:bevelT w="0" h="0"/>
                <a:contourClr>
                  <a:srgbClr val="B2B2B2"/>
                </a:contourClr>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sz="1350"/>
              </a:p>
            </p:txBody>
          </p:sp>
          <p:sp>
            <p:nvSpPr>
              <p:cNvPr id="27" name="MH_Text_1"/>
              <p:cNvSpPr/>
              <p:nvPr>
                <p:custDataLst>
                  <p:tags r:id="rId11"/>
                </p:custDataLst>
              </p:nvPr>
            </p:nvSpPr>
            <p:spPr bwMode="auto">
              <a:xfrm>
                <a:off x="7556856" y="3024753"/>
                <a:ext cx="12555900" cy="1216075"/>
              </a:xfrm>
              <a:prstGeom prst="rect">
                <a:avLst/>
              </a:prstGeom>
              <a:no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tIns="0" bIns="0">
                <a:noAutofit/>
              </a:bodyPr>
              <a:lstStyle/>
              <a:p>
                <a:pPr indent="457200">
                  <a:lnSpc>
                    <a:spcPct val="130000"/>
                  </a:lnSpc>
                  <a:defRPr/>
                </a:pPr>
                <a:r>
                  <a:rPr lang="da-DK" altLang="zh-CN" dirty="0">
                    <a:solidFill>
                      <a:schemeClr val="tx1"/>
                    </a:solidFill>
                    <a:latin typeface="微软雅黑" panose="020B0503020204020204" charset="-122"/>
                    <a:ea typeface="微软雅黑" panose="020B0503020204020204" charset="-122"/>
                  </a:rPr>
                  <a:t>部署图中的构件是包或类对应的物理代码模块，因此，构件中应包含一些运行的对象。部署图中的对象与对象图中的对象的表示方法相同。</a:t>
                </a:r>
              </a:p>
            </p:txBody>
          </p:sp>
        </p:grpSp>
        <p:grpSp>
          <p:nvGrpSpPr>
            <p:cNvPr id="34" name="组合 33"/>
            <p:cNvGrpSpPr/>
            <p:nvPr/>
          </p:nvGrpSpPr>
          <p:grpSpPr>
            <a:xfrm flipH="1">
              <a:off x="11305" y="2742"/>
              <a:ext cx="7895" cy="1533"/>
              <a:chOff x="1" y="3428100"/>
              <a:chExt cx="5013433" cy="973302"/>
            </a:xfrm>
          </p:grpSpPr>
          <p:sp>
            <p:nvSpPr>
              <p:cNvPr id="35" name="MH_SubTitle_2"/>
              <p:cNvSpPr/>
              <p:nvPr>
                <p:custDataLst>
                  <p:tags r:id="rId1"/>
                </p:custDataLst>
              </p:nvPr>
            </p:nvSpPr>
            <p:spPr>
              <a:xfrm>
                <a:off x="1501900" y="3551342"/>
                <a:ext cx="3511534" cy="733137"/>
              </a:xfrm>
              <a:prstGeom prst="homePlate">
                <a:avLst/>
              </a:prstGeom>
              <a:solidFill>
                <a:srgbClr val="C698E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r>
                  <a:rPr lang="zh-CN" altLang="en-US" sz="2400" b="1" dirty="0">
                    <a:solidFill>
                      <a:schemeClr val="bg1"/>
                    </a:solidFill>
                    <a:latin typeface="微软雅黑" panose="020B0503020204020204" charset="-122"/>
                    <a:ea typeface="微软雅黑" panose="020B0503020204020204" charset="-122"/>
                  </a:rPr>
                  <a:t>对象</a:t>
                </a:r>
              </a:p>
            </p:txBody>
          </p:sp>
          <p:sp>
            <p:nvSpPr>
              <p:cNvPr id="36" name="MH_Other_5"/>
              <p:cNvSpPr/>
              <p:nvPr>
                <p:custDataLst>
                  <p:tags r:id="rId2"/>
                </p:custDataLst>
              </p:nvPr>
            </p:nvSpPr>
            <p:spPr>
              <a:xfrm>
                <a:off x="1" y="3429680"/>
                <a:ext cx="1006593" cy="971722"/>
              </a:xfrm>
              <a:prstGeom prst="rect">
                <a:avLst/>
              </a:prstGeom>
              <a:solidFill>
                <a:srgbClr val="C698E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r>
                  <a:rPr lang="en-US" altLang="zh-CN" sz="3200" dirty="0">
                    <a:solidFill>
                      <a:srgbClr val="FFFFFF"/>
                    </a:solidFill>
                    <a:latin typeface="Times New Roman" panose="02020603050405020304" pitchFamily="18" charset="0"/>
                    <a:ea typeface="微软雅黑" panose="020B0503020204020204" charset="-122"/>
                  </a:rPr>
                  <a:t>0</a:t>
                </a:r>
                <a:r>
                  <a:rPr lang="en-US" sz="3200" dirty="0">
                    <a:solidFill>
                      <a:srgbClr val="FFFFFF"/>
                    </a:solidFill>
                    <a:latin typeface="Times New Roman" panose="02020603050405020304" pitchFamily="18" charset="0"/>
                    <a:ea typeface="微软雅黑" panose="020B0503020204020204" charset="-122"/>
                  </a:rPr>
                  <a:t>3</a:t>
                </a:r>
              </a:p>
            </p:txBody>
          </p:sp>
          <p:sp>
            <p:nvSpPr>
              <p:cNvPr id="37" name="MH_Other_6"/>
              <p:cNvSpPr/>
              <p:nvPr>
                <p:custDataLst>
                  <p:tags r:id="rId3"/>
                </p:custDataLst>
              </p:nvPr>
            </p:nvSpPr>
            <p:spPr>
              <a:xfrm>
                <a:off x="987065" y="3428100"/>
                <a:ext cx="516612" cy="973302"/>
              </a:xfrm>
              <a:custGeom>
                <a:avLst/>
                <a:gdLst>
                  <a:gd name="connsiteX0" fmla="*/ 2382 w 461963"/>
                  <a:gd name="connsiteY0" fmla="*/ 0 h 1081088"/>
                  <a:gd name="connsiteX1" fmla="*/ 461963 w 461963"/>
                  <a:gd name="connsiteY1" fmla="*/ 138113 h 1081088"/>
                  <a:gd name="connsiteX2" fmla="*/ 461963 w 461963"/>
                  <a:gd name="connsiteY2" fmla="*/ 950119 h 1081088"/>
                  <a:gd name="connsiteX3" fmla="*/ 0 w 461963"/>
                  <a:gd name="connsiteY3" fmla="*/ 1081088 h 1081088"/>
                  <a:gd name="connsiteX4" fmla="*/ 2382 w 461963"/>
                  <a:gd name="connsiteY4" fmla="*/ 0 h 108108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61963" h="1081088">
                    <a:moveTo>
                      <a:pt x="2382" y="0"/>
                    </a:moveTo>
                    <a:lnTo>
                      <a:pt x="461963" y="138113"/>
                    </a:lnTo>
                    <a:lnTo>
                      <a:pt x="461963" y="950119"/>
                    </a:lnTo>
                    <a:lnTo>
                      <a:pt x="0" y="1081088"/>
                    </a:lnTo>
                    <a:lnTo>
                      <a:pt x="2382" y="0"/>
                    </a:lnTo>
                    <a:close/>
                  </a:path>
                </a:pathLst>
              </a:custGeom>
              <a:solidFill>
                <a:srgbClr val="A154CC"/>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a:solidFill>
                    <a:srgbClr val="FFFFFF"/>
                  </a:solidFill>
                  <a:latin typeface="微软雅黑" panose="020B0503020204020204" charset="-122"/>
                  <a:ea typeface="微软雅黑" panose="020B0503020204020204" charset="-122"/>
                </a:endParaRPr>
              </a:p>
            </p:txBody>
          </p:sp>
        </p:grpSp>
      </p:grpSp>
    </p:spTree>
  </p:cSld>
  <p:clrMapOvr>
    <a:masterClrMapping/>
  </p:clrMapOvr>
  <p:transition>
    <p:circle/>
  </p:transition>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694801" y="360000"/>
            <a:ext cx="5401200" cy="523220"/>
          </a:xfrm>
        </p:spPr>
        <p:txBody>
          <a:bodyPr>
            <a:normAutofit/>
          </a:bodyPr>
          <a:lstStyle/>
          <a:p>
            <a:r>
              <a:rPr lang="en-US" altLang="zh-CN" dirty="0">
                <a:sym typeface="+mn-ea"/>
              </a:rPr>
              <a:t>6.3 UML</a:t>
            </a:r>
            <a:r>
              <a:rPr lang="zh-CN" altLang="en-US" dirty="0">
                <a:sym typeface="+mn-ea"/>
              </a:rPr>
              <a:t>图</a:t>
            </a:r>
            <a:endParaRPr lang="zh-CN" altLang="en-US" dirty="0"/>
          </a:p>
        </p:txBody>
      </p:sp>
      <p:sp>
        <p:nvSpPr>
          <p:cNvPr id="4" name="文本占位符 3">
            <a:extLst>
              <a:ext uri="{FF2B5EF4-FFF2-40B4-BE49-F238E27FC236}">
                <a16:creationId xmlns:a16="http://schemas.microsoft.com/office/drawing/2014/main" id="{C675C4A7-C9FA-AD26-ED54-3D35769204B8}"/>
              </a:ext>
            </a:extLst>
          </p:cNvPr>
          <p:cNvSpPr>
            <a:spLocks noGrp="1"/>
          </p:cNvSpPr>
          <p:nvPr>
            <p:ph type="body" sz="quarter" idx="10"/>
          </p:nvPr>
        </p:nvSpPr>
        <p:spPr/>
        <p:txBody>
          <a:bodyPr/>
          <a:lstStyle/>
          <a:p>
            <a:endParaRPr lang="zh-CN" altLang="en-US"/>
          </a:p>
        </p:txBody>
      </p:sp>
      <p:sp>
        <p:nvSpPr>
          <p:cNvPr id="29" name="TextBox 6"/>
          <p:cNvSpPr txBox="1"/>
          <p:nvPr/>
        </p:nvSpPr>
        <p:spPr>
          <a:xfrm>
            <a:off x="809625" y="1403350"/>
            <a:ext cx="5777230" cy="525657"/>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zh-CN" altLang="en-US" sz="2400" dirty="0">
                <a:solidFill>
                  <a:schemeClr val="tx1"/>
                </a:solidFill>
              </a:rPr>
              <a:t>案例</a:t>
            </a:r>
          </a:p>
        </p:txBody>
      </p:sp>
      <p:grpSp>
        <p:nvGrpSpPr>
          <p:cNvPr id="18" name="组合 17"/>
          <p:cNvGrpSpPr/>
          <p:nvPr/>
        </p:nvGrpSpPr>
        <p:grpSpPr>
          <a:xfrm>
            <a:off x="867410" y="2433955"/>
            <a:ext cx="10432415" cy="2808605"/>
            <a:chOff x="1499" y="3150"/>
            <a:chExt cx="16429" cy="4423"/>
          </a:xfrm>
        </p:grpSpPr>
        <p:sp>
          <p:nvSpPr>
            <p:cNvPr id="19" name="TextBox 18"/>
            <p:cNvSpPr txBox="1"/>
            <p:nvPr/>
          </p:nvSpPr>
          <p:spPr>
            <a:xfrm>
              <a:off x="3431" y="3419"/>
              <a:ext cx="13522" cy="630"/>
            </a:xfrm>
            <a:prstGeom prst="rect">
              <a:avLst/>
            </a:prstGeom>
            <a:noFill/>
          </p:spPr>
          <p:txBody>
            <a:bodyPr wrap="square">
              <a:spAutoFit/>
            </a:bodyPr>
            <a:lstStyle/>
            <a:p>
              <a:r>
                <a:rPr lang="zh-CN" altLang="en-US" sz="2000" dirty="0"/>
                <a:t>用部署图描述使用金龙卡饮食销售系统。</a:t>
              </a:r>
              <a:endParaRPr sz="2000" dirty="0">
                <a:sym typeface="+mn-ea"/>
              </a:endParaRPr>
            </a:p>
          </p:txBody>
        </p:sp>
        <p:sp>
          <p:nvSpPr>
            <p:cNvPr id="20" name="矩形 19"/>
            <p:cNvSpPr>
              <a:spLocks noChangeAspect="1"/>
            </p:cNvSpPr>
            <p:nvPr/>
          </p:nvSpPr>
          <p:spPr>
            <a:xfrm>
              <a:off x="1499" y="4275"/>
              <a:ext cx="16429" cy="3298"/>
            </a:xfrm>
            <a:prstGeom prst="rect">
              <a:avLst/>
            </a:prstGeom>
            <a:ln w="12700">
              <a:solidFill>
                <a:srgbClr val="0883C8"/>
              </a:solidFill>
              <a:prstDash val="dash"/>
            </a:ln>
          </p:spPr>
          <p:style>
            <a:lnRef idx="1">
              <a:schemeClr val="accent6"/>
            </a:lnRef>
            <a:fillRef idx="0">
              <a:schemeClr val="accent6"/>
            </a:fillRef>
            <a:effectRef idx="0">
              <a:schemeClr val="accent6"/>
            </a:effectRef>
            <a:fontRef idx="minor">
              <a:schemeClr val="tx1"/>
            </a:fontRef>
          </p:style>
          <p:txBody>
            <a:bodyPr rtlCol="0" anchor="ctr"/>
            <a:lstStyle/>
            <a:p>
              <a:pPr algn="ctr"/>
              <a:endParaRPr lang="zh-CN" altLang="en-US" b="1" dirty="0">
                <a:latin typeface="Times New Roman" panose="02020603050405020304" charset="0"/>
              </a:endParaRPr>
            </a:p>
          </p:txBody>
        </p:sp>
        <p:grpSp>
          <p:nvGrpSpPr>
            <p:cNvPr id="21" name="组合 20"/>
            <p:cNvGrpSpPr/>
            <p:nvPr/>
          </p:nvGrpSpPr>
          <p:grpSpPr>
            <a:xfrm>
              <a:off x="1500" y="3150"/>
              <a:ext cx="1931" cy="1125"/>
              <a:chOff x="2738416" y="1357298"/>
              <a:chExt cx="1071570" cy="714379"/>
            </a:xfrm>
          </p:grpSpPr>
          <p:pic>
            <p:nvPicPr>
              <p:cNvPr id="24" name="Picture 2" descr="E:\仝德志文件，勿删！\03-参考文档\！PPT图片及版面资源\06-PPT精选插图\12-标签\蓝色燕尾01.png"/>
              <p:cNvPicPr>
                <a:picLocks noChangeAspect="1" noChangeArrowheads="1"/>
              </p:cNvPicPr>
              <p:nvPr/>
            </p:nvPicPr>
            <p:blipFill>
              <a:blip r:embed="rId2" cstate="email"/>
              <a:srcRect/>
              <a:stretch>
                <a:fillRect/>
              </a:stretch>
            </p:blipFill>
            <p:spPr bwMode="auto">
              <a:xfrm rot="16200000">
                <a:off x="2917011" y="1178703"/>
                <a:ext cx="714379" cy="1071570"/>
              </a:xfrm>
              <a:prstGeom prst="rect">
                <a:avLst/>
              </a:prstGeom>
              <a:noFill/>
              <a:extLst>
                <a:ext uri="{909E8E84-426E-40DD-AFC4-6F175D3DCCD1}">
                  <a14:hiddenFill xmlns:a14="http://schemas.microsoft.com/office/drawing/2010/main">
                    <a:solidFill>
                      <a:srgbClr val="FFFFFF"/>
                    </a:solidFill>
                  </a14:hiddenFill>
                </a:ext>
              </a:extLst>
            </p:spPr>
          </p:pic>
          <p:sp>
            <p:nvSpPr>
              <p:cNvPr id="28" name="TextBox 7"/>
              <p:cNvSpPr txBox="1"/>
              <p:nvPr/>
            </p:nvSpPr>
            <p:spPr>
              <a:xfrm>
                <a:off x="2811667" y="1467155"/>
                <a:ext cx="998319" cy="457203"/>
              </a:xfrm>
              <a:prstGeom prst="rect">
                <a:avLst/>
              </a:prstGeom>
              <a:noFill/>
            </p:spPr>
            <p:txBody>
              <a:bodyPr wrap="square" rtlCol="0">
                <a:spAutoFit/>
              </a:bodyPr>
              <a:lstStyle/>
              <a:p>
                <a:r>
                  <a:rPr lang="zh-CN" altLang="en-US" sz="2400" dirty="0">
                    <a:solidFill>
                      <a:schemeClr val="bg1"/>
                    </a:solidFill>
                    <a:sym typeface="+mn-ea"/>
                  </a:rPr>
                  <a:t>例 </a:t>
                </a:r>
                <a:r>
                  <a:rPr lang="en-US" altLang="zh-CN" sz="2400" dirty="0">
                    <a:solidFill>
                      <a:schemeClr val="bg1"/>
                    </a:solidFill>
                    <a:sym typeface="+mn-ea"/>
                  </a:rPr>
                  <a:t>6-5</a:t>
                </a:r>
                <a:endParaRPr lang="en-US" altLang="zh-CN" sz="2400" b="1" dirty="0">
                  <a:solidFill>
                    <a:schemeClr val="bg1"/>
                  </a:solidFill>
                  <a:latin typeface="微软雅黑" panose="020B0503020204020204" charset="-122"/>
                  <a:ea typeface="微软雅黑" panose="020B0503020204020204" charset="-122"/>
                  <a:sym typeface="+mn-ea"/>
                </a:endParaRPr>
              </a:p>
            </p:txBody>
          </p:sp>
        </p:grpSp>
        <p:sp>
          <p:nvSpPr>
            <p:cNvPr id="22" name="TextBox 21"/>
            <p:cNvSpPr txBox="1"/>
            <p:nvPr/>
          </p:nvSpPr>
          <p:spPr>
            <a:xfrm>
              <a:off x="1725" y="4725"/>
              <a:ext cx="13522" cy="658"/>
            </a:xfrm>
            <a:prstGeom prst="rect">
              <a:avLst/>
            </a:prstGeom>
            <a:noFill/>
          </p:spPr>
          <p:txBody>
            <a:bodyPr wrap="square">
              <a:spAutoFit/>
            </a:bodyPr>
            <a:lstStyle/>
            <a:p>
              <a:endParaRPr lang="zh-CN" altLang="en-US" sz="2000" b="1" dirty="0">
                <a:solidFill>
                  <a:srgbClr val="00B0F0"/>
                </a:solidFill>
                <a:latin typeface="微软雅黑" panose="020B0503020204020204" charset="-122"/>
                <a:ea typeface="微软雅黑" panose="020B0503020204020204" charset="-122"/>
              </a:endParaRPr>
            </a:p>
          </p:txBody>
        </p:sp>
        <p:sp>
          <p:nvSpPr>
            <p:cNvPr id="23" name="TextBox 22"/>
            <p:cNvSpPr txBox="1"/>
            <p:nvPr/>
          </p:nvSpPr>
          <p:spPr>
            <a:xfrm>
              <a:off x="1945" y="4451"/>
              <a:ext cx="15536" cy="2920"/>
            </a:xfrm>
            <a:prstGeom prst="rect">
              <a:avLst/>
            </a:prstGeom>
            <a:solidFill>
              <a:schemeClr val="bg1">
                <a:lumMod val="95000"/>
              </a:schemeClr>
            </a:solidFill>
          </p:spPr>
          <p:txBody>
            <a:bodyPr wrap="square">
              <a:spAutoFit/>
            </a:bodyPr>
            <a:lstStyle/>
            <a:p>
              <a:pPr fontAlgn="auto">
                <a:lnSpc>
                  <a:spcPct val="130000"/>
                </a:lnSpc>
              </a:pPr>
              <a:r>
                <a:rPr lang="zh-CN" altLang="en-US" dirty="0">
                  <a:latin typeface="Times New Roman" panose="02020603050405020304" charset="0"/>
                  <a:ea typeface="微软雅黑" panose="020B0503020204020204" pitchFamily="34" charset="-122"/>
                </a:rPr>
                <a:t>         图</a:t>
              </a:r>
              <a:r>
                <a:rPr lang="en-US" altLang="zh-CN" dirty="0">
                  <a:latin typeface="Times New Roman" panose="02020603050405020304" charset="0"/>
                  <a:ea typeface="微软雅黑" panose="020B0503020204020204" pitchFamily="34" charset="-122"/>
                </a:rPr>
                <a:t>6-21</a:t>
              </a:r>
              <a:r>
                <a:rPr lang="zh-CN" altLang="en-US" dirty="0">
                  <a:latin typeface="Times New Roman" panose="02020603050405020304" charset="0"/>
                  <a:ea typeface="微软雅黑" panose="020B0503020204020204" pitchFamily="34" charset="-122"/>
                </a:rPr>
                <a:t>是金龙卡饮食销售系统的部署图。在该系统中，有若干销售端，每个销售端有一个金龙卡接口和一个输入销售金额的界面。输入销售金额后，要将数据库中该金龙卡原有的余额减去输入的金额，再将得到的新余额存入数据库中。后台服务器有系统程序和数据库，系统程序用来对数据库中的数据进行处理。收银端有一个金龙卡接口和一个输入金额的界面，这里输入的金额要与数据库中该金龙卡原有的余额相加，再将得到的新余额存入数据库中。</a:t>
              </a:r>
            </a:p>
          </p:txBody>
        </p:sp>
      </p:grpSp>
    </p:spTree>
  </p:cSld>
  <p:clrMapOvr>
    <a:masterClrMapping/>
  </p:clrMapOvr>
  <p:transition>
    <p:circle/>
  </p:transition>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694801" y="360000"/>
            <a:ext cx="5401200" cy="523220"/>
          </a:xfrm>
        </p:spPr>
        <p:txBody>
          <a:bodyPr>
            <a:normAutofit/>
          </a:bodyPr>
          <a:lstStyle/>
          <a:p>
            <a:r>
              <a:rPr lang="en-US" altLang="zh-CN" dirty="0">
                <a:sym typeface="+mn-ea"/>
              </a:rPr>
              <a:t>6.3 UML</a:t>
            </a:r>
            <a:r>
              <a:rPr lang="zh-CN" altLang="en-US" dirty="0">
                <a:sym typeface="+mn-ea"/>
              </a:rPr>
              <a:t>图</a:t>
            </a:r>
            <a:endParaRPr lang="zh-CN" altLang="en-US" dirty="0"/>
          </a:p>
        </p:txBody>
      </p:sp>
      <p:sp>
        <p:nvSpPr>
          <p:cNvPr id="8" name="文本占位符 7">
            <a:extLst>
              <a:ext uri="{FF2B5EF4-FFF2-40B4-BE49-F238E27FC236}">
                <a16:creationId xmlns:a16="http://schemas.microsoft.com/office/drawing/2014/main" id="{2C047C46-2561-ABC7-E75A-91851418CB40}"/>
              </a:ext>
            </a:extLst>
          </p:cNvPr>
          <p:cNvSpPr>
            <a:spLocks noGrp="1"/>
          </p:cNvSpPr>
          <p:nvPr>
            <p:ph type="body" sz="quarter" idx="10"/>
          </p:nvPr>
        </p:nvSpPr>
        <p:spPr/>
        <p:txBody>
          <a:bodyPr/>
          <a:lstStyle/>
          <a:p>
            <a:endParaRPr lang="zh-CN" altLang="en-US"/>
          </a:p>
        </p:txBody>
      </p:sp>
      <p:sp>
        <p:nvSpPr>
          <p:cNvPr id="29" name="TextBox 6"/>
          <p:cNvSpPr txBox="1"/>
          <p:nvPr/>
        </p:nvSpPr>
        <p:spPr>
          <a:xfrm>
            <a:off x="809625" y="1403350"/>
            <a:ext cx="5777230" cy="525657"/>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zh-CN" altLang="en-US" sz="2400" dirty="0">
                <a:solidFill>
                  <a:schemeClr val="tx1"/>
                </a:solidFill>
              </a:rPr>
              <a:t>案例</a:t>
            </a:r>
          </a:p>
        </p:txBody>
      </p:sp>
      <p:grpSp>
        <p:nvGrpSpPr>
          <p:cNvPr id="2" name="组合 17"/>
          <p:cNvGrpSpPr/>
          <p:nvPr/>
        </p:nvGrpSpPr>
        <p:grpSpPr>
          <a:xfrm>
            <a:off x="867410" y="2433955"/>
            <a:ext cx="10432415" cy="3616325"/>
            <a:chOff x="1499" y="3150"/>
            <a:chExt cx="16429" cy="5695"/>
          </a:xfrm>
        </p:grpSpPr>
        <p:sp>
          <p:nvSpPr>
            <p:cNvPr id="19" name="TextBox 18"/>
            <p:cNvSpPr txBox="1"/>
            <p:nvPr/>
          </p:nvSpPr>
          <p:spPr>
            <a:xfrm>
              <a:off x="3431" y="3419"/>
              <a:ext cx="13522" cy="630"/>
            </a:xfrm>
            <a:prstGeom prst="rect">
              <a:avLst/>
            </a:prstGeom>
            <a:noFill/>
          </p:spPr>
          <p:txBody>
            <a:bodyPr wrap="square">
              <a:spAutoFit/>
            </a:bodyPr>
            <a:lstStyle/>
            <a:p>
              <a:r>
                <a:rPr lang="zh-CN" altLang="en-US" sz="2000" dirty="0"/>
                <a:t>用部署图描述使用金龙卡饮食销售系统。</a:t>
              </a:r>
              <a:endParaRPr sz="2000" dirty="0">
                <a:sym typeface="+mn-ea"/>
              </a:endParaRPr>
            </a:p>
          </p:txBody>
        </p:sp>
        <p:sp>
          <p:nvSpPr>
            <p:cNvPr id="20" name="矩形 19"/>
            <p:cNvSpPr>
              <a:spLocks noChangeAspect="1"/>
            </p:cNvSpPr>
            <p:nvPr/>
          </p:nvSpPr>
          <p:spPr>
            <a:xfrm>
              <a:off x="1499" y="4275"/>
              <a:ext cx="16429" cy="4570"/>
            </a:xfrm>
            <a:prstGeom prst="rect">
              <a:avLst/>
            </a:prstGeom>
            <a:ln w="12700">
              <a:solidFill>
                <a:srgbClr val="0883C8"/>
              </a:solidFill>
              <a:prstDash val="dash"/>
            </a:ln>
          </p:spPr>
          <p:style>
            <a:lnRef idx="1">
              <a:schemeClr val="accent6"/>
            </a:lnRef>
            <a:fillRef idx="0">
              <a:schemeClr val="accent6"/>
            </a:fillRef>
            <a:effectRef idx="0">
              <a:schemeClr val="accent6"/>
            </a:effectRef>
            <a:fontRef idx="minor">
              <a:schemeClr val="tx1"/>
            </a:fontRef>
          </p:style>
          <p:txBody>
            <a:bodyPr rtlCol="0" anchor="ctr"/>
            <a:lstStyle/>
            <a:p>
              <a:pPr algn="ctr"/>
              <a:endParaRPr lang="zh-CN" altLang="en-US" b="1" dirty="0">
                <a:latin typeface="Times New Roman" panose="02020603050405020304" charset="0"/>
              </a:endParaRPr>
            </a:p>
          </p:txBody>
        </p:sp>
        <p:grpSp>
          <p:nvGrpSpPr>
            <p:cNvPr id="4" name="组合 20"/>
            <p:cNvGrpSpPr/>
            <p:nvPr/>
          </p:nvGrpSpPr>
          <p:grpSpPr>
            <a:xfrm>
              <a:off x="1500" y="3150"/>
              <a:ext cx="1931" cy="1125"/>
              <a:chOff x="2738416" y="1357298"/>
              <a:chExt cx="1071570" cy="714379"/>
            </a:xfrm>
          </p:grpSpPr>
          <p:pic>
            <p:nvPicPr>
              <p:cNvPr id="24" name="Picture 2" descr="E:\仝德志文件，勿删！\03-参考文档\！PPT图片及版面资源\06-PPT精选插图\12-标签\蓝色燕尾01.png"/>
              <p:cNvPicPr>
                <a:picLocks noChangeAspect="1" noChangeArrowheads="1"/>
              </p:cNvPicPr>
              <p:nvPr/>
            </p:nvPicPr>
            <p:blipFill>
              <a:blip r:embed="rId2" cstate="email"/>
              <a:srcRect/>
              <a:stretch>
                <a:fillRect/>
              </a:stretch>
            </p:blipFill>
            <p:spPr bwMode="auto">
              <a:xfrm rot="16200000">
                <a:off x="2917011" y="1178703"/>
                <a:ext cx="714379" cy="1071570"/>
              </a:xfrm>
              <a:prstGeom prst="rect">
                <a:avLst/>
              </a:prstGeom>
              <a:noFill/>
              <a:extLst>
                <a:ext uri="{909E8E84-426E-40DD-AFC4-6F175D3DCCD1}">
                  <a14:hiddenFill xmlns:a14="http://schemas.microsoft.com/office/drawing/2010/main">
                    <a:solidFill>
                      <a:srgbClr val="FFFFFF"/>
                    </a:solidFill>
                  </a14:hiddenFill>
                </a:ext>
              </a:extLst>
            </p:spPr>
          </p:pic>
          <p:sp>
            <p:nvSpPr>
              <p:cNvPr id="28" name="TextBox 7"/>
              <p:cNvSpPr txBox="1"/>
              <p:nvPr/>
            </p:nvSpPr>
            <p:spPr>
              <a:xfrm>
                <a:off x="2811667" y="1467155"/>
                <a:ext cx="998319" cy="457203"/>
              </a:xfrm>
              <a:prstGeom prst="rect">
                <a:avLst/>
              </a:prstGeom>
              <a:noFill/>
            </p:spPr>
            <p:txBody>
              <a:bodyPr wrap="square" rtlCol="0">
                <a:spAutoFit/>
              </a:bodyPr>
              <a:lstStyle/>
              <a:p>
                <a:r>
                  <a:rPr lang="zh-CN" altLang="en-US" sz="2400" dirty="0">
                    <a:solidFill>
                      <a:schemeClr val="bg1"/>
                    </a:solidFill>
                    <a:sym typeface="+mn-ea"/>
                  </a:rPr>
                  <a:t>例 </a:t>
                </a:r>
                <a:r>
                  <a:rPr lang="en-US" altLang="zh-CN" sz="2400" dirty="0">
                    <a:solidFill>
                      <a:schemeClr val="bg1"/>
                    </a:solidFill>
                    <a:sym typeface="+mn-ea"/>
                  </a:rPr>
                  <a:t>6-5</a:t>
                </a:r>
                <a:endParaRPr lang="en-US" altLang="zh-CN" sz="2400" b="1" dirty="0">
                  <a:solidFill>
                    <a:schemeClr val="bg1"/>
                  </a:solidFill>
                  <a:latin typeface="微软雅黑" panose="020B0503020204020204" charset="-122"/>
                  <a:ea typeface="微软雅黑" panose="020B0503020204020204" charset="-122"/>
                  <a:sym typeface="+mn-ea"/>
                </a:endParaRPr>
              </a:p>
            </p:txBody>
          </p:sp>
        </p:grpSp>
        <p:sp>
          <p:nvSpPr>
            <p:cNvPr id="22" name="TextBox 21"/>
            <p:cNvSpPr txBox="1"/>
            <p:nvPr/>
          </p:nvSpPr>
          <p:spPr>
            <a:xfrm>
              <a:off x="1725" y="4725"/>
              <a:ext cx="13522" cy="658"/>
            </a:xfrm>
            <a:prstGeom prst="rect">
              <a:avLst/>
            </a:prstGeom>
            <a:noFill/>
          </p:spPr>
          <p:txBody>
            <a:bodyPr wrap="square">
              <a:spAutoFit/>
            </a:bodyPr>
            <a:lstStyle/>
            <a:p>
              <a:endParaRPr lang="zh-CN" altLang="en-US" sz="2000" b="1" dirty="0">
                <a:solidFill>
                  <a:srgbClr val="00B0F0"/>
                </a:solidFill>
                <a:latin typeface="微软雅黑" panose="020B0503020204020204" charset="-122"/>
                <a:ea typeface="微软雅黑" panose="020B0503020204020204" charset="-122"/>
              </a:endParaRPr>
            </a:p>
          </p:txBody>
        </p:sp>
        <p:sp>
          <p:nvSpPr>
            <p:cNvPr id="23" name="TextBox 22"/>
            <p:cNvSpPr txBox="1"/>
            <p:nvPr/>
          </p:nvSpPr>
          <p:spPr>
            <a:xfrm>
              <a:off x="1945" y="4451"/>
              <a:ext cx="15536" cy="4115"/>
            </a:xfrm>
            <a:prstGeom prst="rect">
              <a:avLst/>
            </a:prstGeom>
            <a:solidFill>
              <a:schemeClr val="bg1">
                <a:lumMod val="95000"/>
              </a:schemeClr>
            </a:solidFill>
          </p:spPr>
          <p:txBody>
            <a:bodyPr wrap="square">
              <a:spAutoFit/>
            </a:bodyPr>
            <a:lstStyle/>
            <a:p>
              <a:pPr fontAlgn="auto">
                <a:lnSpc>
                  <a:spcPct val="130000"/>
                </a:lnSpc>
              </a:pPr>
              <a:endParaRPr lang="en-US" altLang="zh-CN" dirty="0">
                <a:latin typeface="Times New Roman" panose="02020603050405020304" charset="0"/>
                <a:ea typeface="微软雅黑" panose="020B0503020204020204" pitchFamily="34" charset="-122"/>
              </a:endParaRPr>
            </a:p>
            <a:p>
              <a:pPr fontAlgn="auto">
                <a:lnSpc>
                  <a:spcPct val="130000"/>
                </a:lnSpc>
              </a:pPr>
              <a:endParaRPr lang="en-US" altLang="zh-CN" dirty="0">
                <a:latin typeface="Times New Roman" panose="02020603050405020304" charset="0"/>
                <a:ea typeface="微软雅黑" panose="020B0503020204020204" pitchFamily="34" charset="-122"/>
              </a:endParaRPr>
            </a:p>
            <a:p>
              <a:pPr fontAlgn="auto">
                <a:lnSpc>
                  <a:spcPct val="130000"/>
                </a:lnSpc>
              </a:pPr>
              <a:endParaRPr lang="en-US" altLang="zh-CN" dirty="0">
                <a:latin typeface="Times New Roman" panose="02020603050405020304" charset="0"/>
                <a:ea typeface="微软雅黑" panose="020B0503020204020204" pitchFamily="34" charset="-122"/>
              </a:endParaRPr>
            </a:p>
            <a:p>
              <a:pPr fontAlgn="auto">
                <a:lnSpc>
                  <a:spcPct val="130000"/>
                </a:lnSpc>
              </a:pPr>
              <a:endParaRPr lang="en-US" altLang="zh-CN" dirty="0">
                <a:latin typeface="Times New Roman" panose="02020603050405020304" charset="0"/>
                <a:ea typeface="微软雅黑" panose="020B0503020204020204" pitchFamily="34" charset="-122"/>
              </a:endParaRPr>
            </a:p>
            <a:p>
              <a:pPr fontAlgn="auto">
                <a:lnSpc>
                  <a:spcPct val="130000"/>
                </a:lnSpc>
              </a:pPr>
              <a:endParaRPr lang="en-US" altLang="zh-CN" dirty="0">
                <a:latin typeface="Times New Roman" panose="02020603050405020304" charset="0"/>
                <a:ea typeface="微软雅黑" panose="020B0503020204020204" pitchFamily="34" charset="-122"/>
              </a:endParaRPr>
            </a:p>
            <a:p>
              <a:pPr fontAlgn="auto">
                <a:lnSpc>
                  <a:spcPct val="130000"/>
                </a:lnSpc>
              </a:pPr>
              <a:endParaRPr lang="en-US" altLang="zh-CN" dirty="0">
                <a:latin typeface="Times New Roman" panose="02020603050405020304" charset="0"/>
                <a:ea typeface="微软雅黑" panose="020B0503020204020204" pitchFamily="34" charset="-122"/>
              </a:endParaRPr>
            </a:p>
            <a:p>
              <a:pPr fontAlgn="auto">
                <a:lnSpc>
                  <a:spcPct val="130000"/>
                </a:lnSpc>
              </a:pPr>
              <a:endParaRPr lang="zh-CN" altLang="en-US" dirty="0">
                <a:latin typeface="Times New Roman" panose="02020603050405020304" charset="0"/>
                <a:ea typeface="微软雅黑" panose="020B0503020204020204" pitchFamily="34" charset="-122"/>
              </a:endParaRPr>
            </a:p>
          </p:txBody>
        </p:sp>
      </p:grpSp>
      <p:pic>
        <p:nvPicPr>
          <p:cNvPr id="147458" name="图片 171"/>
          <p:cNvPicPr>
            <a:picLocks noChangeAspect="1" noChangeArrowheads="1"/>
          </p:cNvPicPr>
          <p:nvPr/>
        </p:nvPicPr>
        <p:blipFill>
          <a:blip r:embed="rId3" cstate="print"/>
          <a:srcRect/>
          <a:stretch>
            <a:fillRect/>
          </a:stretch>
        </p:blipFill>
        <p:spPr bwMode="auto">
          <a:xfrm>
            <a:off x="3535680" y="3261360"/>
            <a:ext cx="4417695" cy="2561145"/>
          </a:xfrm>
          <a:prstGeom prst="rect">
            <a:avLst/>
          </a:prstGeom>
          <a:noFill/>
          <a:ln w="9525">
            <a:noFill/>
            <a:miter lim="800000"/>
            <a:headEnd/>
            <a:tailEnd/>
          </a:ln>
        </p:spPr>
      </p:pic>
    </p:spTree>
  </p:cSld>
  <p:clrMapOvr>
    <a:masterClrMapping/>
  </p:clrMapOvr>
  <p:transition>
    <p:circle/>
  </p:transition>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任意多边形 17"/>
          <p:cNvSpPr/>
          <p:nvPr>
            <p:custDataLst>
              <p:tags r:id="rId1"/>
            </p:custDataLst>
          </p:nvPr>
        </p:nvSpPr>
        <p:spPr bwMode="auto">
          <a:xfrm>
            <a:off x="-2117" y="0"/>
            <a:ext cx="7249584" cy="6858000"/>
          </a:xfrm>
          <a:custGeom>
            <a:avLst/>
            <a:gdLst>
              <a:gd name="T0" fmla="*/ 0 w 5437991"/>
              <a:gd name="T1" fmla="*/ 0 h 6858000"/>
              <a:gd name="T2" fmla="*/ 5433976 w 5437991"/>
              <a:gd name="T3" fmla="*/ 0 h 6858000"/>
              <a:gd name="T4" fmla="*/ 1631922 w 5437991"/>
              <a:gd name="T5" fmla="*/ 6858000 h 6858000"/>
              <a:gd name="T6" fmla="*/ 0 w 5437991"/>
              <a:gd name="T7" fmla="*/ 6858000 h 6858000"/>
              <a:gd name="T8" fmla="*/ 0 w 5437991"/>
              <a:gd name="T9" fmla="*/ 0 h 685800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5437991" h="6858000">
                <a:moveTo>
                  <a:pt x="0" y="0"/>
                </a:moveTo>
                <a:lnTo>
                  <a:pt x="5437991" y="0"/>
                </a:lnTo>
                <a:lnTo>
                  <a:pt x="1633127" y="6858000"/>
                </a:lnTo>
                <a:lnTo>
                  <a:pt x="0" y="6858000"/>
                </a:lnTo>
                <a:lnTo>
                  <a:pt x="0" y="0"/>
                </a:lnTo>
                <a:close/>
              </a:path>
            </a:pathLst>
          </a:custGeom>
          <a:solidFill>
            <a:srgbClr val="008080"/>
          </a:solidFill>
          <a:ln w="9525">
            <a:noFill/>
            <a:round/>
          </a:ln>
        </p:spPr>
        <p:txBody>
          <a:bodyPr anchor="ctr"/>
          <a:lstStyle/>
          <a:p>
            <a:endParaRPr lang="zh-CN" altLang="en-US" dirty="0">
              <a:ea typeface="微软雅黑" panose="020B0503020204020204" pitchFamily="34" charset="-122"/>
            </a:endParaRPr>
          </a:p>
        </p:txBody>
      </p:sp>
      <p:grpSp>
        <p:nvGrpSpPr>
          <p:cNvPr id="4" name="组合 2"/>
          <p:cNvGrpSpPr/>
          <p:nvPr/>
        </p:nvGrpSpPr>
        <p:grpSpPr>
          <a:xfrm>
            <a:off x="3428455" y="2169500"/>
            <a:ext cx="2362200" cy="2362200"/>
            <a:chOff x="977900" y="2247899"/>
            <a:chExt cx="2362200" cy="2362200"/>
          </a:xfrm>
        </p:grpSpPr>
        <p:sp>
          <p:nvSpPr>
            <p:cNvPr id="2" name="椭圆 1"/>
            <p:cNvSpPr/>
            <p:nvPr/>
          </p:nvSpPr>
          <p:spPr>
            <a:xfrm>
              <a:off x="977900" y="2247899"/>
              <a:ext cx="2362200" cy="2362200"/>
            </a:xfrm>
            <a:prstGeom prst="ellipse">
              <a:avLst/>
            </a:prstGeom>
            <a:solidFill>
              <a:schemeClr val="bg1"/>
            </a:solidFill>
            <a:ln>
              <a:solidFill>
                <a:schemeClr val="accent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dirty="0">
                <a:ln>
                  <a:noFill/>
                </a:ln>
                <a:solidFill>
                  <a:schemeClr val="lt1"/>
                </a:solidFill>
                <a:effectLst/>
                <a:uLnTx/>
                <a:uFillTx/>
                <a:latin typeface="+mn-lt"/>
                <a:ea typeface="微软雅黑" panose="020B0503020204020204" pitchFamily="34" charset="-122"/>
                <a:cs typeface="+mn-cs"/>
              </a:endParaRPr>
            </a:p>
          </p:txBody>
        </p:sp>
        <p:sp>
          <p:nvSpPr>
            <p:cNvPr id="18442" name="文本框 5"/>
            <p:cNvSpPr txBox="1"/>
            <p:nvPr/>
          </p:nvSpPr>
          <p:spPr>
            <a:xfrm>
              <a:off x="1316396" y="2644169"/>
              <a:ext cx="1736009" cy="1657985"/>
            </a:xfrm>
            <a:prstGeom prst="rect">
              <a:avLst/>
            </a:prstGeom>
            <a:noFill/>
            <a:ln w="9525">
              <a:noFill/>
            </a:ln>
          </p:spPr>
          <p:txBody>
            <a:bodyPr>
              <a:spAutoFit/>
            </a:bodyPr>
            <a:lstStyle>
              <a:lvl1pPr marL="228600" indent="-228600" algn="l" rtl="0" fontAlgn="base">
                <a:lnSpc>
                  <a:spcPct val="90000"/>
                </a:lnSpc>
                <a:spcBef>
                  <a:spcPts val="1000"/>
                </a:spcBef>
                <a:spcAft>
                  <a:spcPct val="0"/>
                </a:spcAft>
                <a:buFont typeface="Arial" panose="020B0604020202020204" pitchFamily="34" charset="0"/>
                <a:buChar char="•"/>
                <a:defRPr sz="2800" kern="1200">
                  <a:solidFill>
                    <a:schemeClr val="tx1"/>
                  </a:solidFill>
                  <a:latin typeface="+mn-lt"/>
                  <a:ea typeface="+mn-ea"/>
                  <a:cs typeface="+mn-cs"/>
                </a:defRPr>
              </a:lvl1pPr>
              <a:lvl2pPr marL="685800" indent="-228600" algn="l" rtl="0" fontAlgn="base">
                <a:lnSpc>
                  <a:spcPct val="90000"/>
                </a:lnSpc>
                <a:spcBef>
                  <a:spcPts val="500"/>
                </a:spcBef>
                <a:spcAft>
                  <a:spcPct val="0"/>
                </a:spcAft>
                <a:buFont typeface="Arial" panose="020B0604020202020204" pitchFamily="34" charset="0"/>
                <a:buChar char="•"/>
                <a:defRPr sz="2400" kern="1200">
                  <a:solidFill>
                    <a:schemeClr val="tx1"/>
                  </a:solidFill>
                  <a:latin typeface="+mn-lt"/>
                  <a:ea typeface="+mn-ea"/>
                  <a:cs typeface="+mn-cs"/>
                </a:defRPr>
              </a:lvl2pPr>
              <a:lvl3pPr marL="1143000" indent="-228600" algn="l" rtl="0" fontAlgn="base">
                <a:lnSpc>
                  <a:spcPct val="90000"/>
                </a:lnSpc>
                <a:spcBef>
                  <a:spcPts val="500"/>
                </a:spcBef>
                <a:spcAft>
                  <a:spcPct val="0"/>
                </a:spcAft>
                <a:buFont typeface="Arial" panose="020B0604020202020204" pitchFamily="34" charset="0"/>
                <a:buChar char="•"/>
                <a:defRPr sz="2000" kern="1200">
                  <a:solidFill>
                    <a:schemeClr val="tx1"/>
                  </a:solidFill>
                  <a:latin typeface="+mn-lt"/>
                  <a:ea typeface="+mn-ea"/>
                  <a:cs typeface="+mn-cs"/>
                </a:defRPr>
              </a:lvl3pPr>
              <a:lvl4pPr marL="16002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4pPr>
              <a:lvl5pPr marL="20574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5pPr>
            </a:lstStyle>
            <a:p>
              <a:pPr marL="0" lvl="0" indent="0" eaLnBrk="1" hangingPunct="1">
                <a:lnSpc>
                  <a:spcPct val="100000"/>
                </a:lnSpc>
                <a:spcBef>
                  <a:spcPct val="0"/>
                </a:spcBef>
                <a:buNone/>
              </a:pPr>
              <a:r>
                <a:rPr lang="en-US" altLang="zh-CN" sz="9600" b="1" dirty="0">
                  <a:solidFill>
                    <a:srgbClr val="FF0000"/>
                  </a:solidFill>
                  <a:latin typeface="微软雅黑" panose="020B0503020204020204" charset="-122"/>
                  <a:ea typeface="微软雅黑" panose="020B0503020204020204" charset="-122"/>
                </a:rPr>
                <a:t>0</a:t>
              </a:r>
              <a:r>
                <a:rPr lang="en-US" sz="9600" b="1" dirty="0">
                  <a:solidFill>
                    <a:srgbClr val="FF0000"/>
                  </a:solidFill>
                  <a:latin typeface="微软雅黑" panose="020B0503020204020204" charset="-122"/>
                  <a:ea typeface="微软雅黑" panose="020B0503020204020204" charset="-122"/>
                </a:rPr>
                <a:t>4</a:t>
              </a:r>
            </a:p>
          </p:txBody>
        </p:sp>
      </p:grpSp>
      <p:sp>
        <p:nvSpPr>
          <p:cNvPr id="40" name="文本框 39"/>
          <p:cNvSpPr txBox="1"/>
          <p:nvPr/>
        </p:nvSpPr>
        <p:spPr>
          <a:xfrm>
            <a:off x="6006555" y="2913198"/>
            <a:ext cx="5137150" cy="874395"/>
          </a:xfrm>
          <a:prstGeom prst="rect">
            <a:avLst/>
          </a:prstGeom>
          <a:noFill/>
        </p:spPr>
        <p:txBody>
          <a:bodyPr>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en-US" altLang="zh-CN" sz="4800" b="1" i="0" u="none" strike="noStrike" kern="1200" cap="none" spc="0" normalizeH="0" baseline="0" noProof="0" dirty="0">
                <a:ln>
                  <a:noFill/>
                </a:ln>
                <a:solidFill>
                  <a:schemeClr val="bg2">
                    <a:lumMod val="50000"/>
                  </a:schemeClr>
                </a:solidFill>
                <a:effectLst/>
                <a:uLnTx/>
                <a:uFillTx/>
                <a:latin typeface="微软雅黑" panose="020B0503020204020204" charset="-122"/>
                <a:ea typeface="微软雅黑" panose="020B0503020204020204" charset="-122"/>
                <a:cs typeface="+mn-cs"/>
              </a:rPr>
              <a:t>UML</a:t>
            </a:r>
            <a:r>
              <a:rPr kumimoji="0" lang="zh-CN" altLang="en-US" sz="4800" b="1" i="0" u="none" strike="noStrike" kern="1200" cap="none" spc="0" normalizeH="0" baseline="0" noProof="0" dirty="0">
                <a:ln>
                  <a:noFill/>
                </a:ln>
                <a:solidFill>
                  <a:schemeClr val="bg2">
                    <a:lumMod val="50000"/>
                  </a:schemeClr>
                </a:solidFill>
                <a:effectLst/>
                <a:uLnTx/>
                <a:uFillTx/>
                <a:latin typeface="微软雅黑" panose="020B0503020204020204" charset="-122"/>
                <a:ea typeface="微软雅黑" panose="020B0503020204020204" charset="-122"/>
                <a:cs typeface="+mn-cs"/>
              </a:rPr>
              <a:t>的应用</a:t>
            </a:r>
          </a:p>
        </p:txBody>
      </p:sp>
      <p:grpSp>
        <p:nvGrpSpPr>
          <p:cNvPr id="11" name="组合 10"/>
          <p:cNvGrpSpPr/>
          <p:nvPr/>
        </p:nvGrpSpPr>
        <p:grpSpPr>
          <a:xfrm>
            <a:off x="6006465" y="4135755"/>
            <a:ext cx="3712845" cy="913130"/>
            <a:chOff x="9459" y="7137"/>
            <a:chExt cx="5847" cy="1438"/>
          </a:xfrm>
        </p:grpSpPr>
        <p:sp>
          <p:nvSpPr>
            <p:cNvPr id="48" name="文本框 47"/>
            <p:cNvSpPr txBox="1"/>
            <p:nvPr/>
          </p:nvSpPr>
          <p:spPr>
            <a:xfrm>
              <a:off x="9459" y="7137"/>
              <a:ext cx="5847" cy="658"/>
            </a:xfrm>
            <a:prstGeom prst="rect">
              <a:avLst/>
            </a:prstGeom>
            <a:noFill/>
          </p:spPr>
          <p:txBody>
            <a:bodyPr wrap="square">
              <a:spAutoFit/>
            </a:bodyPr>
            <a:lstStyle/>
            <a:p>
              <a:pPr marL="342900" marR="0" lvl="0" indent="-342900" algn="l" defTabSz="914400" rtl="0" eaLnBrk="1" fontAlgn="auto" latinLnBrk="0" hangingPunct="1">
                <a:lnSpc>
                  <a:spcPct val="100000"/>
                </a:lnSpc>
                <a:spcBef>
                  <a:spcPts val="0"/>
                </a:spcBef>
                <a:spcAft>
                  <a:spcPts val="0"/>
                </a:spcAft>
                <a:buClrTx/>
                <a:buSzTx/>
                <a:buFont typeface="Arial" panose="020B0604020202020204" pitchFamily="34" charset="0"/>
                <a:buChar char="•"/>
                <a:defRPr/>
              </a:pPr>
              <a:r>
                <a:rPr kumimoji="0" lang="en-US" altLang="zh-CN" sz="2000" b="0" i="0" u="none" strike="noStrike" kern="1200" cap="none" spc="0" normalizeH="0" baseline="0" noProof="0" dirty="0">
                  <a:ln>
                    <a:noFill/>
                  </a:ln>
                  <a:solidFill>
                    <a:schemeClr val="bg2">
                      <a:lumMod val="50000"/>
                    </a:schemeClr>
                  </a:solidFill>
                  <a:effectLst/>
                  <a:uLnTx/>
                  <a:uFillTx/>
                  <a:latin typeface="微软雅黑" panose="020B0503020204020204" charset="-122"/>
                  <a:ea typeface="微软雅黑" panose="020B0503020204020204" charset="-122"/>
                  <a:cs typeface="+mn-cs"/>
                </a:rPr>
                <a:t>UML</a:t>
              </a:r>
              <a:r>
                <a:rPr kumimoji="0" lang="zh-CN" altLang="en-US" sz="2000" b="0" i="0" u="none" strike="noStrike" kern="1200" cap="none" spc="0" normalizeH="0" baseline="0" noProof="0" dirty="0">
                  <a:ln>
                    <a:noFill/>
                  </a:ln>
                  <a:solidFill>
                    <a:schemeClr val="bg2">
                      <a:lumMod val="50000"/>
                    </a:schemeClr>
                  </a:solidFill>
                  <a:effectLst/>
                  <a:uLnTx/>
                  <a:uFillTx/>
                  <a:latin typeface="微软雅黑" panose="020B0503020204020204" charset="-122"/>
                  <a:ea typeface="微软雅黑" panose="020B0503020204020204" charset="-122"/>
                  <a:cs typeface="+mn-cs"/>
                </a:rPr>
                <a:t>模型</a:t>
              </a:r>
            </a:p>
          </p:txBody>
        </p:sp>
        <p:sp>
          <p:nvSpPr>
            <p:cNvPr id="50" name="文本框 49"/>
            <p:cNvSpPr txBox="1"/>
            <p:nvPr/>
          </p:nvSpPr>
          <p:spPr>
            <a:xfrm>
              <a:off x="9459" y="7917"/>
              <a:ext cx="5847" cy="658"/>
            </a:xfrm>
            <a:prstGeom prst="rect">
              <a:avLst/>
            </a:prstGeom>
            <a:noFill/>
          </p:spPr>
          <p:txBody>
            <a:bodyPr wrap="square">
              <a:spAutoFit/>
            </a:bodyPr>
            <a:lstStyle/>
            <a:p>
              <a:pPr marL="342900" marR="0" lvl="0" indent="-342900" algn="l" defTabSz="914400" rtl="0" eaLnBrk="1" fontAlgn="auto" latinLnBrk="0" hangingPunct="1">
                <a:lnSpc>
                  <a:spcPct val="100000"/>
                </a:lnSpc>
                <a:spcBef>
                  <a:spcPts val="0"/>
                </a:spcBef>
                <a:spcAft>
                  <a:spcPts val="0"/>
                </a:spcAft>
                <a:buClrTx/>
                <a:buSzTx/>
                <a:buFont typeface="Arial" panose="020B0604020202020204" pitchFamily="34" charset="0"/>
                <a:buChar char="•"/>
                <a:defRPr/>
              </a:pPr>
              <a:r>
                <a:rPr kumimoji="0" lang="en-US" altLang="zh-CN" sz="2000" b="0" i="0" u="none" strike="noStrike" kern="1200" cap="none" spc="0" normalizeH="0" baseline="0" noProof="0" dirty="0">
                  <a:ln>
                    <a:noFill/>
                  </a:ln>
                  <a:solidFill>
                    <a:schemeClr val="bg2">
                      <a:lumMod val="50000"/>
                    </a:schemeClr>
                  </a:solidFill>
                  <a:effectLst/>
                  <a:uLnTx/>
                  <a:uFillTx/>
                  <a:latin typeface="微软雅黑" panose="020B0503020204020204" charset="-122"/>
                  <a:ea typeface="微软雅黑" panose="020B0503020204020204" charset="-122"/>
                  <a:cs typeface="+mn-cs"/>
                </a:rPr>
                <a:t>UML</a:t>
              </a:r>
              <a:r>
                <a:rPr kumimoji="0" lang="zh-CN" altLang="en-US" sz="2000" b="0" i="0" u="none" strike="noStrike" kern="1200" cap="none" spc="0" normalizeH="0" baseline="0" noProof="0" dirty="0">
                  <a:ln>
                    <a:noFill/>
                  </a:ln>
                  <a:solidFill>
                    <a:schemeClr val="bg2">
                      <a:lumMod val="50000"/>
                    </a:schemeClr>
                  </a:solidFill>
                  <a:effectLst/>
                  <a:uLnTx/>
                  <a:uFillTx/>
                  <a:latin typeface="微软雅黑" panose="020B0503020204020204" charset="-122"/>
                  <a:ea typeface="微软雅黑" panose="020B0503020204020204" charset="-122"/>
                  <a:cs typeface="+mn-cs"/>
                </a:rPr>
                <a:t>视图</a:t>
              </a:r>
            </a:p>
          </p:txBody>
        </p:sp>
      </p:grpSp>
      <p:grpSp>
        <p:nvGrpSpPr>
          <p:cNvPr id="3" name="组合 2"/>
          <p:cNvGrpSpPr/>
          <p:nvPr/>
        </p:nvGrpSpPr>
        <p:grpSpPr>
          <a:xfrm>
            <a:off x="8722360" y="4135755"/>
            <a:ext cx="3712845" cy="913130"/>
            <a:chOff x="9459" y="7137"/>
            <a:chExt cx="5847" cy="1438"/>
          </a:xfrm>
        </p:grpSpPr>
        <p:sp>
          <p:nvSpPr>
            <p:cNvPr id="5" name="文本框 4"/>
            <p:cNvSpPr txBox="1"/>
            <p:nvPr/>
          </p:nvSpPr>
          <p:spPr>
            <a:xfrm>
              <a:off x="9459" y="7137"/>
              <a:ext cx="5847" cy="658"/>
            </a:xfrm>
            <a:prstGeom prst="rect">
              <a:avLst/>
            </a:prstGeom>
            <a:noFill/>
          </p:spPr>
          <p:txBody>
            <a:bodyPr wrap="square">
              <a:spAutoFit/>
            </a:bodyPr>
            <a:lstStyle/>
            <a:p>
              <a:pPr marL="342900" marR="0" lvl="0" indent="-342900" algn="l" defTabSz="914400" rtl="0" eaLnBrk="1" fontAlgn="auto" latinLnBrk="0" hangingPunct="1">
                <a:lnSpc>
                  <a:spcPct val="100000"/>
                </a:lnSpc>
                <a:spcBef>
                  <a:spcPts val="0"/>
                </a:spcBef>
                <a:spcAft>
                  <a:spcPts val="0"/>
                </a:spcAft>
                <a:buClrTx/>
                <a:buSzTx/>
                <a:buFont typeface="Arial" panose="020B0604020202020204" pitchFamily="34" charset="0"/>
                <a:buChar char="•"/>
                <a:defRPr/>
              </a:pPr>
              <a:r>
                <a:rPr kumimoji="0" lang="en-US" altLang="zh-CN" sz="2000" b="0" i="0" u="none" strike="noStrike" kern="1200" cap="none" spc="0" normalizeH="0" baseline="0" noProof="0" dirty="0">
                  <a:ln>
                    <a:noFill/>
                  </a:ln>
                  <a:solidFill>
                    <a:schemeClr val="bg2">
                      <a:lumMod val="50000"/>
                    </a:schemeClr>
                  </a:solidFill>
                  <a:effectLst/>
                  <a:uLnTx/>
                  <a:uFillTx/>
                  <a:latin typeface="微软雅黑" panose="020B0503020204020204" charset="-122"/>
                  <a:ea typeface="微软雅黑" panose="020B0503020204020204" charset="-122"/>
                  <a:cs typeface="+mn-cs"/>
                </a:rPr>
                <a:t>UML</a:t>
              </a:r>
              <a:r>
                <a:rPr kumimoji="0" lang="zh-CN" altLang="en-US" sz="2000" b="0" i="0" u="none" strike="noStrike" kern="1200" cap="none" spc="0" normalizeH="0" baseline="0" noProof="0" dirty="0">
                  <a:ln>
                    <a:noFill/>
                  </a:ln>
                  <a:solidFill>
                    <a:schemeClr val="bg2">
                      <a:lumMod val="50000"/>
                    </a:schemeClr>
                  </a:solidFill>
                  <a:effectLst/>
                  <a:uLnTx/>
                  <a:uFillTx/>
                  <a:latin typeface="微软雅黑" panose="020B0503020204020204" charset="-122"/>
                  <a:ea typeface="微软雅黑" panose="020B0503020204020204" charset="-122"/>
                  <a:cs typeface="+mn-cs"/>
                </a:rPr>
                <a:t>的扩展机制</a:t>
              </a:r>
            </a:p>
          </p:txBody>
        </p:sp>
        <p:sp>
          <p:nvSpPr>
            <p:cNvPr id="6" name="文本框 5"/>
            <p:cNvSpPr txBox="1"/>
            <p:nvPr/>
          </p:nvSpPr>
          <p:spPr>
            <a:xfrm>
              <a:off x="9459" y="7917"/>
              <a:ext cx="5847" cy="658"/>
            </a:xfrm>
            <a:prstGeom prst="rect">
              <a:avLst/>
            </a:prstGeom>
            <a:noFill/>
          </p:spPr>
          <p:txBody>
            <a:bodyPr wrap="square">
              <a:spAutoFit/>
            </a:bodyPr>
            <a:lstStyle/>
            <a:p>
              <a:pPr marL="342900" marR="0" lvl="0" indent="-342900" algn="l" defTabSz="914400" rtl="0" eaLnBrk="1" fontAlgn="auto" latinLnBrk="0" hangingPunct="1">
                <a:lnSpc>
                  <a:spcPct val="100000"/>
                </a:lnSpc>
                <a:spcBef>
                  <a:spcPts val="0"/>
                </a:spcBef>
                <a:spcAft>
                  <a:spcPts val="0"/>
                </a:spcAft>
                <a:buClrTx/>
                <a:buSzTx/>
                <a:buFont typeface="Arial" panose="020B0604020202020204" pitchFamily="34" charset="0"/>
                <a:buChar char="•"/>
                <a:defRPr/>
              </a:pPr>
              <a:r>
                <a:rPr kumimoji="0" lang="en-US" altLang="zh-CN" sz="2000" b="0" i="0" u="none" strike="noStrike" kern="1200" cap="none" spc="0" normalizeH="0" baseline="0" noProof="0" dirty="0">
                  <a:ln>
                    <a:noFill/>
                  </a:ln>
                  <a:solidFill>
                    <a:schemeClr val="bg2">
                      <a:lumMod val="50000"/>
                    </a:schemeClr>
                  </a:solidFill>
                  <a:effectLst/>
                  <a:uLnTx/>
                  <a:uFillTx/>
                  <a:latin typeface="微软雅黑" panose="020B0503020204020204" charset="-122"/>
                  <a:ea typeface="微软雅黑" panose="020B0503020204020204" charset="-122"/>
                  <a:cs typeface="+mn-cs"/>
                </a:rPr>
                <a:t>UML</a:t>
              </a:r>
              <a:r>
                <a:rPr kumimoji="0" lang="zh-CN" altLang="en-US" sz="2000" b="0" i="0" u="none" strike="noStrike" kern="1200" cap="none" spc="0" normalizeH="0" baseline="0" noProof="0" dirty="0">
                  <a:ln>
                    <a:noFill/>
                  </a:ln>
                  <a:solidFill>
                    <a:schemeClr val="bg2">
                      <a:lumMod val="50000"/>
                    </a:schemeClr>
                  </a:solidFill>
                  <a:effectLst/>
                  <a:uLnTx/>
                  <a:uFillTx/>
                  <a:latin typeface="微软雅黑" panose="020B0503020204020204" charset="-122"/>
                  <a:ea typeface="微软雅黑" panose="020B0503020204020204" charset="-122"/>
                  <a:cs typeface="+mn-cs"/>
                </a:rPr>
                <a:t>的应用领域</a:t>
              </a:r>
            </a:p>
          </p:txBody>
        </p:sp>
      </p:grpSp>
      <p:sp>
        <p:nvSpPr>
          <p:cNvPr id="7" name="文本框 6"/>
          <p:cNvSpPr txBox="1"/>
          <p:nvPr/>
        </p:nvSpPr>
        <p:spPr>
          <a:xfrm>
            <a:off x="6006465" y="5140960"/>
            <a:ext cx="3712845" cy="417830"/>
          </a:xfrm>
          <a:prstGeom prst="rect">
            <a:avLst/>
          </a:prstGeom>
          <a:noFill/>
        </p:spPr>
        <p:txBody>
          <a:bodyPr wrap="square">
            <a:spAutoFit/>
          </a:bodyPr>
          <a:lstStyle/>
          <a:p>
            <a:pPr marL="342900" marR="0" lvl="0" indent="-342900" algn="l" defTabSz="914400" rtl="0" eaLnBrk="1" fontAlgn="auto" latinLnBrk="0" hangingPunct="1">
              <a:lnSpc>
                <a:spcPct val="100000"/>
              </a:lnSpc>
              <a:spcBef>
                <a:spcPts val="0"/>
              </a:spcBef>
              <a:spcAft>
                <a:spcPts val="0"/>
              </a:spcAft>
              <a:buClrTx/>
              <a:buSzTx/>
              <a:buFont typeface="Arial" panose="020B0604020202020204" pitchFamily="34" charset="0"/>
              <a:buChar char="•"/>
              <a:defRPr/>
            </a:pPr>
            <a:r>
              <a:rPr kumimoji="0" lang="en-US" altLang="zh-CN" sz="2000" b="0" i="0" u="none" strike="noStrike" kern="1200" cap="none" spc="0" normalizeH="0" baseline="0" noProof="0" dirty="0">
                <a:ln>
                  <a:noFill/>
                </a:ln>
                <a:solidFill>
                  <a:schemeClr val="bg2">
                    <a:lumMod val="50000"/>
                  </a:schemeClr>
                </a:solidFill>
                <a:effectLst/>
                <a:uLnTx/>
                <a:uFillTx/>
                <a:latin typeface="微软雅黑" panose="020B0503020204020204" charset="-122"/>
                <a:ea typeface="微软雅黑" panose="020B0503020204020204" charset="-122"/>
                <a:cs typeface="+mn-cs"/>
              </a:rPr>
              <a:t>UML</a:t>
            </a:r>
            <a:r>
              <a:rPr kumimoji="0" lang="zh-CN" altLang="en-US" sz="2000" b="0" i="0" u="none" strike="noStrike" kern="1200" cap="none" spc="0" normalizeH="0" baseline="0" noProof="0" dirty="0">
                <a:ln>
                  <a:noFill/>
                </a:ln>
                <a:solidFill>
                  <a:schemeClr val="bg2">
                    <a:lumMod val="50000"/>
                  </a:schemeClr>
                </a:solidFill>
                <a:effectLst/>
                <a:uLnTx/>
                <a:uFillTx/>
                <a:latin typeface="微软雅黑" panose="020B0503020204020204" charset="-122"/>
                <a:ea typeface="微软雅黑" panose="020B0503020204020204" charset="-122"/>
                <a:cs typeface="+mn-cs"/>
              </a:rPr>
              <a:t>使用准则</a:t>
            </a:r>
          </a:p>
        </p:txBody>
      </p:sp>
    </p:spTree>
  </p:cSld>
  <p:clrMapOvr>
    <a:masterClrMapping/>
  </p:clrMapOvr>
  <p:transition spd="slow">
    <p:wipe/>
  </p:transition>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694801" y="360000"/>
            <a:ext cx="5401200" cy="523220"/>
          </a:xfrm>
        </p:spPr>
        <p:txBody>
          <a:bodyPr>
            <a:normAutofit/>
          </a:bodyPr>
          <a:lstStyle/>
          <a:p>
            <a:r>
              <a:rPr lang="en-US" altLang="en-US" dirty="0">
                <a:sym typeface="+mn-ea"/>
              </a:rPr>
              <a:t>6.4 UML</a:t>
            </a:r>
            <a:r>
              <a:rPr lang="zh-CN" altLang="en-US" dirty="0">
                <a:sym typeface="+mn-ea"/>
              </a:rPr>
              <a:t>的应用</a:t>
            </a:r>
          </a:p>
        </p:txBody>
      </p:sp>
      <p:sp>
        <p:nvSpPr>
          <p:cNvPr id="11" name="文本占位符 10">
            <a:extLst>
              <a:ext uri="{FF2B5EF4-FFF2-40B4-BE49-F238E27FC236}">
                <a16:creationId xmlns:a16="http://schemas.microsoft.com/office/drawing/2014/main" id="{E1FC4038-9282-CBD6-2588-251690B3C19E}"/>
              </a:ext>
            </a:extLst>
          </p:cNvPr>
          <p:cNvSpPr>
            <a:spLocks noGrp="1"/>
          </p:cNvSpPr>
          <p:nvPr>
            <p:ph type="body" sz="quarter" idx="10"/>
          </p:nvPr>
        </p:nvSpPr>
        <p:spPr/>
        <p:txBody>
          <a:bodyPr/>
          <a:lstStyle/>
          <a:p>
            <a:endParaRPr lang="zh-CN" altLang="en-US"/>
          </a:p>
        </p:txBody>
      </p:sp>
      <p:sp>
        <p:nvSpPr>
          <p:cNvPr id="7" name="文本框 6"/>
          <p:cNvSpPr txBox="1"/>
          <p:nvPr/>
        </p:nvSpPr>
        <p:spPr>
          <a:xfrm>
            <a:off x="754380" y="2617262"/>
            <a:ext cx="476250" cy="1833880"/>
          </a:xfrm>
          <a:prstGeom prst="rect">
            <a:avLst/>
          </a:prstGeom>
          <a:noFill/>
        </p:spPr>
        <p:txBody>
          <a:bodyPr vert="eaVert" wrap="none" rtlCol="0">
            <a:spAutoFit/>
          </a:bodyPr>
          <a:lstStyle/>
          <a:p>
            <a:pPr algn="l"/>
            <a:r>
              <a:rPr lang="zh-CN" altLang="en-US" spc="160" dirty="0">
                <a:solidFill>
                  <a:schemeClr val="bg1"/>
                </a:solidFill>
                <a:latin typeface="微软雅黑" panose="020B0503020204020204" charset="-122"/>
                <a:ea typeface="微软雅黑" panose="020B0503020204020204" charset="-122"/>
              </a:rPr>
              <a:t>结构化程序设计</a:t>
            </a:r>
          </a:p>
        </p:txBody>
      </p:sp>
      <p:grpSp>
        <p:nvGrpSpPr>
          <p:cNvPr id="5" name="组合 4"/>
          <p:cNvGrpSpPr/>
          <p:nvPr/>
        </p:nvGrpSpPr>
        <p:grpSpPr>
          <a:xfrm>
            <a:off x="0" y="2163237"/>
            <a:ext cx="12192000" cy="3171825"/>
            <a:chOff x="67" y="4043"/>
            <a:chExt cx="19200" cy="4995"/>
          </a:xfrm>
        </p:grpSpPr>
        <p:sp>
          <p:nvSpPr>
            <p:cNvPr id="6" name="矩形 5"/>
            <p:cNvSpPr/>
            <p:nvPr/>
          </p:nvSpPr>
          <p:spPr>
            <a:xfrm>
              <a:off x="67" y="4043"/>
              <a:ext cx="19200" cy="4995"/>
            </a:xfrm>
            <a:prstGeom prst="rect">
              <a:avLst/>
            </a:prstGeom>
            <a:solidFill>
              <a:schemeClr val="accent3">
                <a:lumMod val="75000"/>
              </a:schemeClr>
            </a:solidFill>
            <a:ln>
              <a:solidFill>
                <a:srgbClr val="00B0F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 name="矩形 3"/>
            <p:cNvSpPr/>
            <p:nvPr/>
          </p:nvSpPr>
          <p:spPr>
            <a:xfrm>
              <a:off x="2211" y="4655"/>
              <a:ext cx="10774" cy="3770"/>
            </a:xfrm>
            <a:prstGeom prst="rect">
              <a:avLst/>
            </a:prstGeom>
          </p:spPr>
          <p:txBody>
            <a:bodyPr wrap="square">
              <a:spAutoFit/>
            </a:bodyPr>
            <a:lstStyle/>
            <a:p>
              <a:pPr indent="457200">
                <a:lnSpc>
                  <a:spcPct val="120000"/>
                </a:lnSpc>
                <a:defRPr/>
              </a:pPr>
              <a:r>
                <a:rPr dirty="0">
                  <a:solidFill>
                    <a:schemeClr val="bg1"/>
                  </a:solidFill>
                  <a:ea typeface="微软雅黑" panose="020B0503020204020204" charset="-122"/>
                </a:rPr>
                <a:t>利用UML进行软件开发时，在面向对象分析阶段和面向对象设计阶段所使用的描述符号相同。因此，不需要严格区分这两个阶段的工作。</a:t>
              </a:r>
            </a:p>
            <a:p>
              <a:pPr indent="457200">
                <a:lnSpc>
                  <a:spcPct val="120000"/>
                </a:lnSpc>
                <a:defRPr/>
              </a:pPr>
              <a:r>
                <a:rPr dirty="0">
                  <a:solidFill>
                    <a:schemeClr val="bg1"/>
                  </a:solidFill>
                  <a:ea typeface="微软雅黑" panose="020B0503020204020204" charset="-122"/>
                </a:rPr>
                <a:t>UML是一种标准建模语言，用来建立模型，描述某些内容，表示使用一个方法的结果；它缺少描述解决问题的方法和执行过程的机制，缺少对过程或方法做什么、怎么做、为什么做、什么时候做的指示。</a:t>
              </a:r>
              <a:r>
                <a:rPr lang="zh-CN" dirty="0">
                  <a:solidFill>
                    <a:schemeClr val="bg1"/>
                  </a:solidFill>
                  <a:ea typeface="微软雅黑" panose="020B0503020204020204" charset="-122"/>
                </a:rPr>
                <a:t>那么如何解决这些问题</a:t>
              </a:r>
            </a:p>
          </p:txBody>
        </p:sp>
      </p:grpSp>
      <p:pic>
        <p:nvPicPr>
          <p:cNvPr id="2" name="图片 1" descr="A000220150318R55PPIC.png"/>
          <p:cNvPicPr>
            <a:picLocks noChangeAspect="1"/>
          </p:cNvPicPr>
          <p:nvPr/>
        </p:nvPicPr>
        <p:blipFill>
          <a:blip r:embed="rId2" cstate="print"/>
          <a:stretch>
            <a:fillRect/>
          </a:stretch>
        </p:blipFill>
        <p:spPr>
          <a:xfrm>
            <a:off x="8733155" y="1089452"/>
            <a:ext cx="3023235" cy="4245610"/>
          </a:xfrm>
          <a:prstGeom prst="rect">
            <a:avLst/>
          </a:prstGeom>
        </p:spPr>
      </p:pic>
    </p:spTree>
  </p:cSld>
  <p:clrMapOvr>
    <a:masterClrMapping/>
  </p:clrMapOvr>
  <p:transition>
    <p:strips dir="ru"/>
  </p:transition>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694801" y="360000"/>
            <a:ext cx="5401200" cy="523220"/>
          </a:xfrm>
        </p:spPr>
        <p:txBody>
          <a:bodyPr/>
          <a:lstStyle/>
          <a:p>
            <a:r>
              <a:rPr lang="en-US" altLang="en-US" dirty="0">
                <a:sym typeface="+mn-ea"/>
              </a:rPr>
              <a:t>6.4 UML</a:t>
            </a:r>
            <a:r>
              <a:rPr lang="zh-CN" altLang="en-US" dirty="0">
                <a:sym typeface="+mn-ea"/>
              </a:rPr>
              <a:t>的应用</a:t>
            </a:r>
            <a:endParaRPr lang="zh-CN" altLang="en-US" dirty="0"/>
          </a:p>
        </p:txBody>
      </p:sp>
      <p:sp>
        <p:nvSpPr>
          <p:cNvPr id="8" name="文本占位符 7">
            <a:extLst>
              <a:ext uri="{FF2B5EF4-FFF2-40B4-BE49-F238E27FC236}">
                <a16:creationId xmlns:a16="http://schemas.microsoft.com/office/drawing/2014/main" id="{89516442-32BC-39F3-93FD-D427E3D1444E}"/>
              </a:ext>
            </a:extLst>
          </p:cNvPr>
          <p:cNvSpPr>
            <a:spLocks noGrp="1"/>
          </p:cNvSpPr>
          <p:nvPr>
            <p:ph type="body" sz="quarter" idx="10"/>
          </p:nvPr>
        </p:nvSpPr>
        <p:spPr/>
        <p:txBody>
          <a:bodyPr/>
          <a:lstStyle/>
          <a:p>
            <a:endParaRPr lang="zh-CN" altLang="en-US"/>
          </a:p>
        </p:txBody>
      </p:sp>
      <p:sp>
        <p:nvSpPr>
          <p:cNvPr id="7" name="文本框 6"/>
          <p:cNvSpPr txBox="1"/>
          <p:nvPr/>
        </p:nvSpPr>
        <p:spPr>
          <a:xfrm>
            <a:off x="754380" y="2439841"/>
            <a:ext cx="476250" cy="1833880"/>
          </a:xfrm>
          <a:prstGeom prst="rect">
            <a:avLst/>
          </a:prstGeom>
          <a:noFill/>
        </p:spPr>
        <p:txBody>
          <a:bodyPr vert="eaVert" wrap="none" rtlCol="0">
            <a:spAutoFit/>
          </a:bodyPr>
          <a:lstStyle/>
          <a:p>
            <a:pPr algn="l"/>
            <a:r>
              <a:rPr lang="zh-CN" altLang="en-US" spc="160" dirty="0">
                <a:solidFill>
                  <a:schemeClr val="bg1"/>
                </a:solidFill>
                <a:latin typeface="微软雅黑" panose="020B0503020204020204" charset="-122"/>
                <a:ea typeface="微软雅黑" panose="020B0503020204020204" charset="-122"/>
              </a:rPr>
              <a:t>结构化程序设计</a:t>
            </a:r>
          </a:p>
        </p:txBody>
      </p:sp>
      <p:grpSp>
        <p:nvGrpSpPr>
          <p:cNvPr id="5" name="组合 4"/>
          <p:cNvGrpSpPr/>
          <p:nvPr/>
        </p:nvGrpSpPr>
        <p:grpSpPr>
          <a:xfrm>
            <a:off x="0" y="1988356"/>
            <a:ext cx="12192000" cy="3171825"/>
            <a:chOff x="67" y="4043"/>
            <a:chExt cx="19200" cy="4995"/>
          </a:xfrm>
        </p:grpSpPr>
        <p:sp>
          <p:nvSpPr>
            <p:cNvPr id="6" name="矩形 5"/>
            <p:cNvSpPr/>
            <p:nvPr/>
          </p:nvSpPr>
          <p:spPr>
            <a:xfrm>
              <a:off x="67" y="4043"/>
              <a:ext cx="19200" cy="4995"/>
            </a:xfrm>
            <a:prstGeom prst="rect">
              <a:avLst/>
            </a:prstGeom>
            <a:solidFill>
              <a:schemeClr val="accent3">
                <a:lumMod val="75000"/>
              </a:schemeClr>
            </a:solidFill>
            <a:ln>
              <a:solidFill>
                <a:srgbClr val="00B0F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 name="矩形 3"/>
            <p:cNvSpPr/>
            <p:nvPr/>
          </p:nvSpPr>
          <p:spPr>
            <a:xfrm>
              <a:off x="1035" y="4363"/>
              <a:ext cx="11926" cy="3770"/>
            </a:xfrm>
            <a:prstGeom prst="rect">
              <a:avLst/>
            </a:prstGeom>
          </p:spPr>
          <p:txBody>
            <a:bodyPr wrap="square">
              <a:spAutoFit/>
            </a:bodyPr>
            <a:lstStyle/>
            <a:p>
              <a:pPr indent="457200">
                <a:lnSpc>
                  <a:spcPct val="120000"/>
                </a:lnSpc>
                <a:defRPr/>
              </a:pPr>
              <a:r>
                <a:rPr dirty="0">
                  <a:solidFill>
                    <a:schemeClr val="bg1"/>
                  </a:solidFill>
                  <a:ea typeface="微软雅黑" panose="020B0503020204020204" charset="-122"/>
                </a:rPr>
                <a:t>为了解决对过程的描述问题，使用UML进行面向对象开发时，采用以用例驱动、以体系结构为中心的、反复迭代的、渐增式的构造方法。首先选择系统中某些用例，完成这些用例的开发，再选择一些未开发的用例进行开发，如此迭代、渐增地进行，直至所有的用例都实现为止。每次迭代都包含了分析、设计、实现、测试和交付各个阶段。但整个项目的迭代次数不宜过多，通常以3～5次为宜。</a:t>
              </a:r>
            </a:p>
            <a:p>
              <a:pPr indent="457200">
                <a:lnSpc>
                  <a:spcPct val="120000"/>
                </a:lnSpc>
                <a:defRPr/>
              </a:pPr>
              <a:endParaRPr dirty="0">
                <a:solidFill>
                  <a:schemeClr val="bg1"/>
                </a:solidFill>
                <a:ea typeface="微软雅黑" panose="020B0503020204020204" charset="-122"/>
              </a:endParaRPr>
            </a:p>
          </p:txBody>
        </p:sp>
      </p:grpSp>
      <p:sp>
        <p:nvSpPr>
          <p:cNvPr id="10" name="矩形 9"/>
          <p:cNvSpPr/>
          <p:nvPr/>
        </p:nvSpPr>
        <p:spPr>
          <a:xfrm>
            <a:off x="8100060" y="2251881"/>
            <a:ext cx="3656330" cy="1188720"/>
          </a:xfrm>
          <a:prstGeom prst="rect">
            <a:avLst/>
          </a:prstGeom>
          <a:noFill/>
          <a:ln>
            <a:noFill/>
          </a:ln>
        </p:spPr>
        <p:txBody>
          <a:bodyPr wrap="square" rtlCol="0" anchor="t">
            <a:prstTxWarp prst="textCurveDown">
              <a:avLst>
                <a:gd name="adj" fmla="val 29487"/>
              </a:avLst>
            </a:prstTxWarp>
            <a:spAutoFit/>
            <a:scene3d>
              <a:camera prst="isometricRightUp"/>
              <a:lightRig rig="threePt" dir="t"/>
            </a:scene3d>
          </a:bodyPr>
          <a:lstStyle/>
          <a:p>
            <a:pPr algn="ctr"/>
            <a:r>
              <a:rPr lang="en-US" altLang="zh-CN" sz="7200" b="1" dirty="0">
                <a:solidFill>
                  <a:schemeClr val="tx1"/>
                </a:solidFill>
                <a:effectLst>
                  <a:outerShdw blurRad="38100" dist="19050" dir="2700000" algn="tl" rotWithShape="0">
                    <a:schemeClr val="dk1">
                      <a:alpha val="40000"/>
                    </a:schemeClr>
                  </a:outerShdw>
                  <a:reflection blurRad="6350" stA="55000" endA="50" endPos="85000" dir="5400000" sy="-100000" algn="bl" rotWithShape="0"/>
                </a:effectLst>
              </a:rPr>
              <a:t>UML</a:t>
            </a:r>
          </a:p>
        </p:txBody>
      </p:sp>
      <p:sp>
        <p:nvSpPr>
          <p:cNvPr id="13" name="文本框 12"/>
          <p:cNvSpPr txBox="1"/>
          <p:nvPr/>
        </p:nvSpPr>
        <p:spPr>
          <a:xfrm>
            <a:off x="657225" y="4273721"/>
            <a:ext cx="11099165" cy="749300"/>
          </a:xfrm>
          <a:prstGeom prst="rect">
            <a:avLst/>
          </a:prstGeom>
          <a:noFill/>
        </p:spPr>
        <p:txBody>
          <a:bodyPr wrap="square" rtlCol="0" anchor="t">
            <a:spAutoFit/>
          </a:bodyPr>
          <a:lstStyle/>
          <a:p>
            <a:pPr indent="457200">
              <a:lnSpc>
                <a:spcPct val="120000"/>
              </a:lnSpc>
              <a:defRPr/>
            </a:pPr>
            <a:r>
              <a:rPr dirty="0">
                <a:solidFill>
                  <a:schemeClr val="bg1"/>
                </a:solidFill>
                <a:ea typeface="微软雅黑" panose="020B0503020204020204" charset="-122"/>
                <a:sym typeface="+mn-ea"/>
              </a:rPr>
              <a:t>使用UML面向对象方法从建立模型开始，画出相应的UML图；再考虑不同的视图补充所需要的图；最后把这些图合成为一个整体。这样，就可比较全面地建立系统模型，合理正确地解决问题、设计软件。</a:t>
            </a:r>
            <a:endParaRPr lang="zh-CN" altLang="en-US"/>
          </a:p>
        </p:txBody>
      </p:sp>
    </p:spTree>
  </p:cSld>
  <p:clrMapOvr>
    <a:masterClrMapping/>
  </p:clrMapOvr>
  <p:transition>
    <p:pull dir="d"/>
  </p:transition>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694801" y="360000"/>
            <a:ext cx="5401200" cy="523220"/>
          </a:xfrm>
        </p:spPr>
        <p:txBody>
          <a:bodyPr/>
          <a:lstStyle/>
          <a:p>
            <a:r>
              <a:rPr lang="en-US" dirty="0"/>
              <a:t>6.4 </a:t>
            </a:r>
            <a:r>
              <a:rPr lang="zh-CN" altLang="en-US" dirty="0">
                <a:sym typeface="+mn-ea"/>
              </a:rPr>
              <a:t>UML的应用</a:t>
            </a:r>
            <a:endParaRPr lang="zh-CN" altLang="en-US" dirty="0"/>
          </a:p>
        </p:txBody>
      </p:sp>
      <p:sp>
        <p:nvSpPr>
          <p:cNvPr id="8" name="文本占位符 7">
            <a:extLst>
              <a:ext uri="{FF2B5EF4-FFF2-40B4-BE49-F238E27FC236}">
                <a16:creationId xmlns:a16="http://schemas.microsoft.com/office/drawing/2014/main" id="{3802B574-5CD1-23A6-5B1C-7E384399DBE4}"/>
              </a:ext>
            </a:extLst>
          </p:cNvPr>
          <p:cNvSpPr>
            <a:spLocks noGrp="1"/>
          </p:cNvSpPr>
          <p:nvPr>
            <p:ph type="body" sz="quarter" idx="10"/>
          </p:nvPr>
        </p:nvSpPr>
        <p:spPr/>
        <p:txBody>
          <a:bodyPr/>
          <a:lstStyle/>
          <a:p>
            <a:endParaRPr lang="zh-CN" altLang="en-US"/>
          </a:p>
        </p:txBody>
      </p:sp>
      <p:sp>
        <p:nvSpPr>
          <p:cNvPr id="7" name="文本框 6"/>
          <p:cNvSpPr txBox="1"/>
          <p:nvPr/>
        </p:nvSpPr>
        <p:spPr>
          <a:xfrm>
            <a:off x="754380" y="2931160"/>
            <a:ext cx="476250" cy="1833880"/>
          </a:xfrm>
          <a:prstGeom prst="rect">
            <a:avLst/>
          </a:prstGeom>
          <a:noFill/>
        </p:spPr>
        <p:txBody>
          <a:bodyPr vert="eaVert" wrap="none" rtlCol="0">
            <a:spAutoFit/>
          </a:bodyPr>
          <a:lstStyle/>
          <a:p>
            <a:pPr algn="l"/>
            <a:r>
              <a:rPr lang="zh-CN" altLang="en-US" spc="160" dirty="0">
                <a:solidFill>
                  <a:schemeClr val="bg1"/>
                </a:solidFill>
                <a:latin typeface="微软雅黑" panose="020B0503020204020204" charset="-122"/>
                <a:ea typeface="微软雅黑" panose="020B0503020204020204" charset="-122"/>
              </a:rPr>
              <a:t>结构化程序设计</a:t>
            </a:r>
          </a:p>
        </p:txBody>
      </p:sp>
      <p:sp>
        <p:nvSpPr>
          <p:cNvPr id="29" name="TextBox 6"/>
          <p:cNvSpPr txBox="1"/>
          <p:nvPr/>
        </p:nvSpPr>
        <p:spPr>
          <a:xfrm>
            <a:off x="809625" y="1403350"/>
            <a:ext cx="5777230" cy="566420"/>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6.4.1 </a:t>
            </a:r>
            <a:r>
              <a:rPr lang="en-US" sz="2400" dirty="0">
                <a:solidFill>
                  <a:schemeClr val="tx1"/>
                </a:solidFill>
                <a:sym typeface="+mn-ea"/>
              </a:rPr>
              <a:t>UML</a:t>
            </a:r>
            <a:r>
              <a:rPr lang="zh-CN" altLang="en-US" sz="2400" dirty="0">
                <a:solidFill>
                  <a:schemeClr val="tx1"/>
                </a:solidFill>
                <a:sym typeface="+mn-ea"/>
              </a:rPr>
              <a:t>模型</a:t>
            </a:r>
          </a:p>
        </p:txBody>
      </p:sp>
      <p:grpSp>
        <p:nvGrpSpPr>
          <p:cNvPr id="9" name="组合 8"/>
          <p:cNvGrpSpPr/>
          <p:nvPr/>
        </p:nvGrpSpPr>
        <p:grpSpPr>
          <a:xfrm>
            <a:off x="5909023" y="2341880"/>
            <a:ext cx="5124737" cy="3070225"/>
            <a:chOff x="1192" y="3417"/>
            <a:chExt cx="7848" cy="4835"/>
          </a:xfrm>
        </p:grpSpPr>
        <p:grpSp>
          <p:nvGrpSpPr>
            <p:cNvPr id="10" name="组合 9"/>
            <p:cNvGrpSpPr/>
            <p:nvPr/>
          </p:nvGrpSpPr>
          <p:grpSpPr>
            <a:xfrm>
              <a:off x="3880" y="3417"/>
              <a:ext cx="3458" cy="970"/>
              <a:chOff x="2579663" y="2079632"/>
              <a:chExt cx="2196000" cy="615950"/>
            </a:xfrm>
          </p:grpSpPr>
          <p:sp>
            <p:nvSpPr>
              <p:cNvPr id="11" name="MH_Other_5"/>
              <p:cNvSpPr>
                <a:spLocks noChangeShapeType="1"/>
              </p:cNvSpPr>
              <p:nvPr>
                <p:custDataLst>
                  <p:tags r:id="rId12"/>
                </p:custDataLst>
              </p:nvPr>
            </p:nvSpPr>
            <p:spPr bwMode="black">
              <a:xfrm>
                <a:off x="2579663" y="2695582"/>
                <a:ext cx="2196000" cy="0"/>
              </a:xfrm>
              <a:prstGeom prst="line">
                <a:avLst/>
              </a:prstGeom>
              <a:noFill/>
              <a:ln w="9525">
                <a:solidFill>
                  <a:srgbClr val="BCBCBC"/>
                </a:solidFill>
                <a:prstDash val="dash"/>
                <a:round/>
                <a:tailEnd type="oval"/>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292929"/>
                      </a:outerShdw>
                    </a:effectLst>
                  </a14:hiddenEffects>
                </a:ext>
              </a:extLst>
            </p:spPr>
            <p:txBody>
              <a:bodyPr wrap="none" anchor="ctr"/>
              <a:lstStyle/>
              <a:p>
                <a:pPr eaLnBrk="1" fontAlgn="auto" hangingPunct="1">
                  <a:spcBef>
                    <a:spcPts val="0"/>
                  </a:spcBef>
                  <a:spcAft>
                    <a:spcPts val="0"/>
                  </a:spcAft>
                  <a:defRPr/>
                </a:pPr>
                <a:endParaRPr lang="zh-CN" altLang="en-US" sz="1350" b="1">
                  <a:solidFill>
                    <a:srgbClr val="002060"/>
                  </a:solidFill>
                  <a:latin typeface="微软雅黑" panose="020B0503020204020204" charset="-122"/>
                  <a:ea typeface="微软雅黑" panose="020B0503020204020204" charset="-122"/>
                </a:endParaRPr>
              </a:p>
            </p:txBody>
          </p:sp>
          <p:sp>
            <p:nvSpPr>
              <p:cNvPr id="12" name="MH_SubTitle_1"/>
              <p:cNvSpPr txBox="1">
                <a:spLocks noChangeArrowheads="1"/>
              </p:cNvSpPr>
              <p:nvPr>
                <p:custDataLst>
                  <p:tags r:id="rId13"/>
                </p:custDataLst>
              </p:nvPr>
            </p:nvSpPr>
            <p:spPr bwMode="auto">
              <a:xfrm>
                <a:off x="2671702" y="2079632"/>
                <a:ext cx="1928826" cy="611188"/>
              </a:xfrm>
              <a:prstGeom prst="rect">
                <a:avLst/>
              </a:prstGeom>
              <a:noFill/>
              <a:ln w="9525">
                <a:noFill/>
                <a:miter lim="800000"/>
              </a:ln>
            </p:spPr>
            <p:txBody>
              <a:bodyPr lIns="216000" tIns="34290" rIns="68580" bIns="34290" anchor="ctr"/>
              <a:lstStyle/>
              <a:p>
                <a:r>
                  <a:rPr lang="zh-CN" altLang="en-US" sz="2000" b="1" dirty="0">
                    <a:solidFill>
                      <a:srgbClr val="002060"/>
                    </a:solidFill>
                    <a:latin typeface="微软雅黑" panose="020B0503020204020204" charset="-122"/>
                    <a:ea typeface="微软雅黑" panose="020B0503020204020204" charset="-122"/>
                    <a:cs typeface="宋体" panose="02010600030101010101" pitchFamily="2" charset="-122"/>
                  </a:rPr>
                  <a:t>用例模型</a:t>
                </a:r>
              </a:p>
            </p:txBody>
          </p:sp>
        </p:grpSp>
        <p:grpSp>
          <p:nvGrpSpPr>
            <p:cNvPr id="13" name="组合 12"/>
            <p:cNvGrpSpPr/>
            <p:nvPr/>
          </p:nvGrpSpPr>
          <p:grpSpPr>
            <a:xfrm>
              <a:off x="1192" y="3820"/>
              <a:ext cx="3713" cy="4432"/>
              <a:chOff x="95208" y="1988874"/>
              <a:chExt cx="2957288" cy="3617951"/>
            </a:xfrm>
          </p:grpSpPr>
          <p:sp>
            <p:nvSpPr>
              <p:cNvPr id="14" name="MH_Other_1"/>
              <p:cNvSpPr/>
              <p:nvPr>
                <p:custDataLst>
                  <p:tags r:id="rId7"/>
                </p:custDataLst>
              </p:nvPr>
            </p:nvSpPr>
            <p:spPr bwMode="gray">
              <a:xfrm>
                <a:off x="1079643" y="1988874"/>
                <a:ext cx="1380280" cy="1213059"/>
              </a:xfrm>
              <a:custGeom>
                <a:avLst/>
                <a:gdLst>
                  <a:gd name="T0" fmla="*/ 0 w 1118"/>
                  <a:gd name="T1" fmla="*/ 0 h 1020"/>
                  <a:gd name="T2" fmla="*/ 6 w 1118"/>
                  <a:gd name="T3" fmla="*/ 793 h 1020"/>
                  <a:gd name="T4" fmla="*/ 551 w 1118"/>
                  <a:gd name="T5" fmla="*/ 1020 h 1020"/>
                  <a:gd name="T6" fmla="*/ 1118 w 1118"/>
                  <a:gd name="T7" fmla="*/ 470 h 1020"/>
                  <a:gd name="T8" fmla="*/ 0 w 1118"/>
                  <a:gd name="T9" fmla="*/ 0 h 1020"/>
                </a:gdLst>
                <a:ahLst/>
                <a:cxnLst>
                  <a:cxn ang="0">
                    <a:pos x="T0" y="T1"/>
                  </a:cxn>
                  <a:cxn ang="0">
                    <a:pos x="T2" y="T3"/>
                  </a:cxn>
                  <a:cxn ang="0">
                    <a:pos x="T4" y="T5"/>
                  </a:cxn>
                  <a:cxn ang="0">
                    <a:pos x="T6" y="T7"/>
                  </a:cxn>
                  <a:cxn ang="0">
                    <a:pos x="T8" y="T9"/>
                  </a:cxn>
                </a:cxnLst>
                <a:rect l="0" t="0" r="r" b="b"/>
                <a:pathLst>
                  <a:path w="1118" h="1020">
                    <a:moveTo>
                      <a:pt x="0" y="0"/>
                    </a:moveTo>
                    <a:cubicBezTo>
                      <a:pt x="2" y="393"/>
                      <a:pt x="6" y="793"/>
                      <a:pt x="6" y="793"/>
                    </a:cubicBezTo>
                    <a:cubicBezTo>
                      <a:pt x="117" y="797"/>
                      <a:pt x="326" y="808"/>
                      <a:pt x="551" y="1020"/>
                    </a:cubicBezTo>
                    <a:lnTo>
                      <a:pt x="1118" y="470"/>
                    </a:lnTo>
                    <a:cubicBezTo>
                      <a:pt x="1002" y="359"/>
                      <a:pt x="669" y="3"/>
                      <a:pt x="0" y="0"/>
                    </a:cubicBezTo>
                    <a:close/>
                  </a:path>
                </a:pathLst>
              </a:custGeom>
              <a:solidFill>
                <a:srgbClr val="0070C0"/>
              </a:solidFill>
              <a:ln w="3175">
                <a:solidFill>
                  <a:srgbClr val="FFFFFF"/>
                </a:solidFill>
              </a:ln>
              <a:effectLst/>
            </p:spPr>
            <p:style>
              <a:lnRef idx="2">
                <a:schemeClr val="accent1">
                  <a:shade val="50000"/>
                </a:schemeClr>
              </a:lnRef>
              <a:fillRef idx="1">
                <a:schemeClr val="accent1"/>
              </a:fillRef>
              <a:effectRef idx="0">
                <a:schemeClr val="accent1"/>
              </a:effectRef>
              <a:fontRef idx="minor">
                <a:schemeClr val="lt1"/>
              </a:fontRef>
            </p:style>
            <p:txBody>
              <a:bodyPr lIns="0" tIns="0" rIns="144000" bIns="180000" anchor="ctr">
                <a:normAutofit/>
              </a:bodyPr>
              <a:lstStyle/>
              <a:p>
                <a:pPr algn="ctr" eaLnBrk="1" hangingPunct="1">
                  <a:lnSpc>
                    <a:spcPct val="120000"/>
                  </a:lnSpc>
                  <a:spcBef>
                    <a:spcPts val="450"/>
                  </a:spcBef>
                  <a:spcAft>
                    <a:spcPts val="450"/>
                  </a:spcAft>
                  <a:defRPr/>
                </a:pPr>
                <a:r>
                  <a:rPr lang="en-US" altLang="zh-CN" sz="3200" dirty="0">
                    <a:solidFill>
                      <a:srgbClr val="FFFFFF"/>
                    </a:solidFill>
                    <a:latin typeface="微软雅黑" panose="020B0503020204020204" charset="-122"/>
                    <a:ea typeface="微软雅黑" panose="020B0503020204020204" charset="-122"/>
                    <a:cs typeface="Arial" panose="020B0604020202020204" pitchFamily="34" charset="0"/>
                  </a:rPr>
                  <a:t>1</a:t>
                </a:r>
                <a:endParaRPr lang="zh-CN" altLang="en-US" sz="3200" dirty="0">
                  <a:solidFill>
                    <a:srgbClr val="FFFFFF"/>
                  </a:solidFill>
                  <a:latin typeface="微软雅黑" panose="020B0503020204020204" charset="-122"/>
                  <a:ea typeface="微软雅黑" panose="020B0503020204020204" charset="-122"/>
                  <a:cs typeface="Arial" panose="020B0604020202020204" pitchFamily="34" charset="0"/>
                </a:endParaRPr>
              </a:p>
            </p:txBody>
          </p:sp>
          <p:sp>
            <p:nvSpPr>
              <p:cNvPr id="15" name="MH_Other_2"/>
              <p:cNvSpPr/>
              <p:nvPr>
                <p:custDataLst>
                  <p:tags r:id="rId8"/>
                </p:custDataLst>
              </p:nvPr>
            </p:nvSpPr>
            <p:spPr bwMode="gray">
              <a:xfrm>
                <a:off x="1073271" y="4427236"/>
                <a:ext cx="1371519" cy="1179589"/>
              </a:xfrm>
              <a:custGeom>
                <a:avLst/>
                <a:gdLst>
                  <a:gd name="T0" fmla="*/ 0 w 1110"/>
                  <a:gd name="T1" fmla="*/ 228 h 1030"/>
                  <a:gd name="T2" fmla="*/ 4 w 1110"/>
                  <a:gd name="T3" fmla="*/ 1018 h 1030"/>
                  <a:gd name="T4" fmla="*/ 1110 w 1110"/>
                  <a:gd name="T5" fmla="*/ 559 h 1030"/>
                  <a:gd name="T6" fmla="*/ 552 w 1110"/>
                  <a:gd name="T7" fmla="*/ 0 h 1030"/>
                  <a:gd name="T8" fmla="*/ 0 w 1110"/>
                  <a:gd name="T9" fmla="*/ 228 h 1030"/>
                </a:gdLst>
                <a:ahLst/>
                <a:cxnLst>
                  <a:cxn ang="0">
                    <a:pos x="T0" y="T1"/>
                  </a:cxn>
                  <a:cxn ang="0">
                    <a:pos x="T2" y="T3"/>
                  </a:cxn>
                  <a:cxn ang="0">
                    <a:pos x="T4" y="T5"/>
                  </a:cxn>
                  <a:cxn ang="0">
                    <a:pos x="T6" y="T7"/>
                  </a:cxn>
                  <a:cxn ang="0">
                    <a:pos x="T8" y="T9"/>
                  </a:cxn>
                </a:cxnLst>
                <a:rect l="0" t="0" r="r" b="b"/>
                <a:pathLst>
                  <a:path w="1110" h="1030">
                    <a:moveTo>
                      <a:pt x="0" y="228"/>
                    </a:moveTo>
                    <a:cubicBezTo>
                      <a:pt x="2" y="623"/>
                      <a:pt x="4" y="1018"/>
                      <a:pt x="4" y="1018"/>
                    </a:cubicBezTo>
                    <a:cubicBezTo>
                      <a:pt x="478" y="1030"/>
                      <a:pt x="849" y="814"/>
                      <a:pt x="1110" y="559"/>
                    </a:cubicBezTo>
                    <a:lnTo>
                      <a:pt x="552" y="0"/>
                    </a:lnTo>
                    <a:cubicBezTo>
                      <a:pt x="355" y="184"/>
                      <a:pt x="180" y="220"/>
                      <a:pt x="0" y="228"/>
                    </a:cubicBezTo>
                    <a:close/>
                  </a:path>
                </a:pathLst>
              </a:custGeom>
              <a:solidFill>
                <a:srgbClr val="0070C0"/>
              </a:solidFill>
              <a:ln w="3175">
                <a:solidFill>
                  <a:srgbClr val="FFFFFF"/>
                </a:solidFill>
              </a:ln>
              <a:effectLst/>
            </p:spPr>
            <p:style>
              <a:lnRef idx="2">
                <a:schemeClr val="accent1">
                  <a:shade val="50000"/>
                </a:schemeClr>
              </a:lnRef>
              <a:fillRef idx="1">
                <a:schemeClr val="accent1"/>
              </a:fillRef>
              <a:effectRef idx="0">
                <a:schemeClr val="accent1"/>
              </a:effectRef>
              <a:fontRef idx="minor">
                <a:schemeClr val="lt1"/>
              </a:fontRef>
            </p:style>
            <p:txBody>
              <a:bodyPr lIns="0" tIns="144000" rIns="108000" bIns="0" anchor="ctr">
                <a:normAutofit/>
              </a:bodyPr>
              <a:lstStyle/>
              <a:p>
                <a:pPr algn="ctr" eaLnBrk="1" hangingPunct="1">
                  <a:lnSpc>
                    <a:spcPct val="120000"/>
                  </a:lnSpc>
                  <a:spcBef>
                    <a:spcPts val="450"/>
                  </a:spcBef>
                  <a:spcAft>
                    <a:spcPts val="450"/>
                  </a:spcAft>
                  <a:defRPr/>
                </a:pPr>
                <a:r>
                  <a:rPr lang="en-US" altLang="zh-CN" sz="3200" dirty="0">
                    <a:solidFill>
                      <a:srgbClr val="FFFFFF"/>
                    </a:solidFill>
                    <a:latin typeface="微软雅黑" panose="020B0503020204020204" charset="-122"/>
                    <a:ea typeface="微软雅黑" panose="020B0503020204020204" charset="-122"/>
                    <a:cs typeface="Arial" panose="020B0604020202020204" pitchFamily="34" charset="0"/>
                  </a:rPr>
                  <a:t>4</a:t>
                </a:r>
                <a:endParaRPr lang="zh-CN" altLang="en-US" sz="3200" dirty="0">
                  <a:solidFill>
                    <a:srgbClr val="FFFFFF"/>
                  </a:solidFill>
                  <a:latin typeface="微软雅黑" panose="020B0503020204020204" charset="-122"/>
                  <a:ea typeface="微软雅黑" panose="020B0503020204020204" charset="-122"/>
                  <a:cs typeface="Arial" panose="020B0604020202020204" pitchFamily="34" charset="0"/>
                </a:endParaRPr>
              </a:p>
            </p:txBody>
          </p:sp>
          <p:sp>
            <p:nvSpPr>
              <p:cNvPr id="16" name="MH_Other_3"/>
              <p:cNvSpPr/>
              <p:nvPr>
                <p:custDataLst>
                  <p:tags r:id="rId9"/>
                </p:custDataLst>
              </p:nvPr>
            </p:nvSpPr>
            <p:spPr bwMode="gray">
              <a:xfrm>
                <a:off x="1793833" y="2602155"/>
                <a:ext cx="1258663" cy="1196741"/>
              </a:xfrm>
              <a:custGeom>
                <a:avLst/>
                <a:gdLst>
                  <a:gd name="T0" fmla="*/ 0 w 1017"/>
                  <a:gd name="T1" fmla="*/ 554 h 1091"/>
                  <a:gd name="T2" fmla="*/ 225 w 1017"/>
                  <a:gd name="T3" fmla="*/ 1091 h 1091"/>
                  <a:gd name="T4" fmla="*/ 1017 w 1017"/>
                  <a:gd name="T5" fmla="*/ 1091 h 1091"/>
                  <a:gd name="T6" fmla="*/ 566 w 1017"/>
                  <a:gd name="T7" fmla="*/ 0 h 1091"/>
                  <a:gd name="T8" fmla="*/ 0 w 1017"/>
                  <a:gd name="T9" fmla="*/ 554 h 1091"/>
                </a:gdLst>
                <a:ahLst/>
                <a:cxnLst>
                  <a:cxn ang="0">
                    <a:pos x="T0" y="T1"/>
                  </a:cxn>
                  <a:cxn ang="0">
                    <a:pos x="T2" y="T3"/>
                  </a:cxn>
                  <a:cxn ang="0">
                    <a:pos x="T4" y="T5"/>
                  </a:cxn>
                  <a:cxn ang="0">
                    <a:pos x="T6" y="T7"/>
                  </a:cxn>
                  <a:cxn ang="0">
                    <a:pos x="T8" y="T9"/>
                  </a:cxn>
                </a:cxnLst>
                <a:rect l="0" t="0" r="r" b="b"/>
                <a:pathLst>
                  <a:path w="1017" h="1091">
                    <a:moveTo>
                      <a:pt x="0" y="554"/>
                    </a:moveTo>
                    <a:cubicBezTo>
                      <a:pt x="194" y="770"/>
                      <a:pt x="216" y="957"/>
                      <a:pt x="225" y="1091"/>
                    </a:cubicBezTo>
                    <a:lnTo>
                      <a:pt x="1017" y="1091"/>
                    </a:lnTo>
                    <a:cubicBezTo>
                      <a:pt x="1001" y="626"/>
                      <a:pt x="833" y="260"/>
                      <a:pt x="566" y="0"/>
                    </a:cubicBezTo>
                    <a:lnTo>
                      <a:pt x="0" y="554"/>
                    </a:lnTo>
                    <a:close/>
                  </a:path>
                </a:pathLst>
              </a:custGeom>
              <a:solidFill>
                <a:srgbClr val="0070C0"/>
              </a:solidFill>
              <a:ln w="3175">
                <a:solidFill>
                  <a:srgbClr val="FFFFFF"/>
                </a:solidFill>
              </a:ln>
              <a:effectLst/>
            </p:spPr>
            <p:style>
              <a:lnRef idx="2">
                <a:schemeClr val="accent1">
                  <a:shade val="50000"/>
                </a:schemeClr>
              </a:lnRef>
              <a:fillRef idx="1">
                <a:schemeClr val="accent1"/>
              </a:fillRef>
              <a:effectRef idx="0">
                <a:schemeClr val="accent1"/>
              </a:effectRef>
              <a:fontRef idx="minor">
                <a:schemeClr val="lt1"/>
              </a:fontRef>
            </p:style>
            <p:txBody>
              <a:bodyPr lIns="216000" tIns="216000" rIns="0" bIns="0" anchor="ctr">
                <a:normAutofit/>
              </a:bodyPr>
              <a:lstStyle/>
              <a:p>
                <a:pPr algn="ctr" eaLnBrk="1" hangingPunct="1">
                  <a:lnSpc>
                    <a:spcPct val="120000"/>
                  </a:lnSpc>
                  <a:spcBef>
                    <a:spcPts val="450"/>
                  </a:spcBef>
                  <a:spcAft>
                    <a:spcPts val="450"/>
                  </a:spcAft>
                  <a:defRPr/>
                </a:pPr>
                <a:r>
                  <a:rPr lang="en-US" altLang="zh-CN" sz="3200" dirty="0">
                    <a:solidFill>
                      <a:srgbClr val="FFFFFF"/>
                    </a:solidFill>
                    <a:latin typeface="微软雅黑" panose="020B0503020204020204" charset="-122"/>
                    <a:ea typeface="微软雅黑" panose="020B0503020204020204" charset="-122"/>
                    <a:cs typeface="Arial" panose="020B0604020202020204" pitchFamily="34" charset="0"/>
                  </a:rPr>
                  <a:t>2</a:t>
                </a:r>
                <a:endParaRPr lang="zh-CN" altLang="en-US" sz="3200" dirty="0">
                  <a:solidFill>
                    <a:srgbClr val="FFFFFF"/>
                  </a:solidFill>
                  <a:latin typeface="微软雅黑" panose="020B0503020204020204" charset="-122"/>
                  <a:ea typeface="微软雅黑" panose="020B0503020204020204" charset="-122"/>
                  <a:cs typeface="Arial" panose="020B0604020202020204" pitchFamily="34" charset="0"/>
                </a:endParaRPr>
              </a:p>
            </p:txBody>
          </p:sp>
          <p:sp>
            <p:nvSpPr>
              <p:cNvPr id="17" name="MH_Other_4"/>
              <p:cNvSpPr/>
              <p:nvPr>
                <p:custDataLst>
                  <p:tags r:id="rId10"/>
                </p:custDataLst>
              </p:nvPr>
            </p:nvSpPr>
            <p:spPr bwMode="gray">
              <a:xfrm>
                <a:off x="1793833" y="3830532"/>
                <a:ext cx="1255032" cy="1220902"/>
              </a:xfrm>
              <a:custGeom>
                <a:avLst/>
                <a:gdLst>
                  <a:gd name="T0" fmla="*/ 223 w 1016"/>
                  <a:gd name="T1" fmla="*/ 0 h 1114"/>
                  <a:gd name="T2" fmla="*/ 0 w 1016"/>
                  <a:gd name="T3" fmla="*/ 550 h 1114"/>
                  <a:gd name="T4" fmla="*/ 559 w 1016"/>
                  <a:gd name="T5" fmla="*/ 1114 h 1114"/>
                  <a:gd name="T6" fmla="*/ 1016 w 1016"/>
                  <a:gd name="T7" fmla="*/ 4 h 1114"/>
                  <a:gd name="T8" fmla="*/ 223 w 1016"/>
                  <a:gd name="T9" fmla="*/ 0 h 1114"/>
                </a:gdLst>
                <a:ahLst/>
                <a:cxnLst>
                  <a:cxn ang="0">
                    <a:pos x="T0" y="T1"/>
                  </a:cxn>
                  <a:cxn ang="0">
                    <a:pos x="T2" y="T3"/>
                  </a:cxn>
                  <a:cxn ang="0">
                    <a:pos x="T4" y="T5"/>
                  </a:cxn>
                  <a:cxn ang="0">
                    <a:pos x="T6" y="T7"/>
                  </a:cxn>
                  <a:cxn ang="0">
                    <a:pos x="T8" y="T9"/>
                  </a:cxn>
                </a:cxnLst>
                <a:rect l="0" t="0" r="r" b="b"/>
                <a:pathLst>
                  <a:path w="1016" h="1114">
                    <a:moveTo>
                      <a:pt x="223" y="0"/>
                    </a:moveTo>
                    <a:cubicBezTo>
                      <a:pt x="229" y="193"/>
                      <a:pt x="163" y="384"/>
                      <a:pt x="0" y="550"/>
                    </a:cubicBezTo>
                    <a:lnTo>
                      <a:pt x="559" y="1114"/>
                    </a:lnTo>
                    <a:cubicBezTo>
                      <a:pt x="763" y="892"/>
                      <a:pt x="1012" y="541"/>
                      <a:pt x="1016" y="4"/>
                    </a:cubicBezTo>
                    <a:lnTo>
                      <a:pt x="223" y="0"/>
                    </a:lnTo>
                    <a:close/>
                  </a:path>
                </a:pathLst>
              </a:custGeom>
              <a:solidFill>
                <a:srgbClr val="0070C0"/>
              </a:solidFill>
              <a:ln w="3175">
                <a:solidFill>
                  <a:srgbClr val="FFFFFF"/>
                </a:solidFill>
              </a:ln>
              <a:effectLst/>
            </p:spPr>
            <p:style>
              <a:lnRef idx="2">
                <a:schemeClr val="accent1">
                  <a:shade val="50000"/>
                </a:schemeClr>
              </a:lnRef>
              <a:fillRef idx="1">
                <a:schemeClr val="accent1"/>
              </a:fillRef>
              <a:effectRef idx="0">
                <a:schemeClr val="accent1"/>
              </a:effectRef>
              <a:fontRef idx="minor">
                <a:schemeClr val="lt1"/>
              </a:fontRef>
            </p:style>
            <p:txBody>
              <a:bodyPr lIns="108000" tIns="0" rIns="0" bIns="108000" anchor="ctr">
                <a:normAutofit/>
              </a:bodyPr>
              <a:lstStyle/>
              <a:p>
                <a:pPr algn="ctr" eaLnBrk="1" hangingPunct="1">
                  <a:lnSpc>
                    <a:spcPct val="120000"/>
                  </a:lnSpc>
                  <a:spcBef>
                    <a:spcPts val="450"/>
                  </a:spcBef>
                  <a:spcAft>
                    <a:spcPts val="450"/>
                  </a:spcAft>
                  <a:defRPr/>
                </a:pPr>
                <a:r>
                  <a:rPr lang="en-US" altLang="zh-CN" sz="3200" dirty="0">
                    <a:solidFill>
                      <a:srgbClr val="FFFFFF"/>
                    </a:solidFill>
                    <a:latin typeface="微软雅黑" panose="020B0503020204020204" charset="-122"/>
                    <a:ea typeface="微软雅黑" panose="020B0503020204020204" charset="-122"/>
                    <a:cs typeface="Arial" panose="020B0604020202020204" pitchFamily="34" charset="0"/>
                  </a:rPr>
                  <a:t>3</a:t>
                </a:r>
                <a:endParaRPr lang="zh-CN" altLang="en-US" sz="3200" dirty="0">
                  <a:solidFill>
                    <a:srgbClr val="FFFFFF"/>
                  </a:solidFill>
                  <a:latin typeface="微软雅黑" panose="020B0503020204020204" charset="-122"/>
                  <a:ea typeface="微软雅黑" panose="020B0503020204020204" charset="-122"/>
                  <a:cs typeface="Arial" panose="020B0604020202020204" pitchFamily="34" charset="0"/>
                </a:endParaRPr>
              </a:p>
            </p:txBody>
          </p:sp>
          <p:sp>
            <p:nvSpPr>
              <p:cNvPr id="18" name="MH_Title_1"/>
              <p:cNvSpPr>
                <a:spLocks noChangeArrowheads="1"/>
              </p:cNvSpPr>
              <p:nvPr>
                <p:custDataLst>
                  <p:tags r:id="rId11"/>
                </p:custDataLst>
              </p:nvPr>
            </p:nvSpPr>
            <p:spPr bwMode="gray">
              <a:xfrm>
                <a:off x="95208" y="2786058"/>
                <a:ext cx="1970645" cy="1952630"/>
              </a:xfrm>
              <a:prstGeom prst="ellipse">
                <a:avLst/>
              </a:prstGeom>
              <a:solidFill>
                <a:srgbClr val="0070C0"/>
              </a:solidFill>
              <a:ln w="19050">
                <a:solidFill>
                  <a:srgbClr val="FFFFFF"/>
                </a:solidFill>
              </a:ln>
              <a:effectLst/>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lnSpc>
                    <a:spcPct val="120000"/>
                  </a:lnSpc>
                  <a:defRPr/>
                </a:pPr>
                <a:r>
                  <a:rPr lang="en-US" altLang="zh-CN" sz="2400" b="1" dirty="0"/>
                  <a:t>UML</a:t>
                </a:r>
              </a:p>
              <a:p>
                <a:pPr algn="ctr">
                  <a:lnSpc>
                    <a:spcPct val="120000"/>
                  </a:lnSpc>
                  <a:defRPr/>
                </a:pPr>
                <a:r>
                  <a:rPr lang="zh-CN" altLang="en-US" sz="2400" b="1" dirty="0">
                    <a:solidFill>
                      <a:srgbClr val="FFFFFF"/>
                    </a:solidFill>
                    <a:latin typeface="微软雅黑" panose="020B0503020204020204" charset="-122"/>
                    <a:ea typeface="微软雅黑" panose="020B0503020204020204" charset="-122"/>
                  </a:rPr>
                  <a:t>模型</a:t>
                </a:r>
              </a:p>
            </p:txBody>
          </p:sp>
        </p:grpSp>
        <p:grpSp>
          <p:nvGrpSpPr>
            <p:cNvPr id="19" name="组合 18"/>
            <p:cNvGrpSpPr/>
            <p:nvPr/>
          </p:nvGrpSpPr>
          <p:grpSpPr>
            <a:xfrm>
              <a:off x="4792" y="4655"/>
              <a:ext cx="4247" cy="970"/>
              <a:chOff x="2579663" y="2079632"/>
              <a:chExt cx="2697068" cy="615950"/>
            </a:xfrm>
          </p:grpSpPr>
          <p:sp>
            <p:nvSpPr>
              <p:cNvPr id="20" name="MH_Other_5"/>
              <p:cNvSpPr>
                <a:spLocks noChangeShapeType="1"/>
              </p:cNvSpPr>
              <p:nvPr>
                <p:custDataLst>
                  <p:tags r:id="rId5"/>
                </p:custDataLst>
              </p:nvPr>
            </p:nvSpPr>
            <p:spPr bwMode="black">
              <a:xfrm>
                <a:off x="2579663" y="2695582"/>
                <a:ext cx="2196000" cy="0"/>
              </a:xfrm>
              <a:prstGeom prst="line">
                <a:avLst/>
              </a:prstGeom>
              <a:noFill/>
              <a:ln w="9525">
                <a:solidFill>
                  <a:srgbClr val="BCBCBC"/>
                </a:solidFill>
                <a:prstDash val="dash"/>
                <a:round/>
                <a:tailEnd type="oval"/>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292929"/>
                      </a:outerShdw>
                    </a:effectLst>
                  </a14:hiddenEffects>
                </a:ext>
              </a:extLst>
            </p:spPr>
            <p:txBody>
              <a:bodyPr wrap="none" anchor="ctr"/>
              <a:lstStyle/>
              <a:p>
                <a:pPr eaLnBrk="1" fontAlgn="auto" hangingPunct="1">
                  <a:spcBef>
                    <a:spcPts val="0"/>
                  </a:spcBef>
                  <a:spcAft>
                    <a:spcPts val="0"/>
                  </a:spcAft>
                  <a:defRPr/>
                </a:pPr>
                <a:endParaRPr lang="zh-CN" altLang="en-US" sz="1350" b="1">
                  <a:solidFill>
                    <a:srgbClr val="002060"/>
                  </a:solidFill>
                  <a:latin typeface="微软雅黑" panose="020B0503020204020204" charset="-122"/>
                  <a:ea typeface="微软雅黑" panose="020B0503020204020204" charset="-122"/>
                </a:endParaRPr>
              </a:p>
            </p:txBody>
          </p:sp>
          <p:sp>
            <p:nvSpPr>
              <p:cNvPr id="21" name="MH_SubTitle_1"/>
              <p:cNvSpPr txBox="1">
                <a:spLocks noChangeArrowheads="1"/>
              </p:cNvSpPr>
              <p:nvPr>
                <p:custDataLst>
                  <p:tags r:id="rId6"/>
                </p:custDataLst>
              </p:nvPr>
            </p:nvSpPr>
            <p:spPr bwMode="auto">
              <a:xfrm>
                <a:off x="2671690" y="2079632"/>
                <a:ext cx="2605041" cy="611505"/>
              </a:xfrm>
              <a:prstGeom prst="rect">
                <a:avLst/>
              </a:prstGeom>
              <a:noFill/>
              <a:ln w="9525">
                <a:noFill/>
                <a:miter lim="800000"/>
              </a:ln>
            </p:spPr>
            <p:txBody>
              <a:bodyPr lIns="216000" tIns="34290" rIns="68580" bIns="34290" anchor="ctr"/>
              <a:lstStyle/>
              <a:p>
                <a:r>
                  <a:rPr lang="zh-CN" altLang="en-US" sz="2000" b="1" dirty="0">
                    <a:solidFill>
                      <a:srgbClr val="002060"/>
                    </a:solidFill>
                    <a:latin typeface="微软雅黑" panose="020B0503020204020204" charset="-122"/>
                    <a:ea typeface="微软雅黑" panose="020B0503020204020204" charset="-122"/>
                    <a:cs typeface="宋体" panose="02010600030101010101" pitchFamily="2" charset="-122"/>
                  </a:rPr>
                  <a:t>静态模型</a:t>
                </a:r>
              </a:p>
            </p:txBody>
          </p:sp>
        </p:grpSp>
        <p:grpSp>
          <p:nvGrpSpPr>
            <p:cNvPr id="22" name="组合 21"/>
            <p:cNvGrpSpPr/>
            <p:nvPr/>
          </p:nvGrpSpPr>
          <p:grpSpPr>
            <a:xfrm>
              <a:off x="4792" y="5850"/>
              <a:ext cx="4248" cy="970"/>
              <a:chOff x="2579663" y="2079632"/>
              <a:chExt cx="2697684" cy="615950"/>
            </a:xfrm>
          </p:grpSpPr>
          <p:sp>
            <p:nvSpPr>
              <p:cNvPr id="23" name="MH_Other_5"/>
              <p:cNvSpPr>
                <a:spLocks noChangeShapeType="1"/>
              </p:cNvSpPr>
              <p:nvPr>
                <p:custDataLst>
                  <p:tags r:id="rId3"/>
                </p:custDataLst>
              </p:nvPr>
            </p:nvSpPr>
            <p:spPr bwMode="black">
              <a:xfrm>
                <a:off x="2579663" y="2695582"/>
                <a:ext cx="2196000" cy="0"/>
              </a:xfrm>
              <a:prstGeom prst="line">
                <a:avLst/>
              </a:prstGeom>
              <a:noFill/>
              <a:ln w="9525">
                <a:solidFill>
                  <a:srgbClr val="BCBCBC"/>
                </a:solidFill>
                <a:prstDash val="dash"/>
                <a:round/>
                <a:tailEnd type="oval"/>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292929"/>
                      </a:outerShdw>
                    </a:effectLst>
                  </a14:hiddenEffects>
                </a:ext>
              </a:extLst>
            </p:spPr>
            <p:txBody>
              <a:bodyPr wrap="none" anchor="ctr"/>
              <a:lstStyle/>
              <a:p>
                <a:pPr eaLnBrk="1" fontAlgn="auto" hangingPunct="1">
                  <a:spcBef>
                    <a:spcPts val="0"/>
                  </a:spcBef>
                  <a:spcAft>
                    <a:spcPts val="0"/>
                  </a:spcAft>
                  <a:defRPr/>
                </a:pPr>
                <a:endParaRPr lang="zh-CN" altLang="en-US" sz="1350" b="1">
                  <a:solidFill>
                    <a:srgbClr val="002060"/>
                  </a:solidFill>
                  <a:latin typeface="微软雅黑" panose="020B0503020204020204" charset="-122"/>
                  <a:ea typeface="微软雅黑" panose="020B0503020204020204" charset="-122"/>
                </a:endParaRPr>
              </a:p>
            </p:txBody>
          </p:sp>
          <p:sp>
            <p:nvSpPr>
              <p:cNvPr id="24" name="MH_SubTitle_1"/>
              <p:cNvSpPr txBox="1">
                <a:spLocks noChangeArrowheads="1"/>
              </p:cNvSpPr>
              <p:nvPr>
                <p:custDataLst>
                  <p:tags r:id="rId4"/>
                </p:custDataLst>
              </p:nvPr>
            </p:nvSpPr>
            <p:spPr bwMode="auto">
              <a:xfrm>
                <a:off x="2671691" y="2079632"/>
                <a:ext cx="2605656" cy="611505"/>
              </a:xfrm>
              <a:prstGeom prst="rect">
                <a:avLst/>
              </a:prstGeom>
              <a:noFill/>
              <a:ln w="9525">
                <a:noFill/>
                <a:miter lim="800000"/>
              </a:ln>
            </p:spPr>
            <p:txBody>
              <a:bodyPr lIns="216000" tIns="34290" rIns="68580" bIns="34290" anchor="ctr"/>
              <a:lstStyle/>
              <a:p>
                <a:r>
                  <a:rPr lang="zh-CN" altLang="en-US" sz="2000" b="1" dirty="0">
                    <a:solidFill>
                      <a:srgbClr val="002060"/>
                    </a:solidFill>
                    <a:latin typeface="微软雅黑" panose="020B0503020204020204" charset="-122"/>
                    <a:ea typeface="微软雅黑" panose="020B0503020204020204" charset="-122"/>
                    <a:cs typeface="宋体" panose="02010600030101010101" pitchFamily="2" charset="-122"/>
                  </a:rPr>
                  <a:t>动态模型</a:t>
                </a:r>
              </a:p>
            </p:txBody>
          </p:sp>
        </p:grpSp>
        <p:grpSp>
          <p:nvGrpSpPr>
            <p:cNvPr id="25" name="组合 24"/>
            <p:cNvGrpSpPr/>
            <p:nvPr/>
          </p:nvGrpSpPr>
          <p:grpSpPr>
            <a:xfrm>
              <a:off x="3325" y="7095"/>
              <a:ext cx="4115" cy="963"/>
              <a:chOff x="2558522" y="2084095"/>
              <a:chExt cx="2613141" cy="611487"/>
            </a:xfrm>
          </p:grpSpPr>
          <p:sp>
            <p:nvSpPr>
              <p:cNvPr id="26" name="MH_Other_5"/>
              <p:cNvSpPr>
                <a:spLocks noChangeShapeType="1"/>
              </p:cNvSpPr>
              <p:nvPr>
                <p:custDataLst>
                  <p:tags r:id="rId1"/>
                </p:custDataLst>
              </p:nvPr>
            </p:nvSpPr>
            <p:spPr bwMode="black">
              <a:xfrm>
                <a:off x="2579663" y="2695582"/>
                <a:ext cx="2592000" cy="0"/>
              </a:xfrm>
              <a:prstGeom prst="line">
                <a:avLst/>
              </a:prstGeom>
              <a:noFill/>
              <a:ln w="9525">
                <a:solidFill>
                  <a:srgbClr val="BCBCBC"/>
                </a:solidFill>
                <a:prstDash val="dash"/>
                <a:round/>
                <a:tailEnd type="oval"/>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292929"/>
                      </a:outerShdw>
                    </a:effectLst>
                  </a14:hiddenEffects>
                </a:ext>
              </a:extLst>
            </p:spPr>
            <p:txBody>
              <a:bodyPr wrap="none" anchor="ctr"/>
              <a:lstStyle/>
              <a:p>
                <a:pPr eaLnBrk="1" fontAlgn="auto" hangingPunct="1">
                  <a:spcBef>
                    <a:spcPts val="0"/>
                  </a:spcBef>
                  <a:spcAft>
                    <a:spcPts val="0"/>
                  </a:spcAft>
                  <a:defRPr/>
                </a:pPr>
                <a:endParaRPr lang="zh-CN" altLang="en-US" sz="1350" b="1">
                  <a:solidFill>
                    <a:srgbClr val="002060"/>
                  </a:solidFill>
                  <a:latin typeface="微软雅黑" panose="020B0503020204020204" charset="-122"/>
                  <a:ea typeface="微软雅黑" panose="020B0503020204020204" charset="-122"/>
                </a:endParaRPr>
              </a:p>
            </p:txBody>
          </p:sp>
          <p:sp>
            <p:nvSpPr>
              <p:cNvPr id="27" name="MH_SubTitle_1"/>
              <p:cNvSpPr txBox="1">
                <a:spLocks noChangeArrowheads="1"/>
              </p:cNvSpPr>
              <p:nvPr>
                <p:custDataLst>
                  <p:tags r:id="rId2"/>
                </p:custDataLst>
              </p:nvPr>
            </p:nvSpPr>
            <p:spPr bwMode="auto">
              <a:xfrm>
                <a:off x="2558522" y="2084095"/>
                <a:ext cx="1928826" cy="611188"/>
              </a:xfrm>
              <a:prstGeom prst="rect">
                <a:avLst/>
              </a:prstGeom>
              <a:noFill/>
              <a:ln w="9525">
                <a:noFill/>
                <a:miter lim="800000"/>
              </a:ln>
            </p:spPr>
            <p:txBody>
              <a:bodyPr lIns="216000" tIns="34290" rIns="68580" bIns="34290" anchor="ctr"/>
              <a:lstStyle/>
              <a:p>
                <a:pPr algn="r"/>
                <a:r>
                  <a:rPr lang="zh-CN" altLang="en-US" sz="2000" b="1" dirty="0">
                    <a:solidFill>
                      <a:srgbClr val="002060"/>
                    </a:solidFill>
                    <a:latin typeface="微软雅黑" panose="020B0503020204020204" charset="-122"/>
                    <a:ea typeface="微软雅黑" panose="020B0503020204020204" charset="-122"/>
                    <a:cs typeface="宋体" panose="02010600030101010101" pitchFamily="2" charset="-122"/>
                  </a:rPr>
                  <a:t>实现模型</a:t>
                </a:r>
              </a:p>
            </p:txBody>
          </p:sp>
        </p:grpSp>
      </p:grpSp>
      <p:grpSp>
        <p:nvGrpSpPr>
          <p:cNvPr id="2" name="组合 1"/>
          <p:cNvGrpSpPr/>
          <p:nvPr/>
        </p:nvGrpSpPr>
        <p:grpSpPr>
          <a:xfrm>
            <a:off x="1165860" y="2805430"/>
            <a:ext cx="3848100" cy="2178050"/>
            <a:chOff x="852" y="2735"/>
            <a:chExt cx="6060" cy="3430"/>
          </a:xfrm>
        </p:grpSpPr>
        <p:sp>
          <p:nvSpPr>
            <p:cNvPr id="167" name="圆角矩形"/>
            <p:cNvSpPr/>
            <p:nvPr/>
          </p:nvSpPr>
          <p:spPr>
            <a:xfrm>
              <a:off x="852" y="3047"/>
              <a:ext cx="6060" cy="3118"/>
            </a:xfrm>
            <a:prstGeom prst="roundRect">
              <a:avLst/>
            </a:prstGeom>
            <a:solidFill>
              <a:schemeClr val="accent3">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scene3d>
                <a:camera prst="orthographicFront"/>
                <a:lightRig rig="threePt" dir="t"/>
              </a:scene3d>
              <a:sp3d>
                <a:contourClr>
                  <a:srgbClr val="FFFFFF"/>
                </a:contourClr>
              </a:sp3d>
            </a:bodyPr>
            <a:lstStyle>
              <a:defPPr>
                <a:defRPr lang="zh-CN"/>
              </a:defPPr>
              <a:lvl1pPr algn="l" rtl="0" eaLnBrk="0" fontAlgn="base" hangingPunct="0">
                <a:spcBef>
                  <a:spcPct val="0"/>
                </a:spcBef>
                <a:spcAft>
                  <a:spcPct val="0"/>
                </a:spcAft>
                <a:defRPr kern="1200">
                  <a:solidFill>
                    <a:schemeClr val="lt1"/>
                  </a:solidFill>
                  <a:latin typeface="+mn-lt"/>
                  <a:ea typeface="+mn-ea"/>
                  <a:cs typeface="+mn-cs"/>
                </a:defRPr>
              </a:lvl1pPr>
              <a:lvl2pPr marL="457200" algn="l" rtl="0" eaLnBrk="0" fontAlgn="base" hangingPunct="0">
                <a:spcBef>
                  <a:spcPct val="0"/>
                </a:spcBef>
                <a:spcAft>
                  <a:spcPct val="0"/>
                </a:spcAft>
                <a:defRPr kern="1200">
                  <a:solidFill>
                    <a:schemeClr val="lt1"/>
                  </a:solidFill>
                  <a:latin typeface="+mn-lt"/>
                  <a:ea typeface="+mn-ea"/>
                  <a:cs typeface="+mn-cs"/>
                </a:defRPr>
              </a:lvl2pPr>
              <a:lvl3pPr marL="914400" algn="l" rtl="0" eaLnBrk="0" fontAlgn="base" hangingPunct="0">
                <a:spcBef>
                  <a:spcPct val="0"/>
                </a:spcBef>
                <a:spcAft>
                  <a:spcPct val="0"/>
                </a:spcAft>
                <a:defRPr kern="1200">
                  <a:solidFill>
                    <a:schemeClr val="lt1"/>
                  </a:solidFill>
                  <a:latin typeface="+mn-lt"/>
                  <a:ea typeface="+mn-ea"/>
                  <a:cs typeface="+mn-cs"/>
                </a:defRPr>
              </a:lvl3pPr>
              <a:lvl4pPr marL="1371600" algn="l" rtl="0" eaLnBrk="0" fontAlgn="base" hangingPunct="0">
                <a:spcBef>
                  <a:spcPct val="0"/>
                </a:spcBef>
                <a:spcAft>
                  <a:spcPct val="0"/>
                </a:spcAft>
                <a:defRPr kern="1200">
                  <a:solidFill>
                    <a:schemeClr val="lt1"/>
                  </a:solidFill>
                  <a:latin typeface="+mn-lt"/>
                  <a:ea typeface="+mn-ea"/>
                  <a:cs typeface="+mn-cs"/>
                </a:defRPr>
              </a:lvl4pPr>
              <a:lvl5pPr marL="1828800" algn="l" rtl="0" eaLnBrk="0" fontAlgn="base" hangingPunct="0">
                <a:spcBef>
                  <a:spcPct val="0"/>
                </a:spcBef>
                <a:spcAft>
                  <a:spcPct val="0"/>
                </a:spcAft>
                <a:defRPr kern="1200">
                  <a:solidFill>
                    <a:schemeClr val="lt1"/>
                  </a:solidFill>
                  <a:latin typeface="+mn-lt"/>
                  <a:ea typeface="+mn-ea"/>
                  <a:cs typeface="+mn-cs"/>
                </a:defRPr>
              </a:lvl5pPr>
              <a:lvl6pPr marL="2286000" algn="l" defTabSz="914400" rtl="0" eaLnBrk="1" latinLnBrk="0" hangingPunct="1">
                <a:defRPr kern="1200">
                  <a:solidFill>
                    <a:schemeClr val="lt1"/>
                  </a:solidFill>
                  <a:latin typeface="+mn-lt"/>
                  <a:ea typeface="+mn-ea"/>
                  <a:cs typeface="+mn-cs"/>
                </a:defRPr>
              </a:lvl6pPr>
              <a:lvl7pPr marL="2743200" algn="l" defTabSz="914400" rtl="0" eaLnBrk="1" latinLnBrk="0" hangingPunct="1">
                <a:defRPr kern="1200">
                  <a:solidFill>
                    <a:schemeClr val="lt1"/>
                  </a:solidFill>
                  <a:latin typeface="+mn-lt"/>
                  <a:ea typeface="+mn-ea"/>
                  <a:cs typeface="+mn-cs"/>
                </a:defRPr>
              </a:lvl7pPr>
              <a:lvl8pPr marL="3200400" algn="l" defTabSz="914400" rtl="0" eaLnBrk="1" latinLnBrk="0" hangingPunct="1">
                <a:defRPr kern="1200">
                  <a:solidFill>
                    <a:schemeClr val="lt1"/>
                  </a:solidFill>
                  <a:latin typeface="+mn-lt"/>
                  <a:ea typeface="+mn-ea"/>
                  <a:cs typeface="+mn-cs"/>
                </a:defRPr>
              </a:lvl8pPr>
              <a:lvl9pPr marL="3657600" algn="l" defTabSz="914400" rtl="0" eaLnBrk="1" latinLnBrk="0" hangingPunct="1">
                <a:defRPr kern="1200">
                  <a:solidFill>
                    <a:schemeClr val="lt1"/>
                  </a:solidFill>
                  <a:latin typeface="+mn-lt"/>
                  <a:ea typeface="+mn-ea"/>
                  <a:cs typeface="+mn-cs"/>
                </a:defRPr>
              </a:lvl9pPr>
            </a:lstStyle>
            <a:p>
              <a:pPr algn="l" eaLnBrk="1" fontAlgn="auto" hangingPunct="1">
                <a:spcBef>
                  <a:spcPts val="0"/>
                </a:spcBef>
                <a:spcAft>
                  <a:spcPts val="0"/>
                </a:spcAft>
                <a:defRPr/>
              </a:pPr>
              <a:r>
                <a:rPr lang="en-US" altLang="zh-CN" dirty="0">
                  <a:solidFill>
                    <a:schemeClr val="bg2">
                      <a:lumMod val="50000"/>
                    </a:schemeClr>
                  </a:solidFill>
                </a:rPr>
                <a:t>   </a:t>
              </a:r>
              <a:endParaRPr lang="zh-CN" altLang="en-US">
                <a:solidFill>
                  <a:schemeClr val="bg2">
                    <a:lumMod val="50000"/>
                  </a:schemeClr>
                </a:solidFill>
              </a:endParaRPr>
            </a:p>
          </p:txBody>
        </p:sp>
        <p:sp>
          <p:nvSpPr>
            <p:cNvPr id="4" name="学士帽"/>
            <p:cNvSpPr/>
            <p:nvPr/>
          </p:nvSpPr>
          <p:spPr bwMode="auto">
            <a:xfrm>
              <a:off x="881" y="2735"/>
              <a:ext cx="1056" cy="744"/>
            </a:xfrm>
            <a:custGeom>
              <a:avLst/>
              <a:gdLst>
                <a:gd name="T0" fmla="*/ 1395067 w 3931"/>
                <a:gd name="T1" fmla="*/ 589725 h 2392"/>
                <a:gd name="T2" fmla="*/ 928365 w 3931"/>
                <a:gd name="T3" fmla="*/ 389484 h 2392"/>
                <a:gd name="T4" fmla="*/ 403040 w 3931"/>
                <a:gd name="T5" fmla="*/ 589725 h 2392"/>
                <a:gd name="T6" fmla="*/ 256480 w 3931"/>
                <a:gd name="T7" fmla="*/ 528782 h 2392"/>
                <a:gd name="T8" fmla="*/ 256480 w 3931"/>
                <a:gd name="T9" fmla="*/ 708403 h 2392"/>
                <a:gd name="T10" fmla="*/ 296326 w 3931"/>
                <a:gd name="T11" fmla="*/ 763389 h 2392"/>
                <a:gd name="T12" fmla="*/ 255564 w 3931"/>
                <a:gd name="T13" fmla="*/ 818375 h 2392"/>
                <a:gd name="T14" fmla="*/ 299074 w 3931"/>
                <a:gd name="T15" fmla="*/ 1011742 h 2392"/>
                <a:gd name="T16" fmla="*/ 170834 w 3931"/>
                <a:gd name="T17" fmla="*/ 1011742 h 2392"/>
                <a:gd name="T18" fmla="*/ 214802 w 3931"/>
                <a:gd name="T19" fmla="*/ 817458 h 2392"/>
                <a:gd name="T20" fmla="*/ 179078 w 3931"/>
                <a:gd name="T21" fmla="*/ 763389 h 2392"/>
                <a:gd name="T22" fmla="*/ 213428 w 3931"/>
                <a:gd name="T23" fmla="*/ 709777 h 2392"/>
                <a:gd name="T24" fmla="*/ 213428 w 3931"/>
                <a:gd name="T25" fmla="*/ 510911 h 2392"/>
                <a:gd name="T26" fmla="*/ 0 w 3931"/>
                <a:gd name="T27" fmla="*/ 421559 h 2392"/>
                <a:gd name="T28" fmla="*/ 938899 w 3931"/>
                <a:gd name="T29" fmla="*/ 0 h 2392"/>
                <a:gd name="T30" fmla="*/ 1800397 w 3931"/>
                <a:gd name="T31" fmla="*/ 427058 h 2392"/>
                <a:gd name="T32" fmla="*/ 1395067 w 3931"/>
                <a:gd name="T33" fmla="*/ 589725 h 2392"/>
                <a:gd name="T34" fmla="*/ 917831 w 3931"/>
                <a:gd name="T35" fmla="*/ 491208 h 2392"/>
                <a:gd name="T36" fmla="*/ 1341481 w 3931"/>
                <a:gd name="T37" fmla="*/ 635088 h 2392"/>
                <a:gd name="T38" fmla="*/ 1341481 w 3931"/>
                <a:gd name="T39" fmla="*/ 983791 h 2392"/>
                <a:gd name="T40" fmla="*/ 896306 w 3931"/>
                <a:gd name="T41" fmla="*/ 1096054 h 2392"/>
                <a:gd name="T42" fmla="*/ 503342 w 3931"/>
                <a:gd name="T43" fmla="*/ 983791 h 2392"/>
                <a:gd name="T44" fmla="*/ 503342 w 3931"/>
                <a:gd name="T45" fmla="*/ 635088 h 2392"/>
                <a:gd name="T46" fmla="*/ 917831 w 3931"/>
                <a:gd name="T47" fmla="*/ 491208 h 2392"/>
                <a:gd name="T48" fmla="*/ 912335 w 3931"/>
                <a:gd name="T49" fmla="*/ 1031904 h 2392"/>
                <a:gd name="T50" fmla="*/ 1254003 w 3931"/>
                <a:gd name="T51" fmla="*/ 946675 h 2392"/>
                <a:gd name="T52" fmla="*/ 912335 w 3931"/>
                <a:gd name="T53" fmla="*/ 860989 h 2392"/>
                <a:gd name="T54" fmla="*/ 571126 w 3931"/>
                <a:gd name="T55" fmla="*/ 946675 h 2392"/>
                <a:gd name="T56" fmla="*/ 912335 w 3931"/>
                <a:gd name="T57" fmla="*/ 1031904 h 2392"/>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Lst>
              <a:ahLst/>
              <a:cxnLst>
                <a:cxn ang="T58">
                  <a:pos x="T0" y="T1"/>
                </a:cxn>
                <a:cxn ang="T59">
                  <a:pos x="T2" y="T3"/>
                </a:cxn>
                <a:cxn ang="T60">
                  <a:pos x="T4" y="T5"/>
                </a:cxn>
                <a:cxn ang="T61">
                  <a:pos x="T6" y="T7"/>
                </a:cxn>
                <a:cxn ang="T62">
                  <a:pos x="T8" y="T9"/>
                </a:cxn>
                <a:cxn ang="T63">
                  <a:pos x="T10" y="T11"/>
                </a:cxn>
                <a:cxn ang="T64">
                  <a:pos x="T12" y="T13"/>
                </a:cxn>
                <a:cxn ang="T65">
                  <a:pos x="T14" y="T15"/>
                </a:cxn>
                <a:cxn ang="T66">
                  <a:pos x="T16" y="T17"/>
                </a:cxn>
                <a:cxn ang="T67">
                  <a:pos x="T18" y="T19"/>
                </a:cxn>
                <a:cxn ang="T68">
                  <a:pos x="T20" y="T21"/>
                </a:cxn>
                <a:cxn ang="T69">
                  <a:pos x="T22" y="T23"/>
                </a:cxn>
                <a:cxn ang="T70">
                  <a:pos x="T24" y="T25"/>
                </a:cxn>
                <a:cxn ang="T71">
                  <a:pos x="T26" y="T27"/>
                </a:cxn>
                <a:cxn ang="T72">
                  <a:pos x="T28" y="T29"/>
                </a:cxn>
                <a:cxn ang="T73">
                  <a:pos x="T30" y="T31"/>
                </a:cxn>
                <a:cxn ang="T74">
                  <a:pos x="T32" y="T33"/>
                </a:cxn>
                <a:cxn ang="T75">
                  <a:pos x="T34" y="T35"/>
                </a:cxn>
                <a:cxn ang="T76">
                  <a:pos x="T36" y="T37"/>
                </a:cxn>
                <a:cxn ang="T77">
                  <a:pos x="T38" y="T39"/>
                </a:cxn>
                <a:cxn ang="T78">
                  <a:pos x="T40" y="T41"/>
                </a:cxn>
                <a:cxn ang="T79">
                  <a:pos x="T42" y="T43"/>
                </a:cxn>
                <a:cxn ang="T80">
                  <a:pos x="T44" y="T45"/>
                </a:cxn>
                <a:cxn ang="T81">
                  <a:pos x="T46" y="T47"/>
                </a:cxn>
                <a:cxn ang="T82">
                  <a:pos x="T48" y="T49"/>
                </a:cxn>
                <a:cxn ang="T83">
                  <a:pos x="T50" y="T51"/>
                </a:cxn>
                <a:cxn ang="T84">
                  <a:pos x="T52" y="T53"/>
                </a:cxn>
                <a:cxn ang="T85">
                  <a:pos x="T54" y="T55"/>
                </a:cxn>
                <a:cxn ang="T86">
                  <a:pos x="T56" y="T57"/>
                </a:cxn>
              </a:cxnLst>
              <a:rect l="0" t="0" r="r" b="b"/>
              <a:pathLst>
                <a:path w="3931" h="2392">
                  <a:moveTo>
                    <a:pt x="3046" y="1287"/>
                  </a:moveTo>
                  <a:cubicBezTo>
                    <a:pt x="3046" y="1287"/>
                    <a:pt x="2618" y="850"/>
                    <a:pt x="2027" y="850"/>
                  </a:cubicBezTo>
                  <a:cubicBezTo>
                    <a:pt x="1450" y="850"/>
                    <a:pt x="880" y="1287"/>
                    <a:pt x="880" y="1287"/>
                  </a:cubicBezTo>
                  <a:cubicBezTo>
                    <a:pt x="560" y="1154"/>
                    <a:pt x="560" y="1154"/>
                    <a:pt x="560" y="1154"/>
                  </a:cubicBezTo>
                  <a:cubicBezTo>
                    <a:pt x="560" y="1546"/>
                    <a:pt x="560" y="1546"/>
                    <a:pt x="560" y="1546"/>
                  </a:cubicBezTo>
                  <a:cubicBezTo>
                    <a:pt x="610" y="1563"/>
                    <a:pt x="647" y="1610"/>
                    <a:pt x="647" y="1666"/>
                  </a:cubicBezTo>
                  <a:cubicBezTo>
                    <a:pt x="647" y="1723"/>
                    <a:pt x="609" y="1769"/>
                    <a:pt x="558" y="1786"/>
                  </a:cubicBezTo>
                  <a:cubicBezTo>
                    <a:pt x="653" y="2208"/>
                    <a:pt x="653" y="2208"/>
                    <a:pt x="653" y="2208"/>
                  </a:cubicBezTo>
                  <a:cubicBezTo>
                    <a:pt x="373" y="2208"/>
                    <a:pt x="373" y="2208"/>
                    <a:pt x="373" y="2208"/>
                  </a:cubicBezTo>
                  <a:cubicBezTo>
                    <a:pt x="469" y="1784"/>
                    <a:pt x="469" y="1784"/>
                    <a:pt x="469" y="1784"/>
                  </a:cubicBezTo>
                  <a:cubicBezTo>
                    <a:pt x="423" y="1764"/>
                    <a:pt x="391" y="1719"/>
                    <a:pt x="391" y="1666"/>
                  </a:cubicBezTo>
                  <a:cubicBezTo>
                    <a:pt x="391" y="1614"/>
                    <a:pt x="422" y="1570"/>
                    <a:pt x="466" y="1549"/>
                  </a:cubicBezTo>
                  <a:cubicBezTo>
                    <a:pt x="466" y="1115"/>
                    <a:pt x="466" y="1115"/>
                    <a:pt x="466" y="1115"/>
                  </a:cubicBezTo>
                  <a:cubicBezTo>
                    <a:pt x="0" y="920"/>
                    <a:pt x="0" y="920"/>
                    <a:pt x="0" y="920"/>
                  </a:cubicBezTo>
                  <a:cubicBezTo>
                    <a:pt x="2050" y="0"/>
                    <a:pt x="2050" y="0"/>
                    <a:pt x="2050" y="0"/>
                  </a:cubicBezTo>
                  <a:cubicBezTo>
                    <a:pt x="3931" y="932"/>
                    <a:pt x="3931" y="932"/>
                    <a:pt x="3931" y="932"/>
                  </a:cubicBezTo>
                  <a:lnTo>
                    <a:pt x="3046" y="1287"/>
                  </a:lnTo>
                  <a:close/>
                  <a:moveTo>
                    <a:pt x="2004" y="1072"/>
                  </a:moveTo>
                  <a:cubicBezTo>
                    <a:pt x="2598" y="1072"/>
                    <a:pt x="2929" y="1386"/>
                    <a:pt x="2929" y="1386"/>
                  </a:cubicBezTo>
                  <a:cubicBezTo>
                    <a:pt x="2929" y="2147"/>
                    <a:pt x="2929" y="2147"/>
                    <a:pt x="2929" y="2147"/>
                  </a:cubicBezTo>
                  <a:cubicBezTo>
                    <a:pt x="2929" y="2147"/>
                    <a:pt x="2586" y="2392"/>
                    <a:pt x="1957" y="2392"/>
                  </a:cubicBezTo>
                  <a:cubicBezTo>
                    <a:pt x="1328" y="2392"/>
                    <a:pt x="1099" y="2147"/>
                    <a:pt x="1099" y="2147"/>
                  </a:cubicBezTo>
                  <a:cubicBezTo>
                    <a:pt x="1099" y="1386"/>
                    <a:pt x="1099" y="1386"/>
                    <a:pt x="1099" y="1386"/>
                  </a:cubicBezTo>
                  <a:cubicBezTo>
                    <a:pt x="1099" y="1386"/>
                    <a:pt x="1410" y="1072"/>
                    <a:pt x="2004" y="1072"/>
                  </a:cubicBezTo>
                  <a:close/>
                  <a:moveTo>
                    <a:pt x="1992" y="2252"/>
                  </a:moveTo>
                  <a:cubicBezTo>
                    <a:pt x="2404" y="2252"/>
                    <a:pt x="2738" y="2168"/>
                    <a:pt x="2738" y="2066"/>
                  </a:cubicBezTo>
                  <a:cubicBezTo>
                    <a:pt x="2738" y="1963"/>
                    <a:pt x="2404" y="1879"/>
                    <a:pt x="1992" y="1879"/>
                  </a:cubicBezTo>
                  <a:cubicBezTo>
                    <a:pt x="1581" y="1879"/>
                    <a:pt x="1247" y="1963"/>
                    <a:pt x="1247" y="2066"/>
                  </a:cubicBezTo>
                  <a:cubicBezTo>
                    <a:pt x="1247" y="2168"/>
                    <a:pt x="1581" y="2252"/>
                    <a:pt x="1992" y="2252"/>
                  </a:cubicBezTo>
                  <a:close/>
                </a:path>
              </a:pathLst>
            </a:custGeom>
            <a:solidFill>
              <a:schemeClr val="accent5">
                <a:lumMod val="75000"/>
              </a:schemeClr>
            </a:solidFill>
            <a:ln>
              <a:noFill/>
            </a:ln>
            <a:extLst>
              <a:ext uri="{91240B29-F687-4F45-9708-019B960494DF}">
                <a14:hiddenLine xmlns:a14="http://schemas.microsoft.com/office/drawing/2010/main" w="9525">
                  <a:solidFill>
                    <a:srgbClr val="000000"/>
                  </a:solidFill>
                  <a:round/>
                </a14:hiddenLine>
              </a:ext>
            </a:extLst>
          </p:spPr>
          <p:txBody>
            <a:bodyPr anchor="ctr" anchorCtr="1"/>
            <a:lstStyle>
              <a:defPPr>
                <a:defRPr lang="zh-CN"/>
              </a:defPPr>
              <a:lvl1pPr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1pPr>
              <a:lvl2pPr marL="4572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2pPr>
              <a:lvl3pPr marL="9144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3pPr>
              <a:lvl4pPr marL="13716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4pPr>
              <a:lvl5pPr marL="18288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5pPr>
              <a:lvl6pPr marL="2286000" algn="l" defTabSz="914400" rtl="0" eaLnBrk="1" latinLnBrk="0" hangingPunct="1">
                <a:defRPr kern="1200">
                  <a:solidFill>
                    <a:schemeClr val="tx1"/>
                  </a:solidFill>
                  <a:latin typeface="Calibri" panose="020F0502020204030204" charset="0"/>
                  <a:ea typeface="宋体" panose="02010600030101010101" pitchFamily="2" charset="-122"/>
                  <a:cs typeface="+mn-cs"/>
                </a:defRPr>
              </a:lvl6pPr>
              <a:lvl7pPr marL="2743200" algn="l" defTabSz="914400" rtl="0" eaLnBrk="1" latinLnBrk="0" hangingPunct="1">
                <a:defRPr kern="1200">
                  <a:solidFill>
                    <a:schemeClr val="tx1"/>
                  </a:solidFill>
                  <a:latin typeface="Calibri" panose="020F0502020204030204" charset="0"/>
                  <a:ea typeface="宋体" panose="02010600030101010101" pitchFamily="2" charset="-122"/>
                  <a:cs typeface="+mn-cs"/>
                </a:defRPr>
              </a:lvl7pPr>
              <a:lvl8pPr marL="3200400" algn="l" defTabSz="914400" rtl="0" eaLnBrk="1" latinLnBrk="0" hangingPunct="1">
                <a:defRPr kern="1200">
                  <a:solidFill>
                    <a:schemeClr val="tx1"/>
                  </a:solidFill>
                  <a:latin typeface="Calibri" panose="020F0502020204030204" charset="0"/>
                  <a:ea typeface="宋体" panose="02010600030101010101" pitchFamily="2" charset="-122"/>
                  <a:cs typeface="+mn-cs"/>
                </a:defRPr>
              </a:lvl8pPr>
              <a:lvl9pPr marL="3657600" algn="l" defTabSz="914400" rtl="0" eaLnBrk="1" latinLnBrk="0" hangingPunct="1">
                <a:defRPr kern="1200">
                  <a:solidFill>
                    <a:schemeClr val="tx1"/>
                  </a:solidFill>
                  <a:latin typeface="Calibri" panose="020F0502020204030204" charset="0"/>
                  <a:ea typeface="宋体" panose="02010600030101010101" pitchFamily="2" charset="-122"/>
                  <a:cs typeface="+mn-cs"/>
                </a:defRPr>
              </a:lvl9pPr>
            </a:lstStyle>
            <a:p>
              <a:endParaRPr lang="zh-CN" altLang="en-US" dirty="0">
                <a:ea typeface="微软雅黑" panose="020B0503020204020204" pitchFamily="34" charset="-122"/>
              </a:endParaRPr>
            </a:p>
          </p:txBody>
        </p:sp>
        <p:sp>
          <p:nvSpPr>
            <p:cNvPr id="5" name="文本框 4"/>
            <p:cNvSpPr txBox="1"/>
            <p:nvPr/>
          </p:nvSpPr>
          <p:spPr>
            <a:xfrm>
              <a:off x="1032" y="3263"/>
              <a:ext cx="5712" cy="2545"/>
            </a:xfrm>
            <a:prstGeom prst="rect">
              <a:avLst/>
            </a:prstGeom>
            <a:noFill/>
          </p:spPr>
          <p:txBody>
            <a:bodyPr wrap="square" rtlCol="0">
              <a:spAutoFit/>
            </a:bodyPr>
            <a:lstStyle/>
            <a:p>
              <a:pPr marL="0" indent="0" algn="l" fontAlgn="auto">
                <a:lnSpc>
                  <a:spcPct val="110000"/>
                </a:lnSpc>
              </a:pPr>
              <a:r>
                <a:rPr lang="en-US" altLang="zh-CN" dirty="0">
                  <a:solidFill>
                    <a:schemeClr val="bg2">
                      <a:lumMod val="50000"/>
                    </a:schemeClr>
                  </a:solidFill>
                  <a:sym typeface="+mn-ea"/>
                </a:rPr>
                <a:t>     </a:t>
              </a:r>
              <a:r>
                <a:rPr dirty="0">
                  <a:latin typeface="微软雅黑" panose="020B0503020204020204" charset="-122"/>
                  <a:ea typeface="微软雅黑" panose="020B0503020204020204" charset="-122"/>
                  <a:sym typeface="+mn-ea"/>
                </a:rPr>
                <a:t> </a:t>
              </a:r>
              <a:r>
                <a:rPr lang="en-US" dirty="0">
                  <a:latin typeface="微软雅黑" panose="020B0503020204020204" charset="-122"/>
                  <a:ea typeface="微软雅黑" panose="020B0503020204020204" charset="-122"/>
                  <a:sym typeface="+mn-ea"/>
                </a:rPr>
                <a:t> </a:t>
              </a:r>
              <a:r>
                <a:rPr dirty="0">
                  <a:solidFill>
                    <a:schemeClr val="tx1"/>
                  </a:solidFill>
                  <a:latin typeface="微软雅黑" panose="020B0503020204020204" charset="-122"/>
                  <a:ea typeface="微软雅黑" panose="020B0503020204020204" charset="-122"/>
                  <a:sym typeface="+mn-ea"/>
                </a:rPr>
                <a:t>这些模型由UML图组成，开发者并不需要使用所有的图，也不需要建立每种模型，应只对关键事物建立模型，可根据软件系统的实际需要选择几种图和模型。</a:t>
              </a:r>
            </a:p>
          </p:txBody>
        </p:sp>
      </p:grpSp>
    </p:spTree>
  </p:cSld>
  <p:clrMapOvr>
    <a:masterClrMapping/>
  </p:clrMapOvr>
  <p:transition>
    <p:pull dir="d"/>
  </p:transition>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694801" y="360000"/>
            <a:ext cx="5401200" cy="523220"/>
          </a:xfrm>
        </p:spPr>
        <p:txBody>
          <a:bodyPr/>
          <a:lstStyle/>
          <a:p>
            <a:r>
              <a:rPr lang="en-US" altLang="en-US" dirty="0">
                <a:sym typeface="+mn-ea"/>
              </a:rPr>
              <a:t>6.4 UML</a:t>
            </a:r>
            <a:r>
              <a:rPr lang="zh-CN" altLang="en-US" dirty="0">
                <a:sym typeface="+mn-ea"/>
              </a:rPr>
              <a:t>的应用</a:t>
            </a:r>
            <a:endParaRPr lang="zh-CN" altLang="en-US" dirty="0"/>
          </a:p>
        </p:txBody>
      </p:sp>
      <p:sp>
        <p:nvSpPr>
          <p:cNvPr id="13" name="文本占位符 12">
            <a:extLst>
              <a:ext uri="{FF2B5EF4-FFF2-40B4-BE49-F238E27FC236}">
                <a16:creationId xmlns:a16="http://schemas.microsoft.com/office/drawing/2014/main" id="{6B190365-938B-6970-2544-F5B624C7C8CC}"/>
              </a:ext>
            </a:extLst>
          </p:cNvPr>
          <p:cNvSpPr>
            <a:spLocks noGrp="1"/>
          </p:cNvSpPr>
          <p:nvPr>
            <p:ph type="body" sz="quarter" idx="10"/>
          </p:nvPr>
        </p:nvSpPr>
        <p:spPr/>
        <p:txBody>
          <a:bodyPr/>
          <a:lstStyle/>
          <a:p>
            <a:endParaRPr lang="zh-CN" altLang="en-US"/>
          </a:p>
        </p:txBody>
      </p:sp>
      <p:sp>
        <p:nvSpPr>
          <p:cNvPr id="7" name="文本框 6"/>
          <p:cNvSpPr txBox="1"/>
          <p:nvPr/>
        </p:nvSpPr>
        <p:spPr>
          <a:xfrm>
            <a:off x="754380" y="2931160"/>
            <a:ext cx="476250" cy="1833880"/>
          </a:xfrm>
          <a:prstGeom prst="rect">
            <a:avLst/>
          </a:prstGeom>
          <a:noFill/>
        </p:spPr>
        <p:txBody>
          <a:bodyPr vert="eaVert" wrap="none" rtlCol="0">
            <a:spAutoFit/>
          </a:bodyPr>
          <a:lstStyle/>
          <a:p>
            <a:pPr algn="l"/>
            <a:r>
              <a:rPr lang="zh-CN" altLang="en-US" spc="160" dirty="0">
                <a:solidFill>
                  <a:schemeClr val="bg1"/>
                </a:solidFill>
                <a:latin typeface="微软雅黑" panose="020B0503020204020204" charset="-122"/>
                <a:ea typeface="微软雅黑" panose="020B0503020204020204" charset="-122"/>
              </a:rPr>
              <a:t>结构化程序设计</a:t>
            </a:r>
          </a:p>
        </p:txBody>
      </p:sp>
      <p:sp>
        <p:nvSpPr>
          <p:cNvPr id="29" name="TextBox 6"/>
          <p:cNvSpPr txBox="1"/>
          <p:nvPr/>
        </p:nvSpPr>
        <p:spPr>
          <a:xfrm>
            <a:off x="809625" y="1403350"/>
            <a:ext cx="4558665" cy="525657"/>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6.4.1 UML</a:t>
            </a:r>
            <a:r>
              <a:rPr lang="zh-CN" altLang="en-US" sz="2400" dirty="0">
                <a:solidFill>
                  <a:schemeClr val="tx1"/>
                </a:solidFill>
              </a:rPr>
              <a:t>模型</a:t>
            </a:r>
            <a:endParaRPr lang="zh-CN" altLang="en-US" sz="2400" dirty="0">
              <a:solidFill>
                <a:schemeClr val="tx1"/>
              </a:solidFill>
              <a:sym typeface="+mn-ea"/>
            </a:endParaRPr>
          </a:p>
        </p:txBody>
      </p:sp>
      <p:grpSp>
        <p:nvGrpSpPr>
          <p:cNvPr id="2" name="组合 1"/>
          <p:cNvGrpSpPr/>
          <p:nvPr/>
        </p:nvGrpSpPr>
        <p:grpSpPr>
          <a:xfrm>
            <a:off x="1036955" y="2224986"/>
            <a:ext cx="9966324" cy="3785365"/>
            <a:chOff x="1564218" y="1977243"/>
            <a:chExt cx="10511026" cy="3109107"/>
          </a:xfrm>
        </p:grpSpPr>
        <p:sp>
          <p:nvSpPr>
            <p:cNvPr id="4" name="MH_Other_1"/>
            <p:cNvSpPr/>
            <p:nvPr>
              <p:custDataLst>
                <p:tags r:id="rId1"/>
              </p:custDataLst>
            </p:nvPr>
          </p:nvSpPr>
          <p:spPr>
            <a:xfrm rot="21439215">
              <a:off x="3045884" y="3808414"/>
              <a:ext cx="1631949" cy="1239837"/>
            </a:xfrm>
            <a:prstGeom prst="roundRect">
              <a:avLst>
                <a:gd name="adj" fmla="val 18567"/>
              </a:avLst>
            </a:prstGeom>
            <a:solidFill>
              <a:srgbClr val="D3D3D3"/>
            </a:solidFill>
            <a:ln>
              <a:solidFill>
                <a:srgbClr val="B2B2B2"/>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sz="6000" dirty="0">
                <a:solidFill>
                  <a:srgbClr val="FFFFFF"/>
                </a:solidFill>
                <a:latin typeface="微软雅黑" panose="020B0503020204020204" pitchFamily="34" charset="-122"/>
                <a:ea typeface="微软雅黑" panose="020B0503020204020204" pitchFamily="34" charset="-122"/>
              </a:endParaRPr>
            </a:p>
          </p:txBody>
        </p:sp>
        <p:cxnSp>
          <p:nvCxnSpPr>
            <p:cNvPr id="5" name="MH_Other_2"/>
            <p:cNvCxnSpPr>
              <a:stCxn id="4" idx="3"/>
            </p:cNvCxnSpPr>
            <p:nvPr>
              <p:custDataLst>
                <p:tags r:id="rId2"/>
              </p:custDataLst>
            </p:nvPr>
          </p:nvCxnSpPr>
          <p:spPr>
            <a:xfrm flipV="1">
              <a:off x="4677833" y="4395788"/>
              <a:ext cx="1422400" cy="4762"/>
            </a:xfrm>
            <a:prstGeom prst="straightConnector1">
              <a:avLst/>
            </a:prstGeom>
            <a:ln>
              <a:solidFill>
                <a:srgbClr val="B2B2B2"/>
              </a:solidFill>
              <a:tailEnd type="triangle"/>
            </a:ln>
          </p:spPr>
          <p:style>
            <a:lnRef idx="1">
              <a:schemeClr val="accent1"/>
            </a:lnRef>
            <a:fillRef idx="0">
              <a:schemeClr val="accent1"/>
            </a:fillRef>
            <a:effectRef idx="0">
              <a:schemeClr val="accent1"/>
            </a:effectRef>
            <a:fontRef idx="minor">
              <a:schemeClr val="tx1"/>
            </a:fontRef>
          </p:style>
        </p:cxnSp>
        <p:sp>
          <p:nvSpPr>
            <p:cNvPr id="6" name="MH_Other_3"/>
            <p:cNvSpPr/>
            <p:nvPr>
              <p:custDataLst>
                <p:tags r:id="rId3"/>
              </p:custDataLst>
            </p:nvPr>
          </p:nvSpPr>
          <p:spPr>
            <a:xfrm rot="183635">
              <a:off x="2637367" y="2547939"/>
              <a:ext cx="1634067" cy="1239837"/>
            </a:xfrm>
            <a:prstGeom prst="roundRect">
              <a:avLst>
                <a:gd name="adj" fmla="val 18567"/>
              </a:avLst>
            </a:prstGeom>
            <a:solidFill>
              <a:srgbClr val="F06C55"/>
            </a:solidFill>
            <a:ln>
              <a:solidFill>
                <a:srgbClr val="E93C1F"/>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sz="6000" dirty="0">
                <a:solidFill>
                  <a:srgbClr val="FFFFFF"/>
                </a:solidFill>
                <a:latin typeface="微软雅黑" panose="020B0503020204020204" pitchFamily="34" charset="-122"/>
                <a:ea typeface="微软雅黑" panose="020B0503020204020204" pitchFamily="34" charset="-122"/>
              </a:endParaRPr>
            </a:p>
          </p:txBody>
        </p:sp>
        <p:cxnSp>
          <p:nvCxnSpPr>
            <p:cNvPr id="8" name="MH_Other_4"/>
            <p:cNvCxnSpPr/>
            <p:nvPr>
              <p:custDataLst>
                <p:tags r:id="rId4"/>
              </p:custDataLst>
            </p:nvPr>
          </p:nvCxnSpPr>
          <p:spPr>
            <a:xfrm>
              <a:off x="4286251" y="3074988"/>
              <a:ext cx="1784349" cy="0"/>
            </a:xfrm>
            <a:prstGeom prst="straightConnector1">
              <a:avLst/>
            </a:prstGeom>
            <a:ln>
              <a:solidFill>
                <a:srgbClr val="E93C1F"/>
              </a:solidFill>
              <a:tailEnd type="triangle"/>
            </a:ln>
          </p:spPr>
          <p:style>
            <a:lnRef idx="1">
              <a:schemeClr val="accent1"/>
            </a:lnRef>
            <a:fillRef idx="0">
              <a:schemeClr val="accent1"/>
            </a:fillRef>
            <a:effectRef idx="0">
              <a:schemeClr val="accent1"/>
            </a:effectRef>
            <a:fontRef idx="minor">
              <a:schemeClr val="tx1"/>
            </a:fontRef>
          </p:style>
        </p:cxnSp>
        <p:sp>
          <p:nvSpPr>
            <p:cNvPr id="9" name="MH_Other_5"/>
            <p:cNvSpPr/>
            <p:nvPr>
              <p:custDataLst>
                <p:tags r:id="rId5"/>
              </p:custDataLst>
            </p:nvPr>
          </p:nvSpPr>
          <p:spPr>
            <a:xfrm>
              <a:off x="1564218" y="3100388"/>
              <a:ext cx="1286933" cy="1985962"/>
            </a:xfrm>
            <a:custGeom>
              <a:avLst/>
              <a:gdLst>
                <a:gd name="connsiteX0" fmla="*/ 217182 w 965707"/>
                <a:gd name="connsiteY0" fmla="*/ 0 h 1986527"/>
                <a:gd name="connsiteX1" fmla="*/ 432892 w 965707"/>
                <a:gd name="connsiteY1" fmla="*/ 215710 h 1986527"/>
                <a:gd name="connsiteX2" fmla="*/ 428510 w 965707"/>
                <a:gd name="connsiteY2" fmla="*/ 259183 h 1986527"/>
                <a:gd name="connsiteX3" fmla="*/ 426677 w 965707"/>
                <a:gd name="connsiteY3" fmla="*/ 265085 h 1986527"/>
                <a:gd name="connsiteX4" fmla="*/ 691433 w 965707"/>
                <a:gd name="connsiteY4" fmla="*/ 70895 h 1986527"/>
                <a:gd name="connsiteX5" fmla="*/ 727149 w 965707"/>
                <a:gd name="connsiteY5" fmla="*/ 76387 h 1986527"/>
                <a:gd name="connsiteX6" fmla="*/ 787596 w 965707"/>
                <a:gd name="connsiteY6" fmla="*/ 158799 h 1986527"/>
                <a:gd name="connsiteX7" fmla="*/ 782104 w 965707"/>
                <a:gd name="connsiteY7" fmla="*/ 194515 h 1986527"/>
                <a:gd name="connsiteX8" fmla="*/ 453481 w 965707"/>
                <a:gd name="connsiteY8" fmla="*/ 435549 h 1986527"/>
                <a:gd name="connsiteX9" fmla="*/ 874061 w 965707"/>
                <a:gd name="connsiteY9" fmla="*/ 181449 h 1986527"/>
                <a:gd name="connsiteX10" fmla="*/ 909154 w 965707"/>
                <a:gd name="connsiteY10" fmla="*/ 190109 h 1986527"/>
                <a:gd name="connsiteX11" fmla="*/ 962021 w 965707"/>
                <a:gd name="connsiteY11" fmla="*/ 277611 h 1986527"/>
                <a:gd name="connsiteX12" fmla="*/ 953361 w 965707"/>
                <a:gd name="connsiteY12" fmla="*/ 312705 h 1986527"/>
                <a:gd name="connsiteX13" fmla="*/ 384793 w 965707"/>
                <a:gd name="connsiteY13" fmla="*/ 656215 h 1986527"/>
                <a:gd name="connsiteX14" fmla="*/ 384793 w 965707"/>
                <a:gd name="connsiteY14" fmla="*/ 1131649 h 1986527"/>
                <a:gd name="connsiteX15" fmla="*/ 381842 w 965707"/>
                <a:gd name="connsiteY15" fmla="*/ 1146266 h 1986527"/>
                <a:gd name="connsiteX16" fmla="*/ 387708 w 965707"/>
                <a:gd name="connsiteY16" fmla="*/ 1152370 h 1986527"/>
                <a:gd name="connsiteX17" fmla="*/ 442440 w 965707"/>
                <a:gd name="connsiteY17" fmla="*/ 1292303 h 1986527"/>
                <a:gd name="connsiteX18" fmla="*/ 445419 w 965707"/>
                <a:gd name="connsiteY18" fmla="*/ 1293537 h 1986527"/>
                <a:gd name="connsiteX19" fmla="*/ 453847 w 965707"/>
                <a:gd name="connsiteY19" fmla="*/ 1313884 h 1986527"/>
                <a:gd name="connsiteX20" fmla="*/ 453847 w 965707"/>
                <a:gd name="connsiteY20" fmla="*/ 1951177 h 1986527"/>
                <a:gd name="connsiteX21" fmla="*/ 425072 w 965707"/>
                <a:gd name="connsiteY21" fmla="*/ 1979952 h 1986527"/>
                <a:gd name="connsiteX22" fmla="*/ 309975 w 965707"/>
                <a:gd name="connsiteY22" fmla="*/ 1979952 h 1986527"/>
                <a:gd name="connsiteX23" fmla="*/ 281200 w 965707"/>
                <a:gd name="connsiteY23" fmla="*/ 1951177 h 1986527"/>
                <a:gd name="connsiteX24" fmla="*/ 281200 w 965707"/>
                <a:gd name="connsiteY24" fmla="*/ 1342234 h 1986527"/>
                <a:gd name="connsiteX25" fmla="*/ 230924 w 965707"/>
                <a:gd name="connsiteY25" fmla="*/ 1213693 h 1986527"/>
                <a:gd name="connsiteX26" fmla="*/ 227782 w 965707"/>
                <a:gd name="connsiteY26" fmla="*/ 1195782 h 1986527"/>
                <a:gd name="connsiteX27" fmla="*/ 172672 w 965707"/>
                <a:gd name="connsiteY27" fmla="*/ 1195782 h 1986527"/>
                <a:gd name="connsiteX28" fmla="*/ 172672 w 965707"/>
                <a:gd name="connsiteY28" fmla="*/ 1958468 h 1986527"/>
                <a:gd name="connsiteX29" fmla="*/ 144613 w 965707"/>
                <a:gd name="connsiteY29" fmla="*/ 1986527 h 1986527"/>
                <a:gd name="connsiteX30" fmla="*/ 32381 w 965707"/>
                <a:gd name="connsiteY30" fmla="*/ 1986527 h 1986527"/>
                <a:gd name="connsiteX31" fmla="*/ 4322 w 965707"/>
                <a:gd name="connsiteY31" fmla="*/ 1958468 h 1986527"/>
                <a:gd name="connsiteX32" fmla="*/ 4322 w 965707"/>
                <a:gd name="connsiteY32" fmla="*/ 1169537 h 1986527"/>
                <a:gd name="connsiteX33" fmla="*/ 7911 w 965707"/>
                <a:gd name="connsiteY33" fmla="*/ 1160872 h 1986527"/>
                <a:gd name="connsiteX34" fmla="*/ 5040 w 965707"/>
                <a:gd name="connsiteY34" fmla="*/ 1156613 h 1986527"/>
                <a:gd name="connsiteX35" fmla="*/ 0 w 965707"/>
                <a:gd name="connsiteY35" fmla="*/ 1131649 h 1986527"/>
                <a:gd name="connsiteX36" fmla="*/ 0 w 965707"/>
                <a:gd name="connsiteY36" fmla="*/ 514378 h 1986527"/>
                <a:gd name="connsiteX37" fmla="*/ 64133 w 965707"/>
                <a:gd name="connsiteY37" fmla="*/ 450245 h 1986527"/>
                <a:gd name="connsiteX38" fmla="*/ 174233 w 965707"/>
                <a:gd name="connsiteY38" fmla="*/ 450245 h 1986527"/>
                <a:gd name="connsiteX39" fmla="*/ 203629 w 965707"/>
                <a:gd name="connsiteY39" fmla="*/ 428684 h 1986527"/>
                <a:gd name="connsiteX40" fmla="*/ 133218 w 965707"/>
                <a:gd name="connsiteY40" fmla="*/ 414469 h 1986527"/>
                <a:gd name="connsiteX41" fmla="*/ 1472 w 965707"/>
                <a:gd name="connsiteY41" fmla="*/ 215710 h 1986527"/>
                <a:gd name="connsiteX42" fmla="*/ 217182 w 965707"/>
                <a:gd name="connsiteY42" fmla="*/ 0 h 198652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Lst>
              <a:rect l="l" t="t" r="r" b="b"/>
              <a:pathLst>
                <a:path w="965707" h="1986527">
                  <a:moveTo>
                    <a:pt x="217182" y="0"/>
                  </a:moveTo>
                  <a:cubicBezTo>
                    <a:pt x="336315" y="0"/>
                    <a:pt x="432892" y="96577"/>
                    <a:pt x="432892" y="215710"/>
                  </a:cubicBezTo>
                  <a:cubicBezTo>
                    <a:pt x="432892" y="230602"/>
                    <a:pt x="431383" y="245141"/>
                    <a:pt x="428510" y="259183"/>
                  </a:cubicBezTo>
                  <a:lnTo>
                    <a:pt x="426677" y="265085"/>
                  </a:lnTo>
                  <a:lnTo>
                    <a:pt x="691433" y="70895"/>
                  </a:lnTo>
                  <a:cubicBezTo>
                    <a:pt x="702812" y="62549"/>
                    <a:pt x="718803" y="65008"/>
                    <a:pt x="727149" y="76387"/>
                  </a:cubicBezTo>
                  <a:lnTo>
                    <a:pt x="787596" y="158799"/>
                  </a:lnTo>
                  <a:cubicBezTo>
                    <a:pt x="795942" y="170178"/>
                    <a:pt x="793483" y="186169"/>
                    <a:pt x="782104" y="194515"/>
                  </a:cubicBezTo>
                  <a:lnTo>
                    <a:pt x="453481" y="435549"/>
                  </a:lnTo>
                  <a:lnTo>
                    <a:pt x="874061" y="181449"/>
                  </a:lnTo>
                  <a:cubicBezTo>
                    <a:pt x="886143" y="174150"/>
                    <a:pt x="901855" y="178027"/>
                    <a:pt x="909154" y="190109"/>
                  </a:cubicBezTo>
                  <a:lnTo>
                    <a:pt x="962021" y="277611"/>
                  </a:lnTo>
                  <a:cubicBezTo>
                    <a:pt x="969320" y="289694"/>
                    <a:pt x="965443" y="305405"/>
                    <a:pt x="953361" y="312705"/>
                  </a:cubicBezTo>
                  <a:lnTo>
                    <a:pt x="384793" y="656215"/>
                  </a:lnTo>
                  <a:lnTo>
                    <a:pt x="384793" y="1131649"/>
                  </a:lnTo>
                  <a:lnTo>
                    <a:pt x="381842" y="1146266"/>
                  </a:lnTo>
                  <a:lnTo>
                    <a:pt x="387708" y="1152370"/>
                  </a:lnTo>
                  <a:lnTo>
                    <a:pt x="442440" y="1292303"/>
                  </a:lnTo>
                  <a:lnTo>
                    <a:pt x="445419" y="1293537"/>
                  </a:lnTo>
                  <a:cubicBezTo>
                    <a:pt x="450626" y="1298744"/>
                    <a:pt x="453847" y="1305938"/>
                    <a:pt x="453847" y="1313884"/>
                  </a:cubicBezTo>
                  <a:lnTo>
                    <a:pt x="453847" y="1951177"/>
                  </a:lnTo>
                  <a:cubicBezTo>
                    <a:pt x="453847" y="1967069"/>
                    <a:pt x="440964" y="1979952"/>
                    <a:pt x="425072" y="1979952"/>
                  </a:cubicBezTo>
                  <a:lnTo>
                    <a:pt x="309975" y="1979952"/>
                  </a:lnTo>
                  <a:cubicBezTo>
                    <a:pt x="294083" y="1979952"/>
                    <a:pt x="281200" y="1967069"/>
                    <a:pt x="281200" y="1951177"/>
                  </a:cubicBezTo>
                  <a:lnTo>
                    <a:pt x="281200" y="1342234"/>
                  </a:lnTo>
                  <a:lnTo>
                    <a:pt x="230924" y="1213693"/>
                  </a:lnTo>
                  <a:lnTo>
                    <a:pt x="227782" y="1195782"/>
                  </a:lnTo>
                  <a:lnTo>
                    <a:pt x="172672" y="1195782"/>
                  </a:lnTo>
                  <a:lnTo>
                    <a:pt x="172672" y="1958468"/>
                  </a:lnTo>
                  <a:cubicBezTo>
                    <a:pt x="172672" y="1973965"/>
                    <a:pt x="160110" y="1986527"/>
                    <a:pt x="144613" y="1986527"/>
                  </a:cubicBezTo>
                  <a:lnTo>
                    <a:pt x="32381" y="1986527"/>
                  </a:lnTo>
                  <a:cubicBezTo>
                    <a:pt x="16884" y="1986527"/>
                    <a:pt x="4322" y="1973965"/>
                    <a:pt x="4322" y="1958468"/>
                  </a:cubicBezTo>
                  <a:lnTo>
                    <a:pt x="4322" y="1169537"/>
                  </a:lnTo>
                  <a:lnTo>
                    <a:pt x="7911" y="1160872"/>
                  </a:lnTo>
                  <a:lnTo>
                    <a:pt x="5040" y="1156613"/>
                  </a:lnTo>
                  <a:cubicBezTo>
                    <a:pt x="1795" y="1148940"/>
                    <a:pt x="0" y="1140504"/>
                    <a:pt x="0" y="1131649"/>
                  </a:cubicBezTo>
                  <a:lnTo>
                    <a:pt x="0" y="514378"/>
                  </a:lnTo>
                  <a:cubicBezTo>
                    <a:pt x="0" y="478958"/>
                    <a:pt x="28713" y="450245"/>
                    <a:pt x="64133" y="450245"/>
                  </a:cubicBezTo>
                  <a:lnTo>
                    <a:pt x="174233" y="450245"/>
                  </a:lnTo>
                  <a:lnTo>
                    <a:pt x="203629" y="428684"/>
                  </a:lnTo>
                  <a:lnTo>
                    <a:pt x="133218" y="414469"/>
                  </a:lnTo>
                  <a:cubicBezTo>
                    <a:pt x="55797" y="381722"/>
                    <a:pt x="1472" y="305060"/>
                    <a:pt x="1472" y="215710"/>
                  </a:cubicBezTo>
                  <a:cubicBezTo>
                    <a:pt x="1472" y="96577"/>
                    <a:pt x="98049" y="0"/>
                    <a:pt x="217182" y="0"/>
                  </a:cubicBezTo>
                  <a:close/>
                </a:path>
              </a:pathLst>
            </a:custGeom>
            <a:solidFill>
              <a:srgbClr val="D3D3D3"/>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a:p>
          </p:txBody>
        </p:sp>
        <p:sp>
          <p:nvSpPr>
            <p:cNvPr id="10" name="MH_Text_2"/>
            <p:cNvSpPr txBox="1"/>
            <p:nvPr>
              <p:custDataLst>
                <p:tags r:id="rId6"/>
              </p:custDataLst>
            </p:nvPr>
          </p:nvSpPr>
          <p:spPr>
            <a:xfrm>
              <a:off x="6192552" y="1977243"/>
              <a:ext cx="5882692" cy="1507300"/>
            </a:xfrm>
            <a:prstGeom prst="rect">
              <a:avLst/>
            </a:prstGeom>
            <a:noFill/>
          </p:spPr>
          <p:txBody>
            <a:bodyPr lIns="0" tIns="0" rIns="0" bIns="0">
              <a:normAutofit/>
            </a:bodyPr>
            <a:lstStyle>
              <a:defPPr>
                <a:defRPr lang="zh-CN"/>
              </a:defPPr>
              <a:lvl1pPr>
                <a:lnSpc>
                  <a:spcPct val="130000"/>
                </a:lnSpc>
                <a:defRPr sz="1200"/>
              </a:lvl1pPr>
            </a:lstStyle>
            <a:p>
              <a:pPr>
                <a:lnSpc>
                  <a:spcPct val="150000"/>
                </a:lnSpc>
              </a:pPr>
              <a:r>
                <a:rPr lang="en-US" altLang="zh-CN" sz="1800" dirty="0"/>
                <a:t>        </a:t>
              </a:r>
              <a:r>
                <a:rPr lang="zh-CN" altLang="en-US" sz="1800" dirty="0"/>
                <a:t>用例模型从用户的角度描述系统需求，是所有开发活动的指南。它包括一张或多张用例图。用例模型定义了系统的用例、执行者（角色Actor）及角色与用例之间的关联（Association），即交互行为。</a:t>
              </a:r>
            </a:p>
          </p:txBody>
        </p:sp>
        <p:sp>
          <p:nvSpPr>
            <p:cNvPr id="11" name="MH_Text_1"/>
            <p:cNvSpPr txBox="1"/>
            <p:nvPr>
              <p:custDataLst>
                <p:tags r:id="rId7"/>
              </p:custDataLst>
            </p:nvPr>
          </p:nvSpPr>
          <p:spPr>
            <a:xfrm>
              <a:off x="6192552" y="3477292"/>
              <a:ext cx="5882692" cy="876215"/>
            </a:xfrm>
            <a:prstGeom prst="rect">
              <a:avLst/>
            </a:prstGeom>
            <a:noFill/>
          </p:spPr>
          <p:txBody>
            <a:bodyPr lIns="0" tIns="0" rIns="0" bIns="0">
              <a:noAutofit/>
            </a:bodyPr>
            <a:lstStyle>
              <a:defPPr>
                <a:defRPr lang="zh-CN"/>
              </a:defPPr>
              <a:lvl1pPr>
                <a:lnSpc>
                  <a:spcPct val="130000"/>
                </a:lnSpc>
                <a:defRPr sz="1200"/>
              </a:lvl1pPr>
            </a:lstStyle>
            <a:p>
              <a:pPr>
                <a:lnSpc>
                  <a:spcPct val="150000"/>
                </a:lnSpc>
              </a:pPr>
              <a:r>
                <a:rPr lang="en-US" altLang="zh-CN" sz="1800" dirty="0"/>
                <a:t>       </a:t>
              </a:r>
              <a:r>
                <a:rPr lang="zh-CN" altLang="en-US" sz="1800" dirty="0"/>
                <a:t>在迭代渐增式开发软件时，每次迭代都是在前一次迭代的基础上增加另一些用例，对每次软件集成的结果，都应进行系统测试，并向用户演示，表明用例已正确实现。所有的测试用例都应保存，以便在以后的迭代中进行回归测试。</a:t>
              </a:r>
            </a:p>
          </p:txBody>
        </p:sp>
      </p:grpSp>
      <p:grpSp>
        <p:nvGrpSpPr>
          <p:cNvPr id="14" name="组合 37"/>
          <p:cNvGrpSpPr/>
          <p:nvPr/>
        </p:nvGrpSpPr>
        <p:grpSpPr>
          <a:xfrm>
            <a:off x="977900" y="2106000"/>
            <a:ext cx="3141345" cy="590550"/>
            <a:chOff x="508000" y="3196191"/>
            <a:chExt cx="3141314" cy="590550"/>
          </a:xfrm>
        </p:grpSpPr>
        <p:sp>
          <p:nvSpPr>
            <p:cNvPr id="16" name="TextBox 1"/>
            <p:cNvSpPr txBox="1">
              <a:spLocks noChangeArrowheads="1"/>
            </p:cNvSpPr>
            <p:nvPr/>
          </p:nvSpPr>
          <p:spPr bwMode="auto">
            <a:xfrm>
              <a:off x="508000" y="3196191"/>
              <a:ext cx="364198" cy="523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sz="2000">
                  <a:solidFill>
                    <a:schemeClr val="tx1"/>
                  </a:solidFill>
                  <a:latin typeface="Calibri" panose="020F0502020204030204" charset="0"/>
                  <a:ea typeface="宋体" panose="02010600030101010101" pitchFamily="2" charset="-122"/>
                </a:defRPr>
              </a:lvl1pPr>
              <a:lvl2pPr marL="742950" indent="-285750" eaLnBrk="0" hangingPunct="0">
                <a:defRPr sz="2000">
                  <a:solidFill>
                    <a:schemeClr val="tx1"/>
                  </a:solidFill>
                  <a:latin typeface="Calibri" panose="020F0502020204030204" charset="0"/>
                  <a:ea typeface="宋体" panose="02010600030101010101" pitchFamily="2" charset="-122"/>
                </a:defRPr>
              </a:lvl2pPr>
              <a:lvl3pPr marL="1143000" indent="-228600" eaLnBrk="0" hangingPunct="0">
                <a:defRPr sz="2000">
                  <a:solidFill>
                    <a:schemeClr val="tx1"/>
                  </a:solidFill>
                  <a:latin typeface="Calibri" panose="020F0502020204030204" charset="0"/>
                  <a:ea typeface="宋体" panose="02010600030101010101" pitchFamily="2" charset="-122"/>
                </a:defRPr>
              </a:lvl3pPr>
              <a:lvl4pPr marL="1600200" indent="-228600" eaLnBrk="0" hangingPunct="0">
                <a:defRPr sz="2000">
                  <a:solidFill>
                    <a:schemeClr val="tx1"/>
                  </a:solidFill>
                  <a:latin typeface="Calibri" panose="020F0502020204030204" charset="0"/>
                  <a:ea typeface="宋体" panose="02010600030101010101" pitchFamily="2" charset="-122"/>
                </a:defRPr>
              </a:lvl4pPr>
              <a:lvl5pPr eaLnBrk="0" hangingPunct="0">
                <a:defRPr sz="2000">
                  <a:solidFill>
                    <a:schemeClr val="tx1"/>
                  </a:solidFill>
                  <a:latin typeface="Calibri" panose="020F0502020204030204" charset="0"/>
                  <a:ea typeface="宋体" panose="02010600030101010101" pitchFamily="2" charset="-122"/>
                </a:defRPr>
              </a:lvl5pPr>
              <a:lvl6pPr marL="25146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6pPr>
              <a:lvl7pPr marL="29718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7pPr>
              <a:lvl8pPr marL="34290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8pPr>
              <a:lvl9pPr marL="38862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9pPr>
            </a:lstStyle>
            <a:p>
              <a:pPr eaLnBrk="1" hangingPunct="1"/>
              <a:r>
                <a:rPr lang="en-US" altLang="zh-CN" sz="2800" dirty="0">
                  <a:solidFill>
                    <a:srgbClr val="E67819"/>
                  </a:solidFill>
                  <a:latin typeface="Times New Roman" panose="02020603050405020304" pitchFamily="18" charset="0"/>
                  <a:ea typeface="MS UI Gothic" panose="020B0600070205080204" pitchFamily="34" charset="-128"/>
                </a:rPr>
                <a:t>1</a:t>
              </a:r>
              <a:endParaRPr lang="zh-CN" altLang="en-US" sz="2800" dirty="0">
                <a:solidFill>
                  <a:srgbClr val="E67819"/>
                </a:solidFill>
                <a:latin typeface="Times New Roman" panose="02020603050405020304" pitchFamily="18" charset="0"/>
                <a:ea typeface="MS UI Gothic" panose="020B0600070205080204" pitchFamily="34" charset="-128"/>
              </a:endParaRPr>
            </a:p>
          </p:txBody>
        </p:sp>
        <p:cxnSp>
          <p:nvCxnSpPr>
            <p:cNvPr id="17" name="直接连接符 16"/>
            <p:cNvCxnSpPr/>
            <p:nvPr/>
          </p:nvCxnSpPr>
          <p:spPr>
            <a:xfrm flipH="1">
              <a:off x="508000" y="3196191"/>
              <a:ext cx="590550" cy="590550"/>
            </a:xfrm>
            <a:prstGeom prst="line">
              <a:avLst/>
            </a:prstGeom>
            <a:ln>
              <a:solidFill>
                <a:srgbClr val="E67819"/>
              </a:solidFill>
            </a:ln>
          </p:spPr>
          <p:style>
            <a:lnRef idx="1">
              <a:schemeClr val="accent1"/>
            </a:lnRef>
            <a:fillRef idx="0">
              <a:schemeClr val="accent1"/>
            </a:fillRef>
            <a:effectRef idx="0">
              <a:schemeClr val="accent1"/>
            </a:effectRef>
            <a:fontRef idx="minor">
              <a:schemeClr val="tx1"/>
            </a:fontRef>
          </p:style>
        </p:cxnSp>
        <p:sp>
          <p:nvSpPr>
            <p:cNvPr id="18" name="矩形 7"/>
            <p:cNvSpPr>
              <a:spLocks noChangeArrowheads="1"/>
            </p:cNvSpPr>
            <p:nvPr/>
          </p:nvSpPr>
          <p:spPr bwMode="auto">
            <a:xfrm>
              <a:off x="960437" y="3291441"/>
              <a:ext cx="2688877"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r>
                <a:rPr lang="zh-CN" altLang="en-US" b="1" dirty="0">
                  <a:solidFill>
                    <a:srgbClr val="E67819"/>
                  </a:solidFill>
                  <a:latin typeface="微软雅黑" panose="020B0503020204020204" charset="-122"/>
                  <a:ea typeface="微软雅黑" panose="020B0503020204020204" charset="-122"/>
                </a:rPr>
                <a:t>用例模型</a:t>
              </a:r>
            </a:p>
          </p:txBody>
        </p:sp>
      </p:grpSp>
    </p:spTree>
  </p:cSld>
  <p:clrMapOvr>
    <a:masterClrMapping/>
  </p:clrMapOvr>
  <p:transition>
    <p:strips dir="ru"/>
  </p:transition>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694801" y="360000"/>
            <a:ext cx="5401200" cy="523220"/>
          </a:xfrm>
        </p:spPr>
        <p:txBody>
          <a:bodyPr/>
          <a:lstStyle/>
          <a:p>
            <a:r>
              <a:rPr lang="en-US" altLang="en-US" dirty="0">
                <a:sym typeface="+mn-ea"/>
              </a:rPr>
              <a:t>6.4 UML</a:t>
            </a:r>
            <a:r>
              <a:rPr lang="zh-CN" altLang="en-US" dirty="0">
                <a:sym typeface="+mn-ea"/>
              </a:rPr>
              <a:t>的应用</a:t>
            </a:r>
            <a:endParaRPr lang="zh-CN" altLang="en-US" dirty="0"/>
          </a:p>
        </p:txBody>
      </p:sp>
      <p:sp>
        <p:nvSpPr>
          <p:cNvPr id="4" name="文本占位符 3">
            <a:extLst>
              <a:ext uri="{FF2B5EF4-FFF2-40B4-BE49-F238E27FC236}">
                <a16:creationId xmlns:a16="http://schemas.microsoft.com/office/drawing/2014/main" id="{B0EA51E4-662B-4A76-FDFA-32C0DB2E0746}"/>
              </a:ext>
            </a:extLst>
          </p:cNvPr>
          <p:cNvSpPr>
            <a:spLocks noGrp="1"/>
          </p:cNvSpPr>
          <p:nvPr>
            <p:ph type="body" sz="quarter" idx="10"/>
          </p:nvPr>
        </p:nvSpPr>
        <p:spPr/>
        <p:txBody>
          <a:bodyPr/>
          <a:lstStyle/>
          <a:p>
            <a:endParaRPr lang="zh-CN" altLang="en-US"/>
          </a:p>
        </p:txBody>
      </p:sp>
      <p:sp>
        <p:nvSpPr>
          <p:cNvPr id="7" name="文本框 6"/>
          <p:cNvSpPr txBox="1"/>
          <p:nvPr/>
        </p:nvSpPr>
        <p:spPr>
          <a:xfrm>
            <a:off x="754380" y="2931160"/>
            <a:ext cx="476250" cy="1833880"/>
          </a:xfrm>
          <a:prstGeom prst="rect">
            <a:avLst/>
          </a:prstGeom>
          <a:noFill/>
        </p:spPr>
        <p:txBody>
          <a:bodyPr vert="eaVert" wrap="none" rtlCol="0">
            <a:spAutoFit/>
          </a:bodyPr>
          <a:lstStyle/>
          <a:p>
            <a:pPr algn="l"/>
            <a:r>
              <a:rPr lang="zh-CN" altLang="en-US" spc="160" dirty="0">
                <a:solidFill>
                  <a:schemeClr val="bg1"/>
                </a:solidFill>
                <a:latin typeface="微软雅黑" panose="020B0503020204020204" charset="-122"/>
                <a:ea typeface="微软雅黑" panose="020B0503020204020204" charset="-122"/>
              </a:rPr>
              <a:t>结构化程序设计</a:t>
            </a:r>
          </a:p>
        </p:txBody>
      </p:sp>
      <p:sp>
        <p:nvSpPr>
          <p:cNvPr id="29" name="TextBox 6"/>
          <p:cNvSpPr txBox="1"/>
          <p:nvPr/>
        </p:nvSpPr>
        <p:spPr>
          <a:xfrm>
            <a:off x="809625" y="1403350"/>
            <a:ext cx="4558665" cy="525657"/>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6.4.1 UML</a:t>
            </a:r>
            <a:r>
              <a:rPr lang="zh-CN" altLang="en-US" sz="2400" dirty="0">
                <a:solidFill>
                  <a:schemeClr val="tx1"/>
                </a:solidFill>
              </a:rPr>
              <a:t>模型</a:t>
            </a:r>
            <a:endParaRPr lang="zh-CN" altLang="en-US" sz="2400" dirty="0">
              <a:solidFill>
                <a:schemeClr val="tx1"/>
              </a:solidFill>
              <a:sym typeface="+mn-ea"/>
            </a:endParaRPr>
          </a:p>
        </p:txBody>
      </p:sp>
      <p:grpSp>
        <p:nvGrpSpPr>
          <p:cNvPr id="64" name="组合 63"/>
          <p:cNvGrpSpPr/>
          <p:nvPr/>
        </p:nvGrpSpPr>
        <p:grpSpPr>
          <a:xfrm>
            <a:off x="1160059" y="3098042"/>
            <a:ext cx="10048467" cy="2775291"/>
            <a:chOff x="1188" y="3449"/>
            <a:chExt cx="17392" cy="5027"/>
          </a:xfrm>
        </p:grpSpPr>
        <p:grpSp>
          <p:nvGrpSpPr>
            <p:cNvPr id="67" name="组合 66"/>
            <p:cNvGrpSpPr/>
            <p:nvPr/>
          </p:nvGrpSpPr>
          <p:grpSpPr>
            <a:xfrm>
              <a:off x="1188" y="3449"/>
              <a:ext cx="15272" cy="1426"/>
              <a:chOff x="1923" y="3755"/>
              <a:chExt cx="15272" cy="1426"/>
            </a:xfrm>
          </p:grpSpPr>
          <p:sp>
            <p:nvSpPr>
              <p:cNvPr id="68" name="MH_Other_1"/>
              <p:cNvSpPr>
                <a:spLocks noChangeArrowheads="1"/>
              </p:cNvSpPr>
              <p:nvPr>
                <p:custDataLst>
                  <p:tags r:id="rId11"/>
                </p:custDataLst>
              </p:nvPr>
            </p:nvSpPr>
            <p:spPr bwMode="auto">
              <a:xfrm>
                <a:off x="1923" y="3755"/>
                <a:ext cx="1119" cy="779"/>
              </a:xfrm>
              <a:prstGeom prst="rect">
                <a:avLst/>
              </a:prstGeom>
              <a:solidFill>
                <a:srgbClr val="25B4E9"/>
              </a:solidFill>
              <a:ln w="9525">
                <a:noFill/>
                <a:miter lim="800000"/>
              </a:ln>
            </p:spPr>
            <p:txBody>
              <a:bodyPr anchor="ctr"/>
              <a:lstStyle/>
              <a:p>
                <a:pPr algn="ctr" eaLnBrk="1" hangingPunct="1"/>
                <a:r>
                  <a:rPr lang="en-US" altLang="zh-CN" sz="2400" b="1" dirty="0">
                    <a:solidFill>
                      <a:srgbClr val="FFFFFF"/>
                    </a:solidFill>
                    <a:ea typeface="微软雅黑" panose="020B0503020204020204" charset="-122"/>
                  </a:rPr>
                  <a:t>01</a:t>
                </a:r>
                <a:endParaRPr lang="zh-CN" altLang="en-US" sz="2400" b="1">
                  <a:solidFill>
                    <a:srgbClr val="FFFFFF"/>
                  </a:solidFill>
                  <a:ea typeface="微软雅黑" panose="020B0503020204020204" charset="-122"/>
                </a:endParaRPr>
              </a:p>
            </p:txBody>
          </p:sp>
          <p:sp>
            <p:nvSpPr>
              <p:cNvPr id="69" name="MH_Other_2"/>
              <p:cNvSpPr>
                <a:spLocks noChangeArrowheads="1"/>
              </p:cNvSpPr>
              <p:nvPr>
                <p:custDataLst>
                  <p:tags r:id="rId12"/>
                </p:custDataLst>
              </p:nvPr>
            </p:nvSpPr>
            <p:spPr bwMode="auto">
              <a:xfrm>
                <a:off x="3105" y="3917"/>
                <a:ext cx="887" cy="617"/>
              </a:xfrm>
              <a:prstGeom prst="rect">
                <a:avLst/>
              </a:prstGeom>
              <a:solidFill>
                <a:srgbClr val="ACE3F6"/>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78" name="MH_Other_3"/>
              <p:cNvSpPr>
                <a:spLocks noChangeArrowheads="1"/>
              </p:cNvSpPr>
              <p:nvPr>
                <p:custDataLst>
                  <p:tags r:id="rId13"/>
                </p:custDataLst>
              </p:nvPr>
            </p:nvSpPr>
            <p:spPr bwMode="auto">
              <a:xfrm>
                <a:off x="2176" y="4578"/>
                <a:ext cx="866" cy="603"/>
              </a:xfrm>
              <a:prstGeom prst="rect">
                <a:avLst/>
              </a:prstGeom>
              <a:solidFill>
                <a:srgbClr val="67CBEF"/>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79" name="MH_Other_4"/>
              <p:cNvSpPr>
                <a:spLocks noChangeArrowheads="1"/>
              </p:cNvSpPr>
              <p:nvPr>
                <p:custDataLst>
                  <p:tags r:id="rId14"/>
                </p:custDataLst>
              </p:nvPr>
            </p:nvSpPr>
            <p:spPr bwMode="auto">
              <a:xfrm>
                <a:off x="3105" y="4578"/>
                <a:ext cx="1119" cy="514"/>
              </a:xfrm>
              <a:prstGeom prst="rect">
                <a:avLst/>
              </a:prstGeom>
              <a:solidFill>
                <a:srgbClr val="D9F2FB"/>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80" name="MH_SubTitle_1"/>
              <p:cNvSpPr/>
              <p:nvPr>
                <p:custDataLst>
                  <p:tags r:id="rId15"/>
                </p:custDataLst>
              </p:nvPr>
            </p:nvSpPr>
            <p:spPr>
              <a:xfrm>
                <a:off x="4693" y="3840"/>
                <a:ext cx="12502" cy="1254"/>
              </a:xfrm>
              <a:prstGeom prst="rect">
                <a:avLst/>
              </a:prstGeom>
            </p:spPr>
            <p:txBody>
              <a:bodyPr lIns="0" tIns="0" rIns="0" bIns="0" anchor="ctr">
                <a:noAutofit/>
              </a:bodyPr>
              <a:lstStyle/>
              <a:p>
                <a:pPr fontAlgn="auto">
                  <a:lnSpc>
                    <a:spcPct val="120000"/>
                  </a:lnSpc>
                </a:pPr>
                <a:r>
                  <a:rPr lang="zh-CN" altLang="en-US" dirty="0">
                    <a:latin typeface="微软雅黑" panose="020B0503020204020204" charset="-122"/>
                    <a:ea typeface="微软雅黑" panose="020B0503020204020204" charset="-122"/>
                    <a:sym typeface="+mn-ea"/>
                  </a:rPr>
                  <a:t>将用例按优先级分类：优先级高的、必须首先实现的功能，最先开发。</a:t>
                </a:r>
                <a:endParaRPr lang="zh-CN" altLang="en-US" dirty="0">
                  <a:solidFill>
                    <a:srgbClr val="000000"/>
                  </a:solidFill>
                  <a:latin typeface="微软雅黑" panose="020B0503020204020204" charset="-122"/>
                  <a:ea typeface="微软雅黑" panose="020B0503020204020204" charset="-122"/>
                  <a:sym typeface="+mn-ea"/>
                </a:endParaRPr>
              </a:p>
            </p:txBody>
          </p:sp>
        </p:grpSp>
        <p:grpSp>
          <p:nvGrpSpPr>
            <p:cNvPr id="81" name="组合 80"/>
            <p:cNvGrpSpPr/>
            <p:nvPr/>
          </p:nvGrpSpPr>
          <p:grpSpPr>
            <a:xfrm>
              <a:off x="4554" y="7050"/>
              <a:ext cx="14026" cy="1426"/>
              <a:chOff x="7484" y="7051"/>
              <a:chExt cx="14026" cy="1426"/>
            </a:xfrm>
          </p:grpSpPr>
          <p:sp>
            <p:nvSpPr>
              <p:cNvPr id="82" name="MH_Other_5"/>
              <p:cNvSpPr>
                <a:spLocks noChangeArrowheads="1"/>
              </p:cNvSpPr>
              <p:nvPr>
                <p:custDataLst>
                  <p:tags r:id="rId6"/>
                </p:custDataLst>
              </p:nvPr>
            </p:nvSpPr>
            <p:spPr bwMode="auto">
              <a:xfrm>
                <a:off x="7484" y="7051"/>
                <a:ext cx="1119" cy="779"/>
              </a:xfrm>
              <a:prstGeom prst="rect">
                <a:avLst/>
              </a:prstGeom>
              <a:solidFill>
                <a:srgbClr val="4FB469"/>
              </a:solidFill>
              <a:ln w="9525">
                <a:noFill/>
                <a:miter lim="800000"/>
              </a:ln>
            </p:spPr>
            <p:txBody>
              <a:bodyPr anchor="ctr"/>
              <a:lstStyle/>
              <a:p>
                <a:pPr algn="ctr" eaLnBrk="1" hangingPunct="1"/>
                <a:r>
                  <a:rPr lang="en-US" altLang="zh-CN" sz="2400" b="1" dirty="0">
                    <a:solidFill>
                      <a:srgbClr val="FFFFFF"/>
                    </a:solidFill>
                    <a:ea typeface="微软雅黑" panose="020B0503020204020204" charset="-122"/>
                  </a:rPr>
                  <a:t>03</a:t>
                </a:r>
                <a:endParaRPr lang="zh-CN" altLang="en-US" sz="2400" b="1" dirty="0">
                  <a:solidFill>
                    <a:srgbClr val="FFFFFF"/>
                  </a:solidFill>
                  <a:ea typeface="微软雅黑" panose="020B0503020204020204" charset="-122"/>
                </a:endParaRPr>
              </a:p>
            </p:txBody>
          </p:sp>
          <p:sp>
            <p:nvSpPr>
              <p:cNvPr id="83" name="MH_Other_6"/>
              <p:cNvSpPr>
                <a:spLocks noChangeArrowheads="1"/>
              </p:cNvSpPr>
              <p:nvPr>
                <p:custDataLst>
                  <p:tags r:id="rId7"/>
                </p:custDataLst>
              </p:nvPr>
            </p:nvSpPr>
            <p:spPr bwMode="auto">
              <a:xfrm>
                <a:off x="8666" y="7213"/>
                <a:ext cx="887" cy="617"/>
              </a:xfrm>
              <a:prstGeom prst="rect">
                <a:avLst/>
              </a:prstGeom>
              <a:solidFill>
                <a:srgbClr val="B6E0C1"/>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84" name="MH_Other_7"/>
              <p:cNvSpPr>
                <a:spLocks noChangeArrowheads="1"/>
              </p:cNvSpPr>
              <p:nvPr>
                <p:custDataLst>
                  <p:tags r:id="rId8"/>
                </p:custDataLst>
              </p:nvPr>
            </p:nvSpPr>
            <p:spPr bwMode="auto">
              <a:xfrm>
                <a:off x="7737" y="7874"/>
                <a:ext cx="866" cy="603"/>
              </a:xfrm>
              <a:prstGeom prst="rect">
                <a:avLst/>
              </a:prstGeom>
              <a:solidFill>
                <a:srgbClr val="8DCF9E"/>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85" name="MH_Other_8"/>
              <p:cNvSpPr>
                <a:spLocks noChangeArrowheads="1"/>
              </p:cNvSpPr>
              <p:nvPr>
                <p:custDataLst>
                  <p:tags r:id="rId9"/>
                </p:custDataLst>
              </p:nvPr>
            </p:nvSpPr>
            <p:spPr bwMode="auto">
              <a:xfrm>
                <a:off x="8666" y="7874"/>
                <a:ext cx="1119" cy="514"/>
              </a:xfrm>
              <a:prstGeom prst="rect">
                <a:avLst/>
              </a:prstGeom>
              <a:solidFill>
                <a:srgbClr val="E1F3E5"/>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86" name="MH_SubTitle_3"/>
              <p:cNvSpPr/>
              <p:nvPr>
                <p:custDataLst>
                  <p:tags r:id="rId10"/>
                </p:custDataLst>
              </p:nvPr>
            </p:nvSpPr>
            <p:spPr>
              <a:xfrm>
                <a:off x="10226" y="7152"/>
                <a:ext cx="11284" cy="1254"/>
              </a:xfrm>
              <a:prstGeom prst="rect">
                <a:avLst/>
              </a:prstGeom>
            </p:spPr>
            <p:txBody>
              <a:bodyPr lIns="0" tIns="0" rIns="0" bIns="0" anchor="ctr">
                <a:noAutofit/>
              </a:bodyPr>
              <a:lstStyle/>
              <a:p>
                <a:pPr eaLnBrk="1" hangingPunct="1">
                  <a:lnSpc>
                    <a:spcPct val="120000"/>
                  </a:lnSpc>
                </a:pPr>
                <a:r>
                  <a:rPr lang="en-US" altLang="zh-CN" dirty="0">
                    <a:latin typeface="微软雅黑" panose="020B0503020204020204" charset="-122"/>
                    <a:ea typeface="微软雅黑" panose="020B0503020204020204" charset="-122"/>
                    <a:sym typeface="+mn-ea"/>
                  </a:rPr>
                  <a:t>      </a:t>
                </a:r>
                <a:r>
                  <a:rPr lang="zh-CN" altLang="en-US" dirty="0">
                    <a:latin typeface="微软雅黑" panose="020B0503020204020204" charset="-122"/>
                    <a:ea typeface="微软雅黑" panose="020B0503020204020204" charset="-122"/>
                    <a:sym typeface="+mn-ea"/>
                  </a:rPr>
                  <a:t>对用例所需的工作量进行估算，合理安排工作计划。有些在进度方面风险大的、无法估算工作量的用例，不能放到最后再开发，以免因它的实际工作量太大，而影响整个工程的进度。</a:t>
                </a:r>
                <a:endParaRPr lang="zh-CN" altLang="en-US" dirty="0">
                  <a:solidFill>
                    <a:srgbClr val="000000"/>
                  </a:solidFill>
                  <a:latin typeface="微软雅黑" panose="020B0503020204020204" charset="-122"/>
                  <a:ea typeface="微软雅黑" panose="020B0503020204020204" charset="-122"/>
                  <a:sym typeface="+mn-ea"/>
                </a:endParaRPr>
              </a:p>
            </p:txBody>
          </p:sp>
        </p:grpSp>
        <p:grpSp>
          <p:nvGrpSpPr>
            <p:cNvPr id="87" name="组合 86"/>
            <p:cNvGrpSpPr/>
            <p:nvPr/>
          </p:nvGrpSpPr>
          <p:grpSpPr>
            <a:xfrm>
              <a:off x="2647" y="5077"/>
              <a:ext cx="14709" cy="1550"/>
              <a:chOff x="4731" y="5162"/>
              <a:chExt cx="14709" cy="1550"/>
            </a:xfrm>
          </p:grpSpPr>
          <p:sp>
            <p:nvSpPr>
              <p:cNvPr id="88" name="MH_Other_9"/>
              <p:cNvSpPr>
                <a:spLocks noChangeArrowheads="1"/>
              </p:cNvSpPr>
              <p:nvPr>
                <p:custDataLst>
                  <p:tags r:id="rId1"/>
                </p:custDataLst>
              </p:nvPr>
            </p:nvSpPr>
            <p:spPr bwMode="auto">
              <a:xfrm>
                <a:off x="4731" y="5286"/>
                <a:ext cx="1119" cy="779"/>
              </a:xfrm>
              <a:prstGeom prst="rect">
                <a:avLst/>
              </a:prstGeom>
              <a:solidFill>
                <a:schemeClr val="accent5">
                  <a:lumMod val="75000"/>
                </a:schemeClr>
              </a:solidFill>
              <a:ln w="9525">
                <a:noFill/>
                <a:miter lim="800000"/>
              </a:ln>
            </p:spPr>
            <p:txBody>
              <a:bodyPr anchor="ctr"/>
              <a:lstStyle/>
              <a:p>
                <a:pPr algn="ctr" eaLnBrk="1" hangingPunct="1"/>
                <a:r>
                  <a:rPr lang="en-US" altLang="zh-CN" sz="2400" b="1" dirty="0">
                    <a:solidFill>
                      <a:srgbClr val="FFFFFF"/>
                    </a:solidFill>
                    <a:ea typeface="微软雅黑" panose="020B0503020204020204" charset="-122"/>
                  </a:rPr>
                  <a:t>02</a:t>
                </a:r>
                <a:endParaRPr lang="zh-CN" altLang="en-US" sz="2400" b="1">
                  <a:solidFill>
                    <a:srgbClr val="FFFFFF"/>
                  </a:solidFill>
                  <a:ea typeface="微软雅黑" panose="020B0503020204020204" charset="-122"/>
                </a:endParaRPr>
              </a:p>
            </p:txBody>
          </p:sp>
          <p:sp>
            <p:nvSpPr>
              <p:cNvPr id="89" name="MH_Other_10"/>
              <p:cNvSpPr>
                <a:spLocks noChangeArrowheads="1"/>
              </p:cNvSpPr>
              <p:nvPr>
                <p:custDataLst>
                  <p:tags r:id="rId2"/>
                </p:custDataLst>
              </p:nvPr>
            </p:nvSpPr>
            <p:spPr bwMode="auto">
              <a:xfrm>
                <a:off x="5914" y="5448"/>
                <a:ext cx="887" cy="617"/>
              </a:xfrm>
              <a:prstGeom prst="rect">
                <a:avLst/>
              </a:prstGeom>
              <a:solidFill>
                <a:schemeClr val="accent5">
                  <a:lumMod val="60000"/>
                  <a:lumOff val="40000"/>
                </a:schemeClr>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90" name="MH_Other_11"/>
              <p:cNvSpPr>
                <a:spLocks noChangeArrowheads="1"/>
              </p:cNvSpPr>
              <p:nvPr>
                <p:custDataLst>
                  <p:tags r:id="rId3"/>
                </p:custDataLst>
              </p:nvPr>
            </p:nvSpPr>
            <p:spPr bwMode="auto">
              <a:xfrm>
                <a:off x="4985" y="6109"/>
                <a:ext cx="866" cy="603"/>
              </a:xfrm>
              <a:prstGeom prst="rect">
                <a:avLst/>
              </a:prstGeom>
              <a:solidFill>
                <a:schemeClr val="accent5">
                  <a:lumMod val="60000"/>
                  <a:lumOff val="40000"/>
                </a:schemeClr>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91" name="MH_Other_12"/>
              <p:cNvSpPr>
                <a:spLocks noChangeArrowheads="1"/>
              </p:cNvSpPr>
              <p:nvPr>
                <p:custDataLst>
                  <p:tags r:id="rId4"/>
                </p:custDataLst>
              </p:nvPr>
            </p:nvSpPr>
            <p:spPr bwMode="auto">
              <a:xfrm>
                <a:off x="5914" y="6109"/>
                <a:ext cx="1119" cy="514"/>
              </a:xfrm>
              <a:prstGeom prst="rect">
                <a:avLst/>
              </a:prstGeom>
              <a:solidFill>
                <a:schemeClr val="accent5">
                  <a:lumMod val="20000"/>
                  <a:lumOff val="80000"/>
                </a:schemeClr>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92" name="MH_SubTitle_2"/>
              <p:cNvSpPr/>
              <p:nvPr>
                <p:custDataLst>
                  <p:tags r:id="rId5"/>
                </p:custDataLst>
              </p:nvPr>
            </p:nvSpPr>
            <p:spPr>
              <a:xfrm>
                <a:off x="7445" y="5162"/>
                <a:ext cx="11995" cy="1254"/>
              </a:xfrm>
              <a:prstGeom prst="rect">
                <a:avLst/>
              </a:prstGeom>
            </p:spPr>
            <p:txBody>
              <a:bodyPr lIns="0" tIns="0" rIns="0" bIns="0" anchor="ctr">
                <a:noAutofit/>
              </a:bodyPr>
              <a:lstStyle/>
              <a:p>
                <a:pPr eaLnBrk="1" hangingPunct="1">
                  <a:lnSpc>
                    <a:spcPct val="120000"/>
                  </a:lnSpc>
                </a:pPr>
                <a:r>
                  <a:rPr lang="en-US" altLang="zh-CN" dirty="0">
                    <a:latin typeface="微软雅黑" panose="020B0503020204020204" charset="-122"/>
                    <a:ea typeface="微软雅黑" panose="020B0503020204020204" charset="-122"/>
                    <a:sym typeface="+mn-ea"/>
                  </a:rPr>
                  <a:t>       </a:t>
                </a:r>
                <a:r>
                  <a:rPr lang="zh-CN" altLang="en-US" dirty="0">
                    <a:latin typeface="微软雅黑" panose="020B0503020204020204" charset="-122"/>
                    <a:ea typeface="微软雅黑" panose="020B0503020204020204" charset="-122"/>
                    <a:sym typeface="+mn-ea"/>
                  </a:rPr>
                  <a:t>区分用例在体系结构方面的风险大小：如果某个用例暂时不实现会导致以后的迭代渐增开发时有大量的改写工作，这样的用例需要先开发。</a:t>
                </a:r>
                <a:endParaRPr lang="zh-CN" altLang="en-US" dirty="0">
                  <a:solidFill>
                    <a:srgbClr val="000000"/>
                  </a:solidFill>
                  <a:latin typeface="微软雅黑" panose="020B0503020204020204" charset="-122"/>
                  <a:ea typeface="微软雅黑" panose="020B0503020204020204" charset="-122"/>
                  <a:sym typeface="+mn-ea"/>
                </a:endParaRPr>
              </a:p>
            </p:txBody>
          </p:sp>
        </p:grpSp>
      </p:grpSp>
      <p:grpSp>
        <p:nvGrpSpPr>
          <p:cNvPr id="93" name="组合 92"/>
          <p:cNvGrpSpPr/>
          <p:nvPr/>
        </p:nvGrpSpPr>
        <p:grpSpPr>
          <a:xfrm>
            <a:off x="895625" y="1973374"/>
            <a:ext cx="10554970" cy="1029335"/>
            <a:chOff x="881" y="2735"/>
            <a:chExt cx="16622" cy="1621"/>
          </a:xfrm>
        </p:grpSpPr>
        <p:sp>
          <p:nvSpPr>
            <p:cNvPr id="94" name="圆角矩形"/>
            <p:cNvSpPr/>
            <p:nvPr/>
          </p:nvSpPr>
          <p:spPr>
            <a:xfrm>
              <a:off x="1188" y="3071"/>
              <a:ext cx="16315" cy="1285"/>
            </a:xfrm>
            <a:prstGeom prst="roundRect">
              <a:avLst/>
            </a:prstGeom>
            <a:solidFill>
              <a:schemeClr val="accent3">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scene3d>
                <a:camera prst="orthographicFront"/>
                <a:lightRig rig="threePt" dir="t"/>
              </a:scene3d>
              <a:sp3d>
                <a:contourClr>
                  <a:srgbClr val="FFFFFF"/>
                </a:contourClr>
              </a:sp3d>
            </a:bodyPr>
            <a:lstStyle>
              <a:defPPr>
                <a:defRPr lang="zh-CN"/>
              </a:defPPr>
              <a:lvl1pPr algn="l" rtl="0" eaLnBrk="0" fontAlgn="base" hangingPunct="0">
                <a:spcBef>
                  <a:spcPct val="0"/>
                </a:spcBef>
                <a:spcAft>
                  <a:spcPct val="0"/>
                </a:spcAft>
                <a:defRPr kern="1200">
                  <a:solidFill>
                    <a:schemeClr val="lt1"/>
                  </a:solidFill>
                  <a:latin typeface="+mn-lt"/>
                  <a:ea typeface="+mn-ea"/>
                  <a:cs typeface="+mn-cs"/>
                </a:defRPr>
              </a:lvl1pPr>
              <a:lvl2pPr marL="457200" algn="l" rtl="0" eaLnBrk="0" fontAlgn="base" hangingPunct="0">
                <a:spcBef>
                  <a:spcPct val="0"/>
                </a:spcBef>
                <a:spcAft>
                  <a:spcPct val="0"/>
                </a:spcAft>
                <a:defRPr kern="1200">
                  <a:solidFill>
                    <a:schemeClr val="lt1"/>
                  </a:solidFill>
                  <a:latin typeface="+mn-lt"/>
                  <a:ea typeface="+mn-ea"/>
                  <a:cs typeface="+mn-cs"/>
                </a:defRPr>
              </a:lvl2pPr>
              <a:lvl3pPr marL="914400" algn="l" rtl="0" eaLnBrk="0" fontAlgn="base" hangingPunct="0">
                <a:spcBef>
                  <a:spcPct val="0"/>
                </a:spcBef>
                <a:spcAft>
                  <a:spcPct val="0"/>
                </a:spcAft>
                <a:defRPr kern="1200">
                  <a:solidFill>
                    <a:schemeClr val="lt1"/>
                  </a:solidFill>
                  <a:latin typeface="+mn-lt"/>
                  <a:ea typeface="+mn-ea"/>
                  <a:cs typeface="+mn-cs"/>
                </a:defRPr>
              </a:lvl3pPr>
              <a:lvl4pPr marL="1371600" algn="l" rtl="0" eaLnBrk="0" fontAlgn="base" hangingPunct="0">
                <a:spcBef>
                  <a:spcPct val="0"/>
                </a:spcBef>
                <a:spcAft>
                  <a:spcPct val="0"/>
                </a:spcAft>
                <a:defRPr kern="1200">
                  <a:solidFill>
                    <a:schemeClr val="lt1"/>
                  </a:solidFill>
                  <a:latin typeface="+mn-lt"/>
                  <a:ea typeface="+mn-ea"/>
                  <a:cs typeface="+mn-cs"/>
                </a:defRPr>
              </a:lvl4pPr>
              <a:lvl5pPr marL="1828800" algn="l" rtl="0" eaLnBrk="0" fontAlgn="base" hangingPunct="0">
                <a:spcBef>
                  <a:spcPct val="0"/>
                </a:spcBef>
                <a:spcAft>
                  <a:spcPct val="0"/>
                </a:spcAft>
                <a:defRPr kern="1200">
                  <a:solidFill>
                    <a:schemeClr val="lt1"/>
                  </a:solidFill>
                  <a:latin typeface="+mn-lt"/>
                  <a:ea typeface="+mn-ea"/>
                  <a:cs typeface="+mn-cs"/>
                </a:defRPr>
              </a:lvl5pPr>
              <a:lvl6pPr marL="2286000" algn="l" defTabSz="914400" rtl="0" eaLnBrk="1" latinLnBrk="0" hangingPunct="1">
                <a:defRPr kern="1200">
                  <a:solidFill>
                    <a:schemeClr val="lt1"/>
                  </a:solidFill>
                  <a:latin typeface="+mn-lt"/>
                  <a:ea typeface="+mn-ea"/>
                  <a:cs typeface="+mn-cs"/>
                </a:defRPr>
              </a:lvl6pPr>
              <a:lvl7pPr marL="2743200" algn="l" defTabSz="914400" rtl="0" eaLnBrk="1" latinLnBrk="0" hangingPunct="1">
                <a:defRPr kern="1200">
                  <a:solidFill>
                    <a:schemeClr val="lt1"/>
                  </a:solidFill>
                  <a:latin typeface="+mn-lt"/>
                  <a:ea typeface="+mn-ea"/>
                  <a:cs typeface="+mn-cs"/>
                </a:defRPr>
              </a:lvl7pPr>
              <a:lvl8pPr marL="3200400" algn="l" defTabSz="914400" rtl="0" eaLnBrk="1" latinLnBrk="0" hangingPunct="1">
                <a:defRPr kern="1200">
                  <a:solidFill>
                    <a:schemeClr val="lt1"/>
                  </a:solidFill>
                  <a:latin typeface="+mn-lt"/>
                  <a:ea typeface="+mn-ea"/>
                  <a:cs typeface="+mn-cs"/>
                </a:defRPr>
              </a:lvl8pPr>
              <a:lvl9pPr marL="3657600" algn="l" defTabSz="914400" rtl="0" eaLnBrk="1" latinLnBrk="0" hangingPunct="1">
                <a:defRPr kern="1200">
                  <a:solidFill>
                    <a:schemeClr val="lt1"/>
                  </a:solidFill>
                  <a:latin typeface="+mn-lt"/>
                  <a:ea typeface="+mn-ea"/>
                  <a:cs typeface="+mn-cs"/>
                </a:defRPr>
              </a:lvl9pPr>
            </a:lstStyle>
            <a:p>
              <a:pPr algn="l" eaLnBrk="1" fontAlgn="auto" hangingPunct="1">
                <a:spcBef>
                  <a:spcPts val="0"/>
                </a:spcBef>
                <a:spcAft>
                  <a:spcPts val="0"/>
                </a:spcAft>
                <a:defRPr/>
              </a:pPr>
              <a:r>
                <a:rPr lang="en-US" altLang="zh-CN" dirty="0">
                  <a:solidFill>
                    <a:schemeClr val="bg2">
                      <a:lumMod val="50000"/>
                    </a:schemeClr>
                  </a:solidFill>
                </a:rPr>
                <a:t>   </a:t>
              </a:r>
              <a:endParaRPr lang="zh-CN" altLang="en-US">
                <a:solidFill>
                  <a:schemeClr val="bg2">
                    <a:lumMod val="50000"/>
                  </a:schemeClr>
                </a:solidFill>
              </a:endParaRPr>
            </a:p>
          </p:txBody>
        </p:sp>
        <p:sp>
          <p:nvSpPr>
            <p:cNvPr id="95" name="学士帽"/>
            <p:cNvSpPr/>
            <p:nvPr/>
          </p:nvSpPr>
          <p:spPr bwMode="auto">
            <a:xfrm>
              <a:off x="881" y="2735"/>
              <a:ext cx="1056" cy="744"/>
            </a:xfrm>
            <a:custGeom>
              <a:avLst/>
              <a:gdLst>
                <a:gd name="T0" fmla="*/ 1395067 w 3931"/>
                <a:gd name="T1" fmla="*/ 589725 h 2392"/>
                <a:gd name="T2" fmla="*/ 928365 w 3931"/>
                <a:gd name="T3" fmla="*/ 389484 h 2392"/>
                <a:gd name="T4" fmla="*/ 403040 w 3931"/>
                <a:gd name="T5" fmla="*/ 589725 h 2392"/>
                <a:gd name="T6" fmla="*/ 256480 w 3931"/>
                <a:gd name="T7" fmla="*/ 528782 h 2392"/>
                <a:gd name="T8" fmla="*/ 256480 w 3931"/>
                <a:gd name="T9" fmla="*/ 708403 h 2392"/>
                <a:gd name="T10" fmla="*/ 296326 w 3931"/>
                <a:gd name="T11" fmla="*/ 763389 h 2392"/>
                <a:gd name="T12" fmla="*/ 255564 w 3931"/>
                <a:gd name="T13" fmla="*/ 818375 h 2392"/>
                <a:gd name="T14" fmla="*/ 299074 w 3931"/>
                <a:gd name="T15" fmla="*/ 1011742 h 2392"/>
                <a:gd name="T16" fmla="*/ 170834 w 3931"/>
                <a:gd name="T17" fmla="*/ 1011742 h 2392"/>
                <a:gd name="T18" fmla="*/ 214802 w 3931"/>
                <a:gd name="T19" fmla="*/ 817458 h 2392"/>
                <a:gd name="T20" fmla="*/ 179078 w 3931"/>
                <a:gd name="T21" fmla="*/ 763389 h 2392"/>
                <a:gd name="T22" fmla="*/ 213428 w 3931"/>
                <a:gd name="T23" fmla="*/ 709777 h 2392"/>
                <a:gd name="T24" fmla="*/ 213428 w 3931"/>
                <a:gd name="T25" fmla="*/ 510911 h 2392"/>
                <a:gd name="T26" fmla="*/ 0 w 3931"/>
                <a:gd name="T27" fmla="*/ 421559 h 2392"/>
                <a:gd name="T28" fmla="*/ 938899 w 3931"/>
                <a:gd name="T29" fmla="*/ 0 h 2392"/>
                <a:gd name="T30" fmla="*/ 1800397 w 3931"/>
                <a:gd name="T31" fmla="*/ 427058 h 2392"/>
                <a:gd name="T32" fmla="*/ 1395067 w 3931"/>
                <a:gd name="T33" fmla="*/ 589725 h 2392"/>
                <a:gd name="T34" fmla="*/ 917831 w 3931"/>
                <a:gd name="T35" fmla="*/ 491208 h 2392"/>
                <a:gd name="T36" fmla="*/ 1341481 w 3931"/>
                <a:gd name="T37" fmla="*/ 635088 h 2392"/>
                <a:gd name="T38" fmla="*/ 1341481 w 3931"/>
                <a:gd name="T39" fmla="*/ 983791 h 2392"/>
                <a:gd name="T40" fmla="*/ 896306 w 3931"/>
                <a:gd name="T41" fmla="*/ 1096054 h 2392"/>
                <a:gd name="T42" fmla="*/ 503342 w 3931"/>
                <a:gd name="T43" fmla="*/ 983791 h 2392"/>
                <a:gd name="T44" fmla="*/ 503342 w 3931"/>
                <a:gd name="T45" fmla="*/ 635088 h 2392"/>
                <a:gd name="T46" fmla="*/ 917831 w 3931"/>
                <a:gd name="T47" fmla="*/ 491208 h 2392"/>
                <a:gd name="T48" fmla="*/ 912335 w 3931"/>
                <a:gd name="T49" fmla="*/ 1031904 h 2392"/>
                <a:gd name="T50" fmla="*/ 1254003 w 3931"/>
                <a:gd name="T51" fmla="*/ 946675 h 2392"/>
                <a:gd name="T52" fmla="*/ 912335 w 3931"/>
                <a:gd name="T53" fmla="*/ 860989 h 2392"/>
                <a:gd name="T54" fmla="*/ 571126 w 3931"/>
                <a:gd name="T55" fmla="*/ 946675 h 2392"/>
                <a:gd name="T56" fmla="*/ 912335 w 3931"/>
                <a:gd name="T57" fmla="*/ 1031904 h 2392"/>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Lst>
              <a:ahLst/>
              <a:cxnLst>
                <a:cxn ang="T58">
                  <a:pos x="T0" y="T1"/>
                </a:cxn>
                <a:cxn ang="T59">
                  <a:pos x="T2" y="T3"/>
                </a:cxn>
                <a:cxn ang="T60">
                  <a:pos x="T4" y="T5"/>
                </a:cxn>
                <a:cxn ang="T61">
                  <a:pos x="T6" y="T7"/>
                </a:cxn>
                <a:cxn ang="T62">
                  <a:pos x="T8" y="T9"/>
                </a:cxn>
                <a:cxn ang="T63">
                  <a:pos x="T10" y="T11"/>
                </a:cxn>
                <a:cxn ang="T64">
                  <a:pos x="T12" y="T13"/>
                </a:cxn>
                <a:cxn ang="T65">
                  <a:pos x="T14" y="T15"/>
                </a:cxn>
                <a:cxn ang="T66">
                  <a:pos x="T16" y="T17"/>
                </a:cxn>
                <a:cxn ang="T67">
                  <a:pos x="T18" y="T19"/>
                </a:cxn>
                <a:cxn ang="T68">
                  <a:pos x="T20" y="T21"/>
                </a:cxn>
                <a:cxn ang="T69">
                  <a:pos x="T22" y="T23"/>
                </a:cxn>
                <a:cxn ang="T70">
                  <a:pos x="T24" y="T25"/>
                </a:cxn>
                <a:cxn ang="T71">
                  <a:pos x="T26" y="T27"/>
                </a:cxn>
                <a:cxn ang="T72">
                  <a:pos x="T28" y="T29"/>
                </a:cxn>
                <a:cxn ang="T73">
                  <a:pos x="T30" y="T31"/>
                </a:cxn>
                <a:cxn ang="T74">
                  <a:pos x="T32" y="T33"/>
                </a:cxn>
                <a:cxn ang="T75">
                  <a:pos x="T34" y="T35"/>
                </a:cxn>
                <a:cxn ang="T76">
                  <a:pos x="T36" y="T37"/>
                </a:cxn>
                <a:cxn ang="T77">
                  <a:pos x="T38" y="T39"/>
                </a:cxn>
                <a:cxn ang="T78">
                  <a:pos x="T40" y="T41"/>
                </a:cxn>
                <a:cxn ang="T79">
                  <a:pos x="T42" y="T43"/>
                </a:cxn>
                <a:cxn ang="T80">
                  <a:pos x="T44" y="T45"/>
                </a:cxn>
                <a:cxn ang="T81">
                  <a:pos x="T46" y="T47"/>
                </a:cxn>
                <a:cxn ang="T82">
                  <a:pos x="T48" y="T49"/>
                </a:cxn>
                <a:cxn ang="T83">
                  <a:pos x="T50" y="T51"/>
                </a:cxn>
                <a:cxn ang="T84">
                  <a:pos x="T52" y="T53"/>
                </a:cxn>
                <a:cxn ang="T85">
                  <a:pos x="T54" y="T55"/>
                </a:cxn>
                <a:cxn ang="T86">
                  <a:pos x="T56" y="T57"/>
                </a:cxn>
              </a:cxnLst>
              <a:rect l="0" t="0" r="r" b="b"/>
              <a:pathLst>
                <a:path w="3931" h="2392">
                  <a:moveTo>
                    <a:pt x="3046" y="1287"/>
                  </a:moveTo>
                  <a:cubicBezTo>
                    <a:pt x="3046" y="1287"/>
                    <a:pt x="2618" y="850"/>
                    <a:pt x="2027" y="850"/>
                  </a:cubicBezTo>
                  <a:cubicBezTo>
                    <a:pt x="1450" y="850"/>
                    <a:pt x="880" y="1287"/>
                    <a:pt x="880" y="1287"/>
                  </a:cubicBezTo>
                  <a:cubicBezTo>
                    <a:pt x="560" y="1154"/>
                    <a:pt x="560" y="1154"/>
                    <a:pt x="560" y="1154"/>
                  </a:cubicBezTo>
                  <a:cubicBezTo>
                    <a:pt x="560" y="1546"/>
                    <a:pt x="560" y="1546"/>
                    <a:pt x="560" y="1546"/>
                  </a:cubicBezTo>
                  <a:cubicBezTo>
                    <a:pt x="610" y="1563"/>
                    <a:pt x="647" y="1610"/>
                    <a:pt x="647" y="1666"/>
                  </a:cubicBezTo>
                  <a:cubicBezTo>
                    <a:pt x="647" y="1723"/>
                    <a:pt x="609" y="1769"/>
                    <a:pt x="558" y="1786"/>
                  </a:cubicBezTo>
                  <a:cubicBezTo>
                    <a:pt x="653" y="2208"/>
                    <a:pt x="653" y="2208"/>
                    <a:pt x="653" y="2208"/>
                  </a:cubicBezTo>
                  <a:cubicBezTo>
                    <a:pt x="373" y="2208"/>
                    <a:pt x="373" y="2208"/>
                    <a:pt x="373" y="2208"/>
                  </a:cubicBezTo>
                  <a:cubicBezTo>
                    <a:pt x="469" y="1784"/>
                    <a:pt x="469" y="1784"/>
                    <a:pt x="469" y="1784"/>
                  </a:cubicBezTo>
                  <a:cubicBezTo>
                    <a:pt x="423" y="1764"/>
                    <a:pt x="391" y="1719"/>
                    <a:pt x="391" y="1666"/>
                  </a:cubicBezTo>
                  <a:cubicBezTo>
                    <a:pt x="391" y="1614"/>
                    <a:pt x="422" y="1570"/>
                    <a:pt x="466" y="1549"/>
                  </a:cubicBezTo>
                  <a:cubicBezTo>
                    <a:pt x="466" y="1115"/>
                    <a:pt x="466" y="1115"/>
                    <a:pt x="466" y="1115"/>
                  </a:cubicBezTo>
                  <a:cubicBezTo>
                    <a:pt x="0" y="920"/>
                    <a:pt x="0" y="920"/>
                    <a:pt x="0" y="920"/>
                  </a:cubicBezTo>
                  <a:cubicBezTo>
                    <a:pt x="2050" y="0"/>
                    <a:pt x="2050" y="0"/>
                    <a:pt x="2050" y="0"/>
                  </a:cubicBezTo>
                  <a:cubicBezTo>
                    <a:pt x="3931" y="932"/>
                    <a:pt x="3931" y="932"/>
                    <a:pt x="3931" y="932"/>
                  </a:cubicBezTo>
                  <a:lnTo>
                    <a:pt x="3046" y="1287"/>
                  </a:lnTo>
                  <a:close/>
                  <a:moveTo>
                    <a:pt x="2004" y="1072"/>
                  </a:moveTo>
                  <a:cubicBezTo>
                    <a:pt x="2598" y="1072"/>
                    <a:pt x="2929" y="1386"/>
                    <a:pt x="2929" y="1386"/>
                  </a:cubicBezTo>
                  <a:cubicBezTo>
                    <a:pt x="2929" y="2147"/>
                    <a:pt x="2929" y="2147"/>
                    <a:pt x="2929" y="2147"/>
                  </a:cubicBezTo>
                  <a:cubicBezTo>
                    <a:pt x="2929" y="2147"/>
                    <a:pt x="2586" y="2392"/>
                    <a:pt x="1957" y="2392"/>
                  </a:cubicBezTo>
                  <a:cubicBezTo>
                    <a:pt x="1328" y="2392"/>
                    <a:pt x="1099" y="2147"/>
                    <a:pt x="1099" y="2147"/>
                  </a:cubicBezTo>
                  <a:cubicBezTo>
                    <a:pt x="1099" y="1386"/>
                    <a:pt x="1099" y="1386"/>
                    <a:pt x="1099" y="1386"/>
                  </a:cubicBezTo>
                  <a:cubicBezTo>
                    <a:pt x="1099" y="1386"/>
                    <a:pt x="1410" y="1072"/>
                    <a:pt x="2004" y="1072"/>
                  </a:cubicBezTo>
                  <a:close/>
                  <a:moveTo>
                    <a:pt x="1992" y="2252"/>
                  </a:moveTo>
                  <a:cubicBezTo>
                    <a:pt x="2404" y="2252"/>
                    <a:pt x="2738" y="2168"/>
                    <a:pt x="2738" y="2066"/>
                  </a:cubicBezTo>
                  <a:cubicBezTo>
                    <a:pt x="2738" y="1963"/>
                    <a:pt x="2404" y="1879"/>
                    <a:pt x="1992" y="1879"/>
                  </a:cubicBezTo>
                  <a:cubicBezTo>
                    <a:pt x="1581" y="1879"/>
                    <a:pt x="1247" y="1963"/>
                    <a:pt x="1247" y="2066"/>
                  </a:cubicBezTo>
                  <a:cubicBezTo>
                    <a:pt x="1247" y="2168"/>
                    <a:pt x="1581" y="2252"/>
                    <a:pt x="1992" y="2252"/>
                  </a:cubicBezTo>
                  <a:close/>
                </a:path>
              </a:pathLst>
            </a:custGeom>
            <a:solidFill>
              <a:schemeClr val="accent5">
                <a:lumMod val="75000"/>
              </a:schemeClr>
            </a:solidFill>
            <a:ln>
              <a:noFill/>
            </a:ln>
            <a:extLst>
              <a:ext uri="{91240B29-F687-4F45-9708-019B960494DF}">
                <a14:hiddenLine xmlns:a14="http://schemas.microsoft.com/office/drawing/2010/main" w="9525">
                  <a:solidFill>
                    <a:srgbClr val="000000"/>
                  </a:solidFill>
                  <a:round/>
                </a14:hiddenLine>
              </a:ext>
            </a:extLst>
          </p:spPr>
          <p:txBody>
            <a:bodyPr anchor="ctr" anchorCtr="1"/>
            <a:lstStyle>
              <a:defPPr>
                <a:defRPr lang="zh-CN"/>
              </a:defPPr>
              <a:lvl1pPr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1pPr>
              <a:lvl2pPr marL="4572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2pPr>
              <a:lvl3pPr marL="9144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3pPr>
              <a:lvl4pPr marL="13716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4pPr>
              <a:lvl5pPr marL="18288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5pPr>
              <a:lvl6pPr marL="2286000" algn="l" defTabSz="914400" rtl="0" eaLnBrk="1" latinLnBrk="0" hangingPunct="1">
                <a:defRPr kern="1200">
                  <a:solidFill>
                    <a:schemeClr val="tx1"/>
                  </a:solidFill>
                  <a:latin typeface="Calibri" panose="020F0502020204030204" charset="0"/>
                  <a:ea typeface="宋体" panose="02010600030101010101" pitchFamily="2" charset="-122"/>
                  <a:cs typeface="+mn-cs"/>
                </a:defRPr>
              </a:lvl6pPr>
              <a:lvl7pPr marL="2743200" algn="l" defTabSz="914400" rtl="0" eaLnBrk="1" latinLnBrk="0" hangingPunct="1">
                <a:defRPr kern="1200">
                  <a:solidFill>
                    <a:schemeClr val="tx1"/>
                  </a:solidFill>
                  <a:latin typeface="Calibri" panose="020F0502020204030204" charset="0"/>
                  <a:ea typeface="宋体" panose="02010600030101010101" pitchFamily="2" charset="-122"/>
                  <a:cs typeface="+mn-cs"/>
                </a:defRPr>
              </a:lvl7pPr>
              <a:lvl8pPr marL="3200400" algn="l" defTabSz="914400" rtl="0" eaLnBrk="1" latinLnBrk="0" hangingPunct="1">
                <a:defRPr kern="1200">
                  <a:solidFill>
                    <a:schemeClr val="tx1"/>
                  </a:solidFill>
                  <a:latin typeface="Calibri" panose="020F0502020204030204" charset="0"/>
                  <a:ea typeface="宋体" panose="02010600030101010101" pitchFamily="2" charset="-122"/>
                  <a:cs typeface="+mn-cs"/>
                </a:defRPr>
              </a:lvl8pPr>
              <a:lvl9pPr marL="3657600" algn="l" defTabSz="914400" rtl="0" eaLnBrk="1" latinLnBrk="0" hangingPunct="1">
                <a:defRPr kern="1200">
                  <a:solidFill>
                    <a:schemeClr val="tx1"/>
                  </a:solidFill>
                  <a:latin typeface="Calibri" panose="020F0502020204030204" charset="0"/>
                  <a:ea typeface="宋体" panose="02010600030101010101" pitchFamily="2" charset="-122"/>
                  <a:cs typeface="+mn-cs"/>
                </a:defRPr>
              </a:lvl9pPr>
            </a:lstStyle>
            <a:p>
              <a:endParaRPr lang="zh-CN" altLang="en-US" dirty="0">
                <a:ea typeface="微软雅黑" panose="020B0503020204020204" pitchFamily="34" charset="-122"/>
              </a:endParaRPr>
            </a:p>
          </p:txBody>
        </p:sp>
        <p:sp>
          <p:nvSpPr>
            <p:cNvPr id="96" name="文本框 95"/>
            <p:cNvSpPr txBox="1"/>
            <p:nvPr/>
          </p:nvSpPr>
          <p:spPr>
            <a:xfrm>
              <a:off x="1252" y="3071"/>
              <a:ext cx="15993" cy="1105"/>
            </a:xfrm>
            <a:prstGeom prst="rect">
              <a:avLst/>
            </a:prstGeom>
            <a:noFill/>
          </p:spPr>
          <p:txBody>
            <a:bodyPr wrap="square" rtlCol="0">
              <a:spAutoFit/>
            </a:bodyPr>
            <a:lstStyle/>
            <a:p>
              <a:pPr marL="0" indent="0" algn="l" fontAlgn="auto">
                <a:lnSpc>
                  <a:spcPct val="110000"/>
                </a:lnSpc>
              </a:pPr>
              <a:r>
                <a:rPr lang="en-US" altLang="zh-CN" dirty="0">
                  <a:solidFill>
                    <a:schemeClr val="bg2">
                      <a:lumMod val="50000"/>
                    </a:schemeClr>
                  </a:solidFill>
                  <a:sym typeface="+mn-ea"/>
                </a:rPr>
                <a:t>     </a:t>
              </a:r>
              <a:r>
                <a:rPr dirty="0">
                  <a:latin typeface="微软雅黑" panose="020B0503020204020204" charset="-122"/>
                  <a:ea typeface="微软雅黑" panose="020B0503020204020204" charset="-122"/>
                  <a:sym typeface="+mn-ea"/>
                </a:rPr>
                <a:t> </a:t>
              </a:r>
              <a:r>
                <a:rPr lang="en-US" dirty="0">
                  <a:latin typeface="微软雅黑" panose="020B0503020204020204" charset="-122"/>
                  <a:ea typeface="微软雅黑" panose="020B0503020204020204" charset="-122"/>
                  <a:sym typeface="+mn-ea"/>
                </a:rPr>
                <a:t> </a:t>
              </a:r>
              <a:r>
                <a:rPr dirty="0">
                  <a:solidFill>
                    <a:schemeClr val="tx1"/>
                  </a:solidFill>
                  <a:latin typeface="微软雅黑" panose="020B0503020204020204" charset="-122"/>
                  <a:ea typeface="微软雅黑" panose="020B0503020204020204" charset="-122"/>
                  <a:sym typeface="+mn-ea"/>
                </a:rPr>
                <a:t>由于用UML开发软件，是对用例进行迭代、渐增式地构造的过程。因此，要对用例进行分析，搞清究竟哪些用例必须先开发，哪些用例可以晚一点开发，正确制订开发计划。具体步骤如下：</a:t>
              </a:r>
            </a:p>
          </p:txBody>
        </p:sp>
      </p:grpSp>
    </p:spTree>
  </p:cSld>
  <p:clrMapOvr>
    <a:masterClrMapping/>
  </p:clrMapOvr>
  <p:transition>
    <p:strips dir="ru"/>
  </p:transition>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 name="矩形 26"/>
          <p:cNvSpPr/>
          <p:nvPr/>
        </p:nvSpPr>
        <p:spPr>
          <a:xfrm>
            <a:off x="0" y="2834532"/>
            <a:ext cx="12192000" cy="3171825"/>
          </a:xfrm>
          <a:prstGeom prst="rect">
            <a:avLst/>
          </a:prstGeom>
          <a:solidFill>
            <a:schemeClr val="accent3">
              <a:lumMod val="75000"/>
            </a:schemeClr>
          </a:solidFill>
          <a:ln>
            <a:solidFill>
              <a:srgbClr val="00B0F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 name="标题 2"/>
          <p:cNvSpPr>
            <a:spLocks noGrp="1"/>
          </p:cNvSpPr>
          <p:nvPr>
            <p:ph type="title"/>
          </p:nvPr>
        </p:nvSpPr>
        <p:spPr>
          <a:xfrm>
            <a:off x="694801" y="360000"/>
            <a:ext cx="5401200" cy="523220"/>
          </a:xfrm>
        </p:spPr>
        <p:txBody>
          <a:bodyPr/>
          <a:lstStyle/>
          <a:p>
            <a:r>
              <a:rPr lang="en-US" altLang="en-US" dirty="0">
                <a:sym typeface="+mn-ea"/>
              </a:rPr>
              <a:t>6.4 UML</a:t>
            </a:r>
            <a:r>
              <a:rPr lang="zh-CN" altLang="en-US" dirty="0">
                <a:sym typeface="+mn-ea"/>
              </a:rPr>
              <a:t>的应用</a:t>
            </a:r>
            <a:endParaRPr lang="zh-CN" altLang="en-US" dirty="0"/>
          </a:p>
        </p:txBody>
      </p:sp>
      <p:sp>
        <p:nvSpPr>
          <p:cNvPr id="4" name="文本占位符 3">
            <a:extLst>
              <a:ext uri="{FF2B5EF4-FFF2-40B4-BE49-F238E27FC236}">
                <a16:creationId xmlns:a16="http://schemas.microsoft.com/office/drawing/2014/main" id="{5412B454-1F25-5E9F-5F91-48F81ECFDE31}"/>
              </a:ext>
            </a:extLst>
          </p:cNvPr>
          <p:cNvSpPr>
            <a:spLocks noGrp="1"/>
          </p:cNvSpPr>
          <p:nvPr>
            <p:ph type="body" sz="quarter" idx="10"/>
          </p:nvPr>
        </p:nvSpPr>
        <p:spPr/>
        <p:txBody>
          <a:bodyPr/>
          <a:lstStyle/>
          <a:p>
            <a:endParaRPr lang="zh-CN" altLang="en-US"/>
          </a:p>
        </p:txBody>
      </p:sp>
      <p:sp>
        <p:nvSpPr>
          <p:cNvPr id="29" name="TextBox 6"/>
          <p:cNvSpPr txBox="1"/>
          <p:nvPr/>
        </p:nvSpPr>
        <p:spPr>
          <a:xfrm>
            <a:off x="809625" y="1403350"/>
            <a:ext cx="4558665" cy="525657"/>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6.4.1 UML</a:t>
            </a:r>
            <a:r>
              <a:rPr lang="zh-CN" altLang="en-US" sz="2400" dirty="0">
                <a:solidFill>
                  <a:schemeClr val="tx1"/>
                </a:solidFill>
              </a:rPr>
              <a:t>模型</a:t>
            </a:r>
            <a:endParaRPr lang="zh-CN" altLang="en-US" sz="2400" dirty="0">
              <a:solidFill>
                <a:schemeClr val="tx1"/>
              </a:solidFill>
              <a:sym typeface="+mn-ea"/>
            </a:endParaRPr>
          </a:p>
        </p:txBody>
      </p:sp>
      <p:sp>
        <p:nvSpPr>
          <p:cNvPr id="64" name="MH_SubTitle_1"/>
          <p:cNvSpPr/>
          <p:nvPr>
            <p:custDataLst>
              <p:tags r:id="rId1"/>
            </p:custDataLst>
          </p:nvPr>
        </p:nvSpPr>
        <p:spPr>
          <a:xfrm>
            <a:off x="750628" y="2867498"/>
            <a:ext cx="8134065" cy="1057910"/>
          </a:xfrm>
          <a:prstGeom prst="rect">
            <a:avLst/>
          </a:prstGeom>
        </p:spPr>
        <p:txBody>
          <a:bodyPr lIns="0" tIns="0" rIns="0" bIns="0" anchor="ctr">
            <a:noAutofit/>
          </a:bodyPr>
          <a:lstStyle/>
          <a:p>
            <a:pPr>
              <a:lnSpc>
                <a:spcPct val="140000"/>
              </a:lnSpc>
              <a:defRPr/>
            </a:pPr>
            <a:r>
              <a:rPr lang="en-US" altLang="zh-CN" sz="1600" dirty="0">
                <a:solidFill>
                  <a:srgbClr val="000000"/>
                </a:solidFill>
                <a:latin typeface="微软雅黑" panose="020B0503020204020204" charset="-122"/>
                <a:ea typeface="微软雅黑" panose="020B0503020204020204" charset="-122"/>
                <a:sym typeface="+mn-ea"/>
              </a:rPr>
              <a:t>       </a:t>
            </a:r>
            <a:r>
              <a:rPr lang="zh-CN" altLang="en-US" sz="1600" dirty="0">
                <a:solidFill>
                  <a:srgbClr val="000000"/>
                </a:solidFill>
                <a:latin typeface="微软雅黑" panose="020B0503020204020204" charset="-122"/>
                <a:ea typeface="微软雅黑" panose="020B0503020204020204" charset="-122"/>
                <a:sym typeface="+mn-ea"/>
              </a:rPr>
              <a:t>任何建模语言都以静态模型作为建模的基础，UML也不例外。静态模型描述系统的元素及元素间的关系。它定义了类、对象和它们之间的关系及组件模型。</a:t>
            </a:r>
          </a:p>
        </p:txBody>
      </p:sp>
      <p:sp>
        <p:nvSpPr>
          <p:cNvPr id="70" name="MH_SubTitle_3"/>
          <p:cNvSpPr/>
          <p:nvPr>
            <p:custDataLst>
              <p:tags r:id="rId2"/>
            </p:custDataLst>
          </p:nvPr>
        </p:nvSpPr>
        <p:spPr>
          <a:xfrm>
            <a:off x="669829" y="4245925"/>
            <a:ext cx="10985356" cy="812800"/>
          </a:xfrm>
          <a:prstGeom prst="rect">
            <a:avLst/>
          </a:prstGeom>
        </p:spPr>
        <p:txBody>
          <a:bodyPr lIns="0" tIns="0" rIns="0" bIns="0" anchor="ctr">
            <a:noAutofit/>
          </a:bodyPr>
          <a:lstStyle/>
          <a:p>
            <a:pPr>
              <a:lnSpc>
                <a:spcPct val="130000"/>
              </a:lnSpc>
              <a:defRPr/>
            </a:pPr>
            <a:r>
              <a:rPr lang="en-US" altLang="zh-CN" sz="1600" dirty="0">
                <a:solidFill>
                  <a:srgbClr val="000000"/>
                </a:solidFill>
                <a:latin typeface="微软雅黑" panose="020B0503020204020204" charset="-122"/>
                <a:ea typeface="微软雅黑" panose="020B0503020204020204" charset="-122"/>
                <a:sym typeface="+mn-ea"/>
              </a:rPr>
              <a:t>       </a:t>
            </a:r>
            <a:r>
              <a:rPr lang="zh-CN" altLang="en-US" sz="1600" dirty="0">
                <a:solidFill>
                  <a:srgbClr val="000000"/>
                </a:solidFill>
                <a:latin typeface="微软雅黑" panose="020B0503020204020204" charset="-122"/>
                <a:ea typeface="微软雅黑" panose="020B0503020204020204" charset="-122"/>
                <a:sym typeface="+mn-ea"/>
              </a:rPr>
              <a:t>UML对可重用性的支持，在设计的前期体现在支持可重复使用的类和结构，后期则体现在组件的装配上。</a:t>
            </a:r>
          </a:p>
        </p:txBody>
      </p:sp>
      <p:sp>
        <p:nvSpPr>
          <p:cNvPr id="76" name="MH_SubTitle_2"/>
          <p:cNvSpPr/>
          <p:nvPr>
            <p:custDataLst>
              <p:tags r:id="rId3"/>
            </p:custDataLst>
          </p:nvPr>
        </p:nvSpPr>
        <p:spPr>
          <a:xfrm>
            <a:off x="696036" y="3700226"/>
            <a:ext cx="10686196" cy="812800"/>
          </a:xfrm>
          <a:prstGeom prst="rect">
            <a:avLst/>
          </a:prstGeom>
        </p:spPr>
        <p:txBody>
          <a:bodyPr lIns="0" tIns="0" rIns="0" bIns="0" anchor="ctr">
            <a:noAutofit/>
          </a:bodyPr>
          <a:lstStyle/>
          <a:p>
            <a:pPr lvl="0" algn="just">
              <a:lnSpc>
                <a:spcPct val="120000"/>
              </a:lnSpc>
              <a:spcBef>
                <a:spcPct val="0"/>
              </a:spcBef>
            </a:pPr>
            <a:r>
              <a:rPr lang="zh-CN" altLang="en-US" sz="1600" dirty="0">
                <a:solidFill>
                  <a:srgbClr val="000000"/>
                </a:solidFill>
                <a:latin typeface="微软雅黑" panose="020B0503020204020204" charset="-122"/>
                <a:ea typeface="微软雅黑" panose="020B0503020204020204" charset="-122"/>
                <a:sym typeface="+mn-ea"/>
              </a:rPr>
              <a:t>       组件是组成应用程序的可执行单元，类被分配到各组件中，以提供可重复使用的应用程序结构部件。组件为即插即用的应用程序结构奠定了基础。</a:t>
            </a:r>
          </a:p>
        </p:txBody>
      </p:sp>
      <p:grpSp>
        <p:nvGrpSpPr>
          <p:cNvPr id="23" name="组合 37"/>
          <p:cNvGrpSpPr/>
          <p:nvPr/>
        </p:nvGrpSpPr>
        <p:grpSpPr>
          <a:xfrm>
            <a:off x="977900" y="2106000"/>
            <a:ext cx="3141345" cy="590550"/>
            <a:chOff x="508000" y="3196191"/>
            <a:chExt cx="3141314" cy="590550"/>
          </a:xfrm>
        </p:grpSpPr>
        <p:sp>
          <p:nvSpPr>
            <p:cNvPr id="24" name="TextBox 1"/>
            <p:cNvSpPr txBox="1">
              <a:spLocks noChangeArrowheads="1"/>
            </p:cNvSpPr>
            <p:nvPr/>
          </p:nvSpPr>
          <p:spPr bwMode="auto">
            <a:xfrm>
              <a:off x="508000" y="3196191"/>
              <a:ext cx="364198" cy="523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sz="2000">
                  <a:solidFill>
                    <a:schemeClr val="tx1"/>
                  </a:solidFill>
                  <a:latin typeface="Calibri" panose="020F0502020204030204" charset="0"/>
                  <a:ea typeface="宋体" panose="02010600030101010101" pitchFamily="2" charset="-122"/>
                </a:defRPr>
              </a:lvl1pPr>
              <a:lvl2pPr marL="742950" indent="-285750" eaLnBrk="0" hangingPunct="0">
                <a:defRPr sz="2000">
                  <a:solidFill>
                    <a:schemeClr val="tx1"/>
                  </a:solidFill>
                  <a:latin typeface="Calibri" panose="020F0502020204030204" charset="0"/>
                  <a:ea typeface="宋体" panose="02010600030101010101" pitchFamily="2" charset="-122"/>
                </a:defRPr>
              </a:lvl2pPr>
              <a:lvl3pPr marL="1143000" indent="-228600" eaLnBrk="0" hangingPunct="0">
                <a:defRPr sz="2000">
                  <a:solidFill>
                    <a:schemeClr val="tx1"/>
                  </a:solidFill>
                  <a:latin typeface="Calibri" panose="020F0502020204030204" charset="0"/>
                  <a:ea typeface="宋体" panose="02010600030101010101" pitchFamily="2" charset="-122"/>
                </a:defRPr>
              </a:lvl3pPr>
              <a:lvl4pPr marL="1600200" indent="-228600" eaLnBrk="0" hangingPunct="0">
                <a:defRPr sz="2000">
                  <a:solidFill>
                    <a:schemeClr val="tx1"/>
                  </a:solidFill>
                  <a:latin typeface="Calibri" panose="020F0502020204030204" charset="0"/>
                  <a:ea typeface="宋体" panose="02010600030101010101" pitchFamily="2" charset="-122"/>
                </a:defRPr>
              </a:lvl4pPr>
              <a:lvl5pPr eaLnBrk="0" hangingPunct="0">
                <a:defRPr sz="2000">
                  <a:solidFill>
                    <a:schemeClr val="tx1"/>
                  </a:solidFill>
                  <a:latin typeface="Calibri" panose="020F0502020204030204" charset="0"/>
                  <a:ea typeface="宋体" panose="02010600030101010101" pitchFamily="2" charset="-122"/>
                </a:defRPr>
              </a:lvl5pPr>
              <a:lvl6pPr marL="25146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6pPr>
              <a:lvl7pPr marL="29718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7pPr>
              <a:lvl8pPr marL="34290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8pPr>
              <a:lvl9pPr marL="38862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9pPr>
            </a:lstStyle>
            <a:p>
              <a:pPr eaLnBrk="1" hangingPunct="1"/>
              <a:r>
                <a:rPr lang="en-US" altLang="zh-CN" sz="2800" dirty="0">
                  <a:solidFill>
                    <a:srgbClr val="E67819"/>
                  </a:solidFill>
                  <a:latin typeface="Times New Roman" panose="02020603050405020304" pitchFamily="18" charset="0"/>
                  <a:ea typeface="MS UI Gothic" panose="020B0600070205080204" pitchFamily="34" charset="-128"/>
                </a:rPr>
                <a:t>2</a:t>
              </a:r>
              <a:endParaRPr lang="zh-CN" altLang="en-US" sz="2800" dirty="0">
                <a:solidFill>
                  <a:srgbClr val="E67819"/>
                </a:solidFill>
                <a:latin typeface="Times New Roman" panose="02020603050405020304" pitchFamily="18" charset="0"/>
                <a:ea typeface="MS UI Gothic" panose="020B0600070205080204" pitchFamily="34" charset="-128"/>
              </a:endParaRPr>
            </a:p>
          </p:txBody>
        </p:sp>
        <p:cxnSp>
          <p:nvCxnSpPr>
            <p:cNvPr id="25" name="直接连接符 24"/>
            <p:cNvCxnSpPr/>
            <p:nvPr/>
          </p:nvCxnSpPr>
          <p:spPr>
            <a:xfrm flipH="1">
              <a:off x="508000" y="3196191"/>
              <a:ext cx="590550" cy="590550"/>
            </a:xfrm>
            <a:prstGeom prst="line">
              <a:avLst/>
            </a:prstGeom>
            <a:ln>
              <a:solidFill>
                <a:srgbClr val="E67819"/>
              </a:solidFill>
            </a:ln>
          </p:spPr>
          <p:style>
            <a:lnRef idx="1">
              <a:schemeClr val="accent1"/>
            </a:lnRef>
            <a:fillRef idx="0">
              <a:schemeClr val="accent1"/>
            </a:fillRef>
            <a:effectRef idx="0">
              <a:schemeClr val="accent1"/>
            </a:effectRef>
            <a:fontRef idx="minor">
              <a:schemeClr val="tx1"/>
            </a:fontRef>
          </p:style>
        </p:cxnSp>
        <p:sp>
          <p:nvSpPr>
            <p:cNvPr id="26" name="矩形 7"/>
            <p:cNvSpPr>
              <a:spLocks noChangeArrowheads="1"/>
            </p:cNvSpPr>
            <p:nvPr/>
          </p:nvSpPr>
          <p:spPr bwMode="auto">
            <a:xfrm>
              <a:off x="960437" y="3291441"/>
              <a:ext cx="2688877"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r>
                <a:rPr lang="zh-CN" altLang="en-US" b="1" dirty="0">
                  <a:solidFill>
                    <a:srgbClr val="E67819"/>
                  </a:solidFill>
                  <a:latin typeface="微软雅黑" panose="020B0503020204020204" charset="-122"/>
                  <a:ea typeface="微软雅黑" panose="020B0503020204020204" charset="-122"/>
                </a:rPr>
                <a:t>静态模型</a:t>
              </a:r>
            </a:p>
          </p:txBody>
        </p:sp>
      </p:grpSp>
      <p:pic>
        <p:nvPicPr>
          <p:cNvPr id="28" name="图片 27" descr="A000220150321A90PPIC.png"/>
          <p:cNvPicPr>
            <a:picLocks noChangeAspect="1"/>
          </p:cNvPicPr>
          <p:nvPr/>
        </p:nvPicPr>
        <p:blipFill>
          <a:blip r:embed="rId7" cstate="print"/>
          <a:stretch>
            <a:fillRect/>
          </a:stretch>
        </p:blipFill>
        <p:spPr>
          <a:xfrm>
            <a:off x="8939284" y="776653"/>
            <a:ext cx="3252716" cy="3048673"/>
          </a:xfrm>
          <a:prstGeom prst="rect">
            <a:avLst/>
          </a:prstGeom>
        </p:spPr>
      </p:pic>
      <p:sp>
        <p:nvSpPr>
          <p:cNvPr id="30" name="MH_SubTitle_3"/>
          <p:cNvSpPr/>
          <p:nvPr>
            <p:custDataLst>
              <p:tags r:id="rId4"/>
            </p:custDataLst>
          </p:nvPr>
        </p:nvSpPr>
        <p:spPr>
          <a:xfrm>
            <a:off x="738907" y="4407832"/>
            <a:ext cx="11216532" cy="1549400"/>
          </a:xfrm>
          <a:prstGeom prst="rect">
            <a:avLst/>
          </a:prstGeom>
        </p:spPr>
        <p:txBody>
          <a:bodyPr lIns="0" tIns="0" rIns="0" bIns="0" anchor="ctr">
            <a:noAutofit/>
          </a:bodyPr>
          <a:lstStyle/>
          <a:p>
            <a:pPr>
              <a:lnSpc>
                <a:spcPct val="130000"/>
              </a:lnSpc>
              <a:defRPr/>
            </a:pPr>
            <a:r>
              <a:rPr lang="en-US" altLang="zh-CN" sz="1600" dirty="0">
                <a:solidFill>
                  <a:srgbClr val="000000"/>
                </a:solidFill>
                <a:latin typeface="微软雅黑" panose="020B0503020204020204" charset="-122"/>
                <a:ea typeface="微软雅黑" panose="020B0503020204020204" charset="-122"/>
                <a:sym typeface="+mn-ea"/>
              </a:rPr>
              <a:t>      </a:t>
            </a:r>
            <a:r>
              <a:rPr lang="zh-CN" altLang="en-US" sz="1600" dirty="0">
                <a:solidFill>
                  <a:srgbClr val="000000"/>
                </a:solidFill>
                <a:latin typeface="微软雅黑" panose="020B0503020204020204" charset="-122"/>
                <a:ea typeface="微软雅黑" panose="020B0503020204020204" charset="-122"/>
                <a:sym typeface="+mn-ea"/>
              </a:rPr>
              <a:t>静态模型主要描述类、接口、用例、协作、组件、结点等体现系统结构的事物。静态模型使用的图，包括用例图、类图、包图、对象图、构件图和部署图等。</a:t>
            </a:r>
          </a:p>
        </p:txBody>
      </p:sp>
      <p:sp>
        <p:nvSpPr>
          <p:cNvPr id="31" name="MH_SubTitle_3"/>
          <p:cNvSpPr/>
          <p:nvPr>
            <p:custDataLst>
              <p:tags r:id="rId5"/>
            </p:custDataLst>
          </p:nvPr>
        </p:nvSpPr>
        <p:spPr>
          <a:xfrm>
            <a:off x="636381" y="5025791"/>
            <a:ext cx="11319057" cy="1412875"/>
          </a:xfrm>
          <a:prstGeom prst="rect">
            <a:avLst/>
          </a:prstGeom>
        </p:spPr>
        <p:txBody>
          <a:bodyPr lIns="0" tIns="0" rIns="0" bIns="0" anchor="ctr">
            <a:noAutofit/>
          </a:bodyPr>
          <a:lstStyle/>
          <a:p>
            <a:pPr marL="0" indent="0" algn="l" fontAlgn="auto">
              <a:lnSpc>
                <a:spcPct val="130000"/>
              </a:lnSpc>
            </a:pPr>
            <a:r>
              <a:rPr lang="en-US" altLang="zh-CN" sz="1600" dirty="0">
                <a:solidFill>
                  <a:srgbClr val="000000"/>
                </a:solidFill>
                <a:latin typeface="微软雅黑" panose="020B0503020204020204" charset="-122"/>
                <a:ea typeface="微软雅黑" panose="020B0503020204020204" charset="-122"/>
                <a:sym typeface="+mn-ea"/>
              </a:rPr>
              <a:t>       </a:t>
            </a:r>
            <a:r>
              <a:rPr lang="zh-CN" altLang="en-US" sz="1600" dirty="0">
                <a:solidFill>
                  <a:srgbClr val="000000"/>
                </a:solidFill>
                <a:latin typeface="微软雅黑" panose="020B0503020204020204" charset="-122"/>
                <a:ea typeface="微软雅黑" panose="020B0503020204020204" charset="-122"/>
                <a:sym typeface="+mn-ea"/>
              </a:rPr>
              <a:t>有时软件系统并不大，可以只建立对象模型，描述系统所包含的所有对象及其相互关系，而静态模型中的其他图可以省略。</a:t>
            </a:r>
          </a:p>
        </p:txBody>
      </p:sp>
    </p:spTree>
  </p:cSld>
  <p:clrMapOvr>
    <a:masterClrMapping/>
  </p:clrMapOvr>
  <p:transition>
    <p:strips dir="ru"/>
  </p:transition>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694801" y="360000"/>
            <a:ext cx="5401200" cy="523220"/>
          </a:xfrm>
        </p:spPr>
        <p:txBody>
          <a:bodyPr/>
          <a:lstStyle/>
          <a:p>
            <a:r>
              <a:rPr lang="en-US" altLang="en-US" dirty="0">
                <a:sym typeface="+mn-ea"/>
              </a:rPr>
              <a:t>6.4 UML</a:t>
            </a:r>
            <a:r>
              <a:rPr lang="zh-CN" altLang="en-US" dirty="0">
                <a:sym typeface="+mn-ea"/>
              </a:rPr>
              <a:t>的应用</a:t>
            </a:r>
            <a:endParaRPr lang="zh-CN" altLang="en-US" dirty="0"/>
          </a:p>
        </p:txBody>
      </p:sp>
      <p:sp>
        <p:nvSpPr>
          <p:cNvPr id="4" name="文本占位符 3">
            <a:extLst>
              <a:ext uri="{FF2B5EF4-FFF2-40B4-BE49-F238E27FC236}">
                <a16:creationId xmlns:a16="http://schemas.microsoft.com/office/drawing/2014/main" id="{FBDC6EF6-F879-DF9B-3832-ECB0C38B0E6A}"/>
              </a:ext>
            </a:extLst>
          </p:cNvPr>
          <p:cNvSpPr>
            <a:spLocks noGrp="1"/>
          </p:cNvSpPr>
          <p:nvPr>
            <p:ph type="body" sz="quarter" idx="10"/>
          </p:nvPr>
        </p:nvSpPr>
        <p:spPr/>
        <p:txBody>
          <a:bodyPr/>
          <a:lstStyle/>
          <a:p>
            <a:endParaRPr lang="zh-CN" altLang="en-US"/>
          </a:p>
        </p:txBody>
      </p:sp>
      <p:sp>
        <p:nvSpPr>
          <p:cNvPr id="7" name="文本框 6"/>
          <p:cNvSpPr txBox="1"/>
          <p:nvPr/>
        </p:nvSpPr>
        <p:spPr>
          <a:xfrm>
            <a:off x="754380" y="2931160"/>
            <a:ext cx="476250" cy="1833880"/>
          </a:xfrm>
          <a:prstGeom prst="rect">
            <a:avLst/>
          </a:prstGeom>
          <a:noFill/>
        </p:spPr>
        <p:txBody>
          <a:bodyPr vert="eaVert" wrap="none" rtlCol="0">
            <a:spAutoFit/>
          </a:bodyPr>
          <a:lstStyle/>
          <a:p>
            <a:pPr algn="l"/>
            <a:r>
              <a:rPr lang="zh-CN" altLang="en-US" spc="160" dirty="0">
                <a:solidFill>
                  <a:schemeClr val="bg1"/>
                </a:solidFill>
                <a:latin typeface="微软雅黑" panose="020B0503020204020204" charset="-122"/>
                <a:ea typeface="微软雅黑" panose="020B0503020204020204" charset="-122"/>
              </a:rPr>
              <a:t>结构化程序设计</a:t>
            </a:r>
          </a:p>
        </p:txBody>
      </p:sp>
      <p:sp>
        <p:nvSpPr>
          <p:cNvPr id="29" name="TextBox 6"/>
          <p:cNvSpPr txBox="1"/>
          <p:nvPr/>
        </p:nvSpPr>
        <p:spPr>
          <a:xfrm>
            <a:off x="809625" y="1403350"/>
            <a:ext cx="4558665" cy="525657"/>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6.4.1 UML</a:t>
            </a:r>
            <a:r>
              <a:rPr lang="zh-CN" altLang="en-US" sz="2400" dirty="0">
                <a:solidFill>
                  <a:schemeClr val="tx1"/>
                </a:solidFill>
              </a:rPr>
              <a:t>模型</a:t>
            </a:r>
            <a:endParaRPr lang="zh-CN" altLang="en-US" sz="2400" dirty="0">
              <a:solidFill>
                <a:schemeClr val="tx1"/>
              </a:solidFill>
              <a:sym typeface="+mn-ea"/>
            </a:endParaRPr>
          </a:p>
        </p:txBody>
      </p:sp>
      <p:grpSp>
        <p:nvGrpSpPr>
          <p:cNvPr id="9" name="组合 8"/>
          <p:cNvGrpSpPr/>
          <p:nvPr/>
        </p:nvGrpSpPr>
        <p:grpSpPr>
          <a:xfrm>
            <a:off x="1296670" y="3507105"/>
            <a:ext cx="9966325" cy="2368550"/>
            <a:chOff x="1564218" y="2414421"/>
            <a:chExt cx="10511026" cy="2671929"/>
          </a:xfrm>
        </p:grpSpPr>
        <p:sp>
          <p:nvSpPr>
            <p:cNvPr id="10" name="MH_Other_1"/>
            <p:cNvSpPr/>
            <p:nvPr>
              <p:custDataLst>
                <p:tags r:id="rId1"/>
              </p:custDataLst>
            </p:nvPr>
          </p:nvSpPr>
          <p:spPr>
            <a:xfrm rot="21439215">
              <a:off x="3045884" y="3808414"/>
              <a:ext cx="1631949" cy="1239837"/>
            </a:xfrm>
            <a:prstGeom prst="roundRect">
              <a:avLst>
                <a:gd name="adj" fmla="val 18567"/>
              </a:avLst>
            </a:prstGeom>
            <a:solidFill>
              <a:srgbClr val="D3D3D3"/>
            </a:solidFill>
            <a:ln>
              <a:solidFill>
                <a:srgbClr val="B2B2B2"/>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sz="6000" dirty="0">
                <a:solidFill>
                  <a:srgbClr val="FFFFFF"/>
                </a:solidFill>
                <a:latin typeface="微软雅黑" panose="020B0503020204020204" pitchFamily="34" charset="-122"/>
                <a:ea typeface="微软雅黑" panose="020B0503020204020204" pitchFamily="34" charset="-122"/>
              </a:endParaRPr>
            </a:p>
          </p:txBody>
        </p:sp>
        <p:cxnSp>
          <p:nvCxnSpPr>
            <p:cNvPr id="11" name="MH_Other_2"/>
            <p:cNvCxnSpPr>
              <a:stCxn id="10" idx="3"/>
            </p:cNvCxnSpPr>
            <p:nvPr>
              <p:custDataLst>
                <p:tags r:id="rId2"/>
              </p:custDataLst>
            </p:nvPr>
          </p:nvCxnSpPr>
          <p:spPr>
            <a:xfrm flipV="1">
              <a:off x="4677833" y="4395788"/>
              <a:ext cx="1422400" cy="4762"/>
            </a:xfrm>
            <a:prstGeom prst="straightConnector1">
              <a:avLst/>
            </a:prstGeom>
            <a:ln>
              <a:solidFill>
                <a:srgbClr val="B2B2B2"/>
              </a:solidFill>
              <a:tailEnd type="triangle"/>
            </a:ln>
          </p:spPr>
          <p:style>
            <a:lnRef idx="1">
              <a:schemeClr val="accent1"/>
            </a:lnRef>
            <a:fillRef idx="0">
              <a:schemeClr val="accent1"/>
            </a:fillRef>
            <a:effectRef idx="0">
              <a:schemeClr val="accent1"/>
            </a:effectRef>
            <a:fontRef idx="minor">
              <a:schemeClr val="tx1"/>
            </a:fontRef>
          </p:style>
        </p:cxnSp>
        <p:sp>
          <p:nvSpPr>
            <p:cNvPr id="12" name="MH_Other_3"/>
            <p:cNvSpPr/>
            <p:nvPr>
              <p:custDataLst>
                <p:tags r:id="rId3"/>
              </p:custDataLst>
            </p:nvPr>
          </p:nvSpPr>
          <p:spPr>
            <a:xfrm rot="183635">
              <a:off x="2637367" y="2547939"/>
              <a:ext cx="1634067" cy="1239837"/>
            </a:xfrm>
            <a:prstGeom prst="roundRect">
              <a:avLst>
                <a:gd name="adj" fmla="val 18567"/>
              </a:avLst>
            </a:prstGeom>
            <a:solidFill>
              <a:srgbClr val="F06C55"/>
            </a:solidFill>
            <a:ln>
              <a:solidFill>
                <a:srgbClr val="E93C1F"/>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sz="6000" dirty="0">
                <a:solidFill>
                  <a:srgbClr val="FFFFFF"/>
                </a:solidFill>
                <a:latin typeface="微软雅黑" panose="020B0503020204020204" pitchFamily="34" charset="-122"/>
                <a:ea typeface="微软雅黑" panose="020B0503020204020204" pitchFamily="34" charset="-122"/>
              </a:endParaRPr>
            </a:p>
          </p:txBody>
        </p:sp>
        <p:cxnSp>
          <p:nvCxnSpPr>
            <p:cNvPr id="13" name="MH_Other_4"/>
            <p:cNvCxnSpPr/>
            <p:nvPr>
              <p:custDataLst>
                <p:tags r:id="rId4"/>
              </p:custDataLst>
            </p:nvPr>
          </p:nvCxnSpPr>
          <p:spPr>
            <a:xfrm>
              <a:off x="4286251" y="3074988"/>
              <a:ext cx="1784349" cy="0"/>
            </a:xfrm>
            <a:prstGeom prst="straightConnector1">
              <a:avLst/>
            </a:prstGeom>
            <a:ln>
              <a:solidFill>
                <a:srgbClr val="E93C1F"/>
              </a:solidFill>
              <a:tailEnd type="triangle"/>
            </a:ln>
          </p:spPr>
          <p:style>
            <a:lnRef idx="1">
              <a:schemeClr val="accent1"/>
            </a:lnRef>
            <a:fillRef idx="0">
              <a:schemeClr val="accent1"/>
            </a:fillRef>
            <a:effectRef idx="0">
              <a:schemeClr val="accent1"/>
            </a:effectRef>
            <a:fontRef idx="minor">
              <a:schemeClr val="tx1"/>
            </a:fontRef>
          </p:style>
        </p:cxnSp>
        <p:sp>
          <p:nvSpPr>
            <p:cNvPr id="14" name="MH_Other_5"/>
            <p:cNvSpPr/>
            <p:nvPr>
              <p:custDataLst>
                <p:tags r:id="rId5"/>
              </p:custDataLst>
            </p:nvPr>
          </p:nvSpPr>
          <p:spPr>
            <a:xfrm>
              <a:off x="1564218" y="3100388"/>
              <a:ext cx="1286933" cy="1985962"/>
            </a:xfrm>
            <a:custGeom>
              <a:avLst/>
              <a:gdLst>
                <a:gd name="connsiteX0" fmla="*/ 217182 w 965707"/>
                <a:gd name="connsiteY0" fmla="*/ 0 h 1986527"/>
                <a:gd name="connsiteX1" fmla="*/ 432892 w 965707"/>
                <a:gd name="connsiteY1" fmla="*/ 215710 h 1986527"/>
                <a:gd name="connsiteX2" fmla="*/ 428510 w 965707"/>
                <a:gd name="connsiteY2" fmla="*/ 259183 h 1986527"/>
                <a:gd name="connsiteX3" fmla="*/ 426677 w 965707"/>
                <a:gd name="connsiteY3" fmla="*/ 265085 h 1986527"/>
                <a:gd name="connsiteX4" fmla="*/ 691433 w 965707"/>
                <a:gd name="connsiteY4" fmla="*/ 70895 h 1986527"/>
                <a:gd name="connsiteX5" fmla="*/ 727149 w 965707"/>
                <a:gd name="connsiteY5" fmla="*/ 76387 h 1986527"/>
                <a:gd name="connsiteX6" fmla="*/ 787596 w 965707"/>
                <a:gd name="connsiteY6" fmla="*/ 158799 h 1986527"/>
                <a:gd name="connsiteX7" fmla="*/ 782104 w 965707"/>
                <a:gd name="connsiteY7" fmla="*/ 194515 h 1986527"/>
                <a:gd name="connsiteX8" fmla="*/ 453481 w 965707"/>
                <a:gd name="connsiteY8" fmla="*/ 435549 h 1986527"/>
                <a:gd name="connsiteX9" fmla="*/ 874061 w 965707"/>
                <a:gd name="connsiteY9" fmla="*/ 181449 h 1986527"/>
                <a:gd name="connsiteX10" fmla="*/ 909154 w 965707"/>
                <a:gd name="connsiteY10" fmla="*/ 190109 h 1986527"/>
                <a:gd name="connsiteX11" fmla="*/ 962021 w 965707"/>
                <a:gd name="connsiteY11" fmla="*/ 277611 h 1986527"/>
                <a:gd name="connsiteX12" fmla="*/ 953361 w 965707"/>
                <a:gd name="connsiteY12" fmla="*/ 312705 h 1986527"/>
                <a:gd name="connsiteX13" fmla="*/ 384793 w 965707"/>
                <a:gd name="connsiteY13" fmla="*/ 656215 h 1986527"/>
                <a:gd name="connsiteX14" fmla="*/ 384793 w 965707"/>
                <a:gd name="connsiteY14" fmla="*/ 1131649 h 1986527"/>
                <a:gd name="connsiteX15" fmla="*/ 381842 w 965707"/>
                <a:gd name="connsiteY15" fmla="*/ 1146266 h 1986527"/>
                <a:gd name="connsiteX16" fmla="*/ 387708 w 965707"/>
                <a:gd name="connsiteY16" fmla="*/ 1152370 h 1986527"/>
                <a:gd name="connsiteX17" fmla="*/ 442440 w 965707"/>
                <a:gd name="connsiteY17" fmla="*/ 1292303 h 1986527"/>
                <a:gd name="connsiteX18" fmla="*/ 445419 w 965707"/>
                <a:gd name="connsiteY18" fmla="*/ 1293537 h 1986527"/>
                <a:gd name="connsiteX19" fmla="*/ 453847 w 965707"/>
                <a:gd name="connsiteY19" fmla="*/ 1313884 h 1986527"/>
                <a:gd name="connsiteX20" fmla="*/ 453847 w 965707"/>
                <a:gd name="connsiteY20" fmla="*/ 1951177 h 1986527"/>
                <a:gd name="connsiteX21" fmla="*/ 425072 w 965707"/>
                <a:gd name="connsiteY21" fmla="*/ 1979952 h 1986527"/>
                <a:gd name="connsiteX22" fmla="*/ 309975 w 965707"/>
                <a:gd name="connsiteY22" fmla="*/ 1979952 h 1986527"/>
                <a:gd name="connsiteX23" fmla="*/ 281200 w 965707"/>
                <a:gd name="connsiteY23" fmla="*/ 1951177 h 1986527"/>
                <a:gd name="connsiteX24" fmla="*/ 281200 w 965707"/>
                <a:gd name="connsiteY24" fmla="*/ 1342234 h 1986527"/>
                <a:gd name="connsiteX25" fmla="*/ 230924 w 965707"/>
                <a:gd name="connsiteY25" fmla="*/ 1213693 h 1986527"/>
                <a:gd name="connsiteX26" fmla="*/ 227782 w 965707"/>
                <a:gd name="connsiteY26" fmla="*/ 1195782 h 1986527"/>
                <a:gd name="connsiteX27" fmla="*/ 172672 w 965707"/>
                <a:gd name="connsiteY27" fmla="*/ 1195782 h 1986527"/>
                <a:gd name="connsiteX28" fmla="*/ 172672 w 965707"/>
                <a:gd name="connsiteY28" fmla="*/ 1958468 h 1986527"/>
                <a:gd name="connsiteX29" fmla="*/ 144613 w 965707"/>
                <a:gd name="connsiteY29" fmla="*/ 1986527 h 1986527"/>
                <a:gd name="connsiteX30" fmla="*/ 32381 w 965707"/>
                <a:gd name="connsiteY30" fmla="*/ 1986527 h 1986527"/>
                <a:gd name="connsiteX31" fmla="*/ 4322 w 965707"/>
                <a:gd name="connsiteY31" fmla="*/ 1958468 h 1986527"/>
                <a:gd name="connsiteX32" fmla="*/ 4322 w 965707"/>
                <a:gd name="connsiteY32" fmla="*/ 1169537 h 1986527"/>
                <a:gd name="connsiteX33" fmla="*/ 7911 w 965707"/>
                <a:gd name="connsiteY33" fmla="*/ 1160872 h 1986527"/>
                <a:gd name="connsiteX34" fmla="*/ 5040 w 965707"/>
                <a:gd name="connsiteY34" fmla="*/ 1156613 h 1986527"/>
                <a:gd name="connsiteX35" fmla="*/ 0 w 965707"/>
                <a:gd name="connsiteY35" fmla="*/ 1131649 h 1986527"/>
                <a:gd name="connsiteX36" fmla="*/ 0 w 965707"/>
                <a:gd name="connsiteY36" fmla="*/ 514378 h 1986527"/>
                <a:gd name="connsiteX37" fmla="*/ 64133 w 965707"/>
                <a:gd name="connsiteY37" fmla="*/ 450245 h 1986527"/>
                <a:gd name="connsiteX38" fmla="*/ 174233 w 965707"/>
                <a:gd name="connsiteY38" fmla="*/ 450245 h 1986527"/>
                <a:gd name="connsiteX39" fmla="*/ 203629 w 965707"/>
                <a:gd name="connsiteY39" fmla="*/ 428684 h 1986527"/>
                <a:gd name="connsiteX40" fmla="*/ 133218 w 965707"/>
                <a:gd name="connsiteY40" fmla="*/ 414469 h 1986527"/>
                <a:gd name="connsiteX41" fmla="*/ 1472 w 965707"/>
                <a:gd name="connsiteY41" fmla="*/ 215710 h 1986527"/>
                <a:gd name="connsiteX42" fmla="*/ 217182 w 965707"/>
                <a:gd name="connsiteY42" fmla="*/ 0 h 198652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Lst>
              <a:rect l="l" t="t" r="r" b="b"/>
              <a:pathLst>
                <a:path w="965707" h="1986527">
                  <a:moveTo>
                    <a:pt x="217182" y="0"/>
                  </a:moveTo>
                  <a:cubicBezTo>
                    <a:pt x="336315" y="0"/>
                    <a:pt x="432892" y="96577"/>
                    <a:pt x="432892" y="215710"/>
                  </a:cubicBezTo>
                  <a:cubicBezTo>
                    <a:pt x="432892" y="230602"/>
                    <a:pt x="431383" y="245141"/>
                    <a:pt x="428510" y="259183"/>
                  </a:cubicBezTo>
                  <a:lnTo>
                    <a:pt x="426677" y="265085"/>
                  </a:lnTo>
                  <a:lnTo>
                    <a:pt x="691433" y="70895"/>
                  </a:lnTo>
                  <a:cubicBezTo>
                    <a:pt x="702812" y="62549"/>
                    <a:pt x="718803" y="65008"/>
                    <a:pt x="727149" y="76387"/>
                  </a:cubicBezTo>
                  <a:lnTo>
                    <a:pt x="787596" y="158799"/>
                  </a:lnTo>
                  <a:cubicBezTo>
                    <a:pt x="795942" y="170178"/>
                    <a:pt x="793483" y="186169"/>
                    <a:pt x="782104" y="194515"/>
                  </a:cubicBezTo>
                  <a:lnTo>
                    <a:pt x="453481" y="435549"/>
                  </a:lnTo>
                  <a:lnTo>
                    <a:pt x="874061" y="181449"/>
                  </a:lnTo>
                  <a:cubicBezTo>
                    <a:pt x="886143" y="174150"/>
                    <a:pt x="901855" y="178027"/>
                    <a:pt x="909154" y="190109"/>
                  </a:cubicBezTo>
                  <a:lnTo>
                    <a:pt x="962021" y="277611"/>
                  </a:lnTo>
                  <a:cubicBezTo>
                    <a:pt x="969320" y="289694"/>
                    <a:pt x="965443" y="305405"/>
                    <a:pt x="953361" y="312705"/>
                  </a:cubicBezTo>
                  <a:lnTo>
                    <a:pt x="384793" y="656215"/>
                  </a:lnTo>
                  <a:lnTo>
                    <a:pt x="384793" y="1131649"/>
                  </a:lnTo>
                  <a:lnTo>
                    <a:pt x="381842" y="1146266"/>
                  </a:lnTo>
                  <a:lnTo>
                    <a:pt x="387708" y="1152370"/>
                  </a:lnTo>
                  <a:lnTo>
                    <a:pt x="442440" y="1292303"/>
                  </a:lnTo>
                  <a:lnTo>
                    <a:pt x="445419" y="1293537"/>
                  </a:lnTo>
                  <a:cubicBezTo>
                    <a:pt x="450626" y="1298744"/>
                    <a:pt x="453847" y="1305938"/>
                    <a:pt x="453847" y="1313884"/>
                  </a:cubicBezTo>
                  <a:lnTo>
                    <a:pt x="453847" y="1951177"/>
                  </a:lnTo>
                  <a:cubicBezTo>
                    <a:pt x="453847" y="1967069"/>
                    <a:pt x="440964" y="1979952"/>
                    <a:pt x="425072" y="1979952"/>
                  </a:cubicBezTo>
                  <a:lnTo>
                    <a:pt x="309975" y="1979952"/>
                  </a:lnTo>
                  <a:cubicBezTo>
                    <a:pt x="294083" y="1979952"/>
                    <a:pt x="281200" y="1967069"/>
                    <a:pt x="281200" y="1951177"/>
                  </a:cubicBezTo>
                  <a:lnTo>
                    <a:pt x="281200" y="1342234"/>
                  </a:lnTo>
                  <a:lnTo>
                    <a:pt x="230924" y="1213693"/>
                  </a:lnTo>
                  <a:lnTo>
                    <a:pt x="227782" y="1195782"/>
                  </a:lnTo>
                  <a:lnTo>
                    <a:pt x="172672" y="1195782"/>
                  </a:lnTo>
                  <a:lnTo>
                    <a:pt x="172672" y="1958468"/>
                  </a:lnTo>
                  <a:cubicBezTo>
                    <a:pt x="172672" y="1973965"/>
                    <a:pt x="160110" y="1986527"/>
                    <a:pt x="144613" y="1986527"/>
                  </a:cubicBezTo>
                  <a:lnTo>
                    <a:pt x="32381" y="1986527"/>
                  </a:lnTo>
                  <a:cubicBezTo>
                    <a:pt x="16884" y="1986527"/>
                    <a:pt x="4322" y="1973965"/>
                    <a:pt x="4322" y="1958468"/>
                  </a:cubicBezTo>
                  <a:lnTo>
                    <a:pt x="4322" y="1169537"/>
                  </a:lnTo>
                  <a:lnTo>
                    <a:pt x="7911" y="1160872"/>
                  </a:lnTo>
                  <a:lnTo>
                    <a:pt x="5040" y="1156613"/>
                  </a:lnTo>
                  <a:cubicBezTo>
                    <a:pt x="1795" y="1148940"/>
                    <a:pt x="0" y="1140504"/>
                    <a:pt x="0" y="1131649"/>
                  </a:cubicBezTo>
                  <a:lnTo>
                    <a:pt x="0" y="514378"/>
                  </a:lnTo>
                  <a:cubicBezTo>
                    <a:pt x="0" y="478958"/>
                    <a:pt x="28713" y="450245"/>
                    <a:pt x="64133" y="450245"/>
                  </a:cubicBezTo>
                  <a:lnTo>
                    <a:pt x="174233" y="450245"/>
                  </a:lnTo>
                  <a:lnTo>
                    <a:pt x="203629" y="428684"/>
                  </a:lnTo>
                  <a:lnTo>
                    <a:pt x="133218" y="414469"/>
                  </a:lnTo>
                  <a:cubicBezTo>
                    <a:pt x="55797" y="381722"/>
                    <a:pt x="1472" y="305060"/>
                    <a:pt x="1472" y="215710"/>
                  </a:cubicBezTo>
                  <a:cubicBezTo>
                    <a:pt x="1472" y="96577"/>
                    <a:pt x="98049" y="0"/>
                    <a:pt x="217182" y="0"/>
                  </a:cubicBezTo>
                  <a:close/>
                </a:path>
              </a:pathLst>
            </a:custGeom>
            <a:solidFill>
              <a:srgbClr val="D3D3D3"/>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a:p>
          </p:txBody>
        </p:sp>
        <p:sp>
          <p:nvSpPr>
            <p:cNvPr id="15" name="MH_Text_2"/>
            <p:cNvSpPr txBox="1"/>
            <p:nvPr>
              <p:custDataLst>
                <p:tags r:id="rId6"/>
              </p:custDataLst>
            </p:nvPr>
          </p:nvSpPr>
          <p:spPr>
            <a:xfrm>
              <a:off x="6192552" y="2414421"/>
              <a:ext cx="5882692" cy="1507296"/>
            </a:xfrm>
            <a:prstGeom prst="rect">
              <a:avLst/>
            </a:prstGeom>
            <a:noFill/>
          </p:spPr>
          <p:txBody>
            <a:bodyPr lIns="0" tIns="0" rIns="0" bIns="0">
              <a:normAutofit/>
            </a:bodyPr>
            <a:lstStyle>
              <a:defPPr>
                <a:defRPr lang="zh-CN"/>
              </a:defPPr>
              <a:lvl1pPr>
                <a:lnSpc>
                  <a:spcPct val="130000"/>
                </a:lnSpc>
                <a:defRPr sz="1200"/>
              </a:lvl1pPr>
            </a:lstStyle>
            <a:p>
              <a:pPr>
                <a:lnSpc>
                  <a:spcPct val="150000"/>
                </a:lnSpc>
              </a:pPr>
              <a:r>
                <a:rPr lang="en-US" altLang="zh-CN" sz="1800" dirty="0"/>
                <a:t>       </a:t>
              </a:r>
              <a:r>
                <a:rPr lang="zh-CN" altLang="en-US" sz="1800" dirty="0">
                  <a:solidFill>
                    <a:srgbClr val="C00000"/>
                  </a:solidFill>
                </a:rPr>
                <a:t>消息交互</a:t>
              </a:r>
              <a:r>
                <a:rPr lang="zh-CN" altLang="en-US" sz="1800" dirty="0"/>
                <a:t>：对象之间为达到特定目的而进行的一系列消息交换，从而组成一系列动作，通过消息通信相互协作等，可用顺序图、活动图、协作图等描述。</a:t>
              </a:r>
            </a:p>
          </p:txBody>
        </p:sp>
        <p:sp>
          <p:nvSpPr>
            <p:cNvPr id="16" name="MH_Text_1"/>
            <p:cNvSpPr txBox="1"/>
            <p:nvPr>
              <p:custDataLst>
                <p:tags r:id="rId7"/>
              </p:custDataLst>
            </p:nvPr>
          </p:nvSpPr>
          <p:spPr>
            <a:xfrm>
              <a:off x="6192552" y="4071403"/>
              <a:ext cx="5882692" cy="876213"/>
            </a:xfrm>
            <a:prstGeom prst="rect">
              <a:avLst/>
            </a:prstGeom>
            <a:noFill/>
          </p:spPr>
          <p:txBody>
            <a:bodyPr lIns="0" tIns="0" rIns="0" bIns="0">
              <a:noAutofit/>
            </a:bodyPr>
            <a:lstStyle>
              <a:defPPr>
                <a:defRPr lang="zh-CN"/>
              </a:defPPr>
              <a:lvl1pPr>
                <a:lnSpc>
                  <a:spcPct val="130000"/>
                </a:lnSpc>
                <a:defRPr sz="1200"/>
              </a:lvl1pPr>
            </a:lstStyle>
            <a:p>
              <a:pPr>
                <a:lnSpc>
                  <a:spcPct val="150000"/>
                </a:lnSpc>
              </a:pPr>
              <a:r>
                <a:rPr lang="en-US" altLang="zh-CN" sz="1800" dirty="0"/>
                <a:t>       </a:t>
              </a:r>
              <a:r>
                <a:rPr lang="zh-CN" altLang="en-US" sz="1800" dirty="0">
                  <a:solidFill>
                    <a:srgbClr val="C00000"/>
                  </a:solidFill>
                </a:rPr>
                <a:t>状态机：</a:t>
              </a:r>
              <a:r>
                <a:rPr lang="zh-CN" altLang="en-US" sz="1800" dirty="0"/>
                <a:t>状态机由对象的一系列状态和激发这些状态转换的事件组成，用状态图描述。</a:t>
              </a:r>
            </a:p>
          </p:txBody>
        </p:sp>
      </p:grpSp>
      <p:sp>
        <p:nvSpPr>
          <p:cNvPr id="17" name="文本框 16"/>
          <p:cNvSpPr txBox="1"/>
          <p:nvPr/>
        </p:nvSpPr>
        <p:spPr>
          <a:xfrm>
            <a:off x="1231265" y="2627200"/>
            <a:ext cx="10062210" cy="803910"/>
          </a:xfrm>
          <a:prstGeom prst="rect">
            <a:avLst/>
          </a:prstGeom>
          <a:noFill/>
        </p:spPr>
        <p:txBody>
          <a:bodyPr wrap="square" rtlCol="0" anchor="t">
            <a:spAutoFit/>
          </a:bodyPr>
          <a:lstStyle/>
          <a:p>
            <a:pPr marL="285750" indent="-285750" fontAlgn="auto">
              <a:lnSpc>
                <a:spcPct val="130000"/>
              </a:lnSpc>
              <a:buFont typeface="Wingdings" panose="05000000000000000000" charset="0"/>
              <a:buChar char="l"/>
            </a:pPr>
            <a:r>
              <a:rPr lang="zh-CN" altLang="en-US"/>
              <a:t>动态模型描述系统随时间的推移而发生的行为。动态模型可以使用的UML图有状态图、顺序图、活动图、协作图等。动态模型主要描述两种动作：消息交互和状态机。</a:t>
            </a:r>
          </a:p>
        </p:txBody>
      </p:sp>
      <p:grpSp>
        <p:nvGrpSpPr>
          <p:cNvPr id="18" name="组合 37"/>
          <p:cNvGrpSpPr/>
          <p:nvPr/>
        </p:nvGrpSpPr>
        <p:grpSpPr>
          <a:xfrm>
            <a:off x="977900" y="2106000"/>
            <a:ext cx="3141345" cy="590550"/>
            <a:chOff x="508000" y="3196191"/>
            <a:chExt cx="3141314" cy="590550"/>
          </a:xfrm>
        </p:grpSpPr>
        <p:sp>
          <p:nvSpPr>
            <p:cNvPr id="19" name="TextBox 1"/>
            <p:cNvSpPr txBox="1">
              <a:spLocks noChangeArrowheads="1"/>
            </p:cNvSpPr>
            <p:nvPr/>
          </p:nvSpPr>
          <p:spPr bwMode="auto">
            <a:xfrm>
              <a:off x="508000" y="3196191"/>
              <a:ext cx="375420" cy="523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sz="2000">
                  <a:solidFill>
                    <a:schemeClr val="tx1"/>
                  </a:solidFill>
                  <a:latin typeface="Calibri" panose="020F0502020204030204" charset="0"/>
                  <a:ea typeface="宋体" panose="02010600030101010101" pitchFamily="2" charset="-122"/>
                </a:defRPr>
              </a:lvl1pPr>
              <a:lvl2pPr marL="742950" indent="-285750" eaLnBrk="0" hangingPunct="0">
                <a:defRPr sz="2000">
                  <a:solidFill>
                    <a:schemeClr val="tx1"/>
                  </a:solidFill>
                  <a:latin typeface="Calibri" panose="020F0502020204030204" charset="0"/>
                  <a:ea typeface="宋体" panose="02010600030101010101" pitchFamily="2" charset="-122"/>
                </a:defRPr>
              </a:lvl2pPr>
              <a:lvl3pPr marL="1143000" indent="-228600" eaLnBrk="0" hangingPunct="0">
                <a:defRPr sz="2000">
                  <a:solidFill>
                    <a:schemeClr val="tx1"/>
                  </a:solidFill>
                  <a:latin typeface="Calibri" panose="020F0502020204030204" charset="0"/>
                  <a:ea typeface="宋体" panose="02010600030101010101" pitchFamily="2" charset="-122"/>
                </a:defRPr>
              </a:lvl3pPr>
              <a:lvl4pPr marL="1600200" indent="-228600" eaLnBrk="0" hangingPunct="0">
                <a:defRPr sz="2000">
                  <a:solidFill>
                    <a:schemeClr val="tx1"/>
                  </a:solidFill>
                  <a:latin typeface="Calibri" panose="020F0502020204030204" charset="0"/>
                  <a:ea typeface="宋体" panose="02010600030101010101" pitchFamily="2" charset="-122"/>
                </a:defRPr>
              </a:lvl4pPr>
              <a:lvl5pPr eaLnBrk="0" hangingPunct="0">
                <a:defRPr sz="2000">
                  <a:solidFill>
                    <a:schemeClr val="tx1"/>
                  </a:solidFill>
                  <a:latin typeface="Calibri" panose="020F0502020204030204" charset="0"/>
                  <a:ea typeface="宋体" panose="02010600030101010101" pitchFamily="2" charset="-122"/>
                </a:defRPr>
              </a:lvl5pPr>
              <a:lvl6pPr marL="25146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6pPr>
              <a:lvl7pPr marL="29718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7pPr>
              <a:lvl8pPr marL="34290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8pPr>
              <a:lvl9pPr marL="38862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9pPr>
            </a:lstStyle>
            <a:p>
              <a:pPr eaLnBrk="1" hangingPunct="1"/>
              <a:r>
                <a:rPr lang="en-US" altLang="zh-CN" sz="2800" dirty="0">
                  <a:solidFill>
                    <a:srgbClr val="E67819"/>
                  </a:solidFill>
                  <a:latin typeface="Times New Roman" panose="02020603050405020304" pitchFamily="18" charset="0"/>
                  <a:ea typeface="MS UI Gothic" panose="020B0600070205080204" pitchFamily="34" charset="-128"/>
                </a:rPr>
                <a:t>3</a:t>
              </a:r>
              <a:endParaRPr lang="zh-CN" altLang="en-US" sz="2800" dirty="0">
                <a:solidFill>
                  <a:srgbClr val="E67819"/>
                </a:solidFill>
                <a:latin typeface="Times New Roman" panose="02020603050405020304" pitchFamily="18" charset="0"/>
                <a:ea typeface="MS UI Gothic" panose="020B0600070205080204" pitchFamily="34" charset="-128"/>
              </a:endParaRPr>
            </a:p>
          </p:txBody>
        </p:sp>
        <p:cxnSp>
          <p:nvCxnSpPr>
            <p:cNvPr id="20" name="直接连接符 19"/>
            <p:cNvCxnSpPr/>
            <p:nvPr/>
          </p:nvCxnSpPr>
          <p:spPr>
            <a:xfrm flipH="1">
              <a:off x="508000" y="3196191"/>
              <a:ext cx="590550" cy="590550"/>
            </a:xfrm>
            <a:prstGeom prst="line">
              <a:avLst/>
            </a:prstGeom>
            <a:ln>
              <a:solidFill>
                <a:srgbClr val="E67819"/>
              </a:solidFill>
            </a:ln>
          </p:spPr>
          <p:style>
            <a:lnRef idx="1">
              <a:schemeClr val="accent1"/>
            </a:lnRef>
            <a:fillRef idx="0">
              <a:schemeClr val="accent1"/>
            </a:fillRef>
            <a:effectRef idx="0">
              <a:schemeClr val="accent1"/>
            </a:effectRef>
            <a:fontRef idx="minor">
              <a:schemeClr val="tx1"/>
            </a:fontRef>
          </p:style>
        </p:cxnSp>
        <p:sp>
          <p:nvSpPr>
            <p:cNvPr id="21" name="矩形 7"/>
            <p:cNvSpPr>
              <a:spLocks noChangeArrowheads="1"/>
            </p:cNvSpPr>
            <p:nvPr/>
          </p:nvSpPr>
          <p:spPr bwMode="auto">
            <a:xfrm>
              <a:off x="960437" y="3291441"/>
              <a:ext cx="2688877"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r>
                <a:rPr lang="zh-CN" altLang="en-US" b="1" dirty="0">
                  <a:solidFill>
                    <a:srgbClr val="E67819"/>
                  </a:solidFill>
                  <a:latin typeface="微软雅黑" panose="020B0503020204020204" charset="-122"/>
                  <a:ea typeface="微软雅黑" panose="020B0503020204020204" charset="-122"/>
                </a:rPr>
                <a:t>动态模型</a:t>
              </a:r>
            </a:p>
          </p:txBody>
        </p:sp>
      </p:grpSp>
    </p:spTree>
  </p:cSld>
  <p:clrMapOvr>
    <a:masterClrMapping/>
  </p:clrMapOvr>
  <p:transition>
    <p:strips dir="ru"/>
  </p:transition>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694801" y="360000"/>
            <a:ext cx="5401200" cy="523220"/>
          </a:xfrm>
        </p:spPr>
        <p:txBody>
          <a:bodyPr/>
          <a:lstStyle/>
          <a:p>
            <a:r>
              <a:rPr lang="en-US" altLang="en-US" dirty="0">
                <a:sym typeface="+mn-ea"/>
              </a:rPr>
              <a:t>6.4 UML</a:t>
            </a:r>
            <a:r>
              <a:rPr lang="zh-CN" altLang="en-US" dirty="0">
                <a:sym typeface="+mn-ea"/>
              </a:rPr>
              <a:t>的应用</a:t>
            </a:r>
            <a:endParaRPr lang="zh-CN" altLang="en-US" dirty="0"/>
          </a:p>
        </p:txBody>
      </p:sp>
      <p:sp>
        <p:nvSpPr>
          <p:cNvPr id="4" name="文本占位符 3">
            <a:extLst>
              <a:ext uri="{FF2B5EF4-FFF2-40B4-BE49-F238E27FC236}">
                <a16:creationId xmlns:a16="http://schemas.microsoft.com/office/drawing/2014/main" id="{1C8B79C0-DD6A-C21F-6566-67840E09599E}"/>
              </a:ext>
            </a:extLst>
          </p:cNvPr>
          <p:cNvSpPr>
            <a:spLocks noGrp="1"/>
          </p:cNvSpPr>
          <p:nvPr>
            <p:ph type="body" sz="quarter" idx="10"/>
          </p:nvPr>
        </p:nvSpPr>
        <p:spPr/>
        <p:txBody>
          <a:bodyPr/>
          <a:lstStyle/>
          <a:p>
            <a:endParaRPr lang="zh-CN" altLang="en-US"/>
          </a:p>
        </p:txBody>
      </p:sp>
      <p:sp>
        <p:nvSpPr>
          <p:cNvPr id="7" name="文本框 6"/>
          <p:cNvSpPr txBox="1"/>
          <p:nvPr/>
        </p:nvSpPr>
        <p:spPr>
          <a:xfrm>
            <a:off x="754380" y="2931160"/>
            <a:ext cx="476250" cy="1833880"/>
          </a:xfrm>
          <a:prstGeom prst="rect">
            <a:avLst/>
          </a:prstGeom>
          <a:noFill/>
        </p:spPr>
        <p:txBody>
          <a:bodyPr vert="eaVert" wrap="none" rtlCol="0">
            <a:spAutoFit/>
          </a:bodyPr>
          <a:lstStyle/>
          <a:p>
            <a:pPr algn="l"/>
            <a:r>
              <a:rPr lang="zh-CN" altLang="en-US" spc="160" dirty="0">
                <a:solidFill>
                  <a:schemeClr val="bg1"/>
                </a:solidFill>
                <a:latin typeface="微软雅黑" panose="020B0503020204020204" charset="-122"/>
                <a:ea typeface="微软雅黑" panose="020B0503020204020204" charset="-122"/>
              </a:rPr>
              <a:t>结构化程序设计</a:t>
            </a:r>
          </a:p>
        </p:txBody>
      </p:sp>
      <p:sp>
        <p:nvSpPr>
          <p:cNvPr id="29" name="TextBox 6"/>
          <p:cNvSpPr txBox="1"/>
          <p:nvPr/>
        </p:nvSpPr>
        <p:spPr>
          <a:xfrm>
            <a:off x="809625" y="1403350"/>
            <a:ext cx="4558665" cy="525657"/>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6.4.1 UML</a:t>
            </a:r>
            <a:r>
              <a:rPr lang="zh-CN" altLang="en-US" sz="2400" dirty="0">
                <a:solidFill>
                  <a:schemeClr val="tx1"/>
                </a:solidFill>
              </a:rPr>
              <a:t>模型</a:t>
            </a:r>
            <a:endParaRPr lang="zh-CN" altLang="en-US" sz="2400" dirty="0">
              <a:solidFill>
                <a:schemeClr val="tx1"/>
              </a:solidFill>
              <a:sym typeface="+mn-ea"/>
            </a:endParaRPr>
          </a:p>
        </p:txBody>
      </p:sp>
      <p:sp>
        <p:nvSpPr>
          <p:cNvPr id="9" name="文本框 8"/>
          <p:cNvSpPr txBox="1"/>
          <p:nvPr/>
        </p:nvSpPr>
        <p:spPr>
          <a:xfrm>
            <a:off x="986155" y="3207220"/>
            <a:ext cx="4520565" cy="646331"/>
          </a:xfrm>
          <a:prstGeom prst="rect">
            <a:avLst/>
          </a:prstGeom>
          <a:noFill/>
        </p:spPr>
        <p:txBody>
          <a:bodyPr wrap="square" rtlCol="0" anchor="t">
            <a:spAutoFit/>
          </a:bodyPr>
          <a:lstStyle/>
          <a:p>
            <a:pPr marL="285750" indent="-285750">
              <a:buFont typeface="Arial" panose="020B0604020202020204" pitchFamily="34" charset="0"/>
              <a:buChar char="•"/>
            </a:pPr>
            <a:r>
              <a:rPr lang="zh-CN" altLang="en-US" dirty="0"/>
              <a:t>实现模型包括构件图和部署图，它们描述了系统实现时的一些特性。</a:t>
            </a:r>
          </a:p>
        </p:txBody>
      </p:sp>
      <p:pic>
        <p:nvPicPr>
          <p:cNvPr id="13" name="图片 12"/>
          <p:cNvPicPr>
            <a:picLocks noChangeAspect="1"/>
          </p:cNvPicPr>
          <p:nvPr/>
        </p:nvPicPr>
        <p:blipFill>
          <a:blip r:embed="rId2" cstate="print"/>
          <a:stretch>
            <a:fillRect/>
          </a:stretch>
        </p:blipFill>
        <p:spPr>
          <a:xfrm>
            <a:off x="6019550" y="1494723"/>
            <a:ext cx="6171183" cy="2440117"/>
          </a:xfrm>
          <a:prstGeom prst="rect">
            <a:avLst/>
          </a:prstGeom>
        </p:spPr>
      </p:pic>
      <p:sp>
        <p:nvSpPr>
          <p:cNvPr id="10" name="文本框 9"/>
          <p:cNvSpPr txBox="1"/>
          <p:nvPr/>
        </p:nvSpPr>
        <p:spPr>
          <a:xfrm>
            <a:off x="986155" y="4343400"/>
            <a:ext cx="10443210" cy="1516380"/>
          </a:xfrm>
          <a:prstGeom prst="rect">
            <a:avLst/>
          </a:prstGeom>
          <a:noFill/>
        </p:spPr>
        <p:txBody>
          <a:bodyPr wrap="square" rtlCol="0" anchor="t">
            <a:spAutoFit/>
          </a:bodyPr>
          <a:lstStyle/>
          <a:p>
            <a:pPr marL="342900" indent="-342900" fontAlgn="auto">
              <a:lnSpc>
                <a:spcPct val="130000"/>
              </a:lnSpc>
              <a:buFont typeface="+mj-ea"/>
              <a:buAutoNum type="circleNumDbPlain"/>
            </a:pPr>
            <a:r>
              <a:rPr lang="zh-CN" altLang="en-US" dirty="0"/>
              <a:t>构件图显示代码本身的逻辑结构。构件图描述系统中的软构件以及它们之间的相互依赖关系，构件图的元素有构件、依赖关系和接口。</a:t>
            </a:r>
          </a:p>
          <a:p>
            <a:pPr marL="342900" indent="-342900" fontAlgn="auto">
              <a:lnSpc>
                <a:spcPct val="130000"/>
              </a:lnSpc>
              <a:buFont typeface="+mj-ea"/>
              <a:buAutoNum type="circleNumDbPlain"/>
            </a:pPr>
            <a:r>
              <a:rPr lang="zh-CN" altLang="en-US" dirty="0"/>
              <a:t>部署图显示系统运行时的结构。部署图显示系统硬件的拓扑结构和通信路径、系统结构结点上执行的软件构件所包含的逻辑单元等。</a:t>
            </a:r>
          </a:p>
        </p:txBody>
      </p:sp>
      <p:grpSp>
        <p:nvGrpSpPr>
          <p:cNvPr id="8" name="组合 37"/>
          <p:cNvGrpSpPr/>
          <p:nvPr/>
        </p:nvGrpSpPr>
        <p:grpSpPr>
          <a:xfrm>
            <a:off x="977900" y="2106000"/>
            <a:ext cx="3141345" cy="590550"/>
            <a:chOff x="508000" y="3196191"/>
            <a:chExt cx="3141314" cy="590550"/>
          </a:xfrm>
        </p:grpSpPr>
        <p:sp>
          <p:nvSpPr>
            <p:cNvPr id="11" name="TextBox 1"/>
            <p:cNvSpPr txBox="1">
              <a:spLocks noChangeArrowheads="1"/>
            </p:cNvSpPr>
            <p:nvPr/>
          </p:nvSpPr>
          <p:spPr bwMode="auto">
            <a:xfrm>
              <a:off x="508000" y="3196191"/>
              <a:ext cx="375420" cy="523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sz="2000">
                  <a:solidFill>
                    <a:schemeClr val="tx1"/>
                  </a:solidFill>
                  <a:latin typeface="Calibri" panose="020F0502020204030204" charset="0"/>
                  <a:ea typeface="宋体" panose="02010600030101010101" pitchFamily="2" charset="-122"/>
                </a:defRPr>
              </a:lvl1pPr>
              <a:lvl2pPr marL="742950" indent="-285750" eaLnBrk="0" hangingPunct="0">
                <a:defRPr sz="2000">
                  <a:solidFill>
                    <a:schemeClr val="tx1"/>
                  </a:solidFill>
                  <a:latin typeface="Calibri" panose="020F0502020204030204" charset="0"/>
                  <a:ea typeface="宋体" panose="02010600030101010101" pitchFamily="2" charset="-122"/>
                </a:defRPr>
              </a:lvl2pPr>
              <a:lvl3pPr marL="1143000" indent="-228600" eaLnBrk="0" hangingPunct="0">
                <a:defRPr sz="2000">
                  <a:solidFill>
                    <a:schemeClr val="tx1"/>
                  </a:solidFill>
                  <a:latin typeface="Calibri" panose="020F0502020204030204" charset="0"/>
                  <a:ea typeface="宋体" panose="02010600030101010101" pitchFamily="2" charset="-122"/>
                </a:defRPr>
              </a:lvl3pPr>
              <a:lvl4pPr marL="1600200" indent="-228600" eaLnBrk="0" hangingPunct="0">
                <a:defRPr sz="2000">
                  <a:solidFill>
                    <a:schemeClr val="tx1"/>
                  </a:solidFill>
                  <a:latin typeface="Calibri" panose="020F0502020204030204" charset="0"/>
                  <a:ea typeface="宋体" panose="02010600030101010101" pitchFamily="2" charset="-122"/>
                </a:defRPr>
              </a:lvl4pPr>
              <a:lvl5pPr eaLnBrk="0" hangingPunct="0">
                <a:defRPr sz="2000">
                  <a:solidFill>
                    <a:schemeClr val="tx1"/>
                  </a:solidFill>
                  <a:latin typeface="Calibri" panose="020F0502020204030204" charset="0"/>
                  <a:ea typeface="宋体" panose="02010600030101010101" pitchFamily="2" charset="-122"/>
                </a:defRPr>
              </a:lvl5pPr>
              <a:lvl6pPr marL="25146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6pPr>
              <a:lvl7pPr marL="29718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7pPr>
              <a:lvl8pPr marL="34290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8pPr>
              <a:lvl9pPr marL="38862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9pPr>
            </a:lstStyle>
            <a:p>
              <a:pPr eaLnBrk="1" hangingPunct="1"/>
              <a:r>
                <a:rPr lang="en-US" altLang="zh-CN" sz="2800" dirty="0">
                  <a:solidFill>
                    <a:srgbClr val="E67819"/>
                  </a:solidFill>
                  <a:latin typeface="Times New Roman" panose="02020603050405020304" pitchFamily="18" charset="0"/>
                  <a:ea typeface="MS UI Gothic" panose="020B0600070205080204" pitchFamily="34" charset="-128"/>
                </a:rPr>
                <a:t>4</a:t>
              </a:r>
              <a:endParaRPr lang="zh-CN" altLang="en-US" sz="2800" dirty="0">
                <a:solidFill>
                  <a:srgbClr val="E67819"/>
                </a:solidFill>
                <a:latin typeface="Times New Roman" panose="02020603050405020304" pitchFamily="18" charset="0"/>
                <a:ea typeface="MS UI Gothic" panose="020B0600070205080204" pitchFamily="34" charset="-128"/>
              </a:endParaRPr>
            </a:p>
          </p:txBody>
        </p:sp>
        <p:cxnSp>
          <p:nvCxnSpPr>
            <p:cNvPr id="12" name="直接连接符 11"/>
            <p:cNvCxnSpPr/>
            <p:nvPr/>
          </p:nvCxnSpPr>
          <p:spPr>
            <a:xfrm flipH="1">
              <a:off x="508000" y="3196191"/>
              <a:ext cx="590550" cy="590550"/>
            </a:xfrm>
            <a:prstGeom prst="line">
              <a:avLst/>
            </a:prstGeom>
            <a:ln>
              <a:solidFill>
                <a:srgbClr val="E67819"/>
              </a:solidFill>
            </a:ln>
          </p:spPr>
          <p:style>
            <a:lnRef idx="1">
              <a:schemeClr val="accent1"/>
            </a:lnRef>
            <a:fillRef idx="0">
              <a:schemeClr val="accent1"/>
            </a:fillRef>
            <a:effectRef idx="0">
              <a:schemeClr val="accent1"/>
            </a:effectRef>
            <a:fontRef idx="minor">
              <a:schemeClr val="tx1"/>
            </a:fontRef>
          </p:style>
        </p:cxnSp>
        <p:sp>
          <p:nvSpPr>
            <p:cNvPr id="14" name="矩形 7"/>
            <p:cNvSpPr>
              <a:spLocks noChangeArrowheads="1"/>
            </p:cNvSpPr>
            <p:nvPr/>
          </p:nvSpPr>
          <p:spPr bwMode="auto">
            <a:xfrm>
              <a:off x="960437" y="3291441"/>
              <a:ext cx="2688877"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r>
                <a:rPr lang="zh-CN" altLang="en-US" b="1" dirty="0">
                  <a:solidFill>
                    <a:srgbClr val="E67819"/>
                  </a:solidFill>
                  <a:latin typeface="微软雅黑" panose="020B0503020204020204" charset="-122"/>
                  <a:ea typeface="微软雅黑" panose="020B0503020204020204" charset="-122"/>
                </a:rPr>
                <a:t>实现模型</a:t>
              </a:r>
            </a:p>
          </p:txBody>
        </p:sp>
      </p:grpSp>
    </p:spTree>
  </p:cSld>
  <p:clrMapOvr>
    <a:masterClrMapping/>
  </p:clrMapOvr>
  <p:transition>
    <p:strips dir="ru"/>
  </p:transition>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694801" y="360000"/>
            <a:ext cx="5401200" cy="523220"/>
          </a:xfrm>
        </p:spPr>
        <p:txBody>
          <a:bodyPr/>
          <a:lstStyle/>
          <a:p>
            <a:r>
              <a:rPr lang="en-US" dirty="0"/>
              <a:t>6.4 </a:t>
            </a:r>
            <a:r>
              <a:rPr lang="zh-CN" altLang="en-US" dirty="0">
                <a:sym typeface="+mn-ea"/>
              </a:rPr>
              <a:t>UML的应用</a:t>
            </a:r>
            <a:endParaRPr lang="zh-CN" altLang="en-US" dirty="0"/>
          </a:p>
        </p:txBody>
      </p:sp>
      <p:sp>
        <p:nvSpPr>
          <p:cNvPr id="4" name="文本占位符 3">
            <a:extLst>
              <a:ext uri="{FF2B5EF4-FFF2-40B4-BE49-F238E27FC236}">
                <a16:creationId xmlns:a16="http://schemas.microsoft.com/office/drawing/2014/main" id="{8BCCF871-EE8C-4B1D-5DAF-D2E9D873EE44}"/>
              </a:ext>
            </a:extLst>
          </p:cNvPr>
          <p:cNvSpPr>
            <a:spLocks noGrp="1"/>
          </p:cNvSpPr>
          <p:nvPr>
            <p:ph type="body" sz="quarter" idx="10"/>
          </p:nvPr>
        </p:nvSpPr>
        <p:spPr/>
        <p:txBody>
          <a:bodyPr/>
          <a:lstStyle/>
          <a:p>
            <a:endParaRPr lang="zh-CN" altLang="en-US"/>
          </a:p>
        </p:txBody>
      </p:sp>
      <p:sp>
        <p:nvSpPr>
          <p:cNvPr id="7" name="文本框 6"/>
          <p:cNvSpPr txBox="1"/>
          <p:nvPr/>
        </p:nvSpPr>
        <p:spPr>
          <a:xfrm>
            <a:off x="754380" y="2931160"/>
            <a:ext cx="476250" cy="1833880"/>
          </a:xfrm>
          <a:prstGeom prst="rect">
            <a:avLst/>
          </a:prstGeom>
          <a:noFill/>
        </p:spPr>
        <p:txBody>
          <a:bodyPr vert="eaVert" wrap="none" rtlCol="0">
            <a:spAutoFit/>
          </a:bodyPr>
          <a:lstStyle/>
          <a:p>
            <a:pPr algn="l"/>
            <a:r>
              <a:rPr lang="zh-CN" altLang="en-US" spc="160" dirty="0">
                <a:solidFill>
                  <a:schemeClr val="bg1"/>
                </a:solidFill>
                <a:latin typeface="微软雅黑" panose="020B0503020204020204" charset="-122"/>
                <a:ea typeface="微软雅黑" panose="020B0503020204020204" charset="-122"/>
              </a:rPr>
              <a:t>结构化程序设计</a:t>
            </a:r>
          </a:p>
        </p:txBody>
      </p:sp>
      <p:sp>
        <p:nvSpPr>
          <p:cNvPr id="29" name="TextBox 6"/>
          <p:cNvSpPr txBox="1"/>
          <p:nvPr/>
        </p:nvSpPr>
        <p:spPr>
          <a:xfrm>
            <a:off x="809625" y="1403350"/>
            <a:ext cx="5777230" cy="566420"/>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6.4.2 </a:t>
            </a:r>
            <a:r>
              <a:rPr lang="en-US" sz="2400" dirty="0">
                <a:solidFill>
                  <a:schemeClr val="tx1"/>
                </a:solidFill>
                <a:sym typeface="+mn-ea"/>
              </a:rPr>
              <a:t>UML</a:t>
            </a:r>
            <a:r>
              <a:rPr lang="zh-CN" altLang="en-US" sz="2400" dirty="0">
                <a:solidFill>
                  <a:schemeClr val="tx1"/>
                </a:solidFill>
                <a:sym typeface="+mn-ea"/>
              </a:rPr>
              <a:t>视图</a:t>
            </a:r>
          </a:p>
        </p:txBody>
      </p:sp>
      <p:pic>
        <p:nvPicPr>
          <p:cNvPr id="3074" name="Picture 2"/>
          <p:cNvPicPr>
            <a:picLocks noChangeAspect="1" noChangeArrowheads="1"/>
          </p:cNvPicPr>
          <p:nvPr/>
        </p:nvPicPr>
        <p:blipFill>
          <a:blip r:embed="rId3" cstate="print"/>
          <a:srcRect/>
          <a:stretch>
            <a:fillRect/>
          </a:stretch>
        </p:blipFill>
        <p:spPr bwMode="auto">
          <a:xfrm rot="19680000">
            <a:off x="7755204" y="1749516"/>
            <a:ext cx="4012692" cy="2751262"/>
          </a:xfrm>
          <a:prstGeom prst="rect">
            <a:avLst/>
          </a:prstGeom>
          <a:noFill/>
          <a:ln w="9525">
            <a:noFill/>
            <a:miter lim="800000"/>
            <a:headEnd/>
            <a:tailEnd/>
          </a:ln>
          <a:effectLst/>
        </p:spPr>
      </p:pic>
      <p:sp>
        <p:nvSpPr>
          <p:cNvPr id="8" name="MH_Other_1"/>
          <p:cNvSpPr/>
          <p:nvPr>
            <p:custDataLst>
              <p:tags r:id="rId1"/>
            </p:custDataLst>
          </p:nvPr>
        </p:nvSpPr>
        <p:spPr bwMode="auto">
          <a:xfrm>
            <a:off x="802640" y="1969135"/>
            <a:ext cx="9842500" cy="4417060"/>
          </a:xfrm>
          <a:custGeom>
            <a:avLst/>
            <a:gdLst>
              <a:gd name="T0" fmla="*/ 6952593 w 6952593"/>
              <a:gd name="T1" fmla="*/ 3704897 h 4729656"/>
              <a:gd name="T2" fmla="*/ 6952593 w 6952593"/>
              <a:gd name="T3" fmla="*/ 4729656 h 4729656"/>
              <a:gd name="T4" fmla="*/ 0 w 6952593"/>
              <a:gd name="T5" fmla="*/ 4729656 h 4729656"/>
              <a:gd name="T6" fmla="*/ 0 w 6952593"/>
              <a:gd name="T7" fmla="*/ 0 h 4729656"/>
            </a:gdLst>
            <a:ahLst/>
            <a:cxnLst>
              <a:cxn ang="0">
                <a:pos x="T0" y="T1"/>
              </a:cxn>
              <a:cxn ang="0">
                <a:pos x="T2" y="T3"/>
              </a:cxn>
              <a:cxn ang="0">
                <a:pos x="T4" y="T5"/>
              </a:cxn>
              <a:cxn ang="0">
                <a:pos x="T6" y="T7"/>
              </a:cxn>
            </a:cxnLst>
            <a:rect l="0" t="0" r="r" b="b"/>
            <a:pathLst>
              <a:path w="6952593" h="4729656">
                <a:moveTo>
                  <a:pt x="6952593" y="3704897"/>
                </a:moveTo>
                <a:lnTo>
                  <a:pt x="6952593" y="4729656"/>
                </a:lnTo>
                <a:lnTo>
                  <a:pt x="0" y="4729656"/>
                </a:lnTo>
                <a:lnTo>
                  <a:pt x="0" y="0"/>
                </a:lnTo>
              </a:path>
            </a:pathLst>
          </a:custGeom>
          <a:noFill/>
          <a:ln w="12700" cap="flat" cmpd="sng">
            <a:solidFill>
              <a:srgbClr val="35D2FD"/>
            </a:solidFill>
            <a:round/>
          </a:ln>
          <a:extLst>
            <a:ext uri="{909E8E84-426E-40DD-AFC4-6F175D3DCCD1}">
              <a14:hiddenFill xmlns:a14="http://schemas.microsoft.com/office/drawing/2010/main">
                <a:solidFill>
                  <a:srgbClr val="FFFFFF"/>
                </a:solidFill>
              </a14:hiddenFill>
            </a:ext>
          </a:extLst>
        </p:spPr>
        <p:txBody>
          <a:bodyPr anchor="ctr"/>
          <a:lstStyle/>
          <a:p>
            <a:endParaRPr lang="zh-CN" altLang="en-US">
              <a:solidFill>
                <a:srgbClr val="5CABB5"/>
              </a:solidFill>
            </a:endParaRPr>
          </a:p>
        </p:txBody>
      </p:sp>
      <p:sp>
        <p:nvSpPr>
          <p:cNvPr id="9" name="文本框 8"/>
          <p:cNvSpPr txBox="1"/>
          <p:nvPr/>
        </p:nvSpPr>
        <p:spPr>
          <a:xfrm>
            <a:off x="1034414" y="1969135"/>
            <a:ext cx="6608331" cy="4053417"/>
          </a:xfrm>
          <a:prstGeom prst="rect">
            <a:avLst/>
          </a:prstGeom>
          <a:noFill/>
        </p:spPr>
        <p:txBody>
          <a:bodyPr wrap="square" rtlCol="0" anchor="t">
            <a:spAutoFit/>
          </a:bodyPr>
          <a:lstStyle/>
          <a:p>
            <a:pPr fontAlgn="auto">
              <a:lnSpc>
                <a:spcPct val="130000"/>
              </a:lnSpc>
            </a:pPr>
            <a:r>
              <a:rPr lang="en-US" altLang="zh-CN" dirty="0"/>
              <a:t>       </a:t>
            </a:r>
            <a:r>
              <a:rPr lang="zh-CN" altLang="en-US" dirty="0"/>
              <a:t>视图（View）是模型的简化说明，即采取特定的角度或</a:t>
            </a:r>
          </a:p>
          <a:p>
            <a:pPr fontAlgn="auto">
              <a:lnSpc>
                <a:spcPct val="130000"/>
              </a:lnSpc>
            </a:pPr>
            <a:r>
              <a:rPr lang="zh-CN" altLang="en-US" dirty="0"/>
              <a:t>观点并忽略与相应角度或观点无关的实体来表达系统的某一方面特征。</a:t>
            </a:r>
          </a:p>
          <a:p>
            <a:pPr fontAlgn="auto">
              <a:lnSpc>
                <a:spcPct val="130000"/>
              </a:lnSpc>
            </a:pPr>
            <a:r>
              <a:rPr lang="zh-CN" altLang="en-US" dirty="0"/>
              <a:t>        一个系统往往可以从不同的角度进行观察。从一个角度观察到的系统，构成系统的一个视图，每个视图是整个系统描述的一个投影，说明了系统的一个特殊侧面。若干不同的视图可以完整地描述所建造的系统。每种视图是由若干幅UML图组成的，每一幅图包含了系统某一方面的信息，阐明了系统的一个特定部分或方面。由于不同视图之间存在一些交叉，因此一幅图可以作为多个视图的一部分。</a:t>
            </a:r>
          </a:p>
          <a:p>
            <a:pPr fontAlgn="auto">
              <a:lnSpc>
                <a:spcPct val="130000"/>
              </a:lnSpc>
            </a:pPr>
            <a:r>
              <a:rPr lang="zh-CN" altLang="en-US" dirty="0"/>
              <a:t>       </a:t>
            </a:r>
          </a:p>
        </p:txBody>
      </p:sp>
      <p:sp>
        <p:nvSpPr>
          <p:cNvPr id="10" name="文本框 9"/>
          <p:cNvSpPr txBox="1"/>
          <p:nvPr/>
        </p:nvSpPr>
        <p:spPr>
          <a:xfrm>
            <a:off x="940435" y="5582285"/>
            <a:ext cx="9704705" cy="803910"/>
          </a:xfrm>
          <a:prstGeom prst="rect">
            <a:avLst/>
          </a:prstGeom>
          <a:noFill/>
        </p:spPr>
        <p:txBody>
          <a:bodyPr wrap="square" rtlCol="0" anchor="t">
            <a:spAutoFit/>
          </a:bodyPr>
          <a:lstStyle/>
          <a:p>
            <a:pPr fontAlgn="auto">
              <a:lnSpc>
                <a:spcPct val="130000"/>
              </a:lnSpc>
            </a:pPr>
            <a:r>
              <a:rPr lang="en-US" altLang="zh-CN" dirty="0">
                <a:sym typeface="+mn-ea"/>
              </a:rPr>
              <a:t>        </a:t>
            </a:r>
            <a:r>
              <a:rPr lang="zh-CN" altLang="en-US" dirty="0">
                <a:sym typeface="+mn-ea"/>
              </a:rPr>
              <a:t>在UML中，视图可划分成9类，分别属于3个层次。最上层，视图被分成3个视图域：结构分类、动态行为和模型管理；每个视图域的第二层包括一些视图；第三层由UML图组成。</a:t>
            </a:r>
            <a:endParaRPr lang="zh-CN" altLang="en-US" dirty="0"/>
          </a:p>
        </p:txBody>
      </p:sp>
    </p:spTree>
  </p:cSld>
  <p:clrMapOvr>
    <a:masterClrMapping/>
  </p:clrMapOvr>
  <p:transition>
    <p:strips dir="ru"/>
  </p:transition>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694801" y="360000"/>
            <a:ext cx="5401200" cy="523220"/>
          </a:xfrm>
        </p:spPr>
        <p:txBody>
          <a:bodyPr>
            <a:normAutofit/>
          </a:bodyPr>
          <a:lstStyle/>
          <a:p>
            <a:r>
              <a:rPr lang="en-US" altLang="en-US" dirty="0">
                <a:sym typeface="+mn-ea"/>
              </a:rPr>
              <a:t>6.4 UML</a:t>
            </a:r>
            <a:r>
              <a:rPr lang="zh-CN" altLang="en-US" dirty="0">
                <a:sym typeface="+mn-ea"/>
              </a:rPr>
              <a:t>的应用</a:t>
            </a:r>
            <a:endParaRPr lang="zh-CN" altLang="en-US" dirty="0"/>
          </a:p>
        </p:txBody>
      </p:sp>
      <p:sp>
        <p:nvSpPr>
          <p:cNvPr id="8" name="文本占位符 7">
            <a:extLst>
              <a:ext uri="{FF2B5EF4-FFF2-40B4-BE49-F238E27FC236}">
                <a16:creationId xmlns:a16="http://schemas.microsoft.com/office/drawing/2014/main" id="{3417FFC9-A0CF-5B54-A29C-695AF2780298}"/>
              </a:ext>
            </a:extLst>
          </p:cNvPr>
          <p:cNvSpPr>
            <a:spLocks noGrp="1"/>
          </p:cNvSpPr>
          <p:nvPr>
            <p:ph type="body" sz="quarter" idx="10"/>
          </p:nvPr>
        </p:nvSpPr>
        <p:spPr/>
        <p:txBody>
          <a:bodyPr/>
          <a:lstStyle/>
          <a:p>
            <a:endParaRPr lang="zh-CN" altLang="en-US"/>
          </a:p>
        </p:txBody>
      </p:sp>
      <p:sp>
        <p:nvSpPr>
          <p:cNvPr id="7" name="文本框 6"/>
          <p:cNvSpPr txBox="1"/>
          <p:nvPr/>
        </p:nvSpPr>
        <p:spPr>
          <a:xfrm>
            <a:off x="754380" y="2931160"/>
            <a:ext cx="476250" cy="1833880"/>
          </a:xfrm>
          <a:prstGeom prst="rect">
            <a:avLst/>
          </a:prstGeom>
          <a:noFill/>
        </p:spPr>
        <p:txBody>
          <a:bodyPr vert="eaVert" wrap="none" rtlCol="0">
            <a:spAutoFit/>
          </a:bodyPr>
          <a:lstStyle/>
          <a:p>
            <a:pPr algn="l"/>
            <a:r>
              <a:rPr lang="zh-CN" altLang="en-US" spc="160" dirty="0">
                <a:solidFill>
                  <a:schemeClr val="bg1"/>
                </a:solidFill>
                <a:latin typeface="微软雅黑" panose="020B0503020204020204" charset="-122"/>
                <a:ea typeface="微软雅黑" panose="020B0503020204020204" charset="-122"/>
              </a:rPr>
              <a:t>结构化程序设计</a:t>
            </a:r>
          </a:p>
        </p:txBody>
      </p:sp>
      <p:sp>
        <p:nvSpPr>
          <p:cNvPr id="29" name="TextBox 6"/>
          <p:cNvSpPr txBox="1"/>
          <p:nvPr/>
        </p:nvSpPr>
        <p:spPr>
          <a:xfrm>
            <a:off x="809625" y="1403350"/>
            <a:ext cx="5777230" cy="525657"/>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6.4.2 </a:t>
            </a:r>
            <a:r>
              <a:rPr lang="en-US" sz="2400" dirty="0">
                <a:solidFill>
                  <a:schemeClr val="tx1"/>
                </a:solidFill>
                <a:sym typeface="+mn-ea"/>
              </a:rPr>
              <a:t>UML</a:t>
            </a:r>
            <a:r>
              <a:rPr lang="zh-CN" altLang="en-US" sz="2400" dirty="0">
                <a:solidFill>
                  <a:schemeClr val="tx1"/>
                </a:solidFill>
                <a:sym typeface="+mn-ea"/>
              </a:rPr>
              <a:t>视图</a:t>
            </a:r>
          </a:p>
        </p:txBody>
      </p:sp>
      <p:grpSp>
        <p:nvGrpSpPr>
          <p:cNvPr id="22" name="组合 21"/>
          <p:cNvGrpSpPr/>
          <p:nvPr/>
        </p:nvGrpSpPr>
        <p:grpSpPr>
          <a:xfrm>
            <a:off x="838200" y="2235835"/>
            <a:ext cx="10515600" cy="4464050"/>
            <a:chOff x="1218" y="3051"/>
            <a:chExt cx="16560" cy="7030"/>
          </a:xfrm>
        </p:grpSpPr>
        <p:grpSp>
          <p:nvGrpSpPr>
            <p:cNvPr id="23" name="组合 22"/>
            <p:cNvGrpSpPr/>
            <p:nvPr/>
          </p:nvGrpSpPr>
          <p:grpSpPr>
            <a:xfrm>
              <a:off x="6899" y="3375"/>
              <a:ext cx="4501" cy="4200"/>
              <a:chOff x="3529044" y="1886732"/>
              <a:chExt cx="4781534" cy="4078163"/>
            </a:xfrm>
          </p:grpSpPr>
          <p:sp>
            <p:nvSpPr>
              <p:cNvPr id="24" name="MH_SubTitle_1"/>
              <p:cNvSpPr/>
              <p:nvPr>
                <p:custDataLst>
                  <p:tags r:id="rId7"/>
                </p:custDataLst>
              </p:nvPr>
            </p:nvSpPr>
            <p:spPr bwMode="auto">
              <a:xfrm>
                <a:off x="3529044" y="1895601"/>
                <a:ext cx="2566956" cy="3084306"/>
              </a:xfrm>
              <a:custGeom>
                <a:avLst/>
                <a:gdLst>
                  <a:gd name="T0" fmla="*/ 2122 w 5400"/>
                  <a:gd name="T1" fmla="*/ 4573 h 5125"/>
                  <a:gd name="T2" fmla="*/ 1619 w 5400"/>
                  <a:gd name="T3" fmla="*/ 3375 h 5125"/>
                  <a:gd name="T4" fmla="*/ 4640 w 5400"/>
                  <a:gd name="T5" fmla="*/ 1079 h 5125"/>
                  <a:gd name="T6" fmla="*/ 5400 w 5400"/>
                  <a:gd name="T7" fmla="*/ 533 h 5125"/>
                  <a:gd name="T8" fmla="*/ 4660 w 5400"/>
                  <a:gd name="T9" fmla="*/ 0 h 5125"/>
                  <a:gd name="T10" fmla="*/ 0 w 5400"/>
                  <a:gd name="T11" fmla="*/ 3375 h 5125"/>
                  <a:gd name="T12" fmla="*/ 735 w 5400"/>
                  <a:gd name="T13" fmla="*/ 5125 h 5125"/>
                  <a:gd name="T14" fmla="*/ 1069 w 5400"/>
                  <a:gd name="T15" fmla="*/ 4417 h 5125"/>
                  <a:gd name="T16" fmla="*/ 2122 w 5400"/>
                  <a:gd name="T17" fmla="*/ 4573 h 512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5400" h="5125">
                    <a:moveTo>
                      <a:pt x="2122" y="4573"/>
                    </a:moveTo>
                    <a:cubicBezTo>
                      <a:pt x="1803" y="4224"/>
                      <a:pt x="1619" y="3813"/>
                      <a:pt x="1619" y="3375"/>
                    </a:cubicBezTo>
                    <a:cubicBezTo>
                      <a:pt x="1619" y="2202"/>
                      <a:pt x="2934" y="1232"/>
                      <a:pt x="4640" y="1079"/>
                    </a:cubicBezTo>
                    <a:lnTo>
                      <a:pt x="5400" y="533"/>
                    </a:lnTo>
                    <a:lnTo>
                      <a:pt x="4660" y="0"/>
                    </a:lnTo>
                    <a:cubicBezTo>
                      <a:pt x="2048" y="152"/>
                      <a:pt x="0" y="1605"/>
                      <a:pt x="0" y="3375"/>
                    </a:cubicBezTo>
                    <a:cubicBezTo>
                      <a:pt x="0" y="4015"/>
                      <a:pt x="269" y="4614"/>
                      <a:pt x="735" y="5125"/>
                    </a:cubicBezTo>
                    <a:lnTo>
                      <a:pt x="1069" y="4417"/>
                    </a:lnTo>
                    <a:lnTo>
                      <a:pt x="2122" y="4573"/>
                    </a:lnTo>
                    <a:close/>
                  </a:path>
                </a:pathLst>
              </a:custGeom>
              <a:solidFill>
                <a:srgbClr val="D9D9D9"/>
              </a:solid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lnSpc>
                    <a:spcPct val="120000"/>
                  </a:lnSpc>
                  <a:defRPr/>
                </a:pPr>
                <a:endParaRPr lang="zh-CN" altLang="en-US" sz="900">
                  <a:solidFill>
                    <a:srgbClr val="333333"/>
                  </a:solidFill>
                  <a:latin typeface="微软雅黑" panose="020B0503020204020204" charset="-122"/>
                  <a:ea typeface="微软雅黑" panose="020B0503020204020204" charset="-122"/>
                </a:endParaRPr>
              </a:p>
            </p:txBody>
          </p:sp>
          <p:sp>
            <p:nvSpPr>
              <p:cNvPr id="25" name="MH_SubTitle_3"/>
              <p:cNvSpPr/>
              <p:nvPr>
                <p:custDataLst>
                  <p:tags r:id="rId8"/>
                </p:custDataLst>
              </p:nvPr>
            </p:nvSpPr>
            <p:spPr bwMode="auto">
              <a:xfrm>
                <a:off x="3952860" y="4561024"/>
                <a:ext cx="4124636" cy="1368306"/>
              </a:xfrm>
              <a:custGeom>
                <a:avLst/>
                <a:gdLst>
                  <a:gd name="T0" fmla="*/ 7256 w 8680"/>
                  <a:gd name="T1" fmla="*/ 0 h 2272"/>
                  <a:gd name="T2" fmla="*/ 4190 w 8680"/>
                  <a:gd name="T3" fmla="*/ 1201 h 2272"/>
                  <a:gd name="T4" fmla="*/ 1420 w 8680"/>
                  <a:gd name="T5" fmla="*/ 298 h 2272"/>
                  <a:gd name="T6" fmla="*/ 326 w 8680"/>
                  <a:gd name="T7" fmla="*/ 136 h 2272"/>
                  <a:gd name="T8" fmla="*/ 0 w 8680"/>
                  <a:gd name="T9" fmla="*/ 827 h 2272"/>
                  <a:gd name="T10" fmla="*/ 4190 w 8680"/>
                  <a:gd name="T11" fmla="*/ 2272 h 2272"/>
                  <a:gd name="T12" fmla="*/ 8680 w 8680"/>
                  <a:gd name="T13" fmla="*/ 509 h 2272"/>
                  <a:gd name="T14" fmla="*/ 7574 w 8680"/>
                  <a:gd name="T15" fmla="*/ 673 h 2272"/>
                  <a:gd name="T16" fmla="*/ 7256 w 8680"/>
                  <a:gd name="T17" fmla="*/ 0 h 227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8680" h="2272">
                    <a:moveTo>
                      <a:pt x="7256" y="0"/>
                    </a:moveTo>
                    <a:cubicBezTo>
                      <a:pt x="6662" y="716"/>
                      <a:pt x="5512" y="1201"/>
                      <a:pt x="4190" y="1201"/>
                    </a:cubicBezTo>
                    <a:cubicBezTo>
                      <a:pt x="3062" y="1201"/>
                      <a:pt x="2059" y="847"/>
                      <a:pt x="1420" y="298"/>
                    </a:cubicBezTo>
                    <a:lnTo>
                      <a:pt x="326" y="136"/>
                    </a:lnTo>
                    <a:lnTo>
                      <a:pt x="0" y="827"/>
                    </a:lnTo>
                    <a:cubicBezTo>
                      <a:pt x="925" y="1701"/>
                      <a:pt x="2457" y="2272"/>
                      <a:pt x="4190" y="2272"/>
                    </a:cubicBezTo>
                    <a:cubicBezTo>
                      <a:pt x="6126" y="2272"/>
                      <a:pt x="7811" y="1559"/>
                      <a:pt x="8680" y="509"/>
                    </a:cubicBezTo>
                    <a:lnTo>
                      <a:pt x="7574" y="673"/>
                    </a:lnTo>
                    <a:lnTo>
                      <a:pt x="7256" y="0"/>
                    </a:lnTo>
                    <a:close/>
                  </a:path>
                </a:pathLst>
              </a:custGeom>
              <a:solidFill>
                <a:srgbClr val="D9D9D9"/>
              </a:solid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lnSpc>
                    <a:spcPct val="120000"/>
                  </a:lnSpc>
                  <a:defRPr/>
                </a:pPr>
                <a:endParaRPr lang="zh-CN" altLang="en-US" sz="900">
                  <a:solidFill>
                    <a:srgbClr val="333333"/>
                  </a:solidFill>
                  <a:latin typeface="微软雅黑" panose="020B0503020204020204" charset="-122"/>
                  <a:ea typeface="微软雅黑" panose="020B0503020204020204" charset="-122"/>
                </a:endParaRPr>
              </a:p>
            </p:txBody>
          </p:sp>
          <p:sp>
            <p:nvSpPr>
              <p:cNvPr id="27" name="MH_Other_1"/>
              <p:cNvSpPr/>
              <p:nvPr>
                <p:custDataLst>
                  <p:tags r:id="rId9"/>
                </p:custDataLst>
              </p:nvPr>
            </p:nvSpPr>
            <p:spPr bwMode="auto">
              <a:xfrm>
                <a:off x="5827579" y="1886732"/>
                <a:ext cx="2482999" cy="2992886"/>
              </a:xfrm>
              <a:custGeom>
                <a:avLst/>
                <a:gdLst>
                  <a:gd name="T0" fmla="*/ 3345 w 5225"/>
                  <a:gd name="T1" fmla="*/ 4269 h 4970"/>
                  <a:gd name="T2" fmla="*/ 3677 w 5225"/>
                  <a:gd name="T3" fmla="*/ 4970 h 4970"/>
                  <a:gd name="T4" fmla="*/ 4755 w 5225"/>
                  <a:gd name="T5" fmla="*/ 4809 h 4970"/>
                  <a:gd name="T6" fmla="*/ 5225 w 5225"/>
                  <a:gd name="T7" fmla="*/ 3389 h 4970"/>
                  <a:gd name="T8" fmla="*/ 109 w 5225"/>
                  <a:gd name="T9" fmla="*/ 0 h 4970"/>
                  <a:gd name="T10" fmla="*/ 0 w 5225"/>
                  <a:gd name="T11" fmla="*/ 1 h 4970"/>
                  <a:gd name="T12" fmla="*/ 758 w 5225"/>
                  <a:gd name="T13" fmla="*/ 547 h 4970"/>
                  <a:gd name="T14" fmla="*/ 27 w 5225"/>
                  <a:gd name="T15" fmla="*/ 1072 h 4970"/>
                  <a:gd name="T16" fmla="*/ 109 w 5225"/>
                  <a:gd name="T17" fmla="*/ 1071 h 4970"/>
                  <a:gd name="T18" fmla="*/ 3607 w 5225"/>
                  <a:gd name="T19" fmla="*/ 3389 h 4970"/>
                  <a:gd name="T20" fmla="*/ 3345 w 5225"/>
                  <a:gd name="T21" fmla="*/ 4269 h 49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5225" h="4970">
                    <a:moveTo>
                      <a:pt x="3345" y="4269"/>
                    </a:moveTo>
                    <a:lnTo>
                      <a:pt x="3677" y="4970"/>
                    </a:lnTo>
                    <a:lnTo>
                      <a:pt x="4755" y="4809"/>
                    </a:lnTo>
                    <a:cubicBezTo>
                      <a:pt x="5057" y="4377"/>
                      <a:pt x="5225" y="3896"/>
                      <a:pt x="5225" y="3389"/>
                    </a:cubicBezTo>
                    <a:cubicBezTo>
                      <a:pt x="5225" y="1518"/>
                      <a:pt x="2935" y="0"/>
                      <a:pt x="109" y="0"/>
                    </a:cubicBezTo>
                    <a:cubicBezTo>
                      <a:pt x="73" y="0"/>
                      <a:pt x="36" y="1"/>
                      <a:pt x="0" y="1"/>
                    </a:cubicBezTo>
                    <a:lnTo>
                      <a:pt x="758" y="547"/>
                    </a:lnTo>
                    <a:lnTo>
                      <a:pt x="27" y="1072"/>
                    </a:lnTo>
                    <a:cubicBezTo>
                      <a:pt x="54" y="1072"/>
                      <a:pt x="82" y="1071"/>
                      <a:pt x="109" y="1071"/>
                    </a:cubicBezTo>
                    <a:cubicBezTo>
                      <a:pt x="2042" y="1071"/>
                      <a:pt x="3607" y="2109"/>
                      <a:pt x="3607" y="3389"/>
                    </a:cubicBezTo>
                    <a:cubicBezTo>
                      <a:pt x="3607" y="3700"/>
                      <a:pt x="3514" y="3998"/>
                      <a:pt x="3345" y="4269"/>
                    </a:cubicBezTo>
                    <a:close/>
                  </a:path>
                </a:pathLst>
              </a:custGeom>
              <a:solidFill>
                <a:srgbClr val="D9D9D9"/>
              </a:solid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wrap="square" anchor="ctr">
                <a:normAutofit/>
              </a:bodyPr>
              <a:lstStyle/>
              <a:p>
                <a:pPr algn="ctr">
                  <a:lnSpc>
                    <a:spcPct val="120000"/>
                  </a:lnSpc>
                  <a:defRPr/>
                </a:pPr>
                <a:endParaRPr lang="zh-CN" altLang="en-US" sz="900">
                  <a:solidFill>
                    <a:srgbClr val="333333"/>
                  </a:solidFill>
                  <a:latin typeface="微软雅黑" panose="020B0503020204020204" charset="-122"/>
                  <a:ea typeface="微软雅黑" panose="020B0503020204020204" charset="-122"/>
                </a:endParaRPr>
              </a:p>
            </p:txBody>
          </p:sp>
          <p:grpSp>
            <p:nvGrpSpPr>
              <p:cNvPr id="28" name="组合 12"/>
              <p:cNvGrpSpPr/>
              <p:nvPr/>
            </p:nvGrpSpPr>
            <p:grpSpPr>
              <a:xfrm>
                <a:off x="3568838" y="2222360"/>
                <a:ext cx="4560555" cy="3742535"/>
                <a:chOff x="3568838" y="2222360"/>
                <a:chExt cx="4560555" cy="3742535"/>
              </a:xfrm>
            </p:grpSpPr>
            <p:sp>
              <p:nvSpPr>
                <p:cNvPr id="30" name="MH_SubTitle_2"/>
                <p:cNvSpPr/>
                <p:nvPr>
                  <p:custDataLst>
                    <p:tags r:id="rId11"/>
                  </p:custDataLst>
                </p:nvPr>
              </p:nvSpPr>
              <p:spPr>
                <a:xfrm rot="3733167">
                  <a:off x="3859969" y="1931229"/>
                  <a:ext cx="3742535" cy="4324798"/>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spcFirstLastPara="1" wrap="square" tIns="0" bIns="0" anchor="ctr">
                  <a:prstTxWarp prst="textArchUp">
                    <a:avLst/>
                  </a:prstTxWarp>
                  <a:normAutofit/>
                </a:bodyPr>
                <a:lstStyle/>
                <a:p>
                  <a:pPr algn="ctr">
                    <a:defRPr/>
                  </a:pPr>
                  <a:r>
                    <a:rPr lang="zh-CN" altLang="en-US" sz="2000" dirty="0">
                      <a:solidFill>
                        <a:schemeClr val="tx1"/>
                      </a:solidFill>
                      <a:latin typeface="微软雅黑" panose="020B0503020204020204" charset="-122"/>
                      <a:ea typeface="微软雅黑" panose="020B0503020204020204" charset="-122"/>
                    </a:rPr>
                    <a:t>用例视图</a:t>
                  </a:r>
                </a:p>
              </p:txBody>
            </p:sp>
            <p:sp>
              <p:nvSpPr>
                <p:cNvPr id="31" name="MH_Other_2"/>
                <p:cNvSpPr/>
                <p:nvPr>
                  <p:custDataLst>
                    <p:tags r:id="rId12"/>
                  </p:custDataLst>
                </p:nvPr>
              </p:nvSpPr>
              <p:spPr>
                <a:xfrm rot="10873167">
                  <a:off x="3932989" y="2261238"/>
                  <a:ext cx="3919715" cy="3288261"/>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spcFirstLastPara="1" wrap="square" tIns="0" bIns="0" anchor="ctr">
                  <a:prstTxWarp prst="textArchUp">
                    <a:avLst/>
                  </a:prstTxWarp>
                  <a:normAutofit/>
                </a:bodyPr>
                <a:lstStyle/>
                <a:p>
                  <a:pPr algn="ctr">
                    <a:defRPr/>
                  </a:pPr>
                  <a:r>
                    <a:rPr lang="zh-CN" altLang="en-US" sz="2000" dirty="0">
                      <a:solidFill>
                        <a:schemeClr val="tx1"/>
                      </a:solidFill>
                      <a:latin typeface="微软雅黑" panose="020B0503020204020204" charset="-122"/>
                      <a:ea typeface="微软雅黑" panose="020B0503020204020204" charset="-122"/>
                    </a:rPr>
                    <a:t>实现视图</a:t>
                  </a:r>
                </a:p>
              </p:txBody>
            </p:sp>
            <p:sp>
              <p:nvSpPr>
                <p:cNvPr id="32" name="MH_Other_3"/>
                <p:cNvSpPr/>
                <p:nvPr>
                  <p:custDataLst>
                    <p:tags r:id="rId13"/>
                  </p:custDataLst>
                </p:nvPr>
              </p:nvSpPr>
              <p:spPr>
                <a:xfrm rot="18073167">
                  <a:off x="4272288" y="1979262"/>
                  <a:ext cx="3528582" cy="4185628"/>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spcFirstLastPara="1" wrap="square" tIns="0" bIns="0" anchor="ctr">
                  <a:prstTxWarp prst="textArchUp">
                    <a:avLst>
                      <a:gd name="adj" fmla="val 10883097"/>
                    </a:avLst>
                  </a:prstTxWarp>
                  <a:normAutofit/>
                </a:bodyPr>
                <a:lstStyle/>
                <a:p>
                  <a:pPr algn="ctr">
                    <a:defRPr/>
                  </a:pPr>
                  <a:r>
                    <a:rPr lang="zh-CN" altLang="en-US" sz="2000" dirty="0">
                      <a:solidFill>
                        <a:schemeClr val="tx1"/>
                      </a:solidFill>
                      <a:latin typeface="微软雅黑" panose="020B0503020204020204" charset="-122"/>
                      <a:ea typeface="微软雅黑" panose="020B0503020204020204" charset="-122"/>
                    </a:rPr>
                    <a:t>静态视图</a:t>
                  </a:r>
                </a:p>
              </p:txBody>
            </p:sp>
          </p:grpSp>
          <p:sp>
            <p:nvSpPr>
              <p:cNvPr id="33" name="MH_Title_1"/>
              <p:cNvSpPr/>
              <p:nvPr>
                <p:custDataLst>
                  <p:tags r:id="rId10"/>
                </p:custDataLst>
              </p:nvPr>
            </p:nvSpPr>
            <p:spPr>
              <a:xfrm>
                <a:off x="4473783" y="2682073"/>
                <a:ext cx="2940298" cy="2466846"/>
              </a:xfrm>
              <a:prstGeom prst="ellipse">
                <a:avLst/>
              </a:prstGeom>
              <a:solidFill>
                <a:srgbClr val="92D050"/>
              </a:solid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wrap="square" lIns="0" tIns="0" rIns="0" bIns="0" anchor="ctr">
                <a:normAutofit/>
              </a:bodyPr>
              <a:lstStyle/>
              <a:p>
                <a:pPr algn="ctr">
                  <a:lnSpc>
                    <a:spcPct val="120000"/>
                  </a:lnSpc>
                  <a:spcBef>
                    <a:spcPts val="450"/>
                  </a:spcBef>
                  <a:spcAft>
                    <a:spcPts val="450"/>
                  </a:spcAft>
                  <a:defRPr/>
                </a:pPr>
                <a:r>
                  <a:rPr lang="zh-CN" altLang="en-US" sz="2800" b="1" dirty="0">
                    <a:solidFill>
                      <a:srgbClr val="FFFFFF"/>
                    </a:solidFill>
                    <a:latin typeface="微软雅黑" panose="020B0503020204020204" charset="-122"/>
                    <a:ea typeface="微软雅黑" panose="020B0503020204020204" charset="-122"/>
                  </a:rPr>
                  <a:t>结构</a:t>
                </a:r>
                <a:endParaRPr lang="en-US" altLang="zh-CN" sz="2800" b="1" dirty="0">
                  <a:solidFill>
                    <a:srgbClr val="FFFFFF"/>
                  </a:solidFill>
                  <a:latin typeface="微软雅黑" panose="020B0503020204020204" charset="-122"/>
                  <a:ea typeface="微软雅黑" panose="020B0503020204020204" charset="-122"/>
                </a:endParaRPr>
              </a:p>
              <a:p>
                <a:pPr algn="ctr">
                  <a:lnSpc>
                    <a:spcPct val="120000"/>
                  </a:lnSpc>
                  <a:spcBef>
                    <a:spcPts val="450"/>
                  </a:spcBef>
                  <a:spcAft>
                    <a:spcPts val="450"/>
                  </a:spcAft>
                  <a:defRPr/>
                </a:pPr>
                <a:r>
                  <a:rPr lang="zh-CN" altLang="en-US" sz="2800" b="1" dirty="0">
                    <a:solidFill>
                      <a:srgbClr val="FFFFFF"/>
                    </a:solidFill>
                    <a:latin typeface="微软雅黑" panose="020B0503020204020204" charset="-122"/>
                    <a:ea typeface="微软雅黑" panose="020B0503020204020204" charset="-122"/>
                  </a:rPr>
                  <a:t>分类</a:t>
                </a:r>
              </a:p>
            </p:txBody>
          </p:sp>
        </p:grpSp>
        <p:sp>
          <p:nvSpPr>
            <p:cNvPr id="34" name="MH_Other_2"/>
            <p:cNvSpPr/>
            <p:nvPr>
              <p:custDataLst>
                <p:tags r:id="rId1"/>
              </p:custDataLst>
            </p:nvPr>
          </p:nvSpPr>
          <p:spPr>
            <a:xfrm rot="16200000" flipH="1" flipV="1">
              <a:off x="10843" y="2941"/>
              <a:ext cx="494" cy="1067"/>
            </a:xfrm>
            <a:custGeom>
              <a:avLst/>
              <a:gdLst>
                <a:gd name="connsiteX0" fmla="*/ 0 w 383178"/>
                <a:gd name="connsiteY0" fmla="*/ 0 h 2776488"/>
                <a:gd name="connsiteX1" fmla="*/ 116110 w 383178"/>
                <a:gd name="connsiteY1" fmla="*/ 0 h 2776488"/>
                <a:gd name="connsiteX2" fmla="*/ 383178 w 383178"/>
                <a:gd name="connsiteY2" fmla="*/ 358497 h 2776488"/>
                <a:gd name="connsiteX3" fmla="*/ 383178 w 383178"/>
                <a:gd name="connsiteY3" fmla="*/ 2776488 h 2776488"/>
                <a:gd name="connsiteX4" fmla="*/ 273302 w 383178"/>
                <a:gd name="connsiteY4" fmla="*/ 2776488 h 2776488"/>
                <a:gd name="connsiteX0-1" fmla="*/ 273302 w 383178"/>
                <a:gd name="connsiteY0-2" fmla="*/ 2776488 h 2867928"/>
                <a:gd name="connsiteX1-3" fmla="*/ 0 w 383178"/>
                <a:gd name="connsiteY1-4" fmla="*/ 0 h 2867928"/>
                <a:gd name="connsiteX2-5" fmla="*/ 116110 w 383178"/>
                <a:gd name="connsiteY2-6" fmla="*/ 0 h 2867928"/>
                <a:gd name="connsiteX3-7" fmla="*/ 383178 w 383178"/>
                <a:gd name="connsiteY3-8" fmla="*/ 358497 h 2867928"/>
                <a:gd name="connsiteX4-9" fmla="*/ 383178 w 383178"/>
                <a:gd name="connsiteY4-10" fmla="*/ 2776488 h 2867928"/>
                <a:gd name="connsiteX5" fmla="*/ 364742 w 383178"/>
                <a:gd name="connsiteY5" fmla="*/ 2867928 h 2867928"/>
                <a:gd name="connsiteX0-11" fmla="*/ 273302 w 383178"/>
                <a:gd name="connsiteY0-12" fmla="*/ 2776488 h 2776488"/>
                <a:gd name="connsiteX1-13" fmla="*/ 0 w 383178"/>
                <a:gd name="connsiteY1-14" fmla="*/ 0 h 2776488"/>
                <a:gd name="connsiteX2-15" fmla="*/ 116110 w 383178"/>
                <a:gd name="connsiteY2-16" fmla="*/ 0 h 2776488"/>
                <a:gd name="connsiteX3-17" fmla="*/ 383178 w 383178"/>
                <a:gd name="connsiteY3-18" fmla="*/ 358497 h 2776488"/>
                <a:gd name="connsiteX4-19" fmla="*/ 383178 w 383178"/>
                <a:gd name="connsiteY4-20" fmla="*/ 2776488 h 2776488"/>
                <a:gd name="connsiteX0-21" fmla="*/ 0 w 383178"/>
                <a:gd name="connsiteY0-22" fmla="*/ 0 h 2776488"/>
                <a:gd name="connsiteX1-23" fmla="*/ 116110 w 383178"/>
                <a:gd name="connsiteY1-24" fmla="*/ 0 h 2776488"/>
                <a:gd name="connsiteX2-25" fmla="*/ 383178 w 383178"/>
                <a:gd name="connsiteY2-26" fmla="*/ 358497 h 2776488"/>
                <a:gd name="connsiteX3-27" fmla="*/ 383178 w 383178"/>
                <a:gd name="connsiteY3-28" fmla="*/ 2776488 h 2776488"/>
                <a:gd name="connsiteX0-29" fmla="*/ 0 w 391887"/>
                <a:gd name="connsiteY0-30" fmla="*/ 0 h 1931757"/>
                <a:gd name="connsiteX1-31" fmla="*/ 116110 w 391887"/>
                <a:gd name="connsiteY1-32" fmla="*/ 0 h 1931757"/>
                <a:gd name="connsiteX2-33" fmla="*/ 383178 w 391887"/>
                <a:gd name="connsiteY2-34" fmla="*/ 358497 h 1931757"/>
                <a:gd name="connsiteX3-35" fmla="*/ 391887 w 391887"/>
                <a:gd name="connsiteY3-36" fmla="*/ 1931757 h 1931757"/>
              </a:gdLst>
              <a:ahLst/>
              <a:cxnLst>
                <a:cxn ang="0">
                  <a:pos x="connsiteX0-1" y="connsiteY0-2"/>
                </a:cxn>
                <a:cxn ang="0">
                  <a:pos x="connsiteX1-3" y="connsiteY1-4"/>
                </a:cxn>
                <a:cxn ang="0">
                  <a:pos x="connsiteX2-5" y="connsiteY2-6"/>
                </a:cxn>
                <a:cxn ang="0">
                  <a:pos x="connsiteX3-7" y="connsiteY3-8"/>
                </a:cxn>
              </a:cxnLst>
              <a:rect l="l" t="t" r="r" b="b"/>
              <a:pathLst>
                <a:path w="391887" h="1931757">
                  <a:moveTo>
                    <a:pt x="0" y="0"/>
                  </a:moveTo>
                  <a:lnTo>
                    <a:pt x="116110" y="0"/>
                  </a:lnTo>
                  <a:cubicBezTo>
                    <a:pt x="263608" y="0"/>
                    <a:pt x="383178" y="160504"/>
                    <a:pt x="383178" y="358497"/>
                  </a:cubicBezTo>
                  <a:lnTo>
                    <a:pt x="391887" y="1931757"/>
                  </a:lnTo>
                </a:path>
              </a:pathLst>
            </a:custGeom>
            <a:ln w="19050">
              <a:solidFill>
                <a:srgbClr val="00B0F0"/>
              </a:solidFill>
              <a:prstDash val="sysDash"/>
              <a:headEnd type="oval" w="med" len="med"/>
              <a:tailEnd type="oval" w="med" len="med"/>
            </a:ln>
          </p:spPr>
          <p:style>
            <a:lnRef idx="1">
              <a:schemeClr val="accent1"/>
            </a:lnRef>
            <a:fillRef idx="0">
              <a:schemeClr val="accent1"/>
            </a:fillRef>
            <a:effectRef idx="0">
              <a:schemeClr val="accent1"/>
            </a:effectRef>
            <a:fontRef idx="minor">
              <a:schemeClr val="tx1"/>
            </a:fontRef>
          </p:style>
          <p:txBody>
            <a:bodyPr anchor="ctr">
              <a:normAutofit/>
            </a:bodyPr>
            <a:lstStyle/>
            <a:p>
              <a:pPr algn="ctr" eaLnBrk="1" fontAlgn="auto" hangingPunct="1">
                <a:spcBef>
                  <a:spcPts val="0"/>
                </a:spcBef>
                <a:spcAft>
                  <a:spcPts val="0"/>
                </a:spcAft>
                <a:defRPr/>
              </a:pPr>
              <a:endParaRPr lang="zh-CN" altLang="en-US" sz="1400" dirty="0">
                <a:latin typeface="微软雅黑 Light" panose="020B0502040204020203" pitchFamily="34" charset="-122"/>
                <a:ea typeface="微软雅黑" panose="020B0503020204020204" charset="-122"/>
              </a:endParaRPr>
            </a:p>
          </p:txBody>
        </p:sp>
        <p:sp>
          <p:nvSpPr>
            <p:cNvPr id="35" name="MH_SubTitle_4"/>
            <p:cNvSpPr txBox="1"/>
            <p:nvPr>
              <p:custDataLst>
                <p:tags r:id="rId2"/>
              </p:custDataLst>
            </p:nvPr>
          </p:nvSpPr>
          <p:spPr bwMode="auto">
            <a:xfrm>
              <a:off x="11794" y="3051"/>
              <a:ext cx="5984" cy="30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Calibri" panose="020F0502020204030204" charset="0"/>
                  <a:ea typeface="宋体" panose="02010600030101010101" pitchFamily="2" charset="-122"/>
                </a:defRPr>
              </a:lvl1pPr>
              <a:lvl2pPr marL="742950" indent="-285750">
                <a:defRPr>
                  <a:solidFill>
                    <a:schemeClr val="tx1"/>
                  </a:solidFill>
                  <a:latin typeface="Calibri" panose="020F0502020204030204" charset="0"/>
                  <a:ea typeface="宋体" panose="02010600030101010101" pitchFamily="2" charset="-122"/>
                </a:defRPr>
              </a:lvl2pPr>
              <a:lvl3pPr marL="1143000" indent="-228600">
                <a:defRPr>
                  <a:solidFill>
                    <a:schemeClr val="tx1"/>
                  </a:solidFill>
                  <a:latin typeface="Calibri" panose="020F0502020204030204" charset="0"/>
                  <a:ea typeface="宋体" panose="02010600030101010101" pitchFamily="2" charset="-122"/>
                </a:defRPr>
              </a:lvl3pPr>
              <a:lvl4pPr marL="1600200" indent="-228600">
                <a:defRPr>
                  <a:solidFill>
                    <a:schemeClr val="tx1"/>
                  </a:solidFill>
                  <a:latin typeface="Calibri" panose="020F0502020204030204" charset="0"/>
                  <a:ea typeface="宋体" panose="02010600030101010101" pitchFamily="2" charset="-122"/>
                </a:defRPr>
              </a:lvl4pPr>
              <a:lvl5pPr marL="2057400" indent="-228600">
                <a:defRPr>
                  <a:solidFill>
                    <a:schemeClr val="tx1"/>
                  </a:solidFill>
                  <a:latin typeface="Calibri" panose="020F050202020403020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Calibri" panose="020F050202020403020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Calibri" panose="020F050202020403020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Calibri" panose="020F050202020403020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Calibri" panose="020F0502020204030204" charset="0"/>
                  <a:ea typeface="宋体" panose="02010600030101010101" pitchFamily="2" charset="-122"/>
                </a:defRPr>
              </a:lvl9pPr>
            </a:lstStyle>
            <a:p>
              <a:pPr>
                <a:lnSpc>
                  <a:spcPct val="130000"/>
                </a:lnSpc>
                <a:defRPr/>
              </a:pPr>
              <a:r>
                <a:rPr lang="zh-CN" altLang="en-US" sz="2000" b="1" dirty="0">
                  <a:solidFill>
                    <a:srgbClr val="00B0F0"/>
                  </a:solidFill>
                  <a:latin typeface="微软雅黑" panose="020B0503020204020204" charset="-122"/>
                  <a:ea typeface="微软雅黑" panose="020B0503020204020204" charset="-122"/>
                </a:rPr>
                <a:t>用例视图</a:t>
              </a:r>
              <a:endParaRPr lang="en-US" altLang="zh-CN" sz="2000" dirty="0">
                <a:ea typeface="微软雅黑" panose="020B0503020204020204" pitchFamily="34" charset="-122"/>
              </a:endParaRPr>
            </a:p>
            <a:p>
              <a:pPr fontAlgn="auto">
                <a:lnSpc>
                  <a:spcPct val="130000"/>
                </a:lnSpc>
                <a:defRPr/>
              </a:pPr>
              <a:r>
                <a:rPr lang="zh-CN" altLang="en-US" sz="2000" dirty="0">
                  <a:ea typeface="微软雅黑" panose="020B0503020204020204" pitchFamily="34" charset="-122"/>
                </a:rPr>
                <a:t>         </a:t>
              </a:r>
              <a:r>
                <a:rPr lang="zh-CN" altLang="en-US" sz="2000" dirty="0">
                  <a:ea typeface="微软雅黑" panose="020B0503020204020204" pitchFamily="34" charset="-122"/>
                  <a:sym typeface="+mn-ea"/>
                </a:rPr>
                <a:t>由用例图组成，主要概念为用例、执行者、关联、扩展、包括用例继承。</a:t>
              </a:r>
            </a:p>
          </p:txBody>
        </p:sp>
        <p:sp>
          <p:nvSpPr>
            <p:cNvPr id="36" name="MH_Other_2"/>
            <p:cNvSpPr/>
            <p:nvPr>
              <p:custDataLst>
                <p:tags r:id="rId3"/>
              </p:custDataLst>
            </p:nvPr>
          </p:nvSpPr>
          <p:spPr>
            <a:xfrm rot="5400000" flipV="1">
              <a:off x="6718" y="3182"/>
              <a:ext cx="620" cy="1094"/>
            </a:xfrm>
            <a:custGeom>
              <a:avLst/>
              <a:gdLst>
                <a:gd name="connsiteX0" fmla="*/ 0 w 383178"/>
                <a:gd name="connsiteY0" fmla="*/ 0 h 2776488"/>
                <a:gd name="connsiteX1" fmla="*/ 116110 w 383178"/>
                <a:gd name="connsiteY1" fmla="*/ 0 h 2776488"/>
                <a:gd name="connsiteX2" fmla="*/ 383178 w 383178"/>
                <a:gd name="connsiteY2" fmla="*/ 358497 h 2776488"/>
                <a:gd name="connsiteX3" fmla="*/ 383178 w 383178"/>
                <a:gd name="connsiteY3" fmla="*/ 2776488 h 2776488"/>
                <a:gd name="connsiteX4" fmla="*/ 273302 w 383178"/>
                <a:gd name="connsiteY4" fmla="*/ 2776488 h 2776488"/>
                <a:gd name="connsiteX0-1" fmla="*/ 273302 w 383178"/>
                <a:gd name="connsiteY0-2" fmla="*/ 2776488 h 2867928"/>
                <a:gd name="connsiteX1-3" fmla="*/ 0 w 383178"/>
                <a:gd name="connsiteY1-4" fmla="*/ 0 h 2867928"/>
                <a:gd name="connsiteX2-5" fmla="*/ 116110 w 383178"/>
                <a:gd name="connsiteY2-6" fmla="*/ 0 h 2867928"/>
                <a:gd name="connsiteX3-7" fmla="*/ 383178 w 383178"/>
                <a:gd name="connsiteY3-8" fmla="*/ 358497 h 2867928"/>
                <a:gd name="connsiteX4-9" fmla="*/ 383178 w 383178"/>
                <a:gd name="connsiteY4-10" fmla="*/ 2776488 h 2867928"/>
                <a:gd name="connsiteX5" fmla="*/ 364742 w 383178"/>
                <a:gd name="connsiteY5" fmla="*/ 2867928 h 2867928"/>
                <a:gd name="connsiteX0-11" fmla="*/ 273302 w 383178"/>
                <a:gd name="connsiteY0-12" fmla="*/ 2776488 h 2776488"/>
                <a:gd name="connsiteX1-13" fmla="*/ 0 w 383178"/>
                <a:gd name="connsiteY1-14" fmla="*/ 0 h 2776488"/>
                <a:gd name="connsiteX2-15" fmla="*/ 116110 w 383178"/>
                <a:gd name="connsiteY2-16" fmla="*/ 0 h 2776488"/>
                <a:gd name="connsiteX3-17" fmla="*/ 383178 w 383178"/>
                <a:gd name="connsiteY3-18" fmla="*/ 358497 h 2776488"/>
                <a:gd name="connsiteX4-19" fmla="*/ 383178 w 383178"/>
                <a:gd name="connsiteY4-20" fmla="*/ 2776488 h 2776488"/>
                <a:gd name="connsiteX0-21" fmla="*/ 0 w 383178"/>
                <a:gd name="connsiteY0-22" fmla="*/ 0 h 2776488"/>
                <a:gd name="connsiteX1-23" fmla="*/ 116110 w 383178"/>
                <a:gd name="connsiteY1-24" fmla="*/ 0 h 2776488"/>
                <a:gd name="connsiteX2-25" fmla="*/ 383178 w 383178"/>
                <a:gd name="connsiteY2-26" fmla="*/ 358497 h 2776488"/>
                <a:gd name="connsiteX3-27" fmla="*/ 383178 w 383178"/>
                <a:gd name="connsiteY3-28" fmla="*/ 2776488 h 2776488"/>
                <a:gd name="connsiteX0-29" fmla="*/ 0 w 391887"/>
                <a:gd name="connsiteY0-30" fmla="*/ 0 h 1931757"/>
                <a:gd name="connsiteX1-31" fmla="*/ 116110 w 391887"/>
                <a:gd name="connsiteY1-32" fmla="*/ 0 h 1931757"/>
                <a:gd name="connsiteX2-33" fmla="*/ 383178 w 391887"/>
                <a:gd name="connsiteY2-34" fmla="*/ 358497 h 1931757"/>
                <a:gd name="connsiteX3-35" fmla="*/ 391887 w 391887"/>
                <a:gd name="connsiteY3-36" fmla="*/ 1931757 h 1931757"/>
              </a:gdLst>
              <a:ahLst/>
              <a:cxnLst>
                <a:cxn ang="0">
                  <a:pos x="connsiteX0-1" y="connsiteY0-2"/>
                </a:cxn>
                <a:cxn ang="0">
                  <a:pos x="connsiteX1-3" y="connsiteY1-4"/>
                </a:cxn>
                <a:cxn ang="0">
                  <a:pos x="connsiteX2-5" y="connsiteY2-6"/>
                </a:cxn>
                <a:cxn ang="0">
                  <a:pos x="connsiteX3-7" y="connsiteY3-8"/>
                </a:cxn>
              </a:cxnLst>
              <a:rect l="l" t="t" r="r" b="b"/>
              <a:pathLst>
                <a:path w="391887" h="1931757">
                  <a:moveTo>
                    <a:pt x="0" y="0"/>
                  </a:moveTo>
                  <a:lnTo>
                    <a:pt x="116110" y="0"/>
                  </a:lnTo>
                  <a:cubicBezTo>
                    <a:pt x="263608" y="0"/>
                    <a:pt x="383178" y="160504"/>
                    <a:pt x="383178" y="358497"/>
                  </a:cubicBezTo>
                  <a:lnTo>
                    <a:pt x="391887" y="1931757"/>
                  </a:lnTo>
                </a:path>
              </a:pathLst>
            </a:custGeom>
            <a:ln w="19050">
              <a:solidFill>
                <a:srgbClr val="00B0F0"/>
              </a:solidFill>
              <a:prstDash val="sysDash"/>
              <a:headEnd type="oval" w="med" len="med"/>
              <a:tailEnd type="oval" w="med" len="med"/>
            </a:ln>
          </p:spPr>
          <p:style>
            <a:lnRef idx="1">
              <a:schemeClr val="accent1"/>
            </a:lnRef>
            <a:fillRef idx="0">
              <a:schemeClr val="accent1"/>
            </a:fillRef>
            <a:effectRef idx="0">
              <a:schemeClr val="accent1"/>
            </a:effectRef>
            <a:fontRef idx="minor">
              <a:schemeClr val="tx1"/>
            </a:fontRef>
          </p:style>
          <p:txBody>
            <a:bodyPr anchor="ctr">
              <a:normAutofit/>
            </a:bodyPr>
            <a:lstStyle/>
            <a:p>
              <a:pPr algn="ctr" eaLnBrk="1" fontAlgn="auto" hangingPunct="1">
                <a:spcBef>
                  <a:spcPts val="0"/>
                </a:spcBef>
                <a:spcAft>
                  <a:spcPts val="0"/>
                </a:spcAft>
                <a:defRPr/>
              </a:pPr>
              <a:endParaRPr lang="zh-CN" altLang="en-US" sz="1400" dirty="0">
                <a:latin typeface="微软雅黑 Light" panose="020B0502040204020203" pitchFamily="34" charset="-122"/>
                <a:ea typeface="微软雅黑" panose="020B0503020204020204" charset="-122"/>
              </a:endParaRPr>
            </a:p>
          </p:txBody>
        </p:sp>
        <p:sp>
          <p:nvSpPr>
            <p:cNvPr id="37" name="MH_SubTitle_4"/>
            <p:cNvSpPr txBox="1"/>
            <p:nvPr>
              <p:custDataLst>
                <p:tags r:id="rId4"/>
              </p:custDataLst>
            </p:nvPr>
          </p:nvSpPr>
          <p:spPr bwMode="auto">
            <a:xfrm>
              <a:off x="1218" y="3111"/>
              <a:ext cx="5282" cy="4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Calibri" panose="020F0502020204030204" charset="0"/>
                  <a:ea typeface="宋体" panose="02010600030101010101" pitchFamily="2" charset="-122"/>
                </a:defRPr>
              </a:lvl1pPr>
              <a:lvl2pPr marL="742950" indent="-285750">
                <a:defRPr>
                  <a:solidFill>
                    <a:schemeClr val="tx1"/>
                  </a:solidFill>
                  <a:latin typeface="Calibri" panose="020F0502020204030204" charset="0"/>
                  <a:ea typeface="宋体" panose="02010600030101010101" pitchFamily="2" charset="-122"/>
                </a:defRPr>
              </a:lvl2pPr>
              <a:lvl3pPr marL="1143000" indent="-228600">
                <a:defRPr>
                  <a:solidFill>
                    <a:schemeClr val="tx1"/>
                  </a:solidFill>
                  <a:latin typeface="Calibri" panose="020F0502020204030204" charset="0"/>
                  <a:ea typeface="宋体" panose="02010600030101010101" pitchFamily="2" charset="-122"/>
                </a:defRPr>
              </a:lvl3pPr>
              <a:lvl4pPr marL="1600200" indent="-228600">
                <a:defRPr>
                  <a:solidFill>
                    <a:schemeClr val="tx1"/>
                  </a:solidFill>
                  <a:latin typeface="Calibri" panose="020F0502020204030204" charset="0"/>
                  <a:ea typeface="宋体" panose="02010600030101010101" pitchFamily="2" charset="-122"/>
                </a:defRPr>
              </a:lvl4pPr>
              <a:lvl5pPr marL="2057400" indent="-228600">
                <a:defRPr>
                  <a:solidFill>
                    <a:schemeClr val="tx1"/>
                  </a:solidFill>
                  <a:latin typeface="Calibri" panose="020F050202020403020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Calibri" panose="020F050202020403020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Calibri" panose="020F050202020403020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Calibri" panose="020F050202020403020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Calibri" panose="020F0502020204030204" charset="0"/>
                  <a:ea typeface="宋体" panose="02010600030101010101" pitchFamily="2" charset="-122"/>
                </a:defRPr>
              </a:lvl9pPr>
            </a:lstStyle>
            <a:p>
              <a:pPr algn="r">
                <a:lnSpc>
                  <a:spcPct val="130000"/>
                </a:lnSpc>
                <a:defRPr/>
              </a:pPr>
              <a:r>
                <a:rPr lang="zh-CN" altLang="en-US" sz="2000" b="1" dirty="0">
                  <a:solidFill>
                    <a:srgbClr val="00B0F0"/>
                  </a:solidFill>
                  <a:latin typeface="微软雅黑" panose="020B0503020204020204" charset="-122"/>
                  <a:ea typeface="微软雅黑" panose="020B0503020204020204" charset="-122"/>
                </a:rPr>
                <a:t>静态视图</a:t>
              </a:r>
            </a:p>
            <a:p>
              <a:pPr algn="l">
                <a:lnSpc>
                  <a:spcPct val="130000"/>
                </a:lnSpc>
                <a:defRPr/>
              </a:pPr>
              <a:r>
                <a:rPr lang="zh-CN" altLang="en-US" sz="2000" dirty="0">
                  <a:ea typeface="微软雅黑" panose="020B0503020204020204" pitchFamily="34" charset="-122"/>
                </a:rPr>
                <a:t>         由类图组成，主要概念为类、关联、继承、依赖关系、实现、接口。</a:t>
              </a:r>
            </a:p>
          </p:txBody>
        </p:sp>
        <p:sp>
          <p:nvSpPr>
            <p:cNvPr id="38" name="MH_Other_2"/>
            <p:cNvSpPr/>
            <p:nvPr>
              <p:custDataLst>
                <p:tags r:id="rId5"/>
              </p:custDataLst>
            </p:nvPr>
          </p:nvSpPr>
          <p:spPr>
            <a:xfrm rot="16200000">
              <a:off x="6958" y="6393"/>
              <a:ext cx="338" cy="2138"/>
            </a:xfrm>
            <a:custGeom>
              <a:avLst/>
              <a:gdLst>
                <a:gd name="connsiteX0" fmla="*/ 0 w 383178"/>
                <a:gd name="connsiteY0" fmla="*/ 0 h 2776488"/>
                <a:gd name="connsiteX1" fmla="*/ 116110 w 383178"/>
                <a:gd name="connsiteY1" fmla="*/ 0 h 2776488"/>
                <a:gd name="connsiteX2" fmla="*/ 383178 w 383178"/>
                <a:gd name="connsiteY2" fmla="*/ 358497 h 2776488"/>
                <a:gd name="connsiteX3" fmla="*/ 383178 w 383178"/>
                <a:gd name="connsiteY3" fmla="*/ 2776488 h 2776488"/>
                <a:gd name="connsiteX4" fmla="*/ 273302 w 383178"/>
                <a:gd name="connsiteY4" fmla="*/ 2776488 h 2776488"/>
                <a:gd name="connsiteX0-1" fmla="*/ 273302 w 383178"/>
                <a:gd name="connsiteY0-2" fmla="*/ 2776488 h 2867928"/>
                <a:gd name="connsiteX1-3" fmla="*/ 0 w 383178"/>
                <a:gd name="connsiteY1-4" fmla="*/ 0 h 2867928"/>
                <a:gd name="connsiteX2-5" fmla="*/ 116110 w 383178"/>
                <a:gd name="connsiteY2-6" fmla="*/ 0 h 2867928"/>
                <a:gd name="connsiteX3-7" fmla="*/ 383178 w 383178"/>
                <a:gd name="connsiteY3-8" fmla="*/ 358497 h 2867928"/>
                <a:gd name="connsiteX4-9" fmla="*/ 383178 w 383178"/>
                <a:gd name="connsiteY4-10" fmla="*/ 2776488 h 2867928"/>
                <a:gd name="connsiteX5" fmla="*/ 364742 w 383178"/>
                <a:gd name="connsiteY5" fmla="*/ 2867928 h 2867928"/>
                <a:gd name="connsiteX0-11" fmla="*/ 273302 w 383178"/>
                <a:gd name="connsiteY0-12" fmla="*/ 2776488 h 2776488"/>
                <a:gd name="connsiteX1-13" fmla="*/ 0 w 383178"/>
                <a:gd name="connsiteY1-14" fmla="*/ 0 h 2776488"/>
                <a:gd name="connsiteX2-15" fmla="*/ 116110 w 383178"/>
                <a:gd name="connsiteY2-16" fmla="*/ 0 h 2776488"/>
                <a:gd name="connsiteX3-17" fmla="*/ 383178 w 383178"/>
                <a:gd name="connsiteY3-18" fmla="*/ 358497 h 2776488"/>
                <a:gd name="connsiteX4-19" fmla="*/ 383178 w 383178"/>
                <a:gd name="connsiteY4-20" fmla="*/ 2776488 h 2776488"/>
                <a:gd name="connsiteX0-21" fmla="*/ 0 w 383178"/>
                <a:gd name="connsiteY0-22" fmla="*/ 0 h 2776488"/>
                <a:gd name="connsiteX1-23" fmla="*/ 116110 w 383178"/>
                <a:gd name="connsiteY1-24" fmla="*/ 0 h 2776488"/>
                <a:gd name="connsiteX2-25" fmla="*/ 383178 w 383178"/>
                <a:gd name="connsiteY2-26" fmla="*/ 358497 h 2776488"/>
                <a:gd name="connsiteX3-27" fmla="*/ 383178 w 383178"/>
                <a:gd name="connsiteY3-28" fmla="*/ 2776488 h 2776488"/>
                <a:gd name="connsiteX0-29" fmla="*/ 0 w 391887"/>
                <a:gd name="connsiteY0-30" fmla="*/ 0 h 1931757"/>
                <a:gd name="connsiteX1-31" fmla="*/ 116110 w 391887"/>
                <a:gd name="connsiteY1-32" fmla="*/ 0 h 1931757"/>
                <a:gd name="connsiteX2-33" fmla="*/ 383178 w 391887"/>
                <a:gd name="connsiteY2-34" fmla="*/ 358497 h 1931757"/>
                <a:gd name="connsiteX3-35" fmla="*/ 391887 w 391887"/>
                <a:gd name="connsiteY3-36" fmla="*/ 1931757 h 1931757"/>
              </a:gdLst>
              <a:ahLst/>
              <a:cxnLst>
                <a:cxn ang="0">
                  <a:pos x="connsiteX0-1" y="connsiteY0-2"/>
                </a:cxn>
                <a:cxn ang="0">
                  <a:pos x="connsiteX1-3" y="connsiteY1-4"/>
                </a:cxn>
                <a:cxn ang="0">
                  <a:pos x="connsiteX2-5" y="connsiteY2-6"/>
                </a:cxn>
                <a:cxn ang="0">
                  <a:pos x="connsiteX3-7" y="connsiteY3-8"/>
                </a:cxn>
              </a:cxnLst>
              <a:rect l="l" t="t" r="r" b="b"/>
              <a:pathLst>
                <a:path w="391887" h="1931757">
                  <a:moveTo>
                    <a:pt x="0" y="0"/>
                  </a:moveTo>
                  <a:lnTo>
                    <a:pt x="116110" y="0"/>
                  </a:lnTo>
                  <a:cubicBezTo>
                    <a:pt x="263608" y="0"/>
                    <a:pt x="383178" y="160504"/>
                    <a:pt x="383178" y="358497"/>
                  </a:cubicBezTo>
                  <a:lnTo>
                    <a:pt x="391887" y="1931757"/>
                  </a:lnTo>
                </a:path>
              </a:pathLst>
            </a:custGeom>
            <a:ln w="19050">
              <a:solidFill>
                <a:srgbClr val="00B0F0"/>
              </a:solidFill>
              <a:prstDash val="sysDash"/>
              <a:headEnd type="oval" w="med" len="med"/>
              <a:tailEnd type="oval" w="med" len="med"/>
            </a:ln>
          </p:spPr>
          <p:style>
            <a:lnRef idx="1">
              <a:schemeClr val="accent1"/>
            </a:lnRef>
            <a:fillRef idx="0">
              <a:schemeClr val="accent1"/>
            </a:fillRef>
            <a:effectRef idx="0">
              <a:schemeClr val="accent1"/>
            </a:effectRef>
            <a:fontRef idx="minor">
              <a:schemeClr val="tx1"/>
            </a:fontRef>
          </p:style>
          <p:txBody>
            <a:bodyPr anchor="ctr">
              <a:normAutofit/>
            </a:bodyPr>
            <a:lstStyle/>
            <a:p>
              <a:pPr algn="ctr" eaLnBrk="1" fontAlgn="auto" hangingPunct="1">
                <a:spcBef>
                  <a:spcPts val="0"/>
                </a:spcBef>
                <a:spcAft>
                  <a:spcPts val="0"/>
                </a:spcAft>
                <a:defRPr/>
              </a:pPr>
              <a:endParaRPr lang="zh-CN" altLang="en-US" sz="1400" dirty="0">
                <a:latin typeface="微软雅黑 Light" panose="020B0502040204020203" pitchFamily="34" charset="-122"/>
                <a:ea typeface="微软雅黑" panose="020B0503020204020204" charset="-122"/>
              </a:endParaRPr>
            </a:p>
          </p:txBody>
        </p:sp>
        <p:sp>
          <p:nvSpPr>
            <p:cNvPr id="39" name="MH_SubTitle_4"/>
            <p:cNvSpPr txBox="1"/>
            <p:nvPr>
              <p:custDataLst>
                <p:tags r:id="rId6"/>
              </p:custDataLst>
            </p:nvPr>
          </p:nvSpPr>
          <p:spPr bwMode="auto">
            <a:xfrm>
              <a:off x="3581" y="7293"/>
              <a:ext cx="8090" cy="27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Calibri" panose="020F0502020204030204" charset="0"/>
                  <a:ea typeface="宋体" panose="02010600030101010101" pitchFamily="2" charset="-122"/>
                </a:defRPr>
              </a:lvl1pPr>
              <a:lvl2pPr marL="742950" indent="-285750">
                <a:defRPr>
                  <a:solidFill>
                    <a:schemeClr val="tx1"/>
                  </a:solidFill>
                  <a:latin typeface="Calibri" panose="020F0502020204030204" charset="0"/>
                  <a:ea typeface="宋体" panose="02010600030101010101" pitchFamily="2" charset="-122"/>
                </a:defRPr>
              </a:lvl2pPr>
              <a:lvl3pPr marL="1143000" indent="-228600">
                <a:defRPr>
                  <a:solidFill>
                    <a:schemeClr val="tx1"/>
                  </a:solidFill>
                  <a:latin typeface="Calibri" panose="020F0502020204030204" charset="0"/>
                  <a:ea typeface="宋体" panose="02010600030101010101" pitchFamily="2" charset="-122"/>
                </a:defRPr>
              </a:lvl3pPr>
              <a:lvl4pPr marL="1600200" indent="-228600">
                <a:defRPr>
                  <a:solidFill>
                    <a:schemeClr val="tx1"/>
                  </a:solidFill>
                  <a:latin typeface="Calibri" panose="020F0502020204030204" charset="0"/>
                  <a:ea typeface="宋体" panose="02010600030101010101" pitchFamily="2" charset="-122"/>
                </a:defRPr>
              </a:lvl4pPr>
              <a:lvl5pPr marL="2057400" indent="-228600">
                <a:defRPr>
                  <a:solidFill>
                    <a:schemeClr val="tx1"/>
                  </a:solidFill>
                  <a:latin typeface="Calibri" panose="020F050202020403020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Calibri" panose="020F050202020403020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Calibri" panose="020F050202020403020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Calibri" panose="020F050202020403020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Calibri" panose="020F0502020204030204" charset="0"/>
                  <a:ea typeface="宋体" panose="02010600030101010101" pitchFamily="2" charset="-122"/>
                </a:defRPr>
              </a:lvl9pPr>
            </a:lstStyle>
            <a:p>
              <a:pPr algn="l">
                <a:lnSpc>
                  <a:spcPct val="130000"/>
                </a:lnSpc>
                <a:defRPr/>
              </a:pPr>
              <a:r>
                <a:rPr lang="en-US" altLang="zh-CN" sz="2000" b="1" dirty="0">
                  <a:solidFill>
                    <a:srgbClr val="00B0F0"/>
                  </a:solidFill>
                  <a:latin typeface="微软雅黑" panose="020B0503020204020204" charset="-122"/>
                  <a:ea typeface="微软雅黑" panose="020B0503020204020204" charset="-122"/>
                </a:rPr>
                <a:t>                       </a:t>
              </a:r>
              <a:r>
                <a:rPr lang="zh-CN" altLang="en-US" sz="2000" b="1" dirty="0">
                  <a:solidFill>
                    <a:srgbClr val="00B0F0"/>
                  </a:solidFill>
                  <a:latin typeface="微软雅黑" panose="020B0503020204020204" charset="-122"/>
                  <a:ea typeface="微软雅黑" panose="020B0503020204020204" charset="-122"/>
                </a:rPr>
                <a:t>实现视图</a:t>
              </a:r>
            </a:p>
            <a:p>
              <a:pPr algn="l">
                <a:lnSpc>
                  <a:spcPct val="130000"/>
                </a:lnSpc>
                <a:defRPr/>
              </a:pPr>
              <a:r>
                <a:rPr lang="zh-CN" altLang="en-US" sz="2000" dirty="0">
                  <a:ea typeface="微软雅黑" panose="020B0503020204020204" pitchFamily="34" charset="-122"/>
                </a:rPr>
                <a:t>         由构件图组成，主要概念为构件、接口、依赖关系和实现。</a:t>
              </a:r>
            </a:p>
          </p:txBody>
        </p:sp>
      </p:grpSp>
      <p:grpSp>
        <p:nvGrpSpPr>
          <p:cNvPr id="2" name="组合 1"/>
          <p:cNvGrpSpPr/>
          <p:nvPr/>
        </p:nvGrpSpPr>
        <p:grpSpPr>
          <a:xfrm>
            <a:off x="6054090" y="673735"/>
            <a:ext cx="5620385" cy="890905"/>
            <a:chOff x="881" y="2735"/>
            <a:chExt cx="8851" cy="1403"/>
          </a:xfrm>
        </p:grpSpPr>
        <p:sp>
          <p:nvSpPr>
            <p:cNvPr id="167" name="圆角矩形"/>
            <p:cNvSpPr/>
            <p:nvPr/>
          </p:nvSpPr>
          <p:spPr>
            <a:xfrm>
              <a:off x="1206" y="3130"/>
              <a:ext cx="8376" cy="1008"/>
            </a:xfrm>
            <a:prstGeom prst="roundRect">
              <a:avLst/>
            </a:prstGeom>
            <a:solidFill>
              <a:schemeClr val="accent3">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scene3d>
                <a:camera prst="orthographicFront"/>
                <a:lightRig rig="threePt" dir="t"/>
              </a:scene3d>
              <a:sp3d>
                <a:contourClr>
                  <a:srgbClr val="FFFFFF"/>
                </a:contourClr>
              </a:sp3d>
            </a:bodyPr>
            <a:lstStyle>
              <a:defPPr>
                <a:defRPr lang="zh-CN"/>
              </a:defPPr>
              <a:lvl1pPr algn="l" rtl="0" eaLnBrk="0" fontAlgn="base" hangingPunct="0">
                <a:spcBef>
                  <a:spcPct val="0"/>
                </a:spcBef>
                <a:spcAft>
                  <a:spcPct val="0"/>
                </a:spcAft>
                <a:defRPr kern="1200">
                  <a:solidFill>
                    <a:schemeClr val="lt1"/>
                  </a:solidFill>
                  <a:latin typeface="+mn-lt"/>
                  <a:ea typeface="+mn-ea"/>
                  <a:cs typeface="+mn-cs"/>
                </a:defRPr>
              </a:lvl1pPr>
              <a:lvl2pPr marL="457200" algn="l" rtl="0" eaLnBrk="0" fontAlgn="base" hangingPunct="0">
                <a:spcBef>
                  <a:spcPct val="0"/>
                </a:spcBef>
                <a:spcAft>
                  <a:spcPct val="0"/>
                </a:spcAft>
                <a:defRPr kern="1200">
                  <a:solidFill>
                    <a:schemeClr val="lt1"/>
                  </a:solidFill>
                  <a:latin typeface="+mn-lt"/>
                  <a:ea typeface="+mn-ea"/>
                  <a:cs typeface="+mn-cs"/>
                </a:defRPr>
              </a:lvl2pPr>
              <a:lvl3pPr marL="914400" algn="l" rtl="0" eaLnBrk="0" fontAlgn="base" hangingPunct="0">
                <a:spcBef>
                  <a:spcPct val="0"/>
                </a:spcBef>
                <a:spcAft>
                  <a:spcPct val="0"/>
                </a:spcAft>
                <a:defRPr kern="1200">
                  <a:solidFill>
                    <a:schemeClr val="lt1"/>
                  </a:solidFill>
                  <a:latin typeface="+mn-lt"/>
                  <a:ea typeface="+mn-ea"/>
                  <a:cs typeface="+mn-cs"/>
                </a:defRPr>
              </a:lvl3pPr>
              <a:lvl4pPr marL="1371600" algn="l" rtl="0" eaLnBrk="0" fontAlgn="base" hangingPunct="0">
                <a:spcBef>
                  <a:spcPct val="0"/>
                </a:spcBef>
                <a:spcAft>
                  <a:spcPct val="0"/>
                </a:spcAft>
                <a:defRPr kern="1200">
                  <a:solidFill>
                    <a:schemeClr val="lt1"/>
                  </a:solidFill>
                  <a:latin typeface="+mn-lt"/>
                  <a:ea typeface="+mn-ea"/>
                  <a:cs typeface="+mn-cs"/>
                </a:defRPr>
              </a:lvl4pPr>
              <a:lvl5pPr marL="1828800" algn="l" rtl="0" eaLnBrk="0" fontAlgn="base" hangingPunct="0">
                <a:spcBef>
                  <a:spcPct val="0"/>
                </a:spcBef>
                <a:spcAft>
                  <a:spcPct val="0"/>
                </a:spcAft>
                <a:defRPr kern="1200">
                  <a:solidFill>
                    <a:schemeClr val="lt1"/>
                  </a:solidFill>
                  <a:latin typeface="+mn-lt"/>
                  <a:ea typeface="+mn-ea"/>
                  <a:cs typeface="+mn-cs"/>
                </a:defRPr>
              </a:lvl5pPr>
              <a:lvl6pPr marL="2286000" algn="l" defTabSz="914400" rtl="0" eaLnBrk="1" latinLnBrk="0" hangingPunct="1">
                <a:defRPr kern="1200">
                  <a:solidFill>
                    <a:schemeClr val="lt1"/>
                  </a:solidFill>
                  <a:latin typeface="+mn-lt"/>
                  <a:ea typeface="+mn-ea"/>
                  <a:cs typeface="+mn-cs"/>
                </a:defRPr>
              </a:lvl6pPr>
              <a:lvl7pPr marL="2743200" algn="l" defTabSz="914400" rtl="0" eaLnBrk="1" latinLnBrk="0" hangingPunct="1">
                <a:defRPr kern="1200">
                  <a:solidFill>
                    <a:schemeClr val="lt1"/>
                  </a:solidFill>
                  <a:latin typeface="+mn-lt"/>
                  <a:ea typeface="+mn-ea"/>
                  <a:cs typeface="+mn-cs"/>
                </a:defRPr>
              </a:lvl7pPr>
              <a:lvl8pPr marL="3200400" algn="l" defTabSz="914400" rtl="0" eaLnBrk="1" latinLnBrk="0" hangingPunct="1">
                <a:defRPr kern="1200">
                  <a:solidFill>
                    <a:schemeClr val="lt1"/>
                  </a:solidFill>
                  <a:latin typeface="+mn-lt"/>
                  <a:ea typeface="+mn-ea"/>
                  <a:cs typeface="+mn-cs"/>
                </a:defRPr>
              </a:lvl8pPr>
              <a:lvl9pPr marL="3657600" algn="l" defTabSz="914400" rtl="0" eaLnBrk="1" latinLnBrk="0" hangingPunct="1">
                <a:defRPr kern="1200">
                  <a:solidFill>
                    <a:schemeClr val="lt1"/>
                  </a:solidFill>
                  <a:latin typeface="+mn-lt"/>
                  <a:ea typeface="+mn-ea"/>
                  <a:cs typeface="+mn-cs"/>
                </a:defRPr>
              </a:lvl9pPr>
            </a:lstStyle>
            <a:p>
              <a:pPr algn="l" eaLnBrk="1" fontAlgn="auto" hangingPunct="1">
                <a:spcBef>
                  <a:spcPts val="0"/>
                </a:spcBef>
                <a:spcAft>
                  <a:spcPts val="0"/>
                </a:spcAft>
                <a:defRPr/>
              </a:pPr>
              <a:r>
                <a:rPr lang="en-US" altLang="zh-CN" dirty="0">
                  <a:solidFill>
                    <a:schemeClr val="bg2">
                      <a:lumMod val="50000"/>
                    </a:schemeClr>
                  </a:solidFill>
                </a:rPr>
                <a:t>   </a:t>
              </a:r>
              <a:endParaRPr lang="zh-CN" altLang="en-US">
                <a:solidFill>
                  <a:schemeClr val="bg2">
                    <a:lumMod val="50000"/>
                  </a:schemeClr>
                </a:solidFill>
              </a:endParaRPr>
            </a:p>
          </p:txBody>
        </p:sp>
        <p:sp>
          <p:nvSpPr>
            <p:cNvPr id="4" name="学士帽"/>
            <p:cNvSpPr/>
            <p:nvPr/>
          </p:nvSpPr>
          <p:spPr bwMode="auto">
            <a:xfrm>
              <a:off x="881" y="2735"/>
              <a:ext cx="1056" cy="744"/>
            </a:xfrm>
            <a:custGeom>
              <a:avLst/>
              <a:gdLst>
                <a:gd name="T0" fmla="*/ 1395067 w 3931"/>
                <a:gd name="T1" fmla="*/ 589725 h 2392"/>
                <a:gd name="T2" fmla="*/ 928365 w 3931"/>
                <a:gd name="T3" fmla="*/ 389484 h 2392"/>
                <a:gd name="T4" fmla="*/ 403040 w 3931"/>
                <a:gd name="T5" fmla="*/ 589725 h 2392"/>
                <a:gd name="T6" fmla="*/ 256480 w 3931"/>
                <a:gd name="T7" fmla="*/ 528782 h 2392"/>
                <a:gd name="T8" fmla="*/ 256480 w 3931"/>
                <a:gd name="T9" fmla="*/ 708403 h 2392"/>
                <a:gd name="T10" fmla="*/ 296326 w 3931"/>
                <a:gd name="T11" fmla="*/ 763389 h 2392"/>
                <a:gd name="T12" fmla="*/ 255564 w 3931"/>
                <a:gd name="T13" fmla="*/ 818375 h 2392"/>
                <a:gd name="T14" fmla="*/ 299074 w 3931"/>
                <a:gd name="T15" fmla="*/ 1011742 h 2392"/>
                <a:gd name="T16" fmla="*/ 170834 w 3931"/>
                <a:gd name="T17" fmla="*/ 1011742 h 2392"/>
                <a:gd name="T18" fmla="*/ 214802 w 3931"/>
                <a:gd name="T19" fmla="*/ 817458 h 2392"/>
                <a:gd name="T20" fmla="*/ 179078 w 3931"/>
                <a:gd name="T21" fmla="*/ 763389 h 2392"/>
                <a:gd name="T22" fmla="*/ 213428 w 3931"/>
                <a:gd name="T23" fmla="*/ 709777 h 2392"/>
                <a:gd name="T24" fmla="*/ 213428 w 3931"/>
                <a:gd name="T25" fmla="*/ 510911 h 2392"/>
                <a:gd name="T26" fmla="*/ 0 w 3931"/>
                <a:gd name="T27" fmla="*/ 421559 h 2392"/>
                <a:gd name="T28" fmla="*/ 938899 w 3931"/>
                <a:gd name="T29" fmla="*/ 0 h 2392"/>
                <a:gd name="T30" fmla="*/ 1800397 w 3931"/>
                <a:gd name="T31" fmla="*/ 427058 h 2392"/>
                <a:gd name="T32" fmla="*/ 1395067 w 3931"/>
                <a:gd name="T33" fmla="*/ 589725 h 2392"/>
                <a:gd name="T34" fmla="*/ 917831 w 3931"/>
                <a:gd name="T35" fmla="*/ 491208 h 2392"/>
                <a:gd name="T36" fmla="*/ 1341481 w 3931"/>
                <a:gd name="T37" fmla="*/ 635088 h 2392"/>
                <a:gd name="T38" fmla="*/ 1341481 w 3931"/>
                <a:gd name="T39" fmla="*/ 983791 h 2392"/>
                <a:gd name="T40" fmla="*/ 896306 w 3931"/>
                <a:gd name="T41" fmla="*/ 1096054 h 2392"/>
                <a:gd name="T42" fmla="*/ 503342 w 3931"/>
                <a:gd name="T43" fmla="*/ 983791 h 2392"/>
                <a:gd name="T44" fmla="*/ 503342 w 3931"/>
                <a:gd name="T45" fmla="*/ 635088 h 2392"/>
                <a:gd name="T46" fmla="*/ 917831 w 3931"/>
                <a:gd name="T47" fmla="*/ 491208 h 2392"/>
                <a:gd name="T48" fmla="*/ 912335 w 3931"/>
                <a:gd name="T49" fmla="*/ 1031904 h 2392"/>
                <a:gd name="T50" fmla="*/ 1254003 w 3931"/>
                <a:gd name="T51" fmla="*/ 946675 h 2392"/>
                <a:gd name="T52" fmla="*/ 912335 w 3931"/>
                <a:gd name="T53" fmla="*/ 860989 h 2392"/>
                <a:gd name="T54" fmla="*/ 571126 w 3931"/>
                <a:gd name="T55" fmla="*/ 946675 h 2392"/>
                <a:gd name="T56" fmla="*/ 912335 w 3931"/>
                <a:gd name="T57" fmla="*/ 1031904 h 2392"/>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Lst>
              <a:ahLst/>
              <a:cxnLst>
                <a:cxn ang="T58">
                  <a:pos x="T0" y="T1"/>
                </a:cxn>
                <a:cxn ang="T59">
                  <a:pos x="T2" y="T3"/>
                </a:cxn>
                <a:cxn ang="T60">
                  <a:pos x="T4" y="T5"/>
                </a:cxn>
                <a:cxn ang="T61">
                  <a:pos x="T6" y="T7"/>
                </a:cxn>
                <a:cxn ang="T62">
                  <a:pos x="T8" y="T9"/>
                </a:cxn>
                <a:cxn ang="T63">
                  <a:pos x="T10" y="T11"/>
                </a:cxn>
                <a:cxn ang="T64">
                  <a:pos x="T12" y="T13"/>
                </a:cxn>
                <a:cxn ang="T65">
                  <a:pos x="T14" y="T15"/>
                </a:cxn>
                <a:cxn ang="T66">
                  <a:pos x="T16" y="T17"/>
                </a:cxn>
                <a:cxn ang="T67">
                  <a:pos x="T18" y="T19"/>
                </a:cxn>
                <a:cxn ang="T68">
                  <a:pos x="T20" y="T21"/>
                </a:cxn>
                <a:cxn ang="T69">
                  <a:pos x="T22" y="T23"/>
                </a:cxn>
                <a:cxn ang="T70">
                  <a:pos x="T24" y="T25"/>
                </a:cxn>
                <a:cxn ang="T71">
                  <a:pos x="T26" y="T27"/>
                </a:cxn>
                <a:cxn ang="T72">
                  <a:pos x="T28" y="T29"/>
                </a:cxn>
                <a:cxn ang="T73">
                  <a:pos x="T30" y="T31"/>
                </a:cxn>
                <a:cxn ang="T74">
                  <a:pos x="T32" y="T33"/>
                </a:cxn>
                <a:cxn ang="T75">
                  <a:pos x="T34" y="T35"/>
                </a:cxn>
                <a:cxn ang="T76">
                  <a:pos x="T36" y="T37"/>
                </a:cxn>
                <a:cxn ang="T77">
                  <a:pos x="T38" y="T39"/>
                </a:cxn>
                <a:cxn ang="T78">
                  <a:pos x="T40" y="T41"/>
                </a:cxn>
                <a:cxn ang="T79">
                  <a:pos x="T42" y="T43"/>
                </a:cxn>
                <a:cxn ang="T80">
                  <a:pos x="T44" y="T45"/>
                </a:cxn>
                <a:cxn ang="T81">
                  <a:pos x="T46" y="T47"/>
                </a:cxn>
                <a:cxn ang="T82">
                  <a:pos x="T48" y="T49"/>
                </a:cxn>
                <a:cxn ang="T83">
                  <a:pos x="T50" y="T51"/>
                </a:cxn>
                <a:cxn ang="T84">
                  <a:pos x="T52" y="T53"/>
                </a:cxn>
                <a:cxn ang="T85">
                  <a:pos x="T54" y="T55"/>
                </a:cxn>
                <a:cxn ang="T86">
                  <a:pos x="T56" y="T57"/>
                </a:cxn>
              </a:cxnLst>
              <a:rect l="0" t="0" r="r" b="b"/>
              <a:pathLst>
                <a:path w="3931" h="2392">
                  <a:moveTo>
                    <a:pt x="3046" y="1287"/>
                  </a:moveTo>
                  <a:cubicBezTo>
                    <a:pt x="3046" y="1287"/>
                    <a:pt x="2618" y="850"/>
                    <a:pt x="2027" y="850"/>
                  </a:cubicBezTo>
                  <a:cubicBezTo>
                    <a:pt x="1450" y="850"/>
                    <a:pt x="880" y="1287"/>
                    <a:pt x="880" y="1287"/>
                  </a:cubicBezTo>
                  <a:cubicBezTo>
                    <a:pt x="560" y="1154"/>
                    <a:pt x="560" y="1154"/>
                    <a:pt x="560" y="1154"/>
                  </a:cubicBezTo>
                  <a:cubicBezTo>
                    <a:pt x="560" y="1546"/>
                    <a:pt x="560" y="1546"/>
                    <a:pt x="560" y="1546"/>
                  </a:cubicBezTo>
                  <a:cubicBezTo>
                    <a:pt x="610" y="1563"/>
                    <a:pt x="647" y="1610"/>
                    <a:pt x="647" y="1666"/>
                  </a:cubicBezTo>
                  <a:cubicBezTo>
                    <a:pt x="647" y="1723"/>
                    <a:pt x="609" y="1769"/>
                    <a:pt x="558" y="1786"/>
                  </a:cubicBezTo>
                  <a:cubicBezTo>
                    <a:pt x="653" y="2208"/>
                    <a:pt x="653" y="2208"/>
                    <a:pt x="653" y="2208"/>
                  </a:cubicBezTo>
                  <a:cubicBezTo>
                    <a:pt x="373" y="2208"/>
                    <a:pt x="373" y="2208"/>
                    <a:pt x="373" y="2208"/>
                  </a:cubicBezTo>
                  <a:cubicBezTo>
                    <a:pt x="469" y="1784"/>
                    <a:pt x="469" y="1784"/>
                    <a:pt x="469" y="1784"/>
                  </a:cubicBezTo>
                  <a:cubicBezTo>
                    <a:pt x="423" y="1764"/>
                    <a:pt x="391" y="1719"/>
                    <a:pt x="391" y="1666"/>
                  </a:cubicBezTo>
                  <a:cubicBezTo>
                    <a:pt x="391" y="1614"/>
                    <a:pt x="422" y="1570"/>
                    <a:pt x="466" y="1549"/>
                  </a:cubicBezTo>
                  <a:cubicBezTo>
                    <a:pt x="466" y="1115"/>
                    <a:pt x="466" y="1115"/>
                    <a:pt x="466" y="1115"/>
                  </a:cubicBezTo>
                  <a:cubicBezTo>
                    <a:pt x="0" y="920"/>
                    <a:pt x="0" y="920"/>
                    <a:pt x="0" y="920"/>
                  </a:cubicBezTo>
                  <a:cubicBezTo>
                    <a:pt x="2050" y="0"/>
                    <a:pt x="2050" y="0"/>
                    <a:pt x="2050" y="0"/>
                  </a:cubicBezTo>
                  <a:cubicBezTo>
                    <a:pt x="3931" y="932"/>
                    <a:pt x="3931" y="932"/>
                    <a:pt x="3931" y="932"/>
                  </a:cubicBezTo>
                  <a:lnTo>
                    <a:pt x="3046" y="1287"/>
                  </a:lnTo>
                  <a:close/>
                  <a:moveTo>
                    <a:pt x="2004" y="1072"/>
                  </a:moveTo>
                  <a:cubicBezTo>
                    <a:pt x="2598" y="1072"/>
                    <a:pt x="2929" y="1386"/>
                    <a:pt x="2929" y="1386"/>
                  </a:cubicBezTo>
                  <a:cubicBezTo>
                    <a:pt x="2929" y="2147"/>
                    <a:pt x="2929" y="2147"/>
                    <a:pt x="2929" y="2147"/>
                  </a:cubicBezTo>
                  <a:cubicBezTo>
                    <a:pt x="2929" y="2147"/>
                    <a:pt x="2586" y="2392"/>
                    <a:pt x="1957" y="2392"/>
                  </a:cubicBezTo>
                  <a:cubicBezTo>
                    <a:pt x="1328" y="2392"/>
                    <a:pt x="1099" y="2147"/>
                    <a:pt x="1099" y="2147"/>
                  </a:cubicBezTo>
                  <a:cubicBezTo>
                    <a:pt x="1099" y="1386"/>
                    <a:pt x="1099" y="1386"/>
                    <a:pt x="1099" y="1386"/>
                  </a:cubicBezTo>
                  <a:cubicBezTo>
                    <a:pt x="1099" y="1386"/>
                    <a:pt x="1410" y="1072"/>
                    <a:pt x="2004" y="1072"/>
                  </a:cubicBezTo>
                  <a:close/>
                  <a:moveTo>
                    <a:pt x="1992" y="2252"/>
                  </a:moveTo>
                  <a:cubicBezTo>
                    <a:pt x="2404" y="2252"/>
                    <a:pt x="2738" y="2168"/>
                    <a:pt x="2738" y="2066"/>
                  </a:cubicBezTo>
                  <a:cubicBezTo>
                    <a:pt x="2738" y="1963"/>
                    <a:pt x="2404" y="1879"/>
                    <a:pt x="1992" y="1879"/>
                  </a:cubicBezTo>
                  <a:cubicBezTo>
                    <a:pt x="1581" y="1879"/>
                    <a:pt x="1247" y="1963"/>
                    <a:pt x="1247" y="2066"/>
                  </a:cubicBezTo>
                  <a:cubicBezTo>
                    <a:pt x="1247" y="2168"/>
                    <a:pt x="1581" y="2252"/>
                    <a:pt x="1992" y="2252"/>
                  </a:cubicBezTo>
                  <a:close/>
                </a:path>
              </a:pathLst>
            </a:custGeom>
            <a:solidFill>
              <a:schemeClr val="accent5">
                <a:lumMod val="75000"/>
              </a:schemeClr>
            </a:solidFill>
            <a:ln>
              <a:noFill/>
            </a:ln>
            <a:extLst>
              <a:ext uri="{91240B29-F687-4F45-9708-019B960494DF}">
                <a14:hiddenLine xmlns:a14="http://schemas.microsoft.com/office/drawing/2010/main" w="9525">
                  <a:solidFill>
                    <a:srgbClr val="000000"/>
                  </a:solidFill>
                  <a:round/>
                </a14:hiddenLine>
              </a:ext>
            </a:extLst>
          </p:spPr>
          <p:txBody>
            <a:bodyPr anchor="ctr" anchorCtr="1"/>
            <a:lstStyle>
              <a:defPPr>
                <a:defRPr lang="zh-CN"/>
              </a:defPPr>
              <a:lvl1pPr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1pPr>
              <a:lvl2pPr marL="4572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2pPr>
              <a:lvl3pPr marL="9144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3pPr>
              <a:lvl4pPr marL="13716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4pPr>
              <a:lvl5pPr marL="18288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5pPr>
              <a:lvl6pPr marL="2286000" algn="l" defTabSz="914400" rtl="0" eaLnBrk="1" latinLnBrk="0" hangingPunct="1">
                <a:defRPr kern="1200">
                  <a:solidFill>
                    <a:schemeClr val="tx1"/>
                  </a:solidFill>
                  <a:latin typeface="Calibri" panose="020F0502020204030204" charset="0"/>
                  <a:ea typeface="宋体" panose="02010600030101010101" pitchFamily="2" charset="-122"/>
                  <a:cs typeface="+mn-cs"/>
                </a:defRPr>
              </a:lvl6pPr>
              <a:lvl7pPr marL="2743200" algn="l" defTabSz="914400" rtl="0" eaLnBrk="1" latinLnBrk="0" hangingPunct="1">
                <a:defRPr kern="1200">
                  <a:solidFill>
                    <a:schemeClr val="tx1"/>
                  </a:solidFill>
                  <a:latin typeface="Calibri" panose="020F0502020204030204" charset="0"/>
                  <a:ea typeface="宋体" panose="02010600030101010101" pitchFamily="2" charset="-122"/>
                  <a:cs typeface="+mn-cs"/>
                </a:defRPr>
              </a:lvl7pPr>
              <a:lvl8pPr marL="3200400" algn="l" defTabSz="914400" rtl="0" eaLnBrk="1" latinLnBrk="0" hangingPunct="1">
                <a:defRPr kern="1200">
                  <a:solidFill>
                    <a:schemeClr val="tx1"/>
                  </a:solidFill>
                  <a:latin typeface="Calibri" panose="020F0502020204030204" charset="0"/>
                  <a:ea typeface="宋体" panose="02010600030101010101" pitchFamily="2" charset="-122"/>
                  <a:cs typeface="+mn-cs"/>
                </a:defRPr>
              </a:lvl8pPr>
              <a:lvl9pPr marL="3657600" algn="l" defTabSz="914400" rtl="0" eaLnBrk="1" latinLnBrk="0" hangingPunct="1">
                <a:defRPr kern="1200">
                  <a:solidFill>
                    <a:schemeClr val="tx1"/>
                  </a:solidFill>
                  <a:latin typeface="Calibri" panose="020F0502020204030204" charset="0"/>
                  <a:ea typeface="宋体" panose="02010600030101010101" pitchFamily="2" charset="-122"/>
                  <a:cs typeface="+mn-cs"/>
                </a:defRPr>
              </a:lvl9pPr>
            </a:lstStyle>
            <a:p>
              <a:endParaRPr lang="zh-CN" altLang="en-US" dirty="0">
                <a:ea typeface="微软雅黑" panose="020B0503020204020204" pitchFamily="34" charset="-122"/>
              </a:endParaRPr>
            </a:p>
          </p:txBody>
        </p:sp>
        <p:sp>
          <p:nvSpPr>
            <p:cNvPr id="5" name="文本框 4"/>
            <p:cNvSpPr txBox="1"/>
            <p:nvPr/>
          </p:nvSpPr>
          <p:spPr>
            <a:xfrm>
              <a:off x="1163" y="3130"/>
              <a:ext cx="8569" cy="1008"/>
            </a:xfrm>
            <a:prstGeom prst="rect">
              <a:avLst/>
            </a:prstGeom>
            <a:noFill/>
          </p:spPr>
          <p:txBody>
            <a:bodyPr wrap="square" rtlCol="0">
              <a:spAutoFit/>
            </a:bodyPr>
            <a:lstStyle/>
            <a:p>
              <a:pPr algn="l" eaLnBrk="1" fontAlgn="auto" hangingPunct="1">
                <a:spcBef>
                  <a:spcPts val="0"/>
                </a:spcBef>
                <a:spcAft>
                  <a:spcPts val="0"/>
                </a:spcAft>
                <a:defRPr/>
              </a:pPr>
              <a:r>
                <a:rPr lang="en-US" altLang="zh-CN" dirty="0">
                  <a:solidFill>
                    <a:schemeClr val="bg2">
                      <a:lumMod val="50000"/>
                    </a:schemeClr>
                  </a:solidFill>
                  <a:sym typeface="+mn-ea"/>
                </a:rPr>
                <a:t>      </a:t>
              </a:r>
              <a:r>
                <a:rPr dirty="0">
                  <a:sym typeface="+mn-ea"/>
                </a:rPr>
                <a:t>结构分类描述系统中的结构成员及其相互关系。结构分类包括静态视图、用例视图和实现视图。</a:t>
              </a:r>
            </a:p>
          </p:txBody>
        </p:sp>
      </p:grpSp>
    </p:spTree>
  </p:cSld>
  <p:clrMapOvr>
    <a:masterClrMapping/>
  </p:clrMapOvr>
  <p:transition>
    <p:strips dir="ru"/>
  </p:transition>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694801" y="360000"/>
            <a:ext cx="5401200" cy="523220"/>
          </a:xfrm>
        </p:spPr>
        <p:txBody>
          <a:bodyPr>
            <a:normAutofit/>
          </a:bodyPr>
          <a:lstStyle/>
          <a:p>
            <a:r>
              <a:rPr lang="en-US" altLang="en-US" dirty="0">
                <a:sym typeface="+mn-ea"/>
              </a:rPr>
              <a:t>6.4 UML</a:t>
            </a:r>
            <a:r>
              <a:rPr lang="zh-CN" altLang="en-US" dirty="0">
                <a:sym typeface="+mn-ea"/>
              </a:rPr>
              <a:t>的应用</a:t>
            </a:r>
            <a:endParaRPr lang="zh-CN" altLang="en-US" dirty="0"/>
          </a:p>
        </p:txBody>
      </p:sp>
      <p:sp>
        <p:nvSpPr>
          <p:cNvPr id="19" name="文本占位符 18">
            <a:extLst>
              <a:ext uri="{FF2B5EF4-FFF2-40B4-BE49-F238E27FC236}">
                <a16:creationId xmlns:a16="http://schemas.microsoft.com/office/drawing/2014/main" id="{BF862A44-5145-5A94-9804-48AE206D6D26}"/>
              </a:ext>
            </a:extLst>
          </p:cNvPr>
          <p:cNvSpPr>
            <a:spLocks noGrp="1"/>
          </p:cNvSpPr>
          <p:nvPr>
            <p:ph type="body" sz="quarter" idx="10"/>
          </p:nvPr>
        </p:nvSpPr>
        <p:spPr/>
        <p:txBody>
          <a:bodyPr/>
          <a:lstStyle/>
          <a:p>
            <a:endParaRPr lang="zh-CN" altLang="en-US"/>
          </a:p>
        </p:txBody>
      </p:sp>
      <p:sp>
        <p:nvSpPr>
          <p:cNvPr id="7" name="文本框 6"/>
          <p:cNvSpPr txBox="1"/>
          <p:nvPr/>
        </p:nvSpPr>
        <p:spPr>
          <a:xfrm>
            <a:off x="754380" y="2931160"/>
            <a:ext cx="476250" cy="1833880"/>
          </a:xfrm>
          <a:prstGeom prst="rect">
            <a:avLst/>
          </a:prstGeom>
          <a:noFill/>
        </p:spPr>
        <p:txBody>
          <a:bodyPr vert="eaVert" wrap="none" rtlCol="0">
            <a:spAutoFit/>
          </a:bodyPr>
          <a:lstStyle/>
          <a:p>
            <a:pPr algn="l"/>
            <a:r>
              <a:rPr lang="zh-CN" altLang="en-US" spc="160" dirty="0">
                <a:solidFill>
                  <a:schemeClr val="bg1"/>
                </a:solidFill>
                <a:latin typeface="微软雅黑" panose="020B0503020204020204" charset="-122"/>
                <a:ea typeface="微软雅黑" panose="020B0503020204020204" charset="-122"/>
              </a:rPr>
              <a:t>结构化程序设计</a:t>
            </a:r>
          </a:p>
        </p:txBody>
      </p:sp>
      <p:sp>
        <p:nvSpPr>
          <p:cNvPr id="29" name="TextBox 6"/>
          <p:cNvSpPr txBox="1"/>
          <p:nvPr/>
        </p:nvSpPr>
        <p:spPr>
          <a:xfrm>
            <a:off x="809625" y="1403350"/>
            <a:ext cx="5777230" cy="525657"/>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6.4.2 </a:t>
            </a:r>
            <a:r>
              <a:rPr lang="en-US" sz="2400" dirty="0">
                <a:solidFill>
                  <a:schemeClr val="tx1"/>
                </a:solidFill>
                <a:sym typeface="+mn-ea"/>
              </a:rPr>
              <a:t>UML</a:t>
            </a:r>
            <a:r>
              <a:rPr lang="zh-CN" altLang="en-US" sz="2400" dirty="0">
                <a:solidFill>
                  <a:schemeClr val="tx1"/>
                </a:solidFill>
                <a:sym typeface="+mn-ea"/>
              </a:rPr>
              <a:t>视图</a:t>
            </a:r>
          </a:p>
        </p:txBody>
      </p:sp>
      <p:grpSp>
        <p:nvGrpSpPr>
          <p:cNvPr id="4" name="组合 3"/>
          <p:cNvGrpSpPr/>
          <p:nvPr/>
        </p:nvGrpSpPr>
        <p:grpSpPr>
          <a:xfrm>
            <a:off x="6054090" y="673735"/>
            <a:ext cx="5620385" cy="1165860"/>
            <a:chOff x="881" y="2735"/>
            <a:chExt cx="8851" cy="1836"/>
          </a:xfrm>
        </p:grpSpPr>
        <p:sp>
          <p:nvSpPr>
            <p:cNvPr id="167" name="圆角矩形"/>
            <p:cNvSpPr/>
            <p:nvPr/>
          </p:nvSpPr>
          <p:spPr>
            <a:xfrm>
              <a:off x="1206" y="3130"/>
              <a:ext cx="8376" cy="1441"/>
            </a:xfrm>
            <a:prstGeom prst="roundRect">
              <a:avLst/>
            </a:prstGeom>
            <a:solidFill>
              <a:schemeClr val="accent3">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scene3d>
                <a:camera prst="orthographicFront"/>
                <a:lightRig rig="threePt" dir="t"/>
              </a:scene3d>
              <a:sp3d>
                <a:contourClr>
                  <a:srgbClr val="FFFFFF"/>
                </a:contourClr>
              </a:sp3d>
            </a:bodyPr>
            <a:lstStyle>
              <a:defPPr>
                <a:defRPr lang="zh-CN"/>
              </a:defPPr>
              <a:lvl1pPr algn="l" rtl="0" eaLnBrk="0" fontAlgn="base" hangingPunct="0">
                <a:spcBef>
                  <a:spcPct val="0"/>
                </a:spcBef>
                <a:spcAft>
                  <a:spcPct val="0"/>
                </a:spcAft>
                <a:defRPr kern="1200">
                  <a:solidFill>
                    <a:schemeClr val="lt1"/>
                  </a:solidFill>
                  <a:latin typeface="+mn-lt"/>
                  <a:ea typeface="+mn-ea"/>
                  <a:cs typeface="+mn-cs"/>
                </a:defRPr>
              </a:lvl1pPr>
              <a:lvl2pPr marL="457200" algn="l" rtl="0" eaLnBrk="0" fontAlgn="base" hangingPunct="0">
                <a:spcBef>
                  <a:spcPct val="0"/>
                </a:spcBef>
                <a:spcAft>
                  <a:spcPct val="0"/>
                </a:spcAft>
                <a:defRPr kern="1200">
                  <a:solidFill>
                    <a:schemeClr val="lt1"/>
                  </a:solidFill>
                  <a:latin typeface="+mn-lt"/>
                  <a:ea typeface="+mn-ea"/>
                  <a:cs typeface="+mn-cs"/>
                </a:defRPr>
              </a:lvl2pPr>
              <a:lvl3pPr marL="914400" algn="l" rtl="0" eaLnBrk="0" fontAlgn="base" hangingPunct="0">
                <a:spcBef>
                  <a:spcPct val="0"/>
                </a:spcBef>
                <a:spcAft>
                  <a:spcPct val="0"/>
                </a:spcAft>
                <a:defRPr kern="1200">
                  <a:solidFill>
                    <a:schemeClr val="lt1"/>
                  </a:solidFill>
                  <a:latin typeface="+mn-lt"/>
                  <a:ea typeface="+mn-ea"/>
                  <a:cs typeface="+mn-cs"/>
                </a:defRPr>
              </a:lvl3pPr>
              <a:lvl4pPr marL="1371600" algn="l" rtl="0" eaLnBrk="0" fontAlgn="base" hangingPunct="0">
                <a:spcBef>
                  <a:spcPct val="0"/>
                </a:spcBef>
                <a:spcAft>
                  <a:spcPct val="0"/>
                </a:spcAft>
                <a:defRPr kern="1200">
                  <a:solidFill>
                    <a:schemeClr val="lt1"/>
                  </a:solidFill>
                  <a:latin typeface="+mn-lt"/>
                  <a:ea typeface="+mn-ea"/>
                  <a:cs typeface="+mn-cs"/>
                </a:defRPr>
              </a:lvl4pPr>
              <a:lvl5pPr marL="1828800" algn="l" rtl="0" eaLnBrk="0" fontAlgn="base" hangingPunct="0">
                <a:spcBef>
                  <a:spcPct val="0"/>
                </a:spcBef>
                <a:spcAft>
                  <a:spcPct val="0"/>
                </a:spcAft>
                <a:defRPr kern="1200">
                  <a:solidFill>
                    <a:schemeClr val="lt1"/>
                  </a:solidFill>
                  <a:latin typeface="+mn-lt"/>
                  <a:ea typeface="+mn-ea"/>
                  <a:cs typeface="+mn-cs"/>
                </a:defRPr>
              </a:lvl5pPr>
              <a:lvl6pPr marL="2286000" algn="l" defTabSz="914400" rtl="0" eaLnBrk="1" latinLnBrk="0" hangingPunct="1">
                <a:defRPr kern="1200">
                  <a:solidFill>
                    <a:schemeClr val="lt1"/>
                  </a:solidFill>
                  <a:latin typeface="+mn-lt"/>
                  <a:ea typeface="+mn-ea"/>
                  <a:cs typeface="+mn-cs"/>
                </a:defRPr>
              </a:lvl6pPr>
              <a:lvl7pPr marL="2743200" algn="l" defTabSz="914400" rtl="0" eaLnBrk="1" latinLnBrk="0" hangingPunct="1">
                <a:defRPr kern="1200">
                  <a:solidFill>
                    <a:schemeClr val="lt1"/>
                  </a:solidFill>
                  <a:latin typeface="+mn-lt"/>
                  <a:ea typeface="+mn-ea"/>
                  <a:cs typeface="+mn-cs"/>
                </a:defRPr>
              </a:lvl7pPr>
              <a:lvl8pPr marL="3200400" algn="l" defTabSz="914400" rtl="0" eaLnBrk="1" latinLnBrk="0" hangingPunct="1">
                <a:defRPr kern="1200">
                  <a:solidFill>
                    <a:schemeClr val="lt1"/>
                  </a:solidFill>
                  <a:latin typeface="+mn-lt"/>
                  <a:ea typeface="+mn-ea"/>
                  <a:cs typeface="+mn-cs"/>
                </a:defRPr>
              </a:lvl8pPr>
              <a:lvl9pPr marL="3657600" algn="l" defTabSz="914400" rtl="0" eaLnBrk="1" latinLnBrk="0" hangingPunct="1">
                <a:defRPr kern="1200">
                  <a:solidFill>
                    <a:schemeClr val="lt1"/>
                  </a:solidFill>
                  <a:latin typeface="+mn-lt"/>
                  <a:ea typeface="+mn-ea"/>
                  <a:cs typeface="+mn-cs"/>
                </a:defRPr>
              </a:lvl9pPr>
            </a:lstStyle>
            <a:p>
              <a:pPr algn="l" eaLnBrk="1" fontAlgn="auto" hangingPunct="1">
                <a:spcBef>
                  <a:spcPts val="0"/>
                </a:spcBef>
                <a:spcAft>
                  <a:spcPts val="0"/>
                </a:spcAft>
                <a:defRPr/>
              </a:pPr>
              <a:r>
                <a:rPr lang="en-US" altLang="zh-CN" dirty="0">
                  <a:solidFill>
                    <a:schemeClr val="bg2">
                      <a:lumMod val="50000"/>
                    </a:schemeClr>
                  </a:solidFill>
                </a:rPr>
                <a:t>   </a:t>
              </a:r>
              <a:endParaRPr lang="zh-CN" altLang="en-US">
                <a:solidFill>
                  <a:schemeClr val="bg2">
                    <a:lumMod val="50000"/>
                  </a:schemeClr>
                </a:solidFill>
              </a:endParaRPr>
            </a:p>
          </p:txBody>
        </p:sp>
        <p:sp>
          <p:nvSpPr>
            <p:cNvPr id="5" name="学士帽"/>
            <p:cNvSpPr/>
            <p:nvPr/>
          </p:nvSpPr>
          <p:spPr bwMode="auto">
            <a:xfrm>
              <a:off x="881" y="2735"/>
              <a:ext cx="1056" cy="744"/>
            </a:xfrm>
            <a:custGeom>
              <a:avLst/>
              <a:gdLst>
                <a:gd name="T0" fmla="*/ 1395067 w 3931"/>
                <a:gd name="T1" fmla="*/ 589725 h 2392"/>
                <a:gd name="T2" fmla="*/ 928365 w 3931"/>
                <a:gd name="T3" fmla="*/ 389484 h 2392"/>
                <a:gd name="T4" fmla="*/ 403040 w 3931"/>
                <a:gd name="T5" fmla="*/ 589725 h 2392"/>
                <a:gd name="T6" fmla="*/ 256480 w 3931"/>
                <a:gd name="T7" fmla="*/ 528782 h 2392"/>
                <a:gd name="T8" fmla="*/ 256480 w 3931"/>
                <a:gd name="T9" fmla="*/ 708403 h 2392"/>
                <a:gd name="T10" fmla="*/ 296326 w 3931"/>
                <a:gd name="T11" fmla="*/ 763389 h 2392"/>
                <a:gd name="T12" fmla="*/ 255564 w 3931"/>
                <a:gd name="T13" fmla="*/ 818375 h 2392"/>
                <a:gd name="T14" fmla="*/ 299074 w 3931"/>
                <a:gd name="T15" fmla="*/ 1011742 h 2392"/>
                <a:gd name="T16" fmla="*/ 170834 w 3931"/>
                <a:gd name="T17" fmla="*/ 1011742 h 2392"/>
                <a:gd name="T18" fmla="*/ 214802 w 3931"/>
                <a:gd name="T19" fmla="*/ 817458 h 2392"/>
                <a:gd name="T20" fmla="*/ 179078 w 3931"/>
                <a:gd name="T21" fmla="*/ 763389 h 2392"/>
                <a:gd name="T22" fmla="*/ 213428 w 3931"/>
                <a:gd name="T23" fmla="*/ 709777 h 2392"/>
                <a:gd name="T24" fmla="*/ 213428 w 3931"/>
                <a:gd name="T25" fmla="*/ 510911 h 2392"/>
                <a:gd name="T26" fmla="*/ 0 w 3931"/>
                <a:gd name="T27" fmla="*/ 421559 h 2392"/>
                <a:gd name="T28" fmla="*/ 938899 w 3931"/>
                <a:gd name="T29" fmla="*/ 0 h 2392"/>
                <a:gd name="T30" fmla="*/ 1800397 w 3931"/>
                <a:gd name="T31" fmla="*/ 427058 h 2392"/>
                <a:gd name="T32" fmla="*/ 1395067 w 3931"/>
                <a:gd name="T33" fmla="*/ 589725 h 2392"/>
                <a:gd name="T34" fmla="*/ 917831 w 3931"/>
                <a:gd name="T35" fmla="*/ 491208 h 2392"/>
                <a:gd name="T36" fmla="*/ 1341481 w 3931"/>
                <a:gd name="T37" fmla="*/ 635088 h 2392"/>
                <a:gd name="T38" fmla="*/ 1341481 w 3931"/>
                <a:gd name="T39" fmla="*/ 983791 h 2392"/>
                <a:gd name="T40" fmla="*/ 896306 w 3931"/>
                <a:gd name="T41" fmla="*/ 1096054 h 2392"/>
                <a:gd name="T42" fmla="*/ 503342 w 3931"/>
                <a:gd name="T43" fmla="*/ 983791 h 2392"/>
                <a:gd name="T44" fmla="*/ 503342 w 3931"/>
                <a:gd name="T45" fmla="*/ 635088 h 2392"/>
                <a:gd name="T46" fmla="*/ 917831 w 3931"/>
                <a:gd name="T47" fmla="*/ 491208 h 2392"/>
                <a:gd name="T48" fmla="*/ 912335 w 3931"/>
                <a:gd name="T49" fmla="*/ 1031904 h 2392"/>
                <a:gd name="T50" fmla="*/ 1254003 w 3931"/>
                <a:gd name="T51" fmla="*/ 946675 h 2392"/>
                <a:gd name="T52" fmla="*/ 912335 w 3931"/>
                <a:gd name="T53" fmla="*/ 860989 h 2392"/>
                <a:gd name="T54" fmla="*/ 571126 w 3931"/>
                <a:gd name="T55" fmla="*/ 946675 h 2392"/>
                <a:gd name="T56" fmla="*/ 912335 w 3931"/>
                <a:gd name="T57" fmla="*/ 1031904 h 2392"/>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Lst>
              <a:ahLst/>
              <a:cxnLst>
                <a:cxn ang="T58">
                  <a:pos x="T0" y="T1"/>
                </a:cxn>
                <a:cxn ang="T59">
                  <a:pos x="T2" y="T3"/>
                </a:cxn>
                <a:cxn ang="T60">
                  <a:pos x="T4" y="T5"/>
                </a:cxn>
                <a:cxn ang="T61">
                  <a:pos x="T6" y="T7"/>
                </a:cxn>
                <a:cxn ang="T62">
                  <a:pos x="T8" y="T9"/>
                </a:cxn>
                <a:cxn ang="T63">
                  <a:pos x="T10" y="T11"/>
                </a:cxn>
                <a:cxn ang="T64">
                  <a:pos x="T12" y="T13"/>
                </a:cxn>
                <a:cxn ang="T65">
                  <a:pos x="T14" y="T15"/>
                </a:cxn>
                <a:cxn ang="T66">
                  <a:pos x="T16" y="T17"/>
                </a:cxn>
                <a:cxn ang="T67">
                  <a:pos x="T18" y="T19"/>
                </a:cxn>
                <a:cxn ang="T68">
                  <a:pos x="T20" y="T21"/>
                </a:cxn>
                <a:cxn ang="T69">
                  <a:pos x="T22" y="T23"/>
                </a:cxn>
                <a:cxn ang="T70">
                  <a:pos x="T24" y="T25"/>
                </a:cxn>
                <a:cxn ang="T71">
                  <a:pos x="T26" y="T27"/>
                </a:cxn>
                <a:cxn ang="T72">
                  <a:pos x="T28" y="T29"/>
                </a:cxn>
                <a:cxn ang="T73">
                  <a:pos x="T30" y="T31"/>
                </a:cxn>
                <a:cxn ang="T74">
                  <a:pos x="T32" y="T33"/>
                </a:cxn>
                <a:cxn ang="T75">
                  <a:pos x="T34" y="T35"/>
                </a:cxn>
                <a:cxn ang="T76">
                  <a:pos x="T36" y="T37"/>
                </a:cxn>
                <a:cxn ang="T77">
                  <a:pos x="T38" y="T39"/>
                </a:cxn>
                <a:cxn ang="T78">
                  <a:pos x="T40" y="T41"/>
                </a:cxn>
                <a:cxn ang="T79">
                  <a:pos x="T42" y="T43"/>
                </a:cxn>
                <a:cxn ang="T80">
                  <a:pos x="T44" y="T45"/>
                </a:cxn>
                <a:cxn ang="T81">
                  <a:pos x="T46" y="T47"/>
                </a:cxn>
                <a:cxn ang="T82">
                  <a:pos x="T48" y="T49"/>
                </a:cxn>
                <a:cxn ang="T83">
                  <a:pos x="T50" y="T51"/>
                </a:cxn>
                <a:cxn ang="T84">
                  <a:pos x="T52" y="T53"/>
                </a:cxn>
                <a:cxn ang="T85">
                  <a:pos x="T54" y="T55"/>
                </a:cxn>
                <a:cxn ang="T86">
                  <a:pos x="T56" y="T57"/>
                </a:cxn>
              </a:cxnLst>
              <a:rect l="0" t="0" r="r" b="b"/>
              <a:pathLst>
                <a:path w="3931" h="2392">
                  <a:moveTo>
                    <a:pt x="3046" y="1287"/>
                  </a:moveTo>
                  <a:cubicBezTo>
                    <a:pt x="3046" y="1287"/>
                    <a:pt x="2618" y="850"/>
                    <a:pt x="2027" y="850"/>
                  </a:cubicBezTo>
                  <a:cubicBezTo>
                    <a:pt x="1450" y="850"/>
                    <a:pt x="880" y="1287"/>
                    <a:pt x="880" y="1287"/>
                  </a:cubicBezTo>
                  <a:cubicBezTo>
                    <a:pt x="560" y="1154"/>
                    <a:pt x="560" y="1154"/>
                    <a:pt x="560" y="1154"/>
                  </a:cubicBezTo>
                  <a:cubicBezTo>
                    <a:pt x="560" y="1546"/>
                    <a:pt x="560" y="1546"/>
                    <a:pt x="560" y="1546"/>
                  </a:cubicBezTo>
                  <a:cubicBezTo>
                    <a:pt x="610" y="1563"/>
                    <a:pt x="647" y="1610"/>
                    <a:pt x="647" y="1666"/>
                  </a:cubicBezTo>
                  <a:cubicBezTo>
                    <a:pt x="647" y="1723"/>
                    <a:pt x="609" y="1769"/>
                    <a:pt x="558" y="1786"/>
                  </a:cubicBezTo>
                  <a:cubicBezTo>
                    <a:pt x="653" y="2208"/>
                    <a:pt x="653" y="2208"/>
                    <a:pt x="653" y="2208"/>
                  </a:cubicBezTo>
                  <a:cubicBezTo>
                    <a:pt x="373" y="2208"/>
                    <a:pt x="373" y="2208"/>
                    <a:pt x="373" y="2208"/>
                  </a:cubicBezTo>
                  <a:cubicBezTo>
                    <a:pt x="469" y="1784"/>
                    <a:pt x="469" y="1784"/>
                    <a:pt x="469" y="1784"/>
                  </a:cubicBezTo>
                  <a:cubicBezTo>
                    <a:pt x="423" y="1764"/>
                    <a:pt x="391" y="1719"/>
                    <a:pt x="391" y="1666"/>
                  </a:cubicBezTo>
                  <a:cubicBezTo>
                    <a:pt x="391" y="1614"/>
                    <a:pt x="422" y="1570"/>
                    <a:pt x="466" y="1549"/>
                  </a:cubicBezTo>
                  <a:cubicBezTo>
                    <a:pt x="466" y="1115"/>
                    <a:pt x="466" y="1115"/>
                    <a:pt x="466" y="1115"/>
                  </a:cubicBezTo>
                  <a:cubicBezTo>
                    <a:pt x="0" y="920"/>
                    <a:pt x="0" y="920"/>
                    <a:pt x="0" y="920"/>
                  </a:cubicBezTo>
                  <a:cubicBezTo>
                    <a:pt x="2050" y="0"/>
                    <a:pt x="2050" y="0"/>
                    <a:pt x="2050" y="0"/>
                  </a:cubicBezTo>
                  <a:cubicBezTo>
                    <a:pt x="3931" y="932"/>
                    <a:pt x="3931" y="932"/>
                    <a:pt x="3931" y="932"/>
                  </a:cubicBezTo>
                  <a:lnTo>
                    <a:pt x="3046" y="1287"/>
                  </a:lnTo>
                  <a:close/>
                  <a:moveTo>
                    <a:pt x="2004" y="1072"/>
                  </a:moveTo>
                  <a:cubicBezTo>
                    <a:pt x="2598" y="1072"/>
                    <a:pt x="2929" y="1386"/>
                    <a:pt x="2929" y="1386"/>
                  </a:cubicBezTo>
                  <a:cubicBezTo>
                    <a:pt x="2929" y="2147"/>
                    <a:pt x="2929" y="2147"/>
                    <a:pt x="2929" y="2147"/>
                  </a:cubicBezTo>
                  <a:cubicBezTo>
                    <a:pt x="2929" y="2147"/>
                    <a:pt x="2586" y="2392"/>
                    <a:pt x="1957" y="2392"/>
                  </a:cubicBezTo>
                  <a:cubicBezTo>
                    <a:pt x="1328" y="2392"/>
                    <a:pt x="1099" y="2147"/>
                    <a:pt x="1099" y="2147"/>
                  </a:cubicBezTo>
                  <a:cubicBezTo>
                    <a:pt x="1099" y="1386"/>
                    <a:pt x="1099" y="1386"/>
                    <a:pt x="1099" y="1386"/>
                  </a:cubicBezTo>
                  <a:cubicBezTo>
                    <a:pt x="1099" y="1386"/>
                    <a:pt x="1410" y="1072"/>
                    <a:pt x="2004" y="1072"/>
                  </a:cubicBezTo>
                  <a:close/>
                  <a:moveTo>
                    <a:pt x="1992" y="2252"/>
                  </a:moveTo>
                  <a:cubicBezTo>
                    <a:pt x="2404" y="2252"/>
                    <a:pt x="2738" y="2168"/>
                    <a:pt x="2738" y="2066"/>
                  </a:cubicBezTo>
                  <a:cubicBezTo>
                    <a:pt x="2738" y="1963"/>
                    <a:pt x="2404" y="1879"/>
                    <a:pt x="1992" y="1879"/>
                  </a:cubicBezTo>
                  <a:cubicBezTo>
                    <a:pt x="1581" y="1879"/>
                    <a:pt x="1247" y="1963"/>
                    <a:pt x="1247" y="2066"/>
                  </a:cubicBezTo>
                  <a:cubicBezTo>
                    <a:pt x="1247" y="2168"/>
                    <a:pt x="1581" y="2252"/>
                    <a:pt x="1992" y="2252"/>
                  </a:cubicBezTo>
                  <a:close/>
                </a:path>
              </a:pathLst>
            </a:custGeom>
            <a:solidFill>
              <a:schemeClr val="accent5">
                <a:lumMod val="75000"/>
              </a:schemeClr>
            </a:solidFill>
            <a:ln>
              <a:noFill/>
            </a:ln>
            <a:extLst>
              <a:ext uri="{91240B29-F687-4F45-9708-019B960494DF}">
                <a14:hiddenLine xmlns:a14="http://schemas.microsoft.com/office/drawing/2010/main" w="9525">
                  <a:solidFill>
                    <a:srgbClr val="000000"/>
                  </a:solidFill>
                  <a:round/>
                </a14:hiddenLine>
              </a:ext>
            </a:extLst>
          </p:spPr>
          <p:txBody>
            <a:bodyPr anchor="ctr" anchorCtr="1"/>
            <a:lstStyle>
              <a:defPPr>
                <a:defRPr lang="zh-CN"/>
              </a:defPPr>
              <a:lvl1pPr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1pPr>
              <a:lvl2pPr marL="4572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2pPr>
              <a:lvl3pPr marL="9144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3pPr>
              <a:lvl4pPr marL="13716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4pPr>
              <a:lvl5pPr marL="18288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5pPr>
              <a:lvl6pPr marL="2286000" algn="l" defTabSz="914400" rtl="0" eaLnBrk="1" latinLnBrk="0" hangingPunct="1">
                <a:defRPr kern="1200">
                  <a:solidFill>
                    <a:schemeClr val="tx1"/>
                  </a:solidFill>
                  <a:latin typeface="Calibri" panose="020F0502020204030204" charset="0"/>
                  <a:ea typeface="宋体" panose="02010600030101010101" pitchFamily="2" charset="-122"/>
                  <a:cs typeface="+mn-cs"/>
                </a:defRPr>
              </a:lvl6pPr>
              <a:lvl7pPr marL="2743200" algn="l" defTabSz="914400" rtl="0" eaLnBrk="1" latinLnBrk="0" hangingPunct="1">
                <a:defRPr kern="1200">
                  <a:solidFill>
                    <a:schemeClr val="tx1"/>
                  </a:solidFill>
                  <a:latin typeface="Calibri" panose="020F0502020204030204" charset="0"/>
                  <a:ea typeface="宋体" panose="02010600030101010101" pitchFamily="2" charset="-122"/>
                  <a:cs typeface="+mn-cs"/>
                </a:defRPr>
              </a:lvl7pPr>
              <a:lvl8pPr marL="3200400" algn="l" defTabSz="914400" rtl="0" eaLnBrk="1" latinLnBrk="0" hangingPunct="1">
                <a:defRPr kern="1200">
                  <a:solidFill>
                    <a:schemeClr val="tx1"/>
                  </a:solidFill>
                  <a:latin typeface="Calibri" panose="020F0502020204030204" charset="0"/>
                  <a:ea typeface="宋体" panose="02010600030101010101" pitchFamily="2" charset="-122"/>
                  <a:cs typeface="+mn-cs"/>
                </a:defRPr>
              </a:lvl8pPr>
              <a:lvl9pPr marL="3657600" algn="l" defTabSz="914400" rtl="0" eaLnBrk="1" latinLnBrk="0" hangingPunct="1">
                <a:defRPr kern="1200">
                  <a:solidFill>
                    <a:schemeClr val="tx1"/>
                  </a:solidFill>
                  <a:latin typeface="Calibri" panose="020F0502020204030204" charset="0"/>
                  <a:ea typeface="宋体" panose="02010600030101010101" pitchFamily="2" charset="-122"/>
                  <a:cs typeface="+mn-cs"/>
                </a:defRPr>
              </a:lvl9pPr>
            </a:lstStyle>
            <a:p>
              <a:endParaRPr lang="zh-CN" altLang="en-US" dirty="0">
                <a:ea typeface="微软雅黑" panose="020B0503020204020204" pitchFamily="34" charset="-122"/>
              </a:endParaRPr>
            </a:p>
          </p:txBody>
        </p:sp>
        <p:sp>
          <p:nvSpPr>
            <p:cNvPr id="6" name="文本框 5"/>
            <p:cNvSpPr txBox="1"/>
            <p:nvPr/>
          </p:nvSpPr>
          <p:spPr>
            <a:xfrm>
              <a:off x="1360" y="3130"/>
              <a:ext cx="8372" cy="1440"/>
            </a:xfrm>
            <a:prstGeom prst="rect">
              <a:avLst/>
            </a:prstGeom>
            <a:noFill/>
          </p:spPr>
          <p:txBody>
            <a:bodyPr wrap="square" rtlCol="0">
              <a:spAutoFit/>
            </a:bodyPr>
            <a:lstStyle/>
            <a:p>
              <a:pPr algn="l" eaLnBrk="1" fontAlgn="auto" hangingPunct="1">
                <a:spcBef>
                  <a:spcPts val="0"/>
                </a:spcBef>
                <a:spcAft>
                  <a:spcPts val="0"/>
                </a:spcAft>
                <a:defRPr/>
              </a:pPr>
              <a:r>
                <a:rPr lang="en-US" altLang="zh-CN" dirty="0">
                  <a:solidFill>
                    <a:schemeClr val="bg2">
                      <a:lumMod val="50000"/>
                    </a:schemeClr>
                  </a:solidFill>
                  <a:sym typeface="+mn-ea"/>
                </a:rPr>
                <a:t>      </a:t>
              </a:r>
              <a:r>
                <a:rPr>
                  <a:sym typeface="+mn-ea"/>
                </a:rPr>
                <a:t>动态行为描述系统随时间推移而发生的行为。动态行为视图包括部署视图、状态视图、活动视图和交互视图（由顺序图、协作图构成）。</a:t>
              </a:r>
            </a:p>
          </p:txBody>
        </p:sp>
      </p:grpSp>
      <p:grpSp>
        <p:nvGrpSpPr>
          <p:cNvPr id="12" name="组合 11"/>
          <p:cNvGrpSpPr/>
          <p:nvPr/>
        </p:nvGrpSpPr>
        <p:grpSpPr>
          <a:xfrm>
            <a:off x="594995" y="2514600"/>
            <a:ext cx="11588750" cy="2853690"/>
            <a:chOff x="2095" y="3603"/>
            <a:chExt cx="18250" cy="4494"/>
          </a:xfrm>
        </p:grpSpPr>
        <p:sp>
          <p:nvSpPr>
            <p:cNvPr id="8" name="MH_SubTitle_2"/>
            <p:cNvSpPr/>
            <p:nvPr>
              <p:custDataLst>
                <p:tags r:id="rId1"/>
              </p:custDataLst>
            </p:nvPr>
          </p:nvSpPr>
          <p:spPr>
            <a:xfrm>
              <a:off x="2095" y="4093"/>
              <a:ext cx="3088" cy="3318"/>
            </a:xfrm>
            <a:custGeom>
              <a:avLst/>
              <a:gdLst>
                <a:gd name="connsiteX0" fmla="*/ 701384 w 1754501"/>
                <a:gd name="connsiteY0" fmla="*/ 0 h 2106234"/>
                <a:gd name="connsiteX1" fmla="*/ 1754501 w 1754501"/>
                <a:gd name="connsiteY1" fmla="*/ 1053117 h 2106234"/>
                <a:gd name="connsiteX2" fmla="*/ 701384 w 1754501"/>
                <a:gd name="connsiteY2" fmla="*/ 2106234 h 2106234"/>
                <a:gd name="connsiteX3" fmla="*/ 1391 w 1754501"/>
                <a:gd name="connsiteY3" fmla="*/ 1406241 h 2106234"/>
                <a:gd name="connsiteX4" fmla="*/ 353124 w 1754501"/>
                <a:gd name="connsiteY4" fmla="*/ 1054508 h 2106234"/>
                <a:gd name="connsiteX5" fmla="*/ 695 w 1754501"/>
                <a:gd name="connsiteY5" fmla="*/ 702079 h 2106234"/>
                <a:gd name="connsiteX6" fmla="*/ 695 w 1754501"/>
                <a:gd name="connsiteY6" fmla="*/ 702079 h 2106234"/>
                <a:gd name="connsiteX7" fmla="*/ 0 w 1754501"/>
                <a:gd name="connsiteY7" fmla="*/ 701384 h 210623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754501" h="2106234">
                  <a:moveTo>
                    <a:pt x="701384" y="0"/>
                  </a:moveTo>
                  <a:lnTo>
                    <a:pt x="1754501" y="1053117"/>
                  </a:lnTo>
                  <a:lnTo>
                    <a:pt x="701384" y="2106234"/>
                  </a:lnTo>
                  <a:lnTo>
                    <a:pt x="1391" y="1406241"/>
                  </a:lnTo>
                  <a:lnTo>
                    <a:pt x="353124" y="1054508"/>
                  </a:lnTo>
                  <a:lnTo>
                    <a:pt x="695" y="702079"/>
                  </a:lnTo>
                  <a:lnTo>
                    <a:pt x="695" y="702079"/>
                  </a:lnTo>
                  <a:lnTo>
                    <a:pt x="0" y="701384"/>
                  </a:lnTo>
                  <a:close/>
                </a:path>
              </a:pathLst>
            </a:custGeom>
            <a:solidFill>
              <a:schemeClr val="accent6">
                <a:lumMod val="75000"/>
              </a:schemeClr>
            </a:solidFill>
            <a:ln w="12700">
              <a:solidFill>
                <a:schemeClr val="bg1"/>
              </a:solidFill>
            </a:ln>
            <a:effectLst/>
          </p:spPr>
          <p:style>
            <a:lnRef idx="2">
              <a:schemeClr val="accent1">
                <a:shade val="50000"/>
              </a:schemeClr>
            </a:lnRef>
            <a:fillRef idx="1">
              <a:schemeClr val="accent1"/>
            </a:fillRef>
            <a:effectRef idx="0">
              <a:schemeClr val="accent1"/>
            </a:effectRef>
            <a:fontRef idx="minor">
              <a:schemeClr val="lt1"/>
            </a:fontRef>
          </p:style>
          <p:txBody>
            <a:bodyPr lIns="216000" anchor="ctr">
              <a:normAutofit/>
            </a:bodyPr>
            <a:lstStyle/>
            <a:p>
              <a:pPr algn="ctr" eaLnBrk="1" fontAlgn="auto" hangingPunct="1">
                <a:spcBef>
                  <a:spcPts val="0"/>
                </a:spcBef>
                <a:spcAft>
                  <a:spcPts val="0"/>
                </a:spcAft>
                <a:defRPr/>
              </a:pPr>
              <a:r>
                <a:rPr lang="zh-CN" altLang="en-US" sz="2400" dirty="0">
                  <a:solidFill>
                    <a:schemeClr val="bg1"/>
                  </a:solidFill>
                  <a:latin typeface="微软雅黑" panose="020B0503020204020204" charset="-122"/>
                  <a:ea typeface="微软雅黑" panose="020B0503020204020204" charset="-122"/>
                </a:rPr>
                <a:t>动态行为</a:t>
              </a:r>
            </a:p>
          </p:txBody>
        </p:sp>
        <p:cxnSp>
          <p:nvCxnSpPr>
            <p:cNvPr id="9" name="MH_Other_6"/>
            <p:cNvCxnSpPr>
              <a:stCxn id="15" idx="3"/>
              <a:endCxn id="14" idx="2"/>
            </p:cNvCxnSpPr>
            <p:nvPr>
              <p:custDataLst>
                <p:tags r:id="rId2"/>
              </p:custDataLst>
            </p:nvPr>
          </p:nvCxnSpPr>
          <p:spPr>
            <a:xfrm flipH="1">
              <a:off x="4127" y="4041"/>
              <a:ext cx="1989" cy="52"/>
            </a:xfrm>
            <a:prstGeom prst="line">
              <a:avLst/>
            </a:prstGeom>
            <a:ln w="19050">
              <a:solidFill>
                <a:srgbClr val="B4B4B4"/>
              </a:solidFill>
            </a:ln>
          </p:spPr>
          <p:style>
            <a:lnRef idx="1">
              <a:schemeClr val="accent1"/>
            </a:lnRef>
            <a:fillRef idx="0">
              <a:schemeClr val="accent1"/>
            </a:fillRef>
            <a:effectRef idx="0">
              <a:schemeClr val="accent1"/>
            </a:effectRef>
            <a:fontRef idx="minor">
              <a:schemeClr val="tx1"/>
            </a:fontRef>
          </p:style>
        </p:cxnSp>
        <p:cxnSp>
          <p:nvCxnSpPr>
            <p:cNvPr id="10" name="MH_Other_7"/>
            <p:cNvCxnSpPr/>
            <p:nvPr>
              <p:custDataLst>
                <p:tags r:id="rId3"/>
              </p:custDataLst>
            </p:nvPr>
          </p:nvCxnSpPr>
          <p:spPr>
            <a:xfrm rot="5400000">
              <a:off x="6278" y="4596"/>
              <a:ext cx="1" cy="1150"/>
            </a:xfrm>
            <a:prstGeom prst="line">
              <a:avLst/>
            </a:prstGeom>
            <a:ln w="19050">
              <a:solidFill>
                <a:srgbClr val="B4B4B4"/>
              </a:solidFill>
            </a:ln>
          </p:spPr>
          <p:style>
            <a:lnRef idx="1">
              <a:schemeClr val="accent1"/>
            </a:lnRef>
            <a:fillRef idx="0">
              <a:schemeClr val="accent1"/>
            </a:fillRef>
            <a:effectRef idx="0">
              <a:schemeClr val="accent1"/>
            </a:effectRef>
            <a:fontRef idx="minor">
              <a:schemeClr val="tx1"/>
            </a:fontRef>
          </p:style>
        </p:cxnSp>
        <p:cxnSp>
          <p:nvCxnSpPr>
            <p:cNvPr id="11" name="MH_Other_8"/>
            <p:cNvCxnSpPr/>
            <p:nvPr>
              <p:custDataLst>
                <p:tags r:id="rId4"/>
              </p:custDataLst>
            </p:nvPr>
          </p:nvCxnSpPr>
          <p:spPr>
            <a:xfrm flipH="1">
              <a:off x="5680" y="6453"/>
              <a:ext cx="943" cy="0"/>
            </a:xfrm>
            <a:prstGeom prst="line">
              <a:avLst/>
            </a:prstGeom>
            <a:ln w="19050">
              <a:solidFill>
                <a:srgbClr val="B4B4B4"/>
              </a:solidFill>
            </a:ln>
          </p:spPr>
          <p:style>
            <a:lnRef idx="1">
              <a:schemeClr val="accent1"/>
            </a:lnRef>
            <a:fillRef idx="0">
              <a:schemeClr val="accent1"/>
            </a:fillRef>
            <a:effectRef idx="0">
              <a:schemeClr val="accent1"/>
            </a:effectRef>
            <a:fontRef idx="minor">
              <a:schemeClr val="tx1"/>
            </a:fontRef>
          </p:style>
        </p:cxnSp>
        <p:cxnSp>
          <p:nvCxnSpPr>
            <p:cNvPr id="13" name="MH_Other_9"/>
            <p:cNvCxnSpPr>
              <a:stCxn id="18" idx="3"/>
              <a:endCxn id="14" idx="0"/>
            </p:cNvCxnSpPr>
            <p:nvPr>
              <p:custDataLst>
                <p:tags r:id="rId5"/>
              </p:custDataLst>
            </p:nvPr>
          </p:nvCxnSpPr>
          <p:spPr>
            <a:xfrm flipH="1">
              <a:off x="4244" y="7643"/>
              <a:ext cx="1946" cy="10"/>
            </a:xfrm>
            <a:prstGeom prst="line">
              <a:avLst/>
            </a:prstGeom>
            <a:ln w="19050">
              <a:solidFill>
                <a:srgbClr val="B4B4B4"/>
              </a:solidFill>
            </a:ln>
          </p:spPr>
          <p:style>
            <a:lnRef idx="1">
              <a:schemeClr val="accent1"/>
            </a:lnRef>
            <a:fillRef idx="0">
              <a:schemeClr val="accent1"/>
            </a:fillRef>
            <a:effectRef idx="0">
              <a:schemeClr val="accent1"/>
            </a:effectRef>
            <a:fontRef idx="minor">
              <a:schemeClr val="tx1"/>
            </a:fontRef>
          </p:style>
        </p:cxnSp>
        <p:sp>
          <p:nvSpPr>
            <p:cNvPr id="14" name="MH_Other_10"/>
            <p:cNvSpPr/>
            <p:nvPr>
              <p:custDataLst>
                <p:tags r:id="rId6"/>
              </p:custDataLst>
            </p:nvPr>
          </p:nvSpPr>
          <p:spPr>
            <a:xfrm flipH="1">
              <a:off x="4127" y="4093"/>
              <a:ext cx="1677" cy="3560"/>
            </a:xfrm>
            <a:custGeom>
              <a:avLst/>
              <a:gdLst>
                <a:gd name="connsiteX0" fmla="*/ 1656184 w 1779897"/>
                <a:gd name="connsiteY0" fmla="*/ 0 h 5164353"/>
                <a:gd name="connsiteX1" fmla="*/ 1656184 w 1779897"/>
                <a:gd name="connsiteY1" fmla="*/ 5164353 h 5164353"/>
                <a:gd name="connsiteX2" fmla="*/ 0 w 1779897"/>
                <a:gd name="connsiteY2" fmla="*/ 2582176 h 5164353"/>
                <a:gd name="connsiteX3" fmla="*/ 1779897 w 1779897"/>
                <a:gd name="connsiteY3" fmla="*/ 123713 h 5164353"/>
                <a:gd name="connsiteX0-1" fmla="*/ 1656184 w 1779897"/>
                <a:gd name="connsiteY0-2" fmla="*/ 5040640 h 5040640"/>
                <a:gd name="connsiteX1-3" fmla="*/ 0 w 1779897"/>
                <a:gd name="connsiteY1-4" fmla="*/ 2458463 h 5040640"/>
                <a:gd name="connsiteX2-5" fmla="*/ 1779897 w 1779897"/>
                <a:gd name="connsiteY2-6" fmla="*/ 0 h 5040640"/>
              </a:gdLst>
              <a:ahLst/>
              <a:cxnLst>
                <a:cxn ang="0">
                  <a:pos x="connsiteX0-1" y="connsiteY0-2"/>
                </a:cxn>
                <a:cxn ang="0">
                  <a:pos x="connsiteX1-3" y="connsiteY1-4"/>
                </a:cxn>
                <a:cxn ang="0">
                  <a:pos x="connsiteX2-5" y="connsiteY2-6"/>
                </a:cxn>
              </a:cxnLst>
              <a:rect l="l" t="t" r="r" b="b"/>
              <a:pathLst>
                <a:path w="1779897" h="5040640">
                  <a:moveTo>
                    <a:pt x="1656184" y="5040640"/>
                  </a:moveTo>
                  <a:cubicBezTo>
                    <a:pt x="672218" y="4560603"/>
                    <a:pt x="0" y="3584328"/>
                    <a:pt x="0" y="2458463"/>
                  </a:cubicBezTo>
                  <a:cubicBezTo>
                    <a:pt x="0" y="1332599"/>
                    <a:pt x="672218" y="356323"/>
                    <a:pt x="1779897" y="0"/>
                  </a:cubicBezTo>
                </a:path>
              </a:pathLst>
            </a:custGeom>
            <a:noFill/>
            <a:ln w="76200" cmpd="sng">
              <a:solidFill>
                <a:schemeClr val="accent6">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sz="1350">
                <a:solidFill>
                  <a:srgbClr val="FFFFFF"/>
                </a:solidFill>
                <a:latin typeface="微软雅黑" panose="020B0503020204020204" charset="-122"/>
                <a:ea typeface="微软雅黑" panose="020B0503020204020204" charset="-122"/>
              </a:endParaRPr>
            </a:p>
          </p:txBody>
        </p:sp>
        <p:sp>
          <p:nvSpPr>
            <p:cNvPr id="15" name="MH_Text_2"/>
            <p:cNvSpPr/>
            <p:nvPr>
              <p:custDataLst>
                <p:tags r:id="rId7"/>
              </p:custDataLst>
            </p:nvPr>
          </p:nvSpPr>
          <p:spPr>
            <a:xfrm rot="25868" flipH="1">
              <a:off x="6116" y="3603"/>
              <a:ext cx="2304" cy="893"/>
            </a:xfrm>
            <a:prstGeom prst="rect">
              <a:avLst/>
            </a:prstGeom>
            <a:solidFill>
              <a:schemeClr val="accent6">
                <a:lumMod val="60000"/>
                <a:lumOff val="40000"/>
              </a:schemeClr>
            </a:solidFill>
            <a:ln w="12700">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normAutofit/>
            </a:bodyPr>
            <a:lstStyle/>
            <a:p>
              <a:pPr algn="ctr" eaLnBrk="1" fontAlgn="auto" hangingPunct="1">
                <a:spcBef>
                  <a:spcPts val="0"/>
                </a:spcBef>
                <a:spcAft>
                  <a:spcPts val="0"/>
                </a:spcAft>
                <a:defRPr/>
              </a:pPr>
              <a:r>
                <a:rPr lang="zh-CN" altLang="en-US" sz="2400" dirty="0">
                  <a:solidFill>
                    <a:srgbClr val="000000"/>
                  </a:solidFill>
                  <a:latin typeface="微软雅黑" panose="020B0503020204020204" charset="-122"/>
                  <a:ea typeface="微软雅黑" panose="020B0503020204020204" charset="-122"/>
                </a:rPr>
                <a:t>部署视图</a:t>
              </a:r>
            </a:p>
          </p:txBody>
        </p:sp>
        <p:sp>
          <p:nvSpPr>
            <p:cNvPr id="16" name="MH_Text_4"/>
            <p:cNvSpPr/>
            <p:nvPr>
              <p:custDataLst>
                <p:tags r:id="rId8"/>
              </p:custDataLst>
            </p:nvPr>
          </p:nvSpPr>
          <p:spPr>
            <a:xfrm rot="25868" flipH="1">
              <a:off x="6566" y="4732"/>
              <a:ext cx="2417" cy="893"/>
            </a:xfrm>
            <a:prstGeom prst="rect">
              <a:avLst/>
            </a:prstGeom>
            <a:solidFill>
              <a:schemeClr val="accent6">
                <a:lumMod val="60000"/>
                <a:lumOff val="40000"/>
              </a:schemeClr>
            </a:solidFill>
            <a:ln w="12700">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normAutofit/>
            </a:bodyPr>
            <a:lstStyle/>
            <a:p>
              <a:pPr algn="ctr" eaLnBrk="1" fontAlgn="auto" hangingPunct="1">
                <a:spcBef>
                  <a:spcPts val="0"/>
                </a:spcBef>
                <a:spcAft>
                  <a:spcPts val="0"/>
                </a:spcAft>
                <a:defRPr/>
              </a:pPr>
              <a:r>
                <a:rPr lang="zh-CN" altLang="en-US" sz="2400" dirty="0">
                  <a:solidFill>
                    <a:srgbClr val="000000"/>
                  </a:solidFill>
                  <a:latin typeface="微软雅黑" panose="020B0503020204020204" charset="-122"/>
                  <a:ea typeface="微软雅黑" panose="020B0503020204020204" charset="-122"/>
                </a:rPr>
                <a:t>状态视图</a:t>
              </a:r>
            </a:p>
          </p:txBody>
        </p:sp>
        <p:sp>
          <p:nvSpPr>
            <p:cNvPr id="17" name="MH_Text_6"/>
            <p:cNvSpPr/>
            <p:nvPr>
              <p:custDataLst>
                <p:tags r:id="rId9"/>
              </p:custDataLst>
            </p:nvPr>
          </p:nvSpPr>
          <p:spPr>
            <a:xfrm rot="25868" flipH="1">
              <a:off x="6615" y="6012"/>
              <a:ext cx="2369" cy="893"/>
            </a:xfrm>
            <a:prstGeom prst="rect">
              <a:avLst/>
            </a:prstGeom>
            <a:solidFill>
              <a:schemeClr val="accent6">
                <a:lumMod val="60000"/>
                <a:lumOff val="40000"/>
              </a:schemeClr>
            </a:solidFill>
            <a:ln w="12700">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normAutofit/>
            </a:bodyPr>
            <a:lstStyle/>
            <a:p>
              <a:pPr algn="ctr" eaLnBrk="1" fontAlgn="auto" hangingPunct="1">
                <a:spcBef>
                  <a:spcPts val="0"/>
                </a:spcBef>
                <a:spcAft>
                  <a:spcPts val="0"/>
                </a:spcAft>
                <a:defRPr/>
              </a:pPr>
              <a:r>
                <a:rPr lang="zh-CN" altLang="en-US" sz="2400" dirty="0">
                  <a:solidFill>
                    <a:srgbClr val="000000"/>
                  </a:solidFill>
                  <a:latin typeface="微软雅黑" panose="020B0503020204020204" charset="-122"/>
                  <a:ea typeface="微软雅黑" panose="020B0503020204020204" charset="-122"/>
                </a:rPr>
                <a:t>活动视图</a:t>
              </a:r>
            </a:p>
          </p:txBody>
        </p:sp>
        <p:sp>
          <p:nvSpPr>
            <p:cNvPr id="18" name="MH_Text_8"/>
            <p:cNvSpPr/>
            <p:nvPr>
              <p:custDataLst>
                <p:tags r:id="rId10"/>
              </p:custDataLst>
            </p:nvPr>
          </p:nvSpPr>
          <p:spPr>
            <a:xfrm rot="25868" flipH="1">
              <a:off x="6190" y="7204"/>
              <a:ext cx="2231" cy="893"/>
            </a:xfrm>
            <a:prstGeom prst="rect">
              <a:avLst/>
            </a:prstGeom>
            <a:solidFill>
              <a:schemeClr val="accent6">
                <a:lumMod val="60000"/>
                <a:lumOff val="40000"/>
              </a:schemeClr>
            </a:solidFill>
            <a:ln w="12700">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eaLnBrk="1" fontAlgn="auto" hangingPunct="1">
                <a:spcBef>
                  <a:spcPts val="0"/>
                </a:spcBef>
                <a:spcAft>
                  <a:spcPts val="0"/>
                </a:spcAft>
                <a:defRPr/>
              </a:pPr>
              <a:r>
                <a:rPr lang="zh-CN" altLang="en-US" sz="2400" dirty="0">
                  <a:solidFill>
                    <a:srgbClr val="000000"/>
                  </a:solidFill>
                  <a:latin typeface="微软雅黑" panose="020B0503020204020204" charset="-122"/>
                  <a:ea typeface="微软雅黑" panose="020B0503020204020204" charset="-122"/>
                </a:rPr>
                <a:t>交互视图</a:t>
              </a:r>
            </a:p>
          </p:txBody>
        </p:sp>
        <p:sp>
          <p:nvSpPr>
            <p:cNvPr id="22" name="MH_Text_2"/>
            <p:cNvSpPr>
              <a:spLocks noChangeArrowheads="1"/>
            </p:cNvSpPr>
            <p:nvPr>
              <p:custDataLst>
                <p:tags r:id="rId11"/>
              </p:custDataLst>
            </p:nvPr>
          </p:nvSpPr>
          <p:spPr bwMode="auto">
            <a:xfrm>
              <a:off x="9311" y="3673"/>
              <a:ext cx="9702" cy="7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180000" tIns="144000" rIns="0" bIns="144000">
              <a:noAutofit/>
            </a:bodyPr>
            <a:lstStyle>
              <a:lvl1pPr>
                <a:defRPr>
                  <a:solidFill>
                    <a:schemeClr val="tx1"/>
                  </a:solidFill>
                  <a:latin typeface="Arial Narrow" panose="020B0606020202030204" pitchFamily="34" charset="0"/>
                  <a:ea typeface="宋体" panose="02010600030101010101" pitchFamily="2" charset="-122"/>
                </a:defRPr>
              </a:lvl1pPr>
              <a:lvl2pPr marL="742950" indent="-285750">
                <a:defRPr>
                  <a:solidFill>
                    <a:schemeClr val="tx1"/>
                  </a:solidFill>
                  <a:latin typeface="Arial Narrow" panose="020B0606020202030204" pitchFamily="34" charset="0"/>
                  <a:ea typeface="宋体" panose="02010600030101010101" pitchFamily="2" charset="-122"/>
                </a:defRPr>
              </a:lvl2pPr>
              <a:lvl3pPr marL="1143000" indent="-228600">
                <a:defRPr>
                  <a:solidFill>
                    <a:schemeClr val="tx1"/>
                  </a:solidFill>
                  <a:latin typeface="Arial Narrow" panose="020B0606020202030204" pitchFamily="34" charset="0"/>
                  <a:ea typeface="宋体" panose="02010600030101010101" pitchFamily="2" charset="-122"/>
                </a:defRPr>
              </a:lvl3pPr>
              <a:lvl4pPr marL="1600200" indent="-228600">
                <a:defRPr>
                  <a:solidFill>
                    <a:schemeClr val="tx1"/>
                  </a:solidFill>
                  <a:latin typeface="Arial Narrow" panose="020B0606020202030204" pitchFamily="34" charset="0"/>
                  <a:ea typeface="宋体" panose="02010600030101010101" pitchFamily="2" charset="-122"/>
                </a:defRPr>
              </a:lvl4pPr>
              <a:lvl5pPr marL="2057400" indent="-228600">
                <a:defRPr>
                  <a:solidFill>
                    <a:schemeClr val="tx1"/>
                  </a:solidFill>
                  <a:latin typeface="Arial Narrow" panose="020B060602020203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Narrow" panose="020B060602020203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Narrow" panose="020B060602020203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Narrow" panose="020B060602020203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Narrow" panose="020B0606020202030204" pitchFamily="34" charset="0"/>
                  <a:ea typeface="宋体" panose="02010600030101010101" pitchFamily="2" charset="-122"/>
                </a:defRPr>
              </a:lvl9pPr>
            </a:lstStyle>
            <a:p>
              <a:pPr>
                <a:lnSpc>
                  <a:spcPct val="120000"/>
                </a:lnSpc>
              </a:pPr>
              <a:r>
                <a:rPr dirty="0">
                  <a:ea typeface="微软雅黑" panose="020B0503020204020204" pitchFamily="34" charset="-122"/>
                </a:rPr>
                <a:t>由部署图组成，主要概念为结点、构件、依赖关系、位置。</a:t>
              </a:r>
            </a:p>
          </p:txBody>
        </p:sp>
        <p:sp>
          <p:nvSpPr>
            <p:cNvPr id="23" name="MH_Text_2"/>
            <p:cNvSpPr>
              <a:spLocks noChangeArrowheads="1"/>
            </p:cNvSpPr>
            <p:nvPr>
              <p:custDataLst>
                <p:tags r:id="rId12"/>
              </p:custDataLst>
            </p:nvPr>
          </p:nvSpPr>
          <p:spPr bwMode="auto">
            <a:xfrm>
              <a:off x="9311" y="4846"/>
              <a:ext cx="9388" cy="7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180000" tIns="144000" rIns="0" bIns="144000">
              <a:noAutofit/>
            </a:bodyPr>
            <a:lstStyle>
              <a:lvl1pPr>
                <a:defRPr>
                  <a:solidFill>
                    <a:schemeClr val="tx1"/>
                  </a:solidFill>
                  <a:latin typeface="Arial Narrow" panose="020B0606020202030204" pitchFamily="34" charset="0"/>
                  <a:ea typeface="宋体" panose="02010600030101010101" pitchFamily="2" charset="-122"/>
                </a:defRPr>
              </a:lvl1pPr>
              <a:lvl2pPr marL="742950" indent="-285750">
                <a:defRPr>
                  <a:solidFill>
                    <a:schemeClr val="tx1"/>
                  </a:solidFill>
                  <a:latin typeface="Arial Narrow" panose="020B0606020202030204" pitchFamily="34" charset="0"/>
                  <a:ea typeface="宋体" panose="02010600030101010101" pitchFamily="2" charset="-122"/>
                </a:defRPr>
              </a:lvl2pPr>
              <a:lvl3pPr marL="1143000" indent="-228600">
                <a:defRPr>
                  <a:solidFill>
                    <a:schemeClr val="tx1"/>
                  </a:solidFill>
                  <a:latin typeface="Arial Narrow" panose="020B0606020202030204" pitchFamily="34" charset="0"/>
                  <a:ea typeface="宋体" panose="02010600030101010101" pitchFamily="2" charset="-122"/>
                </a:defRPr>
              </a:lvl3pPr>
              <a:lvl4pPr marL="1600200" indent="-228600">
                <a:defRPr>
                  <a:solidFill>
                    <a:schemeClr val="tx1"/>
                  </a:solidFill>
                  <a:latin typeface="Arial Narrow" panose="020B0606020202030204" pitchFamily="34" charset="0"/>
                  <a:ea typeface="宋体" panose="02010600030101010101" pitchFamily="2" charset="-122"/>
                </a:defRPr>
              </a:lvl4pPr>
              <a:lvl5pPr marL="2057400" indent="-228600">
                <a:defRPr>
                  <a:solidFill>
                    <a:schemeClr val="tx1"/>
                  </a:solidFill>
                  <a:latin typeface="Arial Narrow" panose="020B060602020203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Narrow" panose="020B060602020203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Narrow" panose="020B060602020203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Narrow" panose="020B060602020203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Narrow" panose="020B0606020202030204" pitchFamily="34" charset="0"/>
                  <a:ea typeface="宋体" panose="02010600030101010101" pitchFamily="2" charset="-122"/>
                </a:defRPr>
              </a:lvl9pPr>
            </a:lstStyle>
            <a:p>
              <a:pPr>
                <a:lnSpc>
                  <a:spcPct val="120000"/>
                </a:lnSpc>
              </a:pPr>
              <a:r>
                <a:rPr dirty="0">
                  <a:ea typeface="微软雅黑" panose="020B0503020204020204" pitchFamily="34" charset="-122"/>
                </a:rPr>
                <a:t>由状态图组成，主要概念为状态、事件、转换、动作。</a:t>
              </a:r>
            </a:p>
          </p:txBody>
        </p:sp>
        <p:sp>
          <p:nvSpPr>
            <p:cNvPr id="24" name="MH_Text_2"/>
            <p:cNvSpPr>
              <a:spLocks noChangeArrowheads="1"/>
            </p:cNvSpPr>
            <p:nvPr>
              <p:custDataLst>
                <p:tags r:id="rId13"/>
              </p:custDataLst>
            </p:nvPr>
          </p:nvSpPr>
          <p:spPr bwMode="auto">
            <a:xfrm>
              <a:off x="9311" y="6003"/>
              <a:ext cx="11034" cy="7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180000" tIns="144000" rIns="0" bIns="144000">
              <a:noAutofit/>
            </a:bodyPr>
            <a:lstStyle>
              <a:lvl1pPr>
                <a:defRPr>
                  <a:solidFill>
                    <a:schemeClr val="tx1"/>
                  </a:solidFill>
                  <a:latin typeface="Arial Narrow" panose="020B0606020202030204" pitchFamily="34" charset="0"/>
                  <a:ea typeface="宋体" panose="02010600030101010101" pitchFamily="2" charset="-122"/>
                </a:defRPr>
              </a:lvl1pPr>
              <a:lvl2pPr marL="742950" indent="-285750">
                <a:defRPr>
                  <a:solidFill>
                    <a:schemeClr val="tx1"/>
                  </a:solidFill>
                  <a:latin typeface="Arial Narrow" panose="020B0606020202030204" pitchFamily="34" charset="0"/>
                  <a:ea typeface="宋体" panose="02010600030101010101" pitchFamily="2" charset="-122"/>
                </a:defRPr>
              </a:lvl2pPr>
              <a:lvl3pPr marL="1143000" indent="-228600">
                <a:defRPr>
                  <a:solidFill>
                    <a:schemeClr val="tx1"/>
                  </a:solidFill>
                  <a:latin typeface="Arial Narrow" panose="020B0606020202030204" pitchFamily="34" charset="0"/>
                  <a:ea typeface="宋体" panose="02010600030101010101" pitchFamily="2" charset="-122"/>
                </a:defRPr>
              </a:lvl3pPr>
              <a:lvl4pPr marL="1600200" indent="-228600">
                <a:defRPr>
                  <a:solidFill>
                    <a:schemeClr val="tx1"/>
                  </a:solidFill>
                  <a:latin typeface="Arial Narrow" panose="020B0606020202030204" pitchFamily="34" charset="0"/>
                  <a:ea typeface="宋体" panose="02010600030101010101" pitchFamily="2" charset="-122"/>
                </a:defRPr>
              </a:lvl4pPr>
              <a:lvl5pPr marL="2057400" indent="-228600">
                <a:defRPr>
                  <a:solidFill>
                    <a:schemeClr val="tx1"/>
                  </a:solidFill>
                  <a:latin typeface="Arial Narrow" panose="020B060602020203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Narrow" panose="020B060602020203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Narrow" panose="020B060602020203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Narrow" panose="020B060602020203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Narrow" panose="020B0606020202030204" pitchFamily="34" charset="0"/>
                  <a:ea typeface="宋体" panose="02010600030101010101" pitchFamily="2" charset="-122"/>
                </a:defRPr>
              </a:lvl9pPr>
            </a:lstStyle>
            <a:p>
              <a:pPr>
                <a:lnSpc>
                  <a:spcPct val="120000"/>
                </a:lnSpc>
              </a:pPr>
              <a:r>
                <a:rPr dirty="0">
                  <a:ea typeface="微软雅黑" panose="020B0503020204020204" pitchFamily="34" charset="-122"/>
                </a:rPr>
                <a:t>由活动图组成，主要概念为状态、活动、转换、分叉、结合。</a:t>
              </a:r>
            </a:p>
          </p:txBody>
        </p:sp>
        <p:sp>
          <p:nvSpPr>
            <p:cNvPr id="25" name="MH_Text_2"/>
            <p:cNvSpPr>
              <a:spLocks noChangeArrowheads="1"/>
            </p:cNvSpPr>
            <p:nvPr>
              <p:custDataLst>
                <p:tags r:id="rId14"/>
              </p:custDataLst>
            </p:nvPr>
          </p:nvSpPr>
          <p:spPr bwMode="auto">
            <a:xfrm>
              <a:off x="9311" y="7196"/>
              <a:ext cx="10495" cy="7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180000" tIns="144000" rIns="0" bIns="144000">
              <a:noAutofit/>
            </a:bodyPr>
            <a:lstStyle>
              <a:lvl1pPr>
                <a:defRPr>
                  <a:solidFill>
                    <a:schemeClr val="tx1"/>
                  </a:solidFill>
                  <a:latin typeface="Arial Narrow" panose="020B0606020202030204" pitchFamily="34" charset="0"/>
                  <a:ea typeface="宋体" panose="02010600030101010101" pitchFamily="2" charset="-122"/>
                </a:defRPr>
              </a:lvl1pPr>
              <a:lvl2pPr marL="742950" indent="-285750">
                <a:defRPr>
                  <a:solidFill>
                    <a:schemeClr val="tx1"/>
                  </a:solidFill>
                  <a:latin typeface="Arial Narrow" panose="020B0606020202030204" pitchFamily="34" charset="0"/>
                  <a:ea typeface="宋体" panose="02010600030101010101" pitchFamily="2" charset="-122"/>
                </a:defRPr>
              </a:lvl2pPr>
              <a:lvl3pPr marL="1143000" indent="-228600">
                <a:defRPr>
                  <a:solidFill>
                    <a:schemeClr val="tx1"/>
                  </a:solidFill>
                  <a:latin typeface="Arial Narrow" panose="020B0606020202030204" pitchFamily="34" charset="0"/>
                  <a:ea typeface="宋体" panose="02010600030101010101" pitchFamily="2" charset="-122"/>
                </a:defRPr>
              </a:lvl3pPr>
              <a:lvl4pPr marL="1600200" indent="-228600">
                <a:defRPr>
                  <a:solidFill>
                    <a:schemeClr val="tx1"/>
                  </a:solidFill>
                  <a:latin typeface="Arial Narrow" panose="020B0606020202030204" pitchFamily="34" charset="0"/>
                  <a:ea typeface="宋体" panose="02010600030101010101" pitchFamily="2" charset="-122"/>
                </a:defRPr>
              </a:lvl4pPr>
              <a:lvl5pPr marL="2057400" indent="-228600">
                <a:defRPr>
                  <a:solidFill>
                    <a:schemeClr val="tx1"/>
                  </a:solidFill>
                  <a:latin typeface="Arial Narrow" panose="020B060602020203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Narrow" panose="020B060602020203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Narrow" panose="020B060602020203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Narrow" panose="020B060602020203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Narrow" panose="020B0606020202030204" pitchFamily="34" charset="0"/>
                  <a:ea typeface="宋体" panose="02010600030101010101" pitchFamily="2" charset="-122"/>
                </a:defRPr>
              </a:lvl9pPr>
            </a:lstStyle>
            <a:p>
              <a:pPr>
                <a:lnSpc>
                  <a:spcPct val="120000"/>
                </a:lnSpc>
              </a:pPr>
              <a:r>
                <a:rPr dirty="0">
                  <a:ea typeface="微软雅黑" panose="020B0503020204020204" pitchFamily="34" charset="-122"/>
                </a:rPr>
                <a:t>由顺序图、协作图构成，主要概念为交互、对象、消息、激活、协作、角色。</a:t>
              </a:r>
            </a:p>
          </p:txBody>
        </p:sp>
      </p:grpSp>
    </p:spTree>
  </p:cSld>
  <p:clrMapOvr>
    <a:masterClrMapping/>
  </p:clrMapOvr>
  <p:transition>
    <p:strips dir="ru"/>
  </p:transition>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1506" name="图片 1" descr="白板11"/>
          <p:cNvPicPr>
            <a:picLocks noGrp="1" noChangeAspect="1"/>
          </p:cNvPicPr>
          <p:nvPr/>
        </p:nvPicPr>
        <p:blipFill>
          <a:blip r:embed="rId2" cstate="print"/>
          <a:srcRect r="5298"/>
          <a:stretch>
            <a:fillRect/>
          </a:stretch>
        </p:blipFill>
        <p:spPr>
          <a:xfrm>
            <a:off x="1880235" y="928048"/>
            <a:ext cx="9160496" cy="5053652"/>
          </a:xfrm>
          <a:prstGeom prst="rect">
            <a:avLst/>
          </a:prstGeom>
          <a:noFill/>
          <a:ln w="9525">
            <a:noFill/>
          </a:ln>
        </p:spPr>
      </p:pic>
      <p:sp>
        <p:nvSpPr>
          <p:cNvPr id="3" name="标题 2"/>
          <p:cNvSpPr>
            <a:spLocks noGrp="1"/>
          </p:cNvSpPr>
          <p:nvPr>
            <p:ph type="title"/>
          </p:nvPr>
        </p:nvSpPr>
        <p:spPr>
          <a:xfrm>
            <a:off x="694801" y="360000"/>
            <a:ext cx="5401200" cy="523220"/>
          </a:xfrm>
        </p:spPr>
        <p:txBody>
          <a:bodyPr>
            <a:normAutofit/>
          </a:bodyPr>
          <a:lstStyle/>
          <a:p>
            <a:r>
              <a:rPr lang="en-US" altLang="en-US" dirty="0">
                <a:sym typeface="+mn-ea"/>
              </a:rPr>
              <a:t>6.4 UML</a:t>
            </a:r>
            <a:r>
              <a:rPr lang="zh-CN" altLang="en-US" dirty="0">
                <a:sym typeface="+mn-ea"/>
              </a:rPr>
              <a:t>的应用</a:t>
            </a:r>
            <a:endParaRPr lang="zh-CN" altLang="en-US" dirty="0"/>
          </a:p>
        </p:txBody>
      </p:sp>
      <p:sp>
        <p:nvSpPr>
          <p:cNvPr id="5" name="文本占位符 4">
            <a:extLst>
              <a:ext uri="{FF2B5EF4-FFF2-40B4-BE49-F238E27FC236}">
                <a16:creationId xmlns:a16="http://schemas.microsoft.com/office/drawing/2014/main" id="{5677C776-C6FB-F5E2-016C-35CDD1F12359}"/>
              </a:ext>
            </a:extLst>
          </p:cNvPr>
          <p:cNvSpPr>
            <a:spLocks noGrp="1"/>
          </p:cNvSpPr>
          <p:nvPr>
            <p:ph type="body" sz="quarter" idx="10"/>
          </p:nvPr>
        </p:nvSpPr>
        <p:spPr/>
        <p:txBody>
          <a:bodyPr/>
          <a:lstStyle/>
          <a:p>
            <a:endParaRPr lang="zh-CN" altLang="en-US"/>
          </a:p>
        </p:txBody>
      </p:sp>
      <p:sp>
        <p:nvSpPr>
          <p:cNvPr id="7" name="文本框 6"/>
          <p:cNvSpPr txBox="1"/>
          <p:nvPr/>
        </p:nvSpPr>
        <p:spPr>
          <a:xfrm>
            <a:off x="754380" y="2931160"/>
            <a:ext cx="476250" cy="1833880"/>
          </a:xfrm>
          <a:prstGeom prst="rect">
            <a:avLst/>
          </a:prstGeom>
          <a:noFill/>
        </p:spPr>
        <p:txBody>
          <a:bodyPr vert="eaVert" wrap="none" rtlCol="0">
            <a:spAutoFit/>
          </a:bodyPr>
          <a:lstStyle/>
          <a:p>
            <a:pPr algn="l"/>
            <a:r>
              <a:rPr lang="zh-CN" altLang="en-US" spc="160" dirty="0">
                <a:solidFill>
                  <a:schemeClr val="bg1"/>
                </a:solidFill>
                <a:latin typeface="微软雅黑" panose="020B0503020204020204" charset="-122"/>
                <a:ea typeface="微软雅黑" panose="020B0503020204020204" charset="-122"/>
              </a:rPr>
              <a:t>结构化程序设计</a:t>
            </a:r>
          </a:p>
        </p:txBody>
      </p:sp>
      <p:sp>
        <p:nvSpPr>
          <p:cNvPr id="29" name="TextBox 6"/>
          <p:cNvSpPr txBox="1"/>
          <p:nvPr/>
        </p:nvSpPr>
        <p:spPr>
          <a:xfrm>
            <a:off x="809625" y="1403350"/>
            <a:ext cx="5777230" cy="525657"/>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6.4.2 </a:t>
            </a:r>
            <a:r>
              <a:rPr lang="en-US" sz="2400" dirty="0">
                <a:solidFill>
                  <a:schemeClr val="tx1"/>
                </a:solidFill>
                <a:sym typeface="+mn-ea"/>
              </a:rPr>
              <a:t>UML</a:t>
            </a:r>
            <a:r>
              <a:rPr lang="zh-CN" altLang="en-US" sz="2400" dirty="0">
                <a:solidFill>
                  <a:schemeClr val="tx1"/>
                </a:solidFill>
                <a:sym typeface="+mn-ea"/>
              </a:rPr>
              <a:t>视图</a:t>
            </a:r>
          </a:p>
        </p:txBody>
      </p:sp>
      <p:sp>
        <p:nvSpPr>
          <p:cNvPr id="2" name="文本框 1"/>
          <p:cNvSpPr txBox="1"/>
          <p:nvPr/>
        </p:nvSpPr>
        <p:spPr>
          <a:xfrm>
            <a:off x="3054340" y="3070747"/>
            <a:ext cx="5202555" cy="2012859"/>
          </a:xfrm>
          <a:prstGeom prst="rect">
            <a:avLst/>
          </a:prstGeom>
          <a:noFill/>
        </p:spPr>
        <p:txBody>
          <a:bodyPr wrap="square" rtlCol="0" anchor="t">
            <a:spAutoFit/>
          </a:bodyPr>
          <a:lstStyle/>
          <a:p>
            <a:pPr fontAlgn="auto">
              <a:lnSpc>
                <a:spcPct val="130000"/>
              </a:lnSpc>
            </a:pPr>
            <a:r>
              <a:rPr lang="en-US" altLang="zh-CN" sz="2400" dirty="0"/>
              <a:t>      </a:t>
            </a:r>
            <a:r>
              <a:rPr lang="zh-CN" altLang="en-US" sz="2400" dirty="0"/>
              <a:t>模型管理说明了模型的分层组织结构。模型管理视图根据系统开发和部署组织视图，主要概念为包、子系统、模型。</a:t>
            </a:r>
          </a:p>
        </p:txBody>
      </p:sp>
    </p:spTree>
  </p:cSld>
  <p:clrMapOvr>
    <a:masterClrMapping/>
  </p:clrMapOvr>
  <p:transition>
    <p:strips dir="ru"/>
  </p:transition>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694801" y="360000"/>
            <a:ext cx="5401200" cy="523220"/>
          </a:xfrm>
        </p:spPr>
        <p:txBody>
          <a:bodyPr>
            <a:normAutofit/>
          </a:bodyPr>
          <a:lstStyle/>
          <a:p>
            <a:r>
              <a:rPr lang="en-US" altLang="en-US" dirty="0">
                <a:sym typeface="+mn-ea"/>
              </a:rPr>
              <a:t>6.4 UML</a:t>
            </a:r>
            <a:r>
              <a:rPr lang="zh-CN" altLang="en-US" dirty="0">
                <a:sym typeface="+mn-ea"/>
              </a:rPr>
              <a:t>的应用</a:t>
            </a:r>
            <a:endParaRPr lang="zh-CN" altLang="en-US" dirty="0"/>
          </a:p>
        </p:txBody>
      </p:sp>
      <p:sp>
        <p:nvSpPr>
          <p:cNvPr id="9" name="文本占位符 8">
            <a:extLst>
              <a:ext uri="{FF2B5EF4-FFF2-40B4-BE49-F238E27FC236}">
                <a16:creationId xmlns:a16="http://schemas.microsoft.com/office/drawing/2014/main" id="{E6A1A567-71B5-54C5-4FF6-86F253EF6ECD}"/>
              </a:ext>
            </a:extLst>
          </p:cNvPr>
          <p:cNvSpPr>
            <a:spLocks noGrp="1"/>
          </p:cNvSpPr>
          <p:nvPr>
            <p:ph type="body" sz="quarter" idx="10"/>
          </p:nvPr>
        </p:nvSpPr>
        <p:spPr/>
        <p:txBody>
          <a:bodyPr/>
          <a:lstStyle/>
          <a:p>
            <a:endParaRPr lang="zh-CN" altLang="en-US"/>
          </a:p>
        </p:txBody>
      </p:sp>
      <p:sp>
        <p:nvSpPr>
          <p:cNvPr id="7" name="文本框 6"/>
          <p:cNvSpPr txBox="1"/>
          <p:nvPr/>
        </p:nvSpPr>
        <p:spPr>
          <a:xfrm>
            <a:off x="754380" y="2931160"/>
            <a:ext cx="476250" cy="1833880"/>
          </a:xfrm>
          <a:prstGeom prst="rect">
            <a:avLst/>
          </a:prstGeom>
          <a:noFill/>
        </p:spPr>
        <p:txBody>
          <a:bodyPr vert="eaVert" wrap="none" rtlCol="0">
            <a:spAutoFit/>
          </a:bodyPr>
          <a:lstStyle/>
          <a:p>
            <a:pPr algn="l"/>
            <a:r>
              <a:rPr lang="zh-CN" altLang="en-US" spc="160" dirty="0">
                <a:solidFill>
                  <a:schemeClr val="bg1"/>
                </a:solidFill>
                <a:latin typeface="微软雅黑" panose="020B0503020204020204" charset="-122"/>
                <a:ea typeface="微软雅黑" panose="020B0503020204020204" charset="-122"/>
              </a:rPr>
              <a:t>结构化程序设计</a:t>
            </a:r>
          </a:p>
        </p:txBody>
      </p:sp>
      <p:sp>
        <p:nvSpPr>
          <p:cNvPr id="29" name="TextBox 6"/>
          <p:cNvSpPr txBox="1"/>
          <p:nvPr/>
        </p:nvSpPr>
        <p:spPr>
          <a:xfrm>
            <a:off x="809625" y="1403350"/>
            <a:ext cx="5777230" cy="525657"/>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6.4.2 </a:t>
            </a:r>
            <a:r>
              <a:rPr lang="en-US" sz="2400" dirty="0">
                <a:solidFill>
                  <a:schemeClr val="tx1"/>
                </a:solidFill>
                <a:sym typeface="+mn-ea"/>
              </a:rPr>
              <a:t>UML</a:t>
            </a:r>
            <a:r>
              <a:rPr lang="zh-CN" altLang="en-US" sz="2400" dirty="0">
                <a:solidFill>
                  <a:schemeClr val="tx1"/>
                </a:solidFill>
                <a:sym typeface="+mn-ea"/>
              </a:rPr>
              <a:t>视图</a:t>
            </a:r>
          </a:p>
        </p:txBody>
      </p:sp>
      <p:graphicFrame>
        <p:nvGraphicFramePr>
          <p:cNvPr id="2" name="表格 1"/>
          <p:cNvGraphicFramePr/>
          <p:nvPr/>
        </p:nvGraphicFramePr>
        <p:xfrm>
          <a:off x="1438607" y="2866555"/>
          <a:ext cx="9516745" cy="3561715"/>
        </p:xfrm>
        <a:graphic>
          <a:graphicData uri="http://schemas.openxmlformats.org/drawingml/2006/table">
            <a:tbl>
              <a:tblPr firstRow="1" bandRow="1">
                <a:tableStyleId>{5940675A-B579-460E-94D1-54222C63F5DA}</a:tableStyleId>
              </a:tblPr>
              <a:tblGrid>
                <a:gridCol w="1314450">
                  <a:extLst>
                    <a:ext uri="{9D8B030D-6E8A-4147-A177-3AD203B41FA5}">
                      <a16:colId xmlns:a16="http://schemas.microsoft.com/office/drawing/2014/main" val="20000"/>
                    </a:ext>
                  </a:extLst>
                </a:gridCol>
                <a:gridCol w="1737360">
                  <a:extLst>
                    <a:ext uri="{9D8B030D-6E8A-4147-A177-3AD203B41FA5}">
                      <a16:colId xmlns:a16="http://schemas.microsoft.com/office/drawing/2014/main" val="20001"/>
                    </a:ext>
                  </a:extLst>
                </a:gridCol>
                <a:gridCol w="1447165">
                  <a:extLst>
                    <a:ext uri="{9D8B030D-6E8A-4147-A177-3AD203B41FA5}">
                      <a16:colId xmlns:a16="http://schemas.microsoft.com/office/drawing/2014/main" val="20002"/>
                    </a:ext>
                  </a:extLst>
                </a:gridCol>
                <a:gridCol w="5017770">
                  <a:extLst>
                    <a:ext uri="{9D8B030D-6E8A-4147-A177-3AD203B41FA5}">
                      <a16:colId xmlns:a16="http://schemas.microsoft.com/office/drawing/2014/main" val="20003"/>
                    </a:ext>
                  </a:extLst>
                </a:gridCol>
              </a:tblGrid>
              <a:tr h="323850">
                <a:tc>
                  <a:txBody>
                    <a:bodyPr/>
                    <a:lstStyle/>
                    <a:p>
                      <a:pPr marL="0" indent="0" algn="ctr">
                        <a:buNone/>
                      </a:pPr>
                      <a:r>
                        <a:rPr lang="zh-CN" altLang="en-US" sz="1800" b="0" u="none" dirty="0">
                          <a:highlight>
                            <a:srgbClr val="FADCE9"/>
                          </a:highlight>
                          <a:latin typeface="微软雅黑" panose="020B0503020204020204" pitchFamily="34" charset="-122"/>
                          <a:ea typeface="微软雅黑" panose="020B0503020204020204" pitchFamily="34" charset="-122"/>
                          <a:cs typeface="宋体" panose="02010600030101010101" pitchFamily="2" charset="-122"/>
                        </a:rPr>
                        <a:t>视图域</a:t>
                      </a:r>
                    </a:p>
                  </a:txBody>
                  <a:tcPr marL="0" marR="0" marT="0" marB="1" anchor="ctr">
                    <a:lnL w="9525" cap="flat" cmpd="sng">
                      <a:solidFill>
                        <a:srgbClr val="000000"/>
                      </a:solidFill>
                      <a:prstDash val="solid"/>
                      <a:headEnd type="none" w="med" len="med"/>
                      <a:tailEnd type="none" w="med" len="med"/>
                    </a:lnL>
                    <a:lnR w="12700" cap="flat" cmpd="sng">
                      <a:solidFill>
                        <a:srgbClr val="08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solidFill>
                      <a:srgbClr val="FADCE9"/>
                    </a:solidFill>
                  </a:tcPr>
                </a:tc>
                <a:tc>
                  <a:txBody>
                    <a:bodyPr/>
                    <a:lstStyle/>
                    <a:p>
                      <a:pPr marL="0" indent="0" algn="ctr">
                        <a:buNone/>
                      </a:pPr>
                      <a:r>
                        <a:rPr lang="zh-CN" altLang="en-US" sz="1800" b="0" u="none" dirty="0">
                          <a:highlight>
                            <a:srgbClr val="FADCE9"/>
                          </a:highlight>
                          <a:latin typeface="微软雅黑" panose="020B0503020204020204" pitchFamily="34" charset="-122"/>
                          <a:ea typeface="微软雅黑" panose="020B0503020204020204" pitchFamily="34" charset="-122"/>
                          <a:cs typeface="宋体" panose="02010600030101010101" pitchFamily="2" charset="-122"/>
                        </a:rPr>
                        <a:t>视图</a:t>
                      </a:r>
                    </a:p>
                  </a:txBody>
                  <a:tcPr marL="0" marR="0" marT="0" marB="1" anchor="ctr">
                    <a:lnL w="12700" cap="flat" cmpd="sng">
                      <a:solidFill>
                        <a:srgbClr val="080000"/>
                      </a:solidFill>
                      <a:prstDash val="solid"/>
                      <a:headEnd type="none" w="med" len="med"/>
                      <a:tailEnd type="none" w="med" len="med"/>
                    </a:lnL>
                    <a:lnR w="12700" cap="flat" cmpd="sng">
                      <a:solidFill>
                        <a:srgbClr val="08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solidFill>
                      <a:srgbClr val="FADCE9"/>
                    </a:solidFill>
                  </a:tcPr>
                </a:tc>
                <a:tc>
                  <a:txBody>
                    <a:bodyPr/>
                    <a:lstStyle/>
                    <a:p>
                      <a:pPr marL="0" indent="0" algn="ctr">
                        <a:buNone/>
                      </a:pPr>
                      <a:r>
                        <a:rPr lang="zh-CN" altLang="en-US" sz="1800" b="0" u="none" dirty="0">
                          <a:highlight>
                            <a:srgbClr val="FADCE9"/>
                          </a:highlight>
                          <a:latin typeface="微软雅黑" panose="020B0503020204020204" pitchFamily="34" charset="-122"/>
                          <a:ea typeface="微软雅黑" panose="020B0503020204020204" pitchFamily="34" charset="-122"/>
                          <a:cs typeface="宋体" panose="02010600030101010101" pitchFamily="2" charset="-122"/>
                        </a:rPr>
                        <a:t>图</a:t>
                      </a:r>
                    </a:p>
                  </a:txBody>
                  <a:tcPr marL="0" marR="0" marT="0" marB="1" anchor="ctr">
                    <a:lnL w="12700" cap="flat" cmpd="sng">
                      <a:solidFill>
                        <a:srgbClr val="080000"/>
                      </a:solidFill>
                      <a:prstDash val="solid"/>
                      <a:headEnd type="none" w="med" len="med"/>
                      <a:tailEnd type="none" w="med" len="med"/>
                    </a:lnL>
                    <a:lnR w="12700" cap="flat" cmpd="sng">
                      <a:solidFill>
                        <a:srgbClr val="08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solidFill>
                      <a:srgbClr val="FADCE9"/>
                    </a:solidFill>
                  </a:tcPr>
                </a:tc>
                <a:tc>
                  <a:txBody>
                    <a:bodyPr/>
                    <a:lstStyle/>
                    <a:p>
                      <a:pPr marL="0" indent="0" algn="ctr">
                        <a:buNone/>
                      </a:pPr>
                      <a:r>
                        <a:rPr lang="zh-CN" altLang="en-US" sz="1800" b="0" u="none" dirty="0">
                          <a:highlight>
                            <a:srgbClr val="FADCE9"/>
                          </a:highlight>
                          <a:latin typeface="微软雅黑" panose="020B0503020204020204" pitchFamily="34" charset="-122"/>
                          <a:ea typeface="微软雅黑" panose="020B0503020204020204" pitchFamily="34" charset="-122"/>
                          <a:cs typeface="宋体" panose="02010600030101010101" pitchFamily="2" charset="-122"/>
                        </a:rPr>
                        <a:t>主 要 概 念</a:t>
                      </a:r>
                    </a:p>
                  </a:txBody>
                  <a:tcPr marL="0" marR="0" marT="0" marB="1" anchor="ctr">
                    <a:lnL w="12700" cap="flat" cmpd="sng">
                      <a:solidFill>
                        <a:srgbClr val="080000"/>
                      </a:solidFill>
                      <a:prstDash val="solid"/>
                      <a:headEnd type="none" w="med" len="med"/>
                      <a:tailEnd type="none" w="med" len="med"/>
                    </a:lnL>
                    <a:lnR w="9525" cap="flat" cmpd="sng">
                      <a:solidFill>
                        <a:srgbClr val="00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solidFill>
                      <a:srgbClr val="FADCE9"/>
                    </a:solidFill>
                  </a:tcPr>
                </a:tc>
                <a:extLst>
                  <a:ext uri="{0D108BD9-81ED-4DB2-BD59-A6C34878D82A}">
                    <a16:rowId xmlns:a16="http://schemas.microsoft.com/office/drawing/2014/main" val="10000"/>
                  </a:ext>
                </a:extLst>
              </a:tr>
              <a:tr h="323850">
                <a:tc rowSpan="3">
                  <a:txBody>
                    <a:bodyPr/>
                    <a:lstStyle/>
                    <a:p>
                      <a:pPr marL="0" indent="0" algn="ctr">
                        <a:buNone/>
                      </a:pPr>
                      <a:r>
                        <a:rPr lang="zh-CN" altLang="en-US" sz="1800" b="0" u="none" dirty="0">
                          <a:latin typeface="微软雅黑" panose="020B0503020204020204" pitchFamily="34" charset="-122"/>
                          <a:ea typeface="微软雅黑" panose="020B0503020204020204" pitchFamily="34" charset="-122"/>
                          <a:cs typeface="宋体" panose="02010600030101010101" pitchFamily="2" charset="-122"/>
                        </a:rPr>
                        <a:t>结构分类</a:t>
                      </a:r>
                    </a:p>
                  </a:txBody>
                  <a:tcPr marL="0" marR="0" marT="0" marB="1" anchor="ctr">
                    <a:lnL w="9525" cap="flat" cmpd="sng">
                      <a:solidFill>
                        <a:srgbClr val="000000"/>
                      </a:solidFill>
                      <a:prstDash val="solid"/>
                      <a:headEnd type="none" w="med" len="med"/>
                      <a:tailEnd type="none" w="med" len="med"/>
                    </a:lnL>
                    <a:lnR w="12700" cap="flat" cmpd="sng">
                      <a:solidFill>
                        <a:srgbClr val="080000"/>
                      </a:solidFill>
                      <a:prstDash val="solid"/>
                      <a:headEnd type="none" w="med" len="med"/>
                      <a:tailEnd type="none" w="med" len="med"/>
                    </a:lnR>
                    <a:lnT w="12700" cap="flat" cmpd="sng">
                      <a:solidFill>
                        <a:srgbClr val="080000"/>
                      </a:solidFill>
                      <a:prstDash val="solid"/>
                      <a:headEnd type="none" w="med" len="med"/>
                      <a:tailEnd type="none" w="med" len="med"/>
                    </a:lnT>
                    <a:lnB w="6350" cap="flat" cmpd="sng">
                      <a:solidFill>
                        <a:srgbClr val="080000"/>
                      </a:solidFill>
                      <a:prstDash val="solid"/>
                      <a:headEnd type="none" w="med" len="med"/>
                      <a:tailEnd type="none" w="med" len="med"/>
                    </a:lnB>
                    <a:lnTlToBr>
                      <a:noFill/>
                    </a:lnTlToBr>
                    <a:lnBlToTr>
                      <a:noFill/>
                    </a:lnBlToTr>
                    <a:noFill/>
                  </a:tcPr>
                </a:tc>
                <a:tc>
                  <a:txBody>
                    <a:bodyPr/>
                    <a:lstStyle/>
                    <a:p>
                      <a:pPr marL="0" indent="0" algn="ctr">
                        <a:buNone/>
                      </a:pPr>
                      <a:r>
                        <a:rPr lang="zh-CN" altLang="en-US" sz="1800" b="0" u="none" dirty="0">
                          <a:latin typeface="微软雅黑" panose="020B0503020204020204" pitchFamily="34" charset="-122"/>
                          <a:ea typeface="微软雅黑" panose="020B0503020204020204" pitchFamily="34" charset="-122"/>
                          <a:cs typeface="宋体" panose="02010600030101010101" pitchFamily="2" charset="-122"/>
                        </a:rPr>
                        <a:t>静态视图</a:t>
                      </a:r>
                    </a:p>
                  </a:txBody>
                  <a:tcPr marL="0" marR="0" marT="0" marB="1" anchor="ctr">
                    <a:lnL w="12700" cap="flat" cmpd="sng">
                      <a:solidFill>
                        <a:srgbClr val="080000"/>
                      </a:solidFill>
                      <a:prstDash val="solid"/>
                      <a:headEnd type="none" w="med" len="med"/>
                      <a:tailEnd type="none" w="med" len="med"/>
                    </a:lnL>
                    <a:lnR w="12700" cap="flat" cmpd="sng">
                      <a:solidFill>
                        <a:srgbClr val="08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tc>
                  <a:txBody>
                    <a:bodyPr/>
                    <a:lstStyle/>
                    <a:p>
                      <a:pPr marL="0" indent="0" algn="ctr">
                        <a:buNone/>
                      </a:pPr>
                      <a:r>
                        <a:rPr lang="zh-CN" altLang="en-US" sz="1800" b="0" u="none" dirty="0">
                          <a:latin typeface="微软雅黑" panose="020B0503020204020204" pitchFamily="34" charset="-122"/>
                          <a:ea typeface="微软雅黑" panose="020B0503020204020204" pitchFamily="34" charset="-122"/>
                          <a:cs typeface="宋体" panose="02010600030101010101" pitchFamily="2" charset="-122"/>
                        </a:rPr>
                        <a:t>类图</a:t>
                      </a:r>
                    </a:p>
                  </a:txBody>
                  <a:tcPr marL="0" marR="0" marT="0" marB="1" anchor="ctr">
                    <a:lnL w="12700" cap="flat" cmpd="sng">
                      <a:solidFill>
                        <a:srgbClr val="080000"/>
                      </a:solidFill>
                      <a:prstDash val="solid"/>
                      <a:headEnd type="none" w="med" len="med"/>
                      <a:tailEnd type="none" w="med" len="med"/>
                    </a:lnL>
                    <a:lnR w="12700" cap="flat" cmpd="sng">
                      <a:solidFill>
                        <a:srgbClr val="08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tc>
                  <a:txBody>
                    <a:bodyPr/>
                    <a:lstStyle/>
                    <a:p>
                      <a:pPr marL="0" indent="0" algn="l">
                        <a:buNone/>
                      </a:pPr>
                      <a:r>
                        <a:rPr lang="zh-CN" altLang="en-US" sz="1800" b="0" u="none" dirty="0">
                          <a:latin typeface="微软雅黑" panose="020B0503020204020204" pitchFamily="34" charset="-122"/>
                          <a:ea typeface="微软雅黑" panose="020B0503020204020204" pitchFamily="34" charset="-122"/>
                          <a:cs typeface="宋体" panose="02010600030101010101" pitchFamily="2" charset="-122"/>
                        </a:rPr>
                        <a:t>类、关联、泛化、依赖关系、实现、接口</a:t>
                      </a:r>
                    </a:p>
                  </a:txBody>
                  <a:tcPr marL="0" marR="0" marT="0" marB="1" anchor="ctr">
                    <a:lnL w="12700" cap="flat" cmpd="sng">
                      <a:solidFill>
                        <a:srgbClr val="080000"/>
                      </a:solidFill>
                      <a:prstDash val="solid"/>
                      <a:headEnd type="none" w="med" len="med"/>
                      <a:tailEnd type="none" w="med" len="med"/>
                    </a:lnL>
                    <a:lnR w="9525" cap="flat" cmpd="sng">
                      <a:solidFill>
                        <a:srgbClr val="00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extLst>
                  <a:ext uri="{0D108BD9-81ED-4DB2-BD59-A6C34878D82A}">
                    <a16:rowId xmlns:a16="http://schemas.microsoft.com/office/drawing/2014/main" val="10001"/>
                  </a:ext>
                </a:extLst>
              </a:tr>
              <a:tr h="323850">
                <a:tc vMerge="1">
                  <a:txBody>
                    <a:bodyPr/>
                    <a:lstStyle/>
                    <a:p>
                      <a:endParaRPr lang="zh-CN"/>
                    </a:p>
                  </a:txBody>
                  <a:tcPr>
                    <a:lnL w="9525" cap="flat" cmpd="sng">
                      <a:solidFill>
                        <a:srgbClr val="000000"/>
                      </a:solidFill>
                      <a:prstDash val="solid"/>
                      <a:headEnd type="none" w="med" len="med"/>
                      <a:tailEnd type="none" w="med" len="med"/>
                    </a:lnL>
                    <a:lnR w="12700" cap="flat" cmpd="sng">
                      <a:solidFill>
                        <a:srgbClr val="080000"/>
                      </a:solidFill>
                      <a:prstDash val="solid"/>
                      <a:headEnd type="none" w="med" len="med"/>
                      <a:tailEnd type="none" w="med" len="med"/>
                    </a:lnR>
                  </a:tcPr>
                </a:tc>
                <a:tc>
                  <a:txBody>
                    <a:bodyPr/>
                    <a:lstStyle/>
                    <a:p>
                      <a:pPr marL="0" indent="0" algn="ctr">
                        <a:buNone/>
                      </a:pPr>
                      <a:r>
                        <a:rPr lang="zh-CN" altLang="en-US" sz="1800" b="0" u="none" dirty="0">
                          <a:latin typeface="微软雅黑" panose="020B0503020204020204" pitchFamily="34" charset="-122"/>
                          <a:ea typeface="微软雅黑" panose="020B0503020204020204" pitchFamily="34" charset="-122"/>
                          <a:cs typeface="宋体" panose="02010600030101010101" pitchFamily="2" charset="-122"/>
                        </a:rPr>
                        <a:t>用例视图</a:t>
                      </a:r>
                    </a:p>
                  </a:txBody>
                  <a:tcPr marL="0" marR="0" marT="0" marB="1" anchor="ctr">
                    <a:lnL w="12700" cap="flat" cmpd="sng">
                      <a:solidFill>
                        <a:srgbClr val="080000"/>
                      </a:solidFill>
                      <a:prstDash val="solid"/>
                      <a:headEnd type="none" w="med" len="med"/>
                      <a:tailEnd type="none" w="med" len="med"/>
                    </a:lnL>
                    <a:lnR w="12700" cap="flat" cmpd="sng">
                      <a:solidFill>
                        <a:srgbClr val="08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tc>
                  <a:txBody>
                    <a:bodyPr/>
                    <a:lstStyle/>
                    <a:p>
                      <a:pPr marL="0" indent="0" algn="ctr">
                        <a:buNone/>
                      </a:pPr>
                      <a:r>
                        <a:rPr lang="zh-CN" altLang="en-US" sz="1800" b="0" u="none" dirty="0">
                          <a:latin typeface="微软雅黑" panose="020B0503020204020204" pitchFamily="34" charset="-122"/>
                          <a:ea typeface="微软雅黑" panose="020B0503020204020204" pitchFamily="34" charset="-122"/>
                          <a:cs typeface="宋体" panose="02010600030101010101" pitchFamily="2" charset="-122"/>
                        </a:rPr>
                        <a:t>用例图</a:t>
                      </a:r>
                    </a:p>
                  </a:txBody>
                  <a:tcPr marL="0" marR="0" marT="0" marB="1" anchor="ctr">
                    <a:lnL w="12700" cap="flat" cmpd="sng">
                      <a:solidFill>
                        <a:srgbClr val="080000"/>
                      </a:solidFill>
                      <a:prstDash val="solid"/>
                      <a:headEnd type="none" w="med" len="med"/>
                      <a:tailEnd type="none" w="med" len="med"/>
                    </a:lnL>
                    <a:lnR w="12700" cap="flat" cmpd="sng">
                      <a:solidFill>
                        <a:srgbClr val="08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tc>
                  <a:txBody>
                    <a:bodyPr/>
                    <a:lstStyle/>
                    <a:p>
                      <a:pPr marL="0" indent="0" algn="l">
                        <a:buNone/>
                      </a:pPr>
                      <a:r>
                        <a:rPr lang="zh-CN" altLang="en-US" sz="1800" b="0" u="none" dirty="0">
                          <a:latin typeface="微软雅黑" panose="020B0503020204020204" pitchFamily="34" charset="-122"/>
                          <a:ea typeface="微软雅黑" panose="020B0503020204020204" pitchFamily="34" charset="-122"/>
                          <a:cs typeface="宋体" panose="02010600030101010101" pitchFamily="2" charset="-122"/>
                        </a:rPr>
                        <a:t>用例、执行者、关联、扩展、包含、用例继承</a:t>
                      </a:r>
                    </a:p>
                  </a:txBody>
                  <a:tcPr marL="0" marR="0" marT="0" marB="1" anchor="ctr">
                    <a:lnL w="12700" cap="flat" cmpd="sng">
                      <a:solidFill>
                        <a:srgbClr val="080000"/>
                      </a:solidFill>
                      <a:prstDash val="solid"/>
                      <a:headEnd type="none" w="med" len="med"/>
                      <a:tailEnd type="none" w="med" len="med"/>
                    </a:lnL>
                    <a:lnR w="9525" cap="flat" cmpd="sng">
                      <a:solidFill>
                        <a:srgbClr val="00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extLst>
                  <a:ext uri="{0D108BD9-81ED-4DB2-BD59-A6C34878D82A}">
                    <a16:rowId xmlns:a16="http://schemas.microsoft.com/office/drawing/2014/main" val="10002"/>
                  </a:ext>
                </a:extLst>
              </a:tr>
              <a:tr h="323850">
                <a:tc vMerge="1">
                  <a:txBody>
                    <a:bodyPr/>
                    <a:lstStyle/>
                    <a:p>
                      <a:endParaRPr lang="zh-CN"/>
                    </a:p>
                  </a:txBody>
                  <a:tcPr>
                    <a:lnL w="9525" cap="flat" cmpd="sng">
                      <a:solidFill>
                        <a:srgbClr val="000000"/>
                      </a:solidFill>
                      <a:prstDash val="solid"/>
                      <a:headEnd type="none" w="med" len="med"/>
                      <a:tailEnd type="none" w="med" len="med"/>
                    </a:lnL>
                    <a:lnR w="12700" cap="flat" cmpd="sng">
                      <a:solidFill>
                        <a:srgbClr val="080000"/>
                      </a:solidFill>
                      <a:prstDash val="solid"/>
                      <a:headEnd type="none" w="med" len="med"/>
                      <a:tailEnd type="none" w="med" len="med"/>
                    </a:lnR>
                    <a:lnB w="6350" cap="flat" cmpd="sng">
                      <a:solidFill>
                        <a:srgbClr val="080000"/>
                      </a:solidFill>
                      <a:prstDash val="solid"/>
                      <a:headEnd type="none" w="med" len="med"/>
                      <a:tailEnd type="none" w="med" len="med"/>
                    </a:lnB>
                  </a:tcPr>
                </a:tc>
                <a:tc>
                  <a:txBody>
                    <a:bodyPr/>
                    <a:lstStyle/>
                    <a:p>
                      <a:pPr marL="0" indent="0" algn="ctr">
                        <a:buNone/>
                      </a:pPr>
                      <a:r>
                        <a:rPr lang="zh-CN" altLang="en-US" sz="1800" b="0" u="none" dirty="0">
                          <a:latin typeface="微软雅黑" panose="020B0503020204020204" pitchFamily="34" charset="-122"/>
                          <a:ea typeface="微软雅黑" panose="020B0503020204020204" pitchFamily="34" charset="-122"/>
                          <a:cs typeface="宋体" panose="02010600030101010101" pitchFamily="2" charset="-122"/>
                        </a:rPr>
                        <a:t>实现视图</a:t>
                      </a:r>
                    </a:p>
                  </a:txBody>
                  <a:tcPr marL="0" marR="0" marT="0" marB="1" anchor="ctr">
                    <a:lnL w="12700" cap="flat" cmpd="sng">
                      <a:solidFill>
                        <a:srgbClr val="080000"/>
                      </a:solidFill>
                      <a:prstDash val="solid"/>
                      <a:headEnd type="none" w="med" len="med"/>
                      <a:tailEnd type="none" w="med" len="med"/>
                    </a:lnL>
                    <a:lnR w="12700" cap="flat" cmpd="sng">
                      <a:solidFill>
                        <a:srgbClr val="08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tc>
                  <a:txBody>
                    <a:bodyPr/>
                    <a:lstStyle/>
                    <a:p>
                      <a:pPr marL="0" indent="0" algn="ctr">
                        <a:buNone/>
                      </a:pPr>
                      <a:r>
                        <a:rPr lang="zh-CN" altLang="en-US" sz="1800" b="0" u="none" dirty="0">
                          <a:latin typeface="微软雅黑" panose="020B0503020204020204" pitchFamily="34" charset="-122"/>
                          <a:ea typeface="微软雅黑" panose="020B0503020204020204" pitchFamily="34" charset="-122"/>
                          <a:cs typeface="宋体" panose="02010600030101010101" pitchFamily="2" charset="-122"/>
                        </a:rPr>
                        <a:t>构件图</a:t>
                      </a:r>
                    </a:p>
                  </a:txBody>
                  <a:tcPr marL="0" marR="0" marT="0" marB="1" anchor="ctr">
                    <a:lnL w="12700" cap="flat" cmpd="sng">
                      <a:solidFill>
                        <a:srgbClr val="080000"/>
                      </a:solidFill>
                      <a:prstDash val="solid"/>
                      <a:headEnd type="none" w="med" len="med"/>
                      <a:tailEnd type="none" w="med" len="med"/>
                    </a:lnL>
                    <a:lnR w="12700" cap="flat" cmpd="sng">
                      <a:solidFill>
                        <a:srgbClr val="08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tc>
                  <a:txBody>
                    <a:bodyPr/>
                    <a:lstStyle/>
                    <a:p>
                      <a:pPr marL="0" indent="0" algn="l">
                        <a:buNone/>
                      </a:pPr>
                      <a:r>
                        <a:rPr lang="zh-CN" altLang="en-US" sz="1800" b="0" u="none" dirty="0">
                          <a:latin typeface="微软雅黑" panose="020B0503020204020204" pitchFamily="34" charset="-122"/>
                          <a:ea typeface="微软雅黑" panose="020B0503020204020204" pitchFamily="34" charset="-122"/>
                          <a:cs typeface="宋体" panose="02010600030101010101" pitchFamily="2" charset="-122"/>
                        </a:rPr>
                        <a:t>构件、接口、依赖关系、实现</a:t>
                      </a:r>
                    </a:p>
                  </a:txBody>
                  <a:tcPr marL="0" marR="0" marT="0" marB="1" anchor="ctr">
                    <a:lnL w="12700" cap="flat" cmpd="sng">
                      <a:solidFill>
                        <a:srgbClr val="080000"/>
                      </a:solidFill>
                      <a:prstDash val="solid"/>
                      <a:headEnd type="none" w="med" len="med"/>
                      <a:tailEnd type="none" w="med" len="med"/>
                    </a:lnL>
                    <a:lnR w="9525" cap="flat" cmpd="sng">
                      <a:solidFill>
                        <a:srgbClr val="00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extLst>
                  <a:ext uri="{0D108BD9-81ED-4DB2-BD59-A6C34878D82A}">
                    <a16:rowId xmlns:a16="http://schemas.microsoft.com/office/drawing/2014/main" val="10003"/>
                  </a:ext>
                </a:extLst>
              </a:tr>
              <a:tr h="323850">
                <a:tc rowSpan="5">
                  <a:txBody>
                    <a:bodyPr/>
                    <a:lstStyle/>
                    <a:p>
                      <a:pPr marL="0" indent="0" algn="ctr">
                        <a:buNone/>
                      </a:pPr>
                      <a:r>
                        <a:rPr lang="zh-CN" altLang="en-US" sz="1800" b="0" u="none" dirty="0">
                          <a:latin typeface="微软雅黑" panose="020B0503020204020204" pitchFamily="34" charset="-122"/>
                          <a:ea typeface="微软雅黑" panose="020B0503020204020204" pitchFamily="34" charset="-122"/>
                          <a:cs typeface="宋体" panose="02010600030101010101" pitchFamily="2" charset="-122"/>
                        </a:rPr>
                        <a:t>动态行为</a:t>
                      </a:r>
                    </a:p>
                  </a:txBody>
                  <a:tcPr marL="0" marR="0" marT="0" marB="1" anchor="ctr">
                    <a:lnL w="9525" cap="flat" cmpd="sng">
                      <a:solidFill>
                        <a:srgbClr val="000000"/>
                      </a:solidFill>
                      <a:prstDash val="solid"/>
                      <a:headEnd type="none" w="med" len="med"/>
                      <a:tailEnd type="none" w="med" len="med"/>
                    </a:lnL>
                    <a:lnR w="12700" cap="flat" cmpd="sng">
                      <a:solidFill>
                        <a:srgbClr val="080000"/>
                      </a:solidFill>
                      <a:prstDash val="solid"/>
                      <a:headEnd type="none" w="med" len="med"/>
                      <a:tailEnd type="none" w="med" len="med"/>
                    </a:lnR>
                    <a:lnT w="635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tc>
                  <a:txBody>
                    <a:bodyPr/>
                    <a:lstStyle/>
                    <a:p>
                      <a:pPr marL="0" indent="0" algn="ctr">
                        <a:buNone/>
                      </a:pPr>
                      <a:r>
                        <a:rPr lang="zh-CN" altLang="en-US" sz="1800" b="0" u="none" dirty="0">
                          <a:latin typeface="微软雅黑" panose="020B0503020204020204" pitchFamily="34" charset="-122"/>
                          <a:ea typeface="微软雅黑" panose="020B0503020204020204" pitchFamily="34" charset="-122"/>
                          <a:cs typeface="宋体" panose="02010600030101010101" pitchFamily="2" charset="-122"/>
                        </a:rPr>
                        <a:t>部署视图</a:t>
                      </a:r>
                    </a:p>
                  </a:txBody>
                  <a:tcPr marL="0" marR="0" marT="0" marB="1" anchor="ctr">
                    <a:lnL w="12700" cap="flat" cmpd="sng">
                      <a:solidFill>
                        <a:srgbClr val="080000"/>
                      </a:solidFill>
                      <a:prstDash val="solid"/>
                      <a:headEnd type="none" w="med" len="med"/>
                      <a:tailEnd type="none" w="med" len="med"/>
                    </a:lnL>
                    <a:lnR w="12700" cap="flat" cmpd="sng">
                      <a:solidFill>
                        <a:srgbClr val="08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tc>
                  <a:txBody>
                    <a:bodyPr/>
                    <a:lstStyle/>
                    <a:p>
                      <a:pPr marL="0" indent="0" algn="ctr">
                        <a:buNone/>
                      </a:pPr>
                      <a:r>
                        <a:rPr lang="zh-CN" altLang="en-US" sz="1800" b="0" u="none" dirty="0">
                          <a:latin typeface="微软雅黑" panose="020B0503020204020204" pitchFamily="34" charset="-122"/>
                          <a:ea typeface="微软雅黑" panose="020B0503020204020204" pitchFamily="34" charset="-122"/>
                          <a:cs typeface="宋体" panose="02010600030101010101" pitchFamily="2" charset="-122"/>
                        </a:rPr>
                        <a:t>部署图</a:t>
                      </a:r>
                    </a:p>
                  </a:txBody>
                  <a:tcPr marL="0" marR="0" marT="0" marB="1" anchor="ctr">
                    <a:lnL w="12700" cap="flat" cmpd="sng">
                      <a:solidFill>
                        <a:srgbClr val="080000"/>
                      </a:solidFill>
                      <a:prstDash val="solid"/>
                      <a:headEnd type="none" w="med" len="med"/>
                      <a:tailEnd type="none" w="med" len="med"/>
                    </a:lnL>
                    <a:lnR w="12700" cap="flat" cmpd="sng">
                      <a:solidFill>
                        <a:srgbClr val="08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tc>
                  <a:txBody>
                    <a:bodyPr/>
                    <a:lstStyle/>
                    <a:p>
                      <a:pPr marL="0" indent="0" algn="l">
                        <a:buNone/>
                      </a:pPr>
                      <a:r>
                        <a:rPr lang="zh-CN" altLang="en-US" sz="1800" b="0" u="none" dirty="0">
                          <a:latin typeface="微软雅黑" panose="020B0503020204020204" pitchFamily="34" charset="-122"/>
                          <a:ea typeface="微软雅黑" panose="020B0503020204020204" pitchFamily="34" charset="-122"/>
                          <a:cs typeface="宋体" panose="02010600030101010101" pitchFamily="2" charset="-122"/>
                        </a:rPr>
                        <a:t>结点、构件、依赖关系、位置。</a:t>
                      </a:r>
                    </a:p>
                  </a:txBody>
                  <a:tcPr marL="0" marR="0" marT="0" marB="1" anchor="ctr">
                    <a:lnL w="12700" cap="flat" cmpd="sng">
                      <a:solidFill>
                        <a:srgbClr val="080000"/>
                      </a:solidFill>
                      <a:prstDash val="solid"/>
                      <a:headEnd type="none" w="med" len="med"/>
                      <a:tailEnd type="none" w="med" len="med"/>
                    </a:lnL>
                    <a:lnR w="9525" cap="flat" cmpd="sng">
                      <a:solidFill>
                        <a:srgbClr val="00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extLst>
                  <a:ext uri="{0D108BD9-81ED-4DB2-BD59-A6C34878D82A}">
                    <a16:rowId xmlns:a16="http://schemas.microsoft.com/office/drawing/2014/main" val="10004"/>
                  </a:ext>
                </a:extLst>
              </a:tr>
              <a:tr h="323215">
                <a:tc vMerge="1">
                  <a:txBody>
                    <a:bodyPr/>
                    <a:lstStyle/>
                    <a:p>
                      <a:endParaRPr lang="zh-CN"/>
                    </a:p>
                  </a:txBody>
                  <a:tcPr>
                    <a:lnL w="9525" cap="flat" cmpd="sng">
                      <a:solidFill>
                        <a:srgbClr val="000000"/>
                      </a:solidFill>
                      <a:prstDash val="solid"/>
                      <a:headEnd type="none" w="med" len="med"/>
                      <a:tailEnd type="none" w="med" len="med"/>
                    </a:lnL>
                    <a:lnR w="12700" cap="flat" cmpd="sng">
                      <a:solidFill>
                        <a:srgbClr val="080000"/>
                      </a:solidFill>
                      <a:prstDash val="solid"/>
                      <a:headEnd type="none" w="med" len="med"/>
                      <a:tailEnd type="none" w="med" len="med"/>
                    </a:lnR>
                  </a:tcPr>
                </a:tc>
                <a:tc>
                  <a:txBody>
                    <a:bodyPr/>
                    <a:lstStyle/>
                    <a:p>
                      <a:pPr marL="0" indent="0" algn="ctr">
                        <a:buNone/>
                      </a:pPr>
                      <a:r>
                        <a:rPr lang="zh-CN" altLang="en-US" sz="1800" b="0" u="none" dirty="0">
                          <a:latin typeface="微软雅黑" panose="020B0503020204020204" pitchFamily="34" charset="-122"/>
                          <a:ea typeface="微软雅黑" panose="020B0503020204020204" pitchFamily="34" charset="-122"/>
                          <a:cs typeface="宋体" panose="02010600030101010101" pitchFamily="2" charset="-122"/>
                        </a:rPr>
                        <a:t>状态视图</a:t>
                      </a:r>
                    </a:p>
                  </a:txBody>
                  <a:tcPr marL="0" marR="0" marT="0" marB="1" anchor="ctr">
                    <a:lnL w="12700" cap="flat" cmpd="sng">
                      <a:solidFill>
                        <a:srgbClr val="080000"/>
                      </a:solidFill>
                      <a:prstDash val="solid"/>
                      <a:headEnd type="none" w="med" len="med"/>
                      <a:tailEnd type="none" w="med" len="med"/>
                    </a:lnL>
                    <a:lnR w="12700" cap="flat" cmpd="sng">
                      <a:solidFill>
                        <a:srgbClr val="08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tc>
                  <a:txBody>
                    <a:bodyPr/>
                    <a:lstStyle/>
                    <a:p>
                      <a:pPr marL="0" indent="0" algn="ctr">
                        <a:buNone/>
                      </a:pPr>
                      <a:r>
                        <a:rPr lang="zh-CN" altLang="en-US" sz="1800" b="0" u="none" dirty="0">
                          <a:latin typeface="微软雅黑" panose="020B0503020204020204" pitchFamily="34" charset="-122"/>
                          <a:ea typeface="微软雅黑" panose="020B0503020204020204" pitchFamily="34" charset="-122"/>
                          <a:cs typeface="宋体" panose="02010600030101010101" pitchFamily="2" charset="-122"/>
                        </a:rPr>
                        <a:t>状态图</a:t>
                      </a:r>
                    </a:p>
                  </a:txBody>
                  <a:tcPr marL="0" marR="0" marT="0" marB="1" anchor="ctr">
                    <a:lnL w="12700" cap="flat" cmpd="sng">
                      <a:solidFill>
                        <a:srgbClr val="080000"/>
                      </a:solidFill>
                      <a:prstDash val="solid"/>
                      <a:headEnd type="none" w="med" len="med"/>
                      <a:tailEnd type="none" w="med" len="med"/>
                    </a:lnL>
                    <a:lnR w="12700" cap="flat" cmpd="sng">
                      <a:solidFill>
                        <a:srgbClr val="08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tc>
                  <a:txBody>
                    <a:bodyPr/>
                    <a:lstStyle/>
                    <a:p>
                      <a:pPr marL="0" indent="0" algn="l">
                        <a:buNone/>
                      </a:pPr>
                      <a:r>
                        <a:rPr lang="zh-CN" altLang="en-US" sz="1800" b="0" u="none" dirty="0">
                          <a:latin typeface="微软雅黑" panose="020B0503020204020204" pitchFamily="34" charset="-122"/>
                          <a:ea typeface="微软雅黑" panose="020B0503020204020204" pitchFamily="34" charset="-122"/>
                          <a:cs typeface="宋体" panose="02010600030101010101" pitchFamily="2" charset="-122"/>
                        </a:rPr>
                        <a:t>状态、事件、转换、动作</a:t>
                      </a:r>
                    </a:p>
                  </a:txBody>
                  <a:tcPr marL="0" marR="0" marT="0" marB="1" anchor="ctr">
                    <a:lnL w="12700" cap="flat" cmpd="sng">
                      <a:solidFill>
                        <a:srgbClr val="080000"/>
                      </a:solidFill>
                      <a:prstDash val="solid"/>
                      <a:headEnd type="none" w="med" len="med"/>
                      <a:tailEnd type="none" w="med" len="med"/>
                    </a:lnL>
                    <a:lnR w="9525" cap="flat" cmpd="sng">
                      <a:solidFill>
                        <a:srgbClr val="00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extLst>
                  <a:ext uri="{0D108BD9-81ED-4DB2-BD59-A6C34878D82A}">
                    <a16:rowId xmlns:a16="http://schemas.microsoft.com/office/drawing/2014/main" val="10005"/>
                  </a:ext>
                </a:extLst>
              </a:tr>
              <a:tr h="323850">
                <a:tc vMerge="1">
                  <a:txBody>
                    <a:bodyPr/>
                    <a:lstStyle/>
                    <a:p>
                      <a:endParaRPr lang="zh-CN"/>
                    </a:p>
                  </a:txBody>
                  <a:tcPr>
                    <a:lnL w="9525" cap="flat" cmpd="sng">
                      <a:solidFill>
                        <a:srgbClr val="000000"/>
                      </a:solidFill>
                      <a:prstDash val="solid"/>
                      <a:headEnd type="none" w="med" len="med"/>
                      <a:tailEnd type="none" w="med" len="med"/>
                    </a:lnL>
                    <a:lnR w="12700" cap="flat" cmpd="sng">
                      <a:solidFill>
                        <a:srgbClr val="080000"/>
                      </a:solidFill>
                      <a:prstDash val="solid"/>
                      <a:headEnd type="none" w="med" len="med"/>
                      <a:tailEnd type="none" w="med" len="med"/>
                    </a:lnR>
                  </a:tcPr>
                </a:tc>
                <a:tc>
                  <a:txBody>
                    <a:bodyPr/>
                    <a:lstStyle/>
                    <a:p>
                      <a:pPr marL="0" indent="0" algn="ctr">
                        <a:buNone/>
                      </a:pPr>
                      <a:r>
                        <a:rPr lang="zh-CN" altLang="en-US" sz="1800" b="0" u="none" dirty="0">
                          <a:latin typeface="微软雅黑" panose="020B0503020204020204" pitchFamily="34" charset="-122"/>
                          <a:ea typeface="微软雅黑" panose="020B0503020204020204" pitchFamily="34" charset="-122"/>
                          <a:cs typeface="宋体" panose="02010600030101010101" pitchFamily="2" charset="-122"/>
                        </a:rPr>
                        <a:t>活动视图</a:t>
                      </a:r>
                    </a:p>
                  </a:txBody>
                  <a:tcPr marL="0" marR="0" marT="0" marB="1" anchor="ctr">
                    <a:lnL w="12700" cap="flat" cmpd="sng">
                      <a:solidFill>
                        <a:srgbClr val="080000"/>
                      </a:solidFill>
                      <a:prstDash val="solid"/>
                      <a:headEnd type="none" w="med" len="med"/>
                      <a:tailEnd type="none" w="med" len="med"/>
                    </a:lnL>
                    <a:lnR w="12700" cap="flat" cmpd="sng">
                      <a:solidFill>
                        <a:srgbClr val="08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tc>
                  <a:txBody>
                    <a:bodyPr/>
                    <a:lstStyle/>
                    <a:p>
                      <a:pPr marL="0" indent="0" algn="ctr">
                        <a:buNone/>
                      </a:pPr>
                      <a:r>
                        <a:rPr lang="zh-CN" altLang="en-US" sz="1800" b="0" u="none" dirty="0">
                          <a:latin typeface="微软雅黑" panose="020B0503020204020204" pitchFamily="34" charset="-122"/>
                          <a:ea typeface="微软雅黑" panose="020B0503020204020204" pitchFamily="34" charset="-122"/>
                          <a:cs typeface="宋体" panose="02010600030101010101" pitchFamily="2" charset="-122"/>
                        </a:rPr>
                        <a:t>活动图</a:t>
                      </a:r>
                    </a:p>
                  </a:txBody>
                  <a:tcPr marL="0" marR="0" marT="0" marB="1" anchor="ctr">
                    <a:lnL w="12700" cap="flat" cmpd="sng">
                      <a:solidFill>
                        <a:srgbClr val="080000"/>
                      </a:solidFill>
                      <a:prstDash val="solid"/>
                      <a:headEnd type="none" w="med" len="med"/>
                      <a:tailEnd type="none" w="med" len="med"/>
                    </a:lnL>
                    <a:lnR w="12700" cap="flat" cmpd="sng">
                      <a:solidFill>
                        <a:srgbClr val="08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tc>
                  <a:txBody>
                    <a:bodyPr/>
                    <a:lstStyle/>
                    <a:p>
                      <a:pPr marL="0" indent="0" algn="l">
                        <a:buNone/>
                      </a:pPr>
                      <a:r>
                        <a:rPr lang="zh-CN" altLang="en-US" sz="1800" b="0" u="none" dirty="0">
                          <a:latin typeface="微软雅黑" panose="020B0503020204020204" pitchFamily="34" charset="-122"/>
                          <a:ea typeface="微软雅黑" panose="020B0503020204020204" pitchFamily="34" charset="-122"/>
                          <a:cs typeface="宋体" panose="02010600030101010101" pitchFamily="2" charset="-122"/>
                        </a:rPr>
                        <a:t>状态、活动、转换、分叉、连接</a:t>
                      </a:r>
                    </a:p>
                  </a:txBody>
                  <a:tcPr marL="0" marR="0" marT="0" marB="1" anchor="ctr">
                    <a:lnL w="12700" cap="flat" cmpd="sng">
                      <a:solidFill>
                        <a:srgbClr val="080000"/>
                      </a:solidFill>
                      <a:prstDash val="solid"/>
                      <a:headEnd type="none" w="med" len="med"/>
                      <a:tailEnd type="none" w="med" len="med"/>
                    </a:lnL>
                    <a:lnR w="9525" cap="flat" cmpd="sng">
                      <a:solidFill>
                        <a:srgbClr val="00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extLst>
                  <a:ext uri="{0D108BD9-81ED-4DB2-BD59-A6C34878D82A}">
                    <a16:rowId xmlns:a16="http://schemas.microsoft.com/office/drawing/2014/main" val="10006"/>
                  </a:ext>
                </a:extLst>
              </a:tr>
              <a:tr h="323850">
                <a:tc vMerge="1">
                  <a:txBody>
                    <a:bodyPr/>
                    <a:lstStyle/>
                    <a:p>
                      <a:endParaRPr lang="zh-CN"/>
                    </a:p>
                  </a:txBody>
                  <a:tcPr>
                    <a:lnL w="9525" cap="flat" cmpd="sng">
                      <a:solidFill>
                        <a:srgbClr val="000000"/>
                      </a:solidFill>
                      <a:prstDash val="solid"/>
                      <a:headEnd type="none" w="med" len="med"/>
                      <a:tailEnd type="none" w="med" len="med"/>
                    </a:lnL>
                    <a:lnR w="12700" cap="flat" cmpd="sng">
                      <a:solidFill>
                        <a:srgbClr val="080000"/>
                      </a:solidFill>
                      <a:prstDash val="solid"/>
                      <a:headEnd type="none" w="med" len="med"/>
                      <a:tailEnd type="none" w="med" len="med"/>
                    </a:lnR>
                  </a:tcPr>
                </a:tc>
                <a:tc rowSpan="2">
                  <a:txBody>
                    <a:bodyPr/>
                    <a:lstStyle/>
                    <a:p>
                      <a:pPr marL="0" indent="0" algn="ctr">
                        <a:buNone/>
                      </a:pPr>
                      <a:r>
                        <a:rPr lang="zh-CN" altLang="en-US" sz="1800" b="0" u="none" dirty="0">
                          <a:latin typeface="微软雅黑" panose="020B0503020204020204" pitchFamily="34" charset="-122"/>
                          <a:ea typeface="微软雅黑" panose="020B0503020204020204" pitchFamily="34" charset="-122"/>
                          <a:cs typeface="宋体" panose="02010600030101010101" pitchFamily="2" charset="-122"/>
                        </a:rPr>
                        <a:t>交互视图</a:t>
                      </a:r>
                    </a:p>
                  </a:txBody>
                  <a:tcPr marL="0" marR="0" marT="0" marB="1" anchor="ctr">
                    <a:lnL w="12700" cap="flat" cmpd="sng">
                      <a:solidFill>
                        <a:srgbClr val="080000"/>
                      </a:solidFill>
                      <a:prstDash val="solid"/>
                      <a:headEnd type="none" w="med" len="med"/>
                      <a:tailEnd type="none" w="med" len="med"/>
                    </a:lnL>
                    <a:lnR w="12700" cap="flat" cmpd="sng">
                      <a:solidFill>
                        <a:srgbClr val="08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tc>
                  <a:txBody>
                    <a:bodyPr/>
                    <a:lstStyle/>
                    <a:p>
                      <a:pPr marL="0" indent="0" algn="ctr">
                        <a:buNone/>
                      </a:pPr>
                      <a:r>
                        <a:rPr lang="zh-CN" altLang="en-US" sz="1800" b="0" u="none" dirty="0">
                          <a:latin typeface="微软雅黑" panose="020B0503020204020204" pitchFamily="34" charset="-122"/>
                          <a:ea typeface="微软雅黑" panose="020B0503020204020204" pitchFamily="34" charset="-122"/>
                          <a:cs typeface="宋体" panose="02010600030101010101" pitchFamily="2" charset="-122"/>
                        </a:rPr>
                        <a:t>顺序图</a:t>
                      </a:r>
                    </a:p>
                  </a:txBody>
                  <a:tcPr marL="0" marR="0" marT="0" marB="1" anchor="ctr">
                    <a:lnL w="12700" cap="flat" cmpd="sng">
                      <a:solidFill>
                        <a:srgbClr val="080000"/>
                      </a:solidFill>
                      <a:prstDash val="solid"/>
                      <a:headEnd type="none" w="med" len="med"/>
                      <a:tailEnd type="none" w="med" len="med"/>
                    </a:lnL>
                    <a:lnR w="12700" cap="flat" cmpd="sng">
                      <a:solidFill>
                        <a:srgbClr val="08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tc>
                  <a:txBody>
                    <a:bodyPr/>
                    <a:lstStyle/>
                    <a:p>
                      <a:pPr marL="0" indent="0" algn="l">
                        <a:buNone/>
                      </a:pPr>
                      <a:r>
                        <a:rPr lang="zh-CN" altLang="en-US" sz="1800" b="0" u="none" dirty="0">
                          <a:latin typeface="微软雅黑" panose="020B0503020204020204" pitchFamily="34" charset="-122"/>
                          <a:ea typeface="微软雅黑" panose="020B0503020204020204" pitchFamily="34" charset="-122"/>
                          <a:cs typeface="宋体" panose="02010600030101010101" pitchFamily="2" charset="-122"/>
                        </a:rPr>
                        <a:t>交互、对象、消息、激活</a:t>
                      </a:r>
                    </a:p>
                  </a:txBody>
                  <a:tcPr marL="0" marR="0" marT="0" marB="1" anchor="ctr">
                    <a:lnL w="12700" cap="flat" cmpd="sng">
                      <a:solidFill>
                        <a:srgbClr val="080000"/>
                      </a:solidFill>
                      <a:prstDash val="solid"/>
                      <a:headEnd type="none" w="med" len="med"/>
                      <a:tailEnd type="none" w="med" len="med"/>
                    </a:lnL>
                    <a:lnR w="9525" cap="flat" cmpd="sng">
                      <a:solidFill>
                        <a:srgbClr val="00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extLst>
                  <a:ext uri="{0D108BD9-81ED-4DB2-BD59-A6C34878D82A}">
                    <a16:rowId xmlns:a16="http://schemas.microsoft.com/office/drawing/2014/main" val="10007"/>
                  </a:ext>
                </a:extLst>
              </a:tr>
              <a:tr h="323850">
                <a:tc vMerge="1">
                  <a:txBody>
                    <a:bodyPr/>
                    <a:lstStyle/>
                    <a:p>
                      <a:endParaRPr lang="zh-CN"/>
                    </a:p>
                  </a:txBody>
                  <a:tcPr>
                    <a:lnL w="9525" cap="flat" cmpd="sng">
                      <a:solidFill>
                        <a:srgbClr val="000000"/>
                      </a:solidFill>
                      <a:prstDash val="solid"/>
                      <a:headEnd type="none" w="med" len="med"/>
                      <a:tailEnd type="none" w="med" len="med"/>
                    </a:lnL>
                    <a:lnR w="12700" cap="flat" cmpd="sng">
                      <a:solidFill>
                        <a:srgbClr val="080000"/>
                      </a:solidFill>
                      <a:prstDash val="solid"/>
                      <a:headEnd type="none" w="med" len="med"/>
                      <a:tailEnd type="none" w="med" len="med"/>
                    </a:lnR>
                    <a:lnB w="12700" cap="flat" cmpd="sng">
                      <a:solidFill>
                        <a:srgbClr val="080000"/>
                      </a:solidFill>
                      <a:prstDash val="solid"/>
                      <a:headEnd type="none" w="med" len="med"/>
                      <a:tailEnd type="none" w="med" len="med"/>
                    </a:lnB>
                  </a:tcPr>
                </a:tc>
                <a:tc vMerge="1">
                  <a:txBody>
                    <a:bodyPr/>
                    <a:lstStyle/>
                    <a:p>
                      <a:endParaRPr lang="zh-CN"/>
                    </a:p>
                  </a:txBody>
                  <a:tcPr>
                    <a:lnL w="12700" cap="flat" cmpd="sng">
                      <a:solidFill>
                        <a:srgbClr val="080000"/>
                      </a:solidFill>
                      <a:prstDash val="solid"/>
                      <a:headEnd type="none" w="med" len="med"/>
                      <a:tailEnd type="none" w="med" len="med"/>
                    </a:lnL>
                    <a:lnR w="12700" cap="flat" cmpd="sng">
                      <a:solidFill>
                        <a:srgbClr val="080000"/>
                      </a:solidFill>
                      <a:prstDash val="solid"/>
                      <a:headEnd type="none" w="med" len="med"/>
                      <a:tailEnd type="none" w="med" len="med"/>
                    </a:lnR>
                    <a:lnB w="12700" cap="flat" cmpd="sng">
                      <a:solidFill>
                        <a:srgbClr val="080000"/>
                      </a:solidFill>
                      <a:prstDash val="solid"/>
                      <a:headEnd type="none" w="med" len="med"/>
                      <a:tailEnd type="none" w="med" len="med"/>
                    </a:lnB>
                  </a:tcPr>
                </a:tc>
                <a:tc>
                  <a:txBody>
                    <a:bodyPr/>
                    <a:lstStyle/>
                    <a:p>
                      <a:pPr marL="0" indent="0" algn="ctr">
                        <a:buNone/>
                      </a:pPr>
                      <a:r>
                        <a:rPr lang="zh-CN" altLang="en-US" sz="1800" b="0" u="none" dirty="0">
                          <a:latin typeface="微软雅黑" panose="020B0503020204020204" pitchFamily="34" charset="-122"/>
                          <a:ea typeface="微软雅黑" panose="020B0503020204020204" pitchFamily="34" charset="-122"/>
                          <a:cs typeface="宋体" panose="02010600030101010101" pitchFamily="2" charset="-122"/>
                        </a:rPr>
                        <a:t>协作图</a:t>
                      </a:r>
                    </a:p>
                  </a:txBody>
                  <a:tcPr marL="0" marR="0" marT="0" marB="1" anchor="ctr">
                    <a:lnL w="12700" cap="flat" cmpd="sng">
                      <a:solidFill>
                        <a:srgbClr val="080000"/>
                      </a:solidFill>
                      <a:prstDash val="solid"/>
                      <a:headEnd type="none" w="med" len="med"/>
                      <a:tailEnd type="none" w="med" len="med"/>
                    </a:lnL>
                    <a:lnR w="12700" cap="flat" cmpd="sng">
                      <a:solidFill>
                        <a:srgbClr val="08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tc>
                  <a:txBody>
                    <a:bodyPr/>
                    <a:lstStyle/>
                    <a:p>
                      <a:pPr marL="0" indent="0" algn="l">
                        <a:buNone/>
                      </a:pPr>
                      <a:r>
                        <a:rPr lang="zh-CN" altLang="en-US" sz="1800" b="0" u="none" dirty="0">
                          <a:latin typeface="微软雅黑" panose="020B0503020204020204" pitchFamily="34" charset="-122"/>
                          <a:ea typeface="微软雅黑" panose="020B0503020204020204" pitchFamily="34" charset="-122"/>
                          <a:cs typeface="宋体" panose="02010600030101010101" pitchFamily="2" charset="-122"/>
                        </a:rPr>
                        <a:t>协作、交互、角色、消息</a:t>
                      </a:r>
                    </a:p>
                  </a:txBody>
                  <a:tcPr marL="0" marR="0" marT="0" marB="1" anchor="ctr">
                    <a:lnL w="12700" cap="flat" cmpd="sng">
                      <a:solidFill>
                        <a:srgbClr val="080000"/>
                      </a:solidFill>
                      <a:prstDash val="solid"/>
                      <a:headEnd type="none" w="med" len="med"/>
                      <a:tailEnd type="none" w="med" len="med"/>
                    </a:lnL>
                    <a:lnR w="9525" cap="flat" cmpd="sng">
                      <a:solidFill>
                        <a:srgbClr val="00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extLst>
                  <a:ext uri="{0D108BD9-81ED-4DB2-BD59-A6C34878D82A}">
                    <a16:rowId xmlns:a16="http://schemas.microsoft.com/office/drawing/2014/main" val="10008"/>
                  </a:ext>
                </a:extLst>
              </a:tr>
              <a:tr h="323850">
                <a:tc>
                  <a:txBody>
                    <a:bodyPr/>
                    <a:lstStyle/>
                    <a:p>
                      <a:pPr marL="0" indent="0" algn="ctr">
                        <a:buNone/>
                      </a:pPr>
                      <a:r>
                        <a:rPr lang="zh-CN" altLang="en-US" sz="1800" b="0" u="none" dirty="0">
                          <a:latin typeface="微软雅黑" panose="020B0503020204020204" pitchFamily="34" charset="-122"/>
                          <a:ea typeface="微软雅黑" panose="020B0503020204020204" pitchFamily="34" charset="-122"/>
                          <a:cs typeface="宋体" panose="02010600030101010101" pitchFamily="2" charset="-122"/>
                        </a:rPr>
                        <a:t>模型管理</a:t>
                      </a:r>
                    </a:p>
                  </a:txBody>
                  <a:tcPr marL="0" marR="0" marT="0" marB="1" anchor="ctr">
                    <a:lnL w="9525" cap="flat" cmpd="sng">
                      <a:solidFill>
                        <a:srgbClr val="000000"/>
                      </a:solidFill>
                      <a:prstDash val="solid"/>
                      <a:headEnd type="none" w="med" len="med"/>
                      <a:tailEnd type="none" w="med" len="med"/>
                    </a:lnL>
                    <a:lnR w="12700" cap="flat" cmpd="sng">
                      <a:solidFill>
                        <a:srgbClr val="08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tc>
                  <a:txBody>
                    <a:bodyPr/>
                    <a:lstStyle/>
                    <a:p>
                      <a:pPr marL="0" indent="0" algn="ctr">
                        <a:buNone/>
                      </a:pPr>
                      <a:r>
                        <a:rPr lang="zh-CN" altLang="en-US" sz="1800" b="0" u="none" dirty="0">
                          <a:latin typeface="微软雅黑" panose="020B0503020204020204" pitchFamily="34" charset="-122"/>
                          <a:ea typeface="微软雅黑" panose="020B0503020204020204" pitchFamily="34" charset="-122"/>
                          <a:cs typeface="宋体" panose="02010600030101010101" pitchFamily="2" charset="-122"/>
                        </a:rPr>
                        <a:t>模型管理视图</a:t>
                      </a:r>
                    </a:p>
                  </a:txBody>
                  <a:tcPr marL="0" marR="0" marT="0" marB="1" anchor="ctr">
                    <a:lnL w="12700" cap="flat" cmpd="sng">
                      <a:solidFill>
                        <a:srgbClr val="080000"/>
                      </a:solidFill>
                      <a:prstDash val="solid"/>
                      <a:headEnd type="none" w="med" len="med"/>
                      <a:tailEnd type="none" w="med" len="med"/>
                    </a:lnL>
                    <a:lnR w="12700" cap="flat" cmpd="sng">
                      <a:solidFill>
                        <a:srgbClr val="08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tc>
                  <a:txBody>
                    <a:bodyPr/>
                    <a:lstStyle/>
                    <a:p>
                      <a:pPr marL="0" indent="0" algn="ctr">
                        <a:buNone/>
                      </a:pPr>
                      <a:r>
                        <a:rPr lang="zh-CN" altLang="en-US" sz="1800" b="0" u="none" dirty="0">
                          <a:latin typeface="微软雅黑" panose="020B0503020204020204" pitchFamily="34" charset="-122"/>
                          <a:ea typeface="微软雅黑" panose="020B0503020204020204" pitchFamily="34" charset="-122"/>
                          <a:cs typeface="宋体" panose="02010600030101010101" pitchFamily="2" charset="-122"/>
                        </a:rPr>
                        <a:t>类图</a:t>
                      </a:r>
                    </a:p>
                  </a:txBody>
                  <a:tcPr marL="0" marR="0" marT="0" marB="1" anchor="ctr">
                    <a:lnL w="12700" cap="flat" cmpd="sng">
                      <a:solidFill>
                        <a:srgbClr val="080000"/>
                      </a:solidFill>
                      <a:prstDash val="solid"/>
                      <a:headEnd type="none" w="med" len="med"/>
                      <a:tailEnd type="none" w="med" len="med"/>
                    </a:lnL>
                    <a:lnR w="12700" cap="flat" cmpd="sng">
                      <a:solidFill>
                        <a:srgbClr val="08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tc>
                  <a:txBody>
                    <a:bodyPr/>
                    <a:lstStyle/>
                    <a:p>
                      <a:pPr marL="0" indent="0" algn="l">
                        <a:buNone/>
                      </a:pPr>
                      <a:r>
                        <a:rPr lang="zh-CN" altLang="en-US" sz="1800" b="0" u="none" dirty="0">
                          <a:latin typeface="微软雅黑" panose="020B0503020204020204" pitchFamily="34" charset="-122"/>
                          <a:ea typeface="微软雅黑" panose="020B0503020204020204" pitchFamily="34" charset="-122"/>
                          <a:cs typeface="宋体" panose="02010600030101010101" pitchFamily="2" charset="-122"/>
                        </a:rPr>
                        <a:t>包、子系统、模型。</a:t>
                      </a:r>
                    </a:p>
                  </a:txBody>
                  <a:tcPr marL="0" marR="0" marT="0" marB="1" anchor="ctr">
                    <a:lnL w="12700" cap="flat" cmpd="sng">
                      <a:solidFill>
                        <a:srgbClr val="080000"/>
                      </a:solidFill>
                      <a:prstDash val="solid"/>
                      <a:headEnd type="none" w="med" len="med"/>
                      <a:tailEnd type="none" w="med" len="med"/>
                    </a:lnL>
                    <a:lnR w="9525" cap="flat" cmpd="sng">
                      <a:solidFill>
                        <a:srgbClr val="00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extLst>
                  <a:ext uri="{0D108BD9-81ED-4DB2-BD59-A6C34878D82A}">
                    <a16:rowId xmlns:a16="http://schemas.microsoft.com/office/drawing/2014/main" val="10009"/>
                  </a:ext>
                </a:extLst>
              </a:tr>
              <a:tr h="323850">
                <a:tc>
                  <a:txBody>
                    <a:bodyPr/>
                    <a:lstStyle/>
                    <a:p>
                      <a:pPr marL="0" indent="0" algn="ctr">
                        <a:buNone/>
                      </a:pPr>
                      <a:r>
                        <a:rPr lang="zh-CN" altLang="en-US" sz="1800" b="0" u="none" dirty="0">
                          <a:latin typeface="微软雅黑" panose="020B0503020204020204" pitchFamily="34" charset="-122"/>
                          <a:ea typeface="微软雅黑" panose="020B0503020204020204" pitchFamily="34" charset="-122"/>
                          <a:cs typeface="宋体" panose="02010600030101010101" pitchFamily="2" charset="-122"/>
                        </a:rPr>
                        <a:t>可扩展性</a:t>
                      </a:r>
                    </a:p>
                  </a:txBody>
                  <a:tcPr marL="0" marR="0" marT="0" marB="1" anchor="ctr">
                    <a:lnL w="9525" cap="flat" cmpd="sng">
                      <a:solidFill>
                        <a:srgbClr val="000000"/>
                      </a:solidFill>
                      <a:prstDash val="solid"/>
                      <a:headEnd type="none" w="med" len="med"/>
                      <a:tailEnd type="none" w="med" len="med"/>
                    </a:lnL>
                    <a:lnR w="12700" cap="flat" cmpd="sng">
                      <a:solidFill>
                        <a:srgbClr val="08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tc>
                  <a:txBody>
                    <a:bodyPr/>
                    <a:lstStyle/>
                    <a:p>
                      <a:pPr marL="0" indent="0" algn="ctr">
                        <a:buNone/>
                      </a:pPr>
                      <a:r>
                        <a:rPr lang="zh-CN" altLang="en-US" sz="1800" b="0" u="none" dirty="0">
                          <a:latin typeface="微软雅黑" panose="020B0503020204020204" pitchFamily="34" charset="-122"/>
                          <a:ea typeface="微软雅黑" panose="020B0503020204020204" pitchFamily="34" charset="-122"/>
                          <a:cs typeface="宋体" panose="02010600030101010101" pitchFamily="2" charset="-122"/>
                        </a:rPr>
                        <a:t>所有</a:t>
                      </a:r>
                    </a:p>
                  </a:txBody>
                  <a:tcPr marL="0" marR="0" marT="0" marB="1" anchor="ctr">
                    <a:lnL w="12700" cap="flat" cmpd="sng">
                      <a:solidFill>
                        <a:srgbClr val="080000"/>
                      </a:solidFill>
                      <a:prstDash val="solid"/>
                      <a:headEnd type="none" w="med" len="med"/>
                      <a:tailEnd type="none" w="med" len="med"/>
                    </a:lnL>
                    <a:lnR w="12700" cap="flat" cmpd="sng">
                      <a:solidFill>
                        <a:srgbClr val="08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tc>
                  <a:txBody>
                    <a:bodyPr/>
                    <a:lstStyle/>
                    <a:p>
                      <a:pPr marL="0" indent="0" algn="ctr">
                        <a:buNone/>
                      </a:pPr>
                      <a:r>
                        <a:rPr lang="zh-CN" altLang="en-US" sz="1800" b="0" u="none" dirty="0">
                          <a:latin typeface="微软雅黑" panose="020B0503020204020204" pitchFamily="34" charset="-122"/>
                          <a:ea typeface="微软雅黑" panose="020B0503020204020204" pitchFamily="34" charset="-122"/>
                          <a:cs typeface="宋体" panose="02010600030101010101" pitchFamily="2" charset="-122"/>
                        </a:rPr>
                        <a:t>所有</a:t>
                      </a:r>
                    </a:p>
                  </a:txBody>
                  <a:tcPr marL="0" marR="0" marT="0" marB="1" anchor="ctr">
                    <a:lnL w="12700" cap="flat" cmpd="sng">
                      <a:solidFill>
                        <a:srgbClr val="080000"/>
                      </a:solidFill>
                      <a:prstDash val="solid"/>
                      <a:headEnd type="none" w="med" len="med"/>
                      <a:tailEnd type="none" w="med" len="med"/>
                    </a:lnL>
                    <a:lnR w="12700" cap="flat" cmpd="sng">
                      <a:solidFill>
                        <a:srgbClr val="08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tc>
                  <a:txBody>
                    <a:bodyPr/>
                    <a:lstStyle/>
                    <a:p>
                      <a:pPr marL="0" indent="0" algn="l">
                        <a:buNone/>
                      </a:pPr>
                      <a:r>
                        <a:rPr lang="zh-CN" altLang="en-US" sz="1800" b="0" u="none" dirty="0">
                          <a:latin typeface="微软雅黑" panose="020B0503020204020204" pitchFamily="34" charset="-122"/>
                          <a:ea typeface="微软雅黑" panose="020B0503020204020204" pitchFamily="34" charset="-122"/>
                          <a:cs typeface="宋体" panose="02010600030101010101" pitchFamily="2" charset="-122"/>
                        </a:rPr>
                        <a:t>约束、版型、标签值</a:t>
                      </a:r>
                    </a:p>
                  </a:txBody>
                  <a:tcPr marL="0" marR="0" marT="0" marB="1" anchor="ctr">
                    <a:lnL w="12700" cap="flat" cmpd="sng">
                      <a:solidFill>
                        <a:srgbClr val="080000"/>
                      </a:solidFill>
                      <a:prstDash val="solid"/>
                      <a:headEnd type="none" w="med" len="med"/>
                      <a:tailEnd type="none" w="med" len="med"/>
                    </a:lnL>
                    <a:lnR w="9525" cap="flat" cmpd="sng">
                      <a:solidFill>
                        <a:srgbClr val="00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extLst>
                  <a:ext uri="{0D108BD9-81ED-4DB2-BD59-A6C34878D82A}">
                    <a16:rowId xmlns:a16="http://schemas.microsoft.com/office/drawing/2014/main" val="10010"/>
                  </a:ext>
                </a:extLst>
              </a:tr>
            </a:tbl>
          </a:graphicData>
        </a:graphic>
      </p:graphicFrame>
      <p:grpSp>
        <p:nvGrpSpPr>
          <p:cNvPr id="4" name="组合 3"/>
          <p:cNvGrpSpPr/>
          <p:nvPr/>
        </p:nvGrpSpPr>
        <p:grpSpPr>
          <a:xfrm>
            <a:off x="1086305" y="1765556"/>
            <a:ext cx="9954895" cy="963930"/>
            <a:chOff x="881" y="2735"/>
            <a:chExt cx="15677" cy="1518"/>
          </a:xfrm>
        </p:grpSpPr>
        <p:sp>
          <p:nvSpPr>
            <p:cNvPr id="167" name="圆角矩形"/>
            <p:cNvSpPr/>
            <p:nvPr/>
          </p:nvSpPr>
          <p:spPr>
            <a:xfrm>
              <a:off x="1206" y="3130"/>
              <a:ext cx="15352" cy="1123"/>
            </a:xfrm>
            <a:prstGeom prst="roundRect">
              <a:avLst/>
            </a:prstGeom>
            <a:solidFill>
              <a:schemeClr val="accent3">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scene3d>
                <a:camera prst="orthographicFront"/>
                <a:lightRig rig="threePt" dir="t"/>
              </a:scene3d>
              <a:sp3d>
                <a:contourClr>
                  <a:srgbClr val="FFFFFF"/>
                </a:contourClr>
              </a:sp3d>
            </a:bodyPr>
            <a:lstStyle>
              <a:defPPr>
                <a:defRPr lang="zh-CN"/>
              </a:defPPr>
              <a:lvl1pPr algn="l" rtl="0" eaLnBrk="0" fontAlgn="base" hangingPunct="0">
                <a:spcBef>
                  <a:spcPct val="0"/>
                </a:spcBef>
                <a:spcAft>
                  <a:spcPct val="0"/>
                </a:spcAft>
                <a:defRPr kern="1200">
                  <a:solidFill>
                    <a:schemeClr val="lt1"/>
                  </a:solidFill>
                  <a:latin typeface="+mn-lt"/>
                  <a:ea typeface="+mn-ea"/>
                  <a:cs typeface="+mn-cs"/>
                </a:defRPr>
              </a:lvl1pPr>
              <a:lvl2pPr marL="457200" algn="l" rtl="0" eaLnBrk="0" fontAlgn="base" hangingPunct="0">
                <a:spcBef>
                  <a:spcPct val="0"/>
                </a:spcBef>
                <a:spcAft>
                  <a:spcPct val="0"/>
                </a:spcAft>
                <a:defRPr kern="1200">
                  <a:solidFill>
                    <a:schemeClr val="lt1"/>
                  </a:solidFill>
                  <a:latin typeface="+mn-lt"/>
                  <a:ea typeface="+mn-ea"/>
                  <a:cs typeface="+mn-cs"/>
                </a:defRPr>
              </a:lvl2pPr>
              <a:lvl3pPr marL="914400" algn="l" rtl="0" eaLnBrk="0" fontAlgn="base" hangingPunct="0">
                <a:spcBef>
                  <a:spcPct val="0"/>
                </a:spcBef>
                <a:spcAft>
                  <a:spcPct val="0"/>
                </a:spcAft>
                <a:defRPr kern="1200">
                  <a:solidFill>
                    <a:schemeClr val="lt1"/>
                  </a:solidFill>
                  <a:latin typeface="+mn-lt"/>
                  <a:ea typeface="+mn-ea"/>
                  <a:cs typeface="+mn-cs"/>
                </a:defRPr>
              </a:lvl3pPr>
              <a:lvl4pPr marL="1371600" algn="l" rtl="0" eaLnBrk="0" fontAlgn="base" hangingPunct="0">
                <a:spcBef>
                  <a:spcPct val="0"/>
                </a:spcBef>
                <a:spcAft>
                  <a:spcPct val="0"/>
                </a:spcAft>
                <a:defRPr kern="1200">
                  <a:solidFill>
                    <a:schemeClr val="lt1"/>
                  </a:solidFill>
                  <a:latin typeface="+mn-lt"/>
                  <a:ea typeface="+mn-ea"/>
                  <a:cs typeface="+mn-cs"/>
                </a:defRPr>
              </a:lvl4pPr>
              <a:lvl5pPr marL="1828800" algn="l" rtl="0" eaLnBrk="0" fontAlgn="base" hangingPunct="0">
                <a:spcBef>
                  <a:spcPct val="0"/>
                </a:spcBef>
                <a:spcAft>
                  <a:spcPct val="0"/>
                </a:spcAft>
                <a:defRPr kern="1200">
                  <a:solidFill>
                    <a:schemeClr val="lt1"/>
                  </a:solidFill>
                  <a:latin typeface="+mn-lt"/>
                  <a:ea typeface="+mn-ea"/>
                  <a:cs typeface="+mn-cs"/>
                </a:defRPr>
              </a:lvl5pPr>
              <a:lvl6pPr marL="2286000" algn="l" defTabSz="914400" rtl="0" eaLnBrk="1" latinLnBrk="0" hangingPunct="1">
                <a:defRPr kern="1200">
                  <a:solidFill>
                    <a:schemeClr val="lt1"/>
                  </a:solidFill>
                  <a:latin typeface="+mn-lt"/>
                  <a:ea typeface="+mn-ea"/>
                  <a:cs typeface="+mn-cs"/>
                </a:defRPr>
              </a:lvl6pPr>
              <a:lvl7pPr marL="2743200" algn="l" defTabSz="914400" rtl="0" eaLnBrk="1" latinLnBrk="0" hangingPunct="1">
                <a:defRPr kern="1200">
                  <a:solidFill>
                    <a:schemeClr val="lt1"/>
                  </a:solidFill>
                  <a:latin typeface="+mn-lt"/>
                  <a:ea typeface="+mn-ea"/>
                  <a:cs typeface="+mn-cs"/>
                </a:defRPr>
              </a:lvl7pPr>
              <a:lvl8pPr marL="3200400" algn="l" defTabSz="914400" rtl="0" eaLnBrk="1" latinLnBrk="0" hangingPunct="1">
                <a:defRPr kern="1200">
                  <a:solidFill>
                    <a:schemeClr val="lt1"/>
                  </a:solidFill>
                  <a:latin typeface="+mn-lt"/>
                  <a:ea typeface="+mn-ea"/>
                  <a:cs typeface="+mn-cs"/>
                </a:defRPr>
              </a:lvl8pPr>
              <a:lvl9pPr marL="3657600" algn="l" defTabSz="914400" rtl="0" eaLnBrk="1" latinLnBrk="0" hangingPunct="1">
                <a:defRPr kern="1200">
                  <a:solidFill>
                    <a:schemeClr val="lt1"/>
                  </a:solidFill>
                  <a:latin typeface="+mn-lt"/>
                  <a:ea typeface="+mn-ea"/>
                  <a:cs typeface="+mn-cs"/>
                </a:defRPr>
              </a:lvl9pPr>
            </a:lstStyle>
            <a:p>
              <a:pPr algn="l" eaLnBrk="1" fontAlgn="auto" hangingPunct="1">
                <a:spcBef>
                  <a:spcPts val="0"/>
                </a:spcBef>
                <a:spcAft>
                  <a:spcPts val="0"/>
                </a:spcAft>
                <a:defRPr/>
              </a:pPr>
              <a:r>
                <a:rPr lang="en-US" altLang="zh-CN" dirty="0">
                  <a:solidFill>
                    <a:schemeClr val="bg2">
                      <a:lumMod val="50000"/>
                    </a:schemeClr>
                  </a:solidFill>
                </a:rPr>
                <a:t>   </a:t>
              </a:r>
              <a:endParaRPr lang="zh-CN" altLang="en-US">
                <a:solidFill>
                  <a:schemeClr val="bg2">
                    <a:lumMod val="50000"/>
                  </a:schemeClr>
                </a:solidFill>
              </a:endParaRPr>
            </a:p>
          </p:txBody>
        </p:sp>
        <p:sp>
          <p:nvSpPr>
            <p:cNvPr id="5" name="学士帽"/>
            <p:cNvSpPr/>
            <p:nvPr/>
          </p:nvSpPr>
          <p:spPr bwMode="auto">
            <a:xfrm>
              <a:off x="881" y="2735"/>
              <a:ext cx="1056" cy="744"/>
            </a:xfrm>
            <a:custGeom>
              <a:avLst/>
              <a:gdLst>
                <a:gd name="T0" fmla="*/ 1395067 w 3931"/>
                <a:gd name="T1" fmla="*/ 589725 h 2392"/>
                <a:gd name="T2" fmla="*/ 928365 w 3931"/>
                <a:gd name="T3" fmla="*/ 389484 h 2392"/>
                <a:gd name="T4" fmla="*/ 403040 w 3931"/>
                <a:gd name="T5" fmla="*/ 589725 h 2392"/>
                <a:gd name="T6" fmla="*/ 256480 w 3931"/>
                <a:gd name="T7" fmla="*/ 528782 h 2392"/>
                <a:gd name="T8" fmla="*/ 256480 w 3931"/>
                <a:gd name="T9" fmla="*/ 708403 h 2392"/>
                <a:gd name="T10" fmla="*/ 296326 w 3931"/>
                <a:gd name="T11" fmla="*/ 763389 h 2392"/>
                <a:gd name="T12" fmla="*/ 255564 w 3931"/>
                <a:gd name="T13" fmla="*/ 818375 h 2392"/>
                <a:gd name="T14" fmla="*/ 299074 w 3931"/>
                <a:gd name="T15" fmla="*/ 1011742 h 2392"/>
                <a:gd name="T16" fmla="*/ 170834 w 3931"/>
                <a:gd name="T17" fmla="*/ 1011742 h 2392"/>
                <a:gd name="T18" fmla="*/ 214802 w 3931"/>
                <a:gd name="T19" fmla="*/ 817458 h 2392"/>
                <a:gd name="T20" fmla="*/ 179078 w 3931"/>
                <a:gd name="T21" fmla="*/ 763389 h 2392"/>
                <a:gd name="T22" fmla="*/ 213428 w 3931"/>
                <a:gd name="T23" fmla="*/ 709777 h 2392"/>
                <a:gd name="T24" fmla="*/ 213428 w 3931"/>
                <a:gd name="T25" fmla="*/ 510911 h 2392"/>
                <a:gd name="T26" fmla="*/ 0 w 3931"/>
                <a:gd name="T27" fmla="*/ 421559 h 2392"/>
                <a:gd name="T28" fmla="*/ 938899 w 3931"/>
                <a:gd name="T29" fmla="*/ 0 h 2392"/>
                <a:gd name="T30" fmla="*/ 1800397 w 3931"/>
                <a:gd name="T31" fmla="*/ 427058 h 2392"/>
                <a:gd name="T32" fmla="*/ 1395067 w 3931"/>
                <a:gd name="T33" fmla="*/ 589725 h 2392"/>
                <a:gd name="T34" fmla="*/ 917831 w 3931"/>
                <a:gd name="T35" fmla="*/ 491208 h 2392"/>
                <a:gd name="T36" fmla="*/ 1341481 w 3931"/>
                <a:gd name="T37" fmla="*/ 635088 h 2392"/>
                <a:gd name="T38" fmla="*/ 1341481 w 3931"/>
                <a:gd name="T39" fmla="*/ 983791 h 2392"/>
                <a:gd name="T40" fmla="*/ 896306 w 3931"/>
                <a:gd name="T41" fmla="*/ 1096054 h 2392"/>
                <a:gd name="T42" fmla="*/ 503342 w 3931"/>
                <a:gd name="T43" fmla="*/ 983791 h 2392"/>
                <a:gd name="T44" fmla="*/ 503342 w 3931"/>
                <a:gd name="T45" fmla="*/ 635088 h 2392"/>
                <a:gd name="T46" fmla="*/ 917831 w 3931"/>
                <a:gd name="T47" fmla="*/ 491208 h 2392"/>
                <a:gd name="T48" fmla="*/ 912335 w 3931"/>
                <a:gd name="T49" fmla="*/ 1031904 h 2392"/>
                <a:gd name="T50" fmla="*/ 1254003 w 3931"/>
                <a:gd name="T51" fmla="*/ 946675 h 2392"/>
                <a:gd name="T52" fmla="*/ 912335 w 3931"/>
                <a:gd name="T53" fmla="*/ 860989 h 2392"/>
                <a:gd name="T54" fmla="*/ 571126 w 3931"/>
                <a:gd name="T55" fmla="*/ 946675 h 2392"/>
                <a:gd name="T56" fmla="*/ 912335 w 3931"/>
                <a:gd name="T57" fmla="*/ 1031904 h 2392"/>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Lst>
              <a:ahLst/>
              <a:cxnLst>
                <a:cxn ang="T58">
                  <a:pos x="T0" y="T1"/>
                </a:cxn>
                <a:cxn ang="T59">
                  <a:pos x="T2" y="T3"/>
                </a:cxn>
                <a:cxn ang="T60">
                  <a:pos x="T4" y="T5"/>
                </a:cxn>
                <a:cxn ang="T61">
                  <a:pos x="T6" y="T7"/>
                </a:cxn>
                <a:cxn ang="T62">
                  <a:pos x="T8" y="T9"/>
                </a:cxn>
                <a:cxn ang="T63">
                  <a:pos x="T10" y="T11"/>
                </a:cxn>
                <a:cxn ang="T64">
                  <a:pos x="T12" y="T13"/>
                </a:cxn>
                <a:cxn ang="T65">
                  <a:pos x="T14" y="T15"/>
                </a:cxn>
                <a:cxn ang="T66">
                  <a:pos x="T16" y="T17"/>
                </a:cxn>
                <a:cxn ang="T67">
                  <a:pos x="T18" y="T19"/>
                </a:cxn>
                <a:cxn ang="T68">
                  <a:pos x="T20" y="T21"/>
                </a:cxn>
                <a:cxn ang="T69">
                  <a:pos x="T22" y="T23"/>
                </a:cxn>
                <a:cxn ang="T70">
                  <a:pos x="T24" y="T25"/>
                </a:cxn>
                <a:cxn ang="T71">
                  <a:pos x="T26" y="T27"/>
                </a:cxn>
                <a:cxn ang="T72">
                  <a:pos x="T28" y="T29"/>
                </a:cxn>
                <a:cxn ang="T73">
                  <a:pos x="T30" y="T31"/>
                </a:cxn>
                <a:cxn ang="T74">
                  <a:pos x="T32" y="T33"/>
                </a:cxn>
                <a:cxn ang="T75">
                  <a:pos x="T34" y="T35"/>
                </a:cxn>
                <a:cxn ang="T76">
                  <a:pos x="T36" y="T37"/>
                </a:cxn>
                <a:cxn ang="T77">
                  <a:pos x="T38" y="T39"/>
                </a:cxn>
                <a:cxn ang="T78">
                  <a:pos x="T40" y="T41"/>
                </a:cxn>
                <a:cxn ang="T79">
                  <a:pos x="T42" y="T43"/>
                </a:cxn>
                <a:cxn ang="T80">
                  <a:pos x="T44" y="T45"/>
                </a:cxn>
                <a:cxn ang="T81">
                  <a:pos x="T46" y="T47"/>
                </a:cxn>
                <a:cxn ang="T82">
                  <a:pos x="T48" y="T49"/>
                </a:cxn>
                <a:cxn ang="T83">
                  <a:pos x="T50" y="T51"/>
                </a:cxn>
                <a:cxn ang="T84">
                  <a:pos x="T52" y="T53"/>
                </a:cxn>
                <a:cxn ang="T85">
                  <a:pos x="T54" y="T55"/>
                </a:cxn>
                <a:cxn ang="T86">
                  <a:pos x="T56" y="T57"/>
                </a:cxn>
              </a:cxnLst>
              <a:rect l="0" t="0" r="r" b="b"/>
              <a:pathLst>
                <a:path w="3931" h="2392">
                  <a:moveTo>
                    <a:pt x="3046" y="1287"/>
                  </a:moveTo>
                  <a:cubicBezTo>
                    <a:pt x="3046" y="1287"/>
                    <a:pt x="2618" y="850"/>
                    <a:pt x="2027" y="850"/>
                  </a:cubicBezTo>
                  <a:cubicBezTo>
                    <a:pt x="1450" y="850"/>
                    <a:pt x="880" y="1287"/>
                    <a:pt x="880" y="1287"/>
                  </a:cubicBezTo>
                  <a:cubicBezTo>
                    <a:pt x="560" y="1154"/>
                    <a:pt x="560" y="1154"/>
                    <a:pt x="560" y="1154"/>
                  </a:cubicBezTo>
                  <a:cubicBezTo>
                    <a:pt x="560" y="1546"/>
                    <a:pt x="560" y="1546"/>
                    <a:pt x="560" y="1546"/>
                  </a:cubicBezTo>
                  <a:cubicBezTo>
                    <a:pt x="610" y="1563"/>
                    <a:pt x="647" y="1610"/>
                    <a:pt x="647" y="1666"/>
                  </a:cubicBezTo>
                  <a:cubicBezTo>
                    <a:pt x="647" y="1723"/>
                    <a:pt x="609" y="1769"/>
                    <a:pt x="558" y="1786"/>
                  </a:cubicBezTo>
                  <a:cubicBezTo>
                    <a:pt x="653" y="2208"/>
                    <a:pt x="653" y="2208"/>
                    <a:pt x="653" y="2208"/>
                  </a:cubicBezTo>
                  <a:cubicBezTo>
                    <a:pt x="373" y="2208"/>
                    <a:pt x="373" y="2208"/>
                    <a:pt x="373" y="2208"/>
                  </a:cubicBezTo>
                  <a:cubicBezTo>
                    <a:pt x="469" y="1784"/>
                    <a:pt x="469" y="1784"/>
                    <a:pt x="469" y="1784"/>
                  </a:cubicBezTo>
                  <a:cubicBezTo>
                    <a:pt x="423" y="1764"/>
                    <a:pt x="391" y="1719"/>
                    <a:pt x="391" y="1666"/>
                  </a:cubicBezTo>
                  <a:cubicBezTo>
                    <a:pt x="391" y="1614"/>
                    <a:pt x="422" y="1570"/>
                    <a:pt x="466" y="1549"/>
                  </a:cubicBezTo>
                  <a:cubicBezTo>
                    <a:pt x="466" y="1115"/>
                    <a:pt x="466" y="1115"/>
                    <a:pt x="466" y="1115"/>
                  </a:cubicBezTo>
                  <a:cubicBezTo>
                    <a:pt x="0" y="920"/>
                    <a:pt x="0" y="920"/>
                    <a:pt x="0" y="920"/>
                  </a:cubicBezTo>
                  <a:cubicBezTo>
                    <a:pt x="2050" y="0"/>
                    <a:pt x="2050" y="0"/>
                    <a:pt x="2050" y="0"/>
                  </a:cubicBezTo>
                  <a:cubicBezTo>
                    <a:pt x="3931" y="932"/>
                    <a:pt x="3931" y="932"/>
                    <a:pt x="3931" y="932"/>
                  </a:cubicBezTo>
                  <a:lnTo>
                    <a:pt x="3046" y="1287"/>
                  </a:lnTo>
                  <a:close/>
                  <a:moveTo>
                    <a:pt x="2004" y="1072"/>
                  </a:moveTo>
                  <a:cubicBezTo>
                    <a:pt x="2598" y="1072"/>
                    <a:pt x="2929" y="1386"/>
                    <a:pt x="2929" y="1386"/>
                  </a:cubicBezTo>
                  <a:cubicBezTo>
                    <a:pt x="2929" y="2147"/>
                    <a:pt x="2929" y="2147"/>
                    <a:pt x="2929" y="2147"/>
                  </a:cubicBezTo>
                  <a:cubicBezTo>
                    <a:pt x="2929" y="2147"/>
                    <a:pt x="2586" y="2392"/>
                    <a:pt x="1957" y="2392"/>
                  </a:cubicBezTo>
                  <a:cubicBezTo>
                    <a:pt x="1328" y="2392"/>
                    <a:pt x="1099" y="2147"/>
                    <a:pt x="1099" y="2147"/>
                  </a:cubicBezTo>
                  <a:cubicBezTo>
                    <a:pt x="1099" y="1386"/>
                    <a:pt x="1099" y="1386"/>
                    <a:pt x="1099" y="1386"/>
                  </a:cubicBezTo>
                  <a:cubicBezTo>
                    <a:pt x="1099" y="1386"/>
                    <a:pt x="1410" y="1072"/>
                    <a:pt x="2004" y="1072"/>
                  </a:cubicBezTo>
                  <a:close/>
                  <a:moveTo>
                    <a:pt x="1992" y="2252"/>
                  </a:moveTo>
                  <a:cubicBezTo>
                    <a:pt x="2404" y="2252"/>
                    <a:pt x="2738" y="2168"/>
                    <a:pt x="2738" y="2066"/>
                  </a:cubicBezTo>
                  <a:cubicBezTo>
                    <a:pt x="2738" y="1963"/>
                    <a:pt x="2404" y="1879"/>
                    <a:pt x="1992" y="1879"/>
                  </a:cubicBezTo>
                  <a:cubicBezTo>
                    <a:pt x="1581" y="1879"/>
                    <a:pt x="1247" y="1963"/>
                    <a:pt x="1247" y="2066"/>
                  </a:cubicBezTo>
                  <a:cubicBezTo>
                    <a:pt x="1247" y="2168"/>
                    <a:pt x="1581" y="2252"/>
                    <a:pt x="1992" y="2252"/>
                  </a:cubicBezTo>
                  <a:close/>
                </a:path>
              </a:pathLst>
            </a:custGeom>
            <a:solidFill>
              <a:schemeClr val="accent5">
                <a:lumMod val="75000"/>
              </a:schemeClr>
            </a:solidFill>
            <a:ln>
              <a:noFill/>
            </a:ln>
            <a:extLst>
              <a:ext uri="{91240B29-F687-4F45-9708-019B960494DF}">
                <a14:hiddenLine xmlns:a14="http://schemas.microsoft.com/office/drawing/2010/main" w="9525">
                  <a:solidFill>
                    <a:srgbClr val="000000"/>
                  </a:solidFill>
                  <a:round/>
                </a14:hiddenLine>
              </a:ext>
            </a:extLst>
          </p:spPr>
          <p:txBody>
            <a:bodyPr anchor="ctr" anchorCtr="1"/>
            <a:lstStyle>
              <a:defPPr>
                <a:defRPr lang="zh-CN"/>
              </a:defPPr>
              <a:lvl1pPr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1pPr>
              <a:lvl2pPr marL="4572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2pPr>
              <a:lvl3pPr marL="9144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3pPr>
              <a:lvl4pPr marL="13716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4pPr>
              <a:lvl5pPr marL="18288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5pPr>
              <a:lvl6pPr marL="2286000" algn="l" defTabSz="914400" rtl="0" eaLnBrk="1" latinLnBrk="0" hangingPunct="1">
                <a:defRPr kern="1200">
                  <a:solidFill>
                    <a:schemeClr val="tx1"/>
                  </a:solidFill>
                  <a:latin typeface="Calibri" panose="020F0502020204030204" charset="0"/>
                  <a:ea typeface="宋体" panose="02010600030101010101" pitchFamily="2" charset="-122"/>
                  <a:cs typeface="+mn-cs"/>
                </a:defRPr>
              </a:lvl6pPr>
              <a:lvl7pPr marL="2743200" algn="l" defTabSz="914400" rtl="0" eaLnBrk="1" latinLnBrk="0" hangingPunct="1">
                <a:defRPr kern="1200">
                  <a:solidFill>
                    <a:schemeClr val="tx1"/>
                  </a:solidFill>
                  <a:latin typeface="Calibri" panose="020F0502020204030204" charset="0"/>
                  <a:ea typeface="宋体" panose="02010600030101010101" pitchFamily="2" charset="-122"/>
                  <a:cs typeface="+mn-cs"/>
                </a:defRPr>
              </a:lvl7pPr>
              <a:lvl8pPr marL="3200400" algn="l" defTabSz="914400" rtl="0" eaLnBrk="1" latinLnBrk="0" hangingPunct="1">
                <a:defRPr kern="1200">
                  <a:solidFill>
                    <a:schemeClr val="tx1"/>
                  </a:solidFill>
                  <a:latin typeface="Calibri" panose="020F0502020204030204" charset="0"/>
                  <a:ea typeface="宋体" panose="02010600030101010101" pitchFamily="2" charset="-122"/>
                  <a:cs typeface="+mn-cs"/>
                </a:defRPr>
              </a:lvl8pPr>
              <a:lvl9pPr marL="3657600" algn="l" defTabSz="914400" rtl="0" eaLnBrk="1" latinLnBrk="0" hangingPunct="1">
                <a:defRPr kern="1200">
                  <a:solidFill>
                    <a:schemeClr val="tx1"/>
                  </a:solidFill>
                  <a:latin typeface="Calibri" panose="020F0502020204030204" charset="0"/>
                  <a:ea typeface="宋体" panose="02010600030101010101" pitchFamily="2" charset="-122"/>
                  <a:cs typeface="+mn-cs"/>
                </a:defRPr>
              </a:lvl9pPr>
            </a:lstStyle>
            <a:p>
              <a:endParaRPr lang="zh-CN" altLang="en-US" dirty="0">
                <a:ea typeface="微软雅黑" panose="020B0503020204020204" pitchFamily="34" charset="-122"/>
              </a:endParaRPr>
            </a:p>
          </p:txBody>
        </p:sp>
        <p:sp>
          <p:nvSpPr>
            <p:cNvPr id="6" name="文本框 5"/>
            <p:cNvSpPr txBox="1"/>
            <p:nvPr/>
          </p:nvSpPr>
          <p:spPr>
            <a:xfrm>
              <a:off x="1360" y="3130"/>
              <a:ext cx="14983" cy="1018"/>
            </a:xfrm>
            <a:prstGeom prst="rect">
              <a:avLst/>
            </a:prstGeom>
            <a:noFill/>
          </p:spPr>
          <p:txBody>
            <a:bodyPr wrap="square" rtlCol="0">
              <a:spAutoFit/>
            </a:bodyPr>
            <a:lstStyle/>
            <a:p>
              <a:pPr algn="l" eaLnBrk="1" fontAlgn="auto" hangingPunct="1">
                <a:spcBef>
                  <a:spcPts val="0"/>
                </a:spcBef>
                <a:spcAft>
                  <a:spcPts val="0"/>
                </a:spcAft>
                <a:defRPr/>
              </a:pPr>
              <a:r>
                <a:rPr lang="en-US" altLang="zh-CN" dirty="0">
                  <a:solidFill>
                    <a:schemeClr val="bg2">
                      <a:lumMod val="50000"/>
                    </a:schemeClr>
                  </a:solidFill>
                  <a:sym typeface="+mn-ea"/>
                </a:rPr>
                <a:t>      </a:t>
              </a:r>
              <a:r>
                <a:rPr dirty="0">
                  <a:sym typeface="+mn-ea"/>
                </a:rPr>
                <a:t>UML所有的视图和所有的图都具有可扩展性，扩展机制是用约束、版型、标签值来实现的。</a:t>
              </a:r>
              <a:r>
                <a:rPr lang="zh-CN" dirty="0">
                  <a:sym typeface="+mn-ea"/>
                </a:rPr>
                <a:t>下</a:t>
              </a:r>
              <a:r>
                <a:rPr dirty="0">
                  <a:sym typeface="+mn-ea"/>
                </a:rPr>
                <a:t>表列出了UML的视图、图以及与图有关的主要概念。</a:t>
              </a:r>
            </a:p>
          </p:txBody>
        </p:sp>
      </p:grpSp>
    </p:spTree>
  </p:cSld>
  <p:clrMapOvr>
    <a:masterClrMapping/>
  </p:clrMapOvr>
  <p:transition>
    <p:strips dir="ru"/>
  </p:transition>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694801" y="360000"/>
            <a:ext cx="5401200" cy="523220"/>
          </a:xfrm>
        </p:spPr>
        <p:txBody>
          <a:bodyPr>
            <a:normAutofit/>
          </a:bodyPr>
          <a:lstStyle/>
          <a:p>
            <a:r>
              <a:rPr lang="en-US" altLang="en-US" dirty="0">
                <a:sym typeface="+mn-ea"/>
              </a:rPr>
              <a:t>6.4 UML</a:t>
            </a:r>
            <a:r>
              <a:rPr lang="zh-CN" altLang="en-US" dirty="0">
                <a:sym typeface="+mn-ea"/>
              </a:rPr>
              <a:t>的应用</a:t>
            </a:r>
            <a:endParaRPr lang="zh-CN" altLang="en-US" dirty="0"/>
          </a:p>
        </p:txBody>
      </p:sp>
      <p:sp>
        <p:nvSpPr>
          <p:cNvPr id="4" name="文本占位符 3">
            <a:extLst>
              <a:ext uri="{FF2B5EF4-FFF2-40B4-BE49-F238E27FC236}">
                <a16:creationId xmlns:a16="http://schemas.microsoft.com/office/drawing/2014/main" id="{E938D35A-5523-E408-0726-9C32DAA834BB}"/>
              </a:ext>
            </a:extLst>
          </p:cNvPr>
          <p:cNvSpPr>
            <a:spLocks noGrp="1"/>
          </p:cNvSpPr>
          <p:nvPr>
            <p:ph type="body" sz="quarter" idx="10"/>
          </p:nvPr>
        </p:nvSpPr>
        <p:spPr/>
        <p:txBody>
          <a:bodyPr/>
          <a:lstStyle/>
          <a:p>
            <a:endParaRPr lang="zh-CN" altLang="en-US"/>
          </a:p>
        </p:txBody>
      </p:sp>
      <p:sp>
        <p:nvSpPr>
          <p:cNvPr id="7" name="文本框 6"/>
          <p:cNvSpPr txBox="1"/>
          <p:nvPr/>
        </p:nvSpPr>
        <p:spPr>
          <a:xfrm>
            <a:off x="754380" y="2931160"/>
            <a:ext cx="476250" cy="1833880"/>
          </a:xfrm>
          <a:prstGeom prst="rect">
            <a:avLst/>
          </a:prstGeom>
          <a:noFill/>
        </p:spPr>
        <p:txBody>
          <a:bodyPr vert="eaVert" wrap="none" rtlCol="0">
            <a:spAutoFit/>
          </a:bodyPr>
          <a:lstStyle/>
          <a:p>
            <a:pPr algn="l"/>
            <a:r>
              <a:rPr lang="zh-CN" altLang="en-US" spc="160" dirty="0">
                <a:solidFill>
                  <a:schemeClr val="bg1"/>
                </a:solidFill>
                <a:latin typeface="微软雅黑" panose="020B0503020204020204" charset="-122"/>
                <a:ea typeface="微软雅黑" panose="020B0503020204020204" charset="-122"/>
              </a:rPr>
              <a:t>结构化程序设计</a:t>
            </a:r>
          </a:p>
        </p:txBody>
      </p:sp>
      <p:sp>
        <p:nvSpPr>
          <p:cNvPr id="29" name="TextBox 6"/>
          <p:cNvSpPr txBox="1"/>
          <p:nvPr/>
        </p:nvSpPr>
        <p:spPr>
          <a:xfrm>
            <a:off x="809625" y="1403350"/>
            <a:ext cx="5777230" cy="525657"/>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6.4.2 </a:t>
            </a:r>
            <a:r>
              <a:rPr lang="en-US" sz="2400" dirty="0">
                <a:solidFill>
                  <a:schemeClr val="tx1"/>
                </a:solidFill>
                <a:sym typeface="+mn-ea"/>
              </a:rPr>
              <a:t>UML</a:t>
            </a:r>
            <a:r>
              <a:rPr lang="zh-CN" altLang="en-US" sz="2400" dirty="0">
                <a:solidFill>
                  <a:schemeClr val="tx1"/>
                </a:solidFill>
                <a:sym typeface="+mn-ea"/>
              </a:rPr>
              <a:t>视图</a:t>
            </a:r>
          </a:p>
        </p:txBody>
      </p:sp>
      <p:grpSp>
        <p:nvGrpSpPr>
          <p:cNvPr id="8" name="组合 7"/>
          <p:cNvGrpSpPr/>
          <p:nvPr/>
        </p:nvGrpSpPr>
        <p:grpSpPr>
          <a:xfrm>
            <a:off x="1191764" y="2421592"/>
            <a:ext cx="9735185" cy="2077085"/>
            <a:chOff x="1630" y="5726"/>
            <a:chExt cx="15331" cy="3271"/>
          </a:xfrm>
        </p:grpSpPr>
        <p:cxnSp>
          <p:nvCxnSpPr>
            <p:cNvPr id="9" name="MH_Other_1"/>
            <p:cNvCxnSpPr/>
            <p:nvPr/>
          </p:nvCxnSpPr>
          <p:spPr>
            <a:xfrm flipH="1">
              <a:off x="2470" y="6041"/>
              <a:ext cx="1545" cy="1450"/>
            </a:xfrm>
            <a:prstGeom prst="line">
              <a:avLst/>
            </a:prstGeom>
            <a:ln w="38100">
              <a:solidFill>
                <a:srgbClr val="00A8E7"/>
              </a:solidFill>
            </a:ln>
          </p:spPr>
          <p:style>
            <a:lnRef idx="1">
              <a:schemeClr val="accent1"/>
            </a:lnRef>
            <a:fillRef idx="0">
              <a:schemeClr val="accent1"/>
            </a:fillRef>
            <a:effectRef idx="0">
              <a:schemeClr val="accent1"/>
            </a:effectRef>
            <a:fontRef idx="minor">
              <a:schemeClr val="tx1"/>
            </a:fontRef>
          </p:style>
        </p:cxnSp>
        <p:sp>
          <p:nvSpPr>
            <p:cNvPr id="10" name="MH_Other_2"/>
            <p:cNvSpPr/>
            <p:nvPr/>
          </p:nvSpPr>
          <p:spPr>
            <a:xfrm>
              <a:off x="1668" y="6888"/>
              <a:ext cx="1127" cy="510"/>
            </a:xfrm>
            <a:custGeom>
              <a:avLst/>
              <a:gdLst>
                <a:gd name="connsiteX0" fmla="*/ 0 w 928918"/>
                <a:gd name="connsiteY0" fmla="*/ 0 h 459023"/>
                <a:gd name="connsiteX1" fmla="*/ 928918 w 928918"/>
                <a:gd name="connsiteY1" fmla="*/ 0 h 459023"/>
                <a:gd name="connsiteX2" fmla="*/ 464459 w 928918"/>
                <a:gd name="connsiteY2" fmla="*/ 459023 h 459023"/>
              </a:gdLst>
              <a:ahLst/>
              <a:cxnLst>
                <a:cxn ang="0">
                  <a:pos x="connsiteX0" y="connsiteY0"/>
                </a:cxn>
                <a:cxn ang="0">
                  <a:pos x="connsiteX1" y="connsiteY1"/>
                </a:cxn>
                <a:cxn ang="0">
                  <a:pos x="connsiteX2" y="connsiteY2"/>
                </a:cxn>
              </a:cxnLst>
              <a:rect l="l" t="t" r="r" b="b"/>
              <a:pathLst>
                <a:path w="928918" h="459023">
                  <a:moveTo>
                    <a:pt x="0" y="0"/>
                  </a:moveTo>
                  <a:lnTo>
                    <a:pt x="928918" y="0"/>
                  </a:lnTo>
                  <a:lnTo>
                    <a:pt x="464459" y="459023"/>
                  </a:lnTo>
                  <a:close/>
                </a:path>
              </a:pathLst>
            </a:custGeom>
            <a:solidFill>
              <a:srgbClr val="00A8E7"/>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54000" anchor="ct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eaLnBrk="1" fontAlgn="auto" hangingPunct="1">
                <a:spcBef>
                  <a:spcPts val="0"/>
                </a:spcBef>
                <a:spcAft>
                  <a:spcPts val="0"/>
                </a:spcAft>
                <a:defRPr/>
              </a:pPr>
              <a:endParaRPr lang="zh-CN" altLang="en-US" sz="2800" b="1" dirty="0">
                <a:solidFill>
                  <a:schemeClr val="accent1">
                    <a:lumMod val="50000"/>
                  </a:schemeClr>
                </a:solidFill>
                <a:latin typeface="微软雅黑" panose="020B0503020204020204" pitchFamily="34" charset="-122"/>
                <a:ea typeface="微软雅黑" panose="020B0503020204020204" charset="-122"/>
              </a:endParaRPr>
            </a:p>
          </p:txBody>
        </p:sp>
        <p:sp>
          <p:nvSpPr>
            <p:cNvPr id="11" name="MH_SubTitle_1"/>
            <p:cNvSpPr txBox="1">
              <a:spLocks noChangeArrowheads="1"/>
            </p:cNvSpPr>
            <p:nvPr/>
          </p:nvSpPr>
          <p:spPr bwMode="auto">
            <a:xfrm>
              <a:off x="3283" y="6688"/>
              <a:ext cx="13678" cy="2309"/>
            </a:xfrm>
            <a:prstGeom prst="rect">
              <a:avLst/>
            </a:prstGeom>
            <a:noFill/>
            <a:ln w="9525">
              <a:noFill/>
              <a:miter lim="800000"/>
            </a:ln>
          </p:spPr>
          <p:txBody>
            <a:bodyPr anchor="ct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indent="457200" fontAlgn="auto">
                <a:lnSpc>
                  <a:spcPct val="120000"/>
                </a:lnSpc>
              </a:pPr>
              <a:r>
                <a:rPr lang="zh-CN" altLang="en-US" sz="2000" b="1" dirty="0">
                  <a:solidFill>
                    <a:srgbClr val="00B0F0"/>
                  </a:solidFill>
                </a:rPr>
                <a:t>用例视图</a:t>
              </a:r>
            </a:p>
            <a:p>
              <a:pPr indent="457200" fontAlgn="auto">
                <a:lnSpc>
                  <a:spcPct val="120000"/>
                </a:lnSpc>
              </a:pPr>
              <a:r>
                <a:rPr dirty="0"/>
                <a:t>用例视图展示了外部执行者所观察到的系统功能。用例视图为客户、分析员、设计者、编程者和测试者描述了系统的使用方法。用例视图是中心，它的内容决定了其他视图的开发。用户根据用例视图来确认系统是否符合他的需求，开发者根据用例视图设计、测试系统功能。用例视图有助于用户、系统分析员、开发人员和测试人员的交流。</a:t>
              </a:r>
            </a:p>
          </p:txBody>
        </p:sp>
        <p:sp>
          <p:nvSpPr>
            <p:cNvPr id="12" name="MH_Other_3"/>
            <p:cNvSpPr txBox="1">
              <a:spLocks noChangeArrowheads="1"/>
            </p:cNvSpPr>
            <p:nvPr/>
          </p:nvSpPr>
          <p:spPr bwMode="auto">
            <a:xfrm>
              <a:off x="1630" y="5726"/>
              <a:ext cx="1195" cy="1163"/>
            </a:xfrm>
            <a:prstGeom prst="rect">
              <a:avLst/>
            </a:prstGeom>
            <a:noFill/>
            <a:ln w="9525">
              <a:noFill/>
              <a:miter lim="800000"/>
            </a:ln>
          </p:spPr>
          <p:txBody>
            <a:bodyPr lIns="0" tIns="0" rIns="0" bIns="0" anchor="b"/>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eaLnBrk="1" hangingPunct="1"/>
              <a:r>
                <a:rPr lang="en-US" sz="3600" b="1" dirty="0">
                  <a:solidFill>
                    <a:srgbClr val="00A8E7"/>
                  </a:solidFill>
                  <a:latin typeface="微软雅黑" panose="020B0503020204020204" pitchFamily="34" charset="-122"/>
                  <a:ea typeface="微软雅黑" panose="020B0503020204020204" charset="-122"/>
                </a:rPr>
                <a:t>1</a:t>
              </a:r>
            </a:p>
          </p:txBody>
        </p:sp>
      </p:grpSp>
      <p:grpSp>
        <p:nvGrpSpPr>
          <p:cNvPr id="13" name="组合 12"/>
          <p:cNvGrpSpPr/>
          <p:nvPr/>
        </p:nvGrpSpPr>
        <p:grpSpPr>
          <a:xfrm>
            <a:off x="1116199" y="4228946"/>
            <a:ext cx="9704070" cy="1925955"/>
            <a:chOff x="1630" y="5726"/>
            <a:chExt cx="15282" cy="3033"/>
          </a:xfrm>
        </p:grpSpPr>
        <p:cxnSp>
          <p:nvCxnSpPr>
            <p:cNvPr id="14" name="MH_Other_1"/>
            <p:cNvCxnSpPr/>
            <p:nvPr/>
          </p:nvCxnSpPr>
          <p:spPr>
            <a:xfrm flipH="1">
              <a:off x="2470" y="6041"/>
              <a:ext cx="1545" cy="1450"/>
            </a:xfrm>
            <a:prstGeom prst="line">
              <a:avLst/>
            </a:prstGeom>
            <a:ln w="38100">
              <a:solidFill>
                <a:srgbClr val="00A8E7"/>
              </a:solidFill>
            </a:ln>
          </p:spPr>
          <p:style>
            <a:lnRef idx="1">
              <a:schemeClr val="accent1"/>
            </a:lnRef>
            <a:fillRef idx="0">
              <a:schemeClr val="accent1"/>
            </a:fillRef>
            <a:effectRef idx="0">
              <a:schemeClr val="accent1"/>
            </a:effectRef>
            <a:fontRef idx="minor">
              <a:schemeClr val="tx1"/>
            </a:fontRef>
          </p:style>
        </p:cxnSp>
        <p:sp>
          <p:nvSpPr>
            <p:cNvPr id="15" name="MH_Other_2"/>
            <p:cNvSpPr/>
            <p:nvPr/>
          </p:nvSpPr>
          <p:spPr>
            <a:xfrm>
              <a:off x="1668" y="6888"/>
              <a:ext cx="1127" cy="510"/>
            </a:xfrm>
            <a:custGeom>
              <a:avLst/>
              <a:gdLst>
                <a:gd name="connsiteX0" fmla="*/ 0 w 928918"/>
                <a:gd name="connsiteY0" fmla="*/ 0 h 459023"/>
                <a:gd name="connsiteX1" fmla="*/ 928918 w 928918"/>
                <a:gd name="connsiteY1" fmla="*/ 0 h 459023"/>
                <a:gd name="connsiteX2" fmla="*/ 464459 w 928918"/>
                <a:gd name="connsiteY2" fmla="*/ 459023 h 459023"/>
              </a:gdLst>
              <a:ahLst/>
              <a:cxnLst>
                <a:cxn ang="0">
                  <a:pos x="connsiteX0" y="connsiteY0"/>
                </a:cxn>
                <a:cxn ang="0">
                  <a:pos x="connsiteX1" y="connsiteY1"/>
                </a:cxn>
                <a:cxn ang="0">
                  <a:pos x="connsiteX2" y="connsiteY2"/>
                </a:cxn>
              </a:cxnLst>
              <a:rect l="l" t="t" r="r" b="b"/>
              <a:pathLst>
                <a:path w="928918" h="459023">
                  <a:moveTo>
                    <a:pt x="0" y="0"/>
                  </a:moveTo>
                  <a:lnTo>
                    <a:pt x="928918" y="0"/>
                  </a:lnTo>
                  <a:lnTo>
                    <a:pt x="464459" y="459023"/>
                  </a:lnTo>
                  <a:close/>
                </a:path>
              </a:pathLst>
            </a:custGeom>
            <a:solidFill>
              <a:srgbClr val="00A8E7"/>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54000" anchor="ct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eaLnBrk="1" fontAlgn="auto" hangingPunct="1">
                <a:spcBef>
                  <a:spcPts val="0"/>
                </a:spcBef>
                <a:spcAft>
                  <a:spcPts val="0"/>
                </a:spcAft>
                <a:defRPr/>
              </a:pPr>
              <a:endParaRPr lang="zh-CN" altLang="en-US" sz="2800" b="1" dirty="0">
                <a:solidFill>
                  <a:schemeClr val="accent1">
                    <a:lumMod val="50000"/>
                  </a:schemeClr>
                </a:solidFill>
                <a:latin typeface="微软雅黑" panose="020B0503020204020204" pitchFamily="34" charset="-122"/>
                <a:ea typeface="微软雅黑" panose="020B0503020204020204" charset="-122"/>
              </a:endParaRPr>
            </a:p>
          </p:txBody>
        </p:sp>
        <p:sp>
          <p:nvSpPr>
            <p:cNvPr id="16" name="MH_SubTitle_1"/>
            <p:cNvSpPr txBox="1">
              <a:spLocks noChangeArrowheads="1"/>
            </p:cNvSpPr>
            <p:nvPr/>
          </p:nvSpPr>
          <p:spPr bwMode="auto">
            <a:xfrm>
              <a:off x="3282" y="6450"/>
              <a:ext cx="13630" cy="2309"/>
            </a:xfrm>
            <a:prstGeom prst="rect">
              <a:avLst/>
            </a:prstGeom>
            <a:noFill/>
            <a:ln w="9525">
              <a:noFill/>
              <a:miter lim="800000"/>
            </a:ln>
          </p:spPr>
          <p:txBody>
            <a:bodyPr anchor="ct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indent="457200" fontAlgn="auto">
                <a:lnSpc>
                  <a:spcPct val="120000"/>
                </a:lnSpc>
              </a:pPr>
              <a:r>
                <a:rPr lang="zh-CN" altLang="en-US" sz="2000" b="1" dirty="0">
                  <a:solidFill>
                    <a:srgbClr val="00B0F0"/>
                  </a:solidFill>
                </a:rPr>
                <a:t>逻辑视图</a:t>
              </a:r>
            </a:p>
            <a:p>
              <a:pPr indent="457200" fontAlgn="auto">
                <a:lnSpc>
                  <a:spcPct val="120000"/>
                </a:lnSpc>
              </a:pPr>
              <a:r>
                <a:rPr dirty="0"/>
                <a:t>逻辑视图表示系统中含有的类之间的逻辑关系，描述系统内部是如何提供系统功能的。逻辑视图是为分析者、设计者和编程者提供的。逻辑视图用类图和对象图描述系统的静态结构；用状态图、顺序图、协作图和活动图描述系统的动态行为。</a:t>
              </a:r>
            </a:p>
          </p:txBody>
        </p:sp>
        <p:sp>
          <p:nvSpPr>
            <p:cNvPr id="17" name="MH_Other_3"/>
            <p:cNvSpPr txBox="1">
              <a:spLocks noChangeArrowheads="1"/>
            </p:cNvSpPr>
            <p:nvPr/>
          </p:nvSpPr>
          <p:spPr bwMode="auto">
            <a:xfrm>
              <a:off x="1630" y="5726"/>
              <a:ext cx="1195" cy="1163"/>
            </a:xfrm>
            <a:prstGeom prst="rect">
              <a:avLst/>
            </a:prstGeom>
            <a:noFill/>
            <a:ln w="9525">
              <a:noFill/>
              <a:miter lim="800000"/>
            </a:ln>
          </p:spPr>
          <p:txBody>
            <a:bodyPr lIns="0" tIns="0" rIns="0" bIns="0" anchor="b"/>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eaLnBrk="1" hangingPunct="1"/>
              <a:r>
                <a:rPr lang="en-US" sz="3600" b="1" dirty="0">
                  <a:solidFill>
                    <a:srgbClr val="00A8E7"/>
                  </a:solidFill>
                  <a:latin typeface="微软雅黑" panose="020B0503020204020204" pitchFamily="34" charset="-122"/>
                  <a:ea typeface="微软雅黑" panose="020B0503020204020204" charset="-122"/>
                </a:rPr>
                <a:t>2</a:t>
              </a:r>
            </a:p>
          </p:txBody>
        </p:sp>
      </p:grpSp>
      <p:sp>
        <p:nvSpPr>
          <p:cNvPr id="18" name="文本框 8"/>
          <p:cNvSpPr txBox="1"/>
          <p:nvPr/>
        </p:nvSpPr>
        <p:spPr>
          <a:xfrm>
            <a:off x="986155" y="2060788"/>
            <a:ext cx="9468030" cy="707886"/>
          </a:xfrm>
          <a:prstGeom prst="rect">
            <a:avLst/>
          </a:prstGeom>
          <a:noFill/>
        </p:spPr>
        <p:txBody>
          <a:bodyPr wrap="square" rtlCol="0" anchor="t">
            <a:spAutoFit/>
          </a:bodyPr>
          <a:lstStyle/>
          <a:p>
            <a:pPr marL="285750" indent="-285750"/>
            <a:r>
              <a:rPr lang="zh-CN" altLang="en-US" sz="2000" b="1" dirty="0"/>
              <a:t>下列</a:t>
            </a:r>
            <a:r>
              <a:rPr lang="en-US" sz="2000" b="1" dirty="0"/>
              <a:t>5</a:t>
            </a:r>
            <a:r>
              <a:rPr lang="zh-CN" altLang="en-US" sz="2000" b="1" dirty="0"/>
              <a:t>种</a:t>
            </a:r>
            <a:r>
              <a:rPr lang="en-US" sz="2000" b="1" dirty="0"/>
              <a:t>UML</a:t>
            </a:r>
            <a:r>
              <a:rPr lang="zh-CN" altLang="en-US" sz="2000" b="1" dirty="0"/>
              <a:t>视图是较常用的，可用来观察系统。</a:t>
            </a:r>
          </a:p>
          <a:p>
            <a:pPr marL="285750" indent="-285750">
              <a:buFont typeface="Arial" panose="020B0604020202020204" pitchFamily="34" charset="0"/>
              <a:buChar char="•"/>
            </a:pPr>
            <a:endParaRPr lang="zh-CN" altLang="en-US" sz="2000" b="1" dirty="0"/>
          </a:p>
        </p:txBody>
      </p:sp>
    </p:spTree>
  </p:cSld>
  <p:clrMapOvr>
    <a:masterClrMapping/>
  </p:clrMapOvr>
  <p:transition>
    <p:strips dir="ru"/>
  </p:transition>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694801" y="360000"/>
            <a:ext cx="5401200" cy="523220"/>
          </a:xfrm>
        </p:spPr>
        <p:txBody>
          <a:bodyPr/>
          <a:lstStyle/>
          <a:p>
            <a:r>
              <a:rPr lang="en-US" altLang="en-US" dirty="0">
                <a:sym typeface="+mn-ea"/>
              </a:rPr>
              <a:t>6.4 UML</a:t>
            </a:r>
            <a:r>
              <a:rPr lang="zh-CN" altLang="en-US" dirty="0">
                <a:sym typeface="+mn-ea"/>
              </a:rPr>
              <a:t>的应用</a:t>
            </a:r>
            <a:endParaRPr lang="zh-CN" altLang="en-US" dirty="0"/>
          </a:p>
        </p:txBody>
      </p:sp>
      <p:sp>
        <p:nvSpPr>
          <p:cNvPr id="4" name="文本占位符 3">
            <a:extLst>
              <a:ext uri="{FF2B5EF4-FFF2-40B4-BE49-F238E27FC236}">
                <a16:creationId xmlns:a16="http://schemas.microsoft.com/office/drawing/2014/main" id="{7FE89266-A015-0C13-614B-023D7CBE9F24}"/>
              </a:ext>
            </a:extLst>
          </p:cNvPr>
          <p:cNvSpPr>
            <a:spLocks noGrp="1"/>
          </p:cNvSpPr>
          <p:nvPr>
            <p:ph type="body" sz="quarter" idx="10"/>
          </p:nvPr>
        </p:nvSpPr>
        <p:spPr/>
        <p:txBody>
          <a:bodyPr/>
          <a:lstStyle/>
          <a:p>
            <a:endParaRPr lang="zh-CN" altLang="en-US"/>
          </a:p>
        </p:txBody>
      </p:sp>
      <p:sp>
        <p:nvSpPr>
          <p:cNvPr id="7" name="文本框 6"/>
          <p:cNvSpPr txBox="1"/>
          <p:nvPr/>
        </p:nvSpPr>
        <p:spPr>
          <a:xfrm>
            <a:off x="754380" y="2931160"/>
            <a:ext cx="476250" cy="1833880"/>
          </a:xfrm>
          <a:prstGeom prst="rect">
            <a:avLst/>
          </a:prstGeom>
          <a:noFill/>
        </p:spPr>
        <p:txBody>
          <a:bodyPr vert="eaVert" wrap="none" rtlCol="0">
            <a:spAutoFit/>
          </a:bodyPr>
          <a:lstStyle/>
          <a:p>
            <a:pPr algn="l"/>
            <a:r>
              <a:rPr lang="zh-CN" altLang="en-US" spc="160" dirty="0">
                <a:solidFill>
                  <a:schemeClr val="bg1"/>
                </a:solidFill>
                <a:latin typeface="微软雅黑" panose="020B0503020204020204" charset="-122"/>
                <a:ea typeface="微软雅黑" panose="020B0503020204020204" charset="-122"/>
              </a:rPr>
              <a:t>结构化程序设计</a:t>
            </a:r>
          </a:p>
        </p:txBody>
      </p:sp>
      <p:sp>
        <p:nvSpPr>
          <p:cNvPr id="29" name="TextBox 6"/>
          <p:cNvSpPr txBox="1"/>
          <p:nvPr/>
        </p:nvSpPr>
        <p:spPr>
          <a:xfrm>
            <a:off x="809625" y="1403350"/>
            <a:ext cx="5777230" cy="525657"/>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6.4.2 </a:t>
            </a:r>
            <a:r>
              <a:rPr lang="en-US" sz="2400" dirty="0">
                <a:solidFill>
                  <a:schemeClr val="tx1"/>
                </a:solidFill>
                <a:sym typeface="+mn-ea"/>
              </a:rPr>
              <a:t>UML</a:t>
            </a:r>
            <a:r>
              <a:rPr lang="zh-CN" altLang="en-US" sz="2400" dirty="0">
                <a:solidFill>
                  <a:schemeClr val="tx1"/>
                </a:solidFill>
                <a:sym typeface="+mn-ea"/>
              </a:rPr>
              <a:t>视图</a:t>
            </a:r>
          </a:p>
        </p:txBody>
      </p:sp>
      <p:grpSp>
        <p:nvGrpSpPr>
          <p:cNvPr id="8" name="组合 7"/>
          <p:cNvGrpSpPr/>
          <p:nvPr/>
        </p:nvGrpSpPr>
        <p:grpSpPr>
          <a:xfrm>
            <a:off x="917444" y="1969616"/>
            <a:ext cx="10357485" cy="2076450"/>
            <a:chOff x="1630" y="5726"/>
            <a:chExt cx="16311" cy="3270"/>
          </a:xfrm>
        </p:grpSpPr>
        <p:cxnSp>
          <p:nvCxnSpPr>
            <p:cNvPr id="9" name="MH_Other_1"/>
            <p:cNvCxnSpPr/>
            <p:nvPr/>
          </p:nvCxnSpPr>
          <p:spPr>
            <a:xfrm flipH="1">
              <a:off x="2470" y="6041"/>
              <a:ext cx="1545" cy="1450"/>
            </a:xfrm>
            <a:prstGeom prst="line">
              <a:avLst/>
            </a:prstGeom>
            <a:ln w="38100">
              <a:solidFill>
                <a:srgbClr val="00A8E7"/>
              </a:solidFill>
            </a:ln>
          </p:spPr>
          <p:style>
            <a:lnRef idx="1">
              <a:schemeClr val="accent1"/>
            </a:lnRef>
            <a:fillRef idx="0">
              <a:schemeClr val="accent1"/>
            </a:fillRef>
            <a:effectRef idx="0">
              <a:schemeClr val="accent1"/>
            </a:effectRef>
            <a:fontRef idx="minor">
              <a:schemeClr val="tx1"/>
            </a:fontRef>
          </p:style>
        </p:cxnSp>
        <p:sp>
          <p:nvSpPr>
            <p:cNvPr id="10" name="MH_Other_2"/>
            <p:cNvSpPr/>
            <p:nvPr/>
          </p:nvSpPr>
          <p:spPr>
            <a:xfrm>
              <a:off x="1668" y="6888"/>
              <a:ext cx="1127" cy="510"/>
            </a:xfrm>
            <a:custGeom>
              <a:avLst/>
              <a:gdLst>
                <a:gd name="connsiteX0" fmla="*/ 0 w 928918"/>
                <a:gd name="connsiteY0" fmla="*/ 0 h 459023"/>
                <a:gd name="connsiteX1" fmla="*/ 928918 w 928918"/>
                <a:gd name="connsiteY1" fmla="*/ 0 h 459023"/>
                <a:gd name="connsiteX2" fmla="*/ 464459 w 928918"/>
                <a:gd name="connsiteY2" fmla="*/ 459023 h 459023"/>
              </a:gdLst>
              <a:ahLst/>
              <a:cxnLst>
                <a:cxn ang="0">
                  <a:pos x="connsiteX0" y="connsiteY0"/>
                </a:cxn>
                <a:cxn ang="0">
                  <a:pos x="connsiteX1" y="connsiteY1"/>
                </a:cxn>
                <a:cxn ang="0">
                  <a:pos x="connsiteX2" y="connsiteY2"/>
                </a:cxn>
              </a:cxnLst>
              <a:rect l="l" t="t" r="r" b="b"/>
              <a:pathLst>
                <a:path w="928918" h="459023">
                  <a:moveTo>
                    <a:pt x="0" y="0"/>
                  </a:moveTo>
                  <a:lnTo>
                    <a:pt x="928918" y="0"/>
                  </a:lnTo>
                  <a:lnTo>
                    <a:pt x="464459" y="459023"/>
                  </a:lnTo>
                  <a:close/>
                </a:path>
              </a:pathLst>
            </a:custGeom>
            <a:solidFill>
              <a:srgbClr val="00A8E7"/>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54000" anchor="ct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eaLnBrk="1" fontAlgn="auto" hangingPunct="1">
                <a:spcBef>
                  <a:spcPts val="0"/>
                </a:spcBef>
                <a:spcAft>
                  <a:spcPts val="0"/>
                </a:spcAft>
                <a:defRPr/>
              </a:pPr>
              <a:endParaRPr lang="zh-CN" altLang="en-US" sz="2800" b="1" dirty="0">
                <a:solidFill>
                  <a:schemeClr val="accent1">
                    <a:lumMod val="50000"/>
                  </a:schemeClr>
                </a:solidFill>
                <a:latin typeface="微软雅黑" panose="020B0503020204020204" pitchFamily="34" charset="-122"/>
                <a:ea typeface="微软雅黑" panose="020B0503020204020204" charset="-122"/>
              </a:endParaRPr>
            </a:p>
          </p:txBody>
        </p:sp>
        <p:sp>
          <p:nvSpPr>
            <p:cNvPr id="11" name="MH_SubTitle_1"/>
            <p:cNvSpPr txBox="1">
              <a:spLocks noChangeArrowheads="1"/>
            </p:cNvSpPr>
            <p:nvPr/>
          </p:nvSpPr>
          <p:spPr bwMode="auto">
            <a:xfrm>
              <a:off x="3283" y="6688"/>
              <a:ext cx="14659" cy="2309"/>
            </a:xfrm>
            <a:prstGeom prst="rect">
              <a:avLst/>
            </a:prstGeom>
            <a:noFill/>
            <a:ln w="9525">
              <a:noFill/>
              <a:miter lim="800000"/>
            </a:ln>
          </p:spPr>
          <p:txBody>
            <a:bodyPr anchor="ct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indent="457200" fontAlgn="auto">
                <a:lnSpc>
                  <a:spcPct val="120000"/>
                </a:lnSpc>
              </a:pPr>
              <a:r>
                <a:rPr lang="zh-CN" altLang="en-US" sz="2000" b="1" dirty="0">
                  <a:solidFill>
                    <a:srgbClr val="00B0F0"/>
                  </a:solidFill>
                </a:rPr>
                <a:t>并发视图</a:t>
              </a:r>
            </a:p>
            <a:p>
              <a:pPr indent="457200" fontAlgn="auto">
                <a:lnSpc>
                  <a:spcPct val="120000"/>
                </a:lnSpc>
              </a:pPr>
              <a:r>
                <a:rPr dirty="0"/>
                <a:t>并发视图描述了系统的并发性。它将系统分割成并发执行的控制线程，还处理这些线程的通信和同步。例如，哪些事情将会同时发生，哪些事情必须保持同步。建立并发视图有助于系统开发者和系统集成者之间的交流。并发视图用状态图、顺序图、协作图、活动图、构件图和部署图来描述。</a:t>
              </a:r>
            </a:p>
          </p:txBody>
        </p:sp>
        <p:sp>
          <p:nvSpPr>
            <p:cNvPr id="12" name="MH_Other_3"/>
            <p:cNvSpPr txBox="1">
              <a:spLocks noChangeArrowheads="1"/>
            </p:cNvSpPr>
            <p:nvPr/>
          </p:nvSpPr>
          <p:spPr bwMode="auto">
            <a:xfrm>
              <a:off x="1630" y="5726"/>
              <a:ext cx="1195" cy="1163"/>
            </a:xfrm>
            <a:prstGeom prst="rect">
              <a:avLst/>
            </a:prstGeom>
            <a:noFill/>
            <a:ln w="9525">
              <a:noFill/>
              <a:miter lim="800000"/>
            </a:ln>
          </p:spPr>
          <p:txBody>
            <a:bodyPr lIns="0" tIns="0" rIns="0" bIns="0" anchor="b"/>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eaLnBrk="1" hangingPunct="1"/>
              <a:r>
                <a:rPr lang="en-US" sz="3600" b="1" dirty="0">
                  <a:solidFill>
                    <a:srgbClr val="00A8E7"/>
                  </a:solidFill>
                  <a:latin typeface="微软雅黑" panose="020B0503020204020204" pitchFamily="34" charset="-122"/>
                  <a:ea typeface="微软雅黑" panose="020B0503020204020204" charset="-122"/>
                </a:rPr>
                <a:t>3</a:t>
              </a:r>
            </a:p>
          </p:txBody>
        </p:sp>
      </p:grpSp>
      <p:grpSp>
        <p:nvGrpSpPr>
          <p:cNvPr id="13" name="组合 12"/>
          <p:cNvGrpSpPr/>
          <p:nvPr/>
        </p:nvGrpSpPr>
        <p:grpSpPr>
          <a:xfrm>
            <a:off x="918079" y="4137506"/>
            <a:ext cx="10357485" cy="1925320"/>
            <a:chOff x="1630" y="5726"/>
            <a:chExt cx="16311" cy="3032"/>
          </a:xfrm>
        </p:grpSpPr>
        <p:cxnSp>
          <p:nvCxnSpPr>
            <p:cNvPr id="14" name="MH_Other_1"/>
            <p:cNvCxnSpPr/>
            <p:nvPr/>
          </p:nvCxnSpPr>
          <p:spPr>
            <a:xfrm flipH="1">
              <a:off x="2470" y="6041"/>
              <a:ext cx="1545" cy="1450"/>
            </a:xfrm>
            <a:prstGeom prst="line">
              <a:avLst/>
            </a:prstGeom>
            <a:ln w="38100">
              <a:solidFill>
                <a:srgbClr val="00A8E7"/>
              </a:solidFill>
            </a:ln>
          </p:spPr>
          <p:style>
            <a:lnRef idx="1">
              <a:schemeClr val="accent1"/>
            </a:lnRef>
            <a:fillRef idx="0">
              <a:schemeClr val="accent1"/>
            </a:fillRef>
            <a:effectRef idx="0">
              <a:schemeClr val="accent1"/>
            </a:effectRef>
            <a:fontRef idx="minor">
              <a:schemeClr val="tx1"/>
            </a:fontRef>
          </p:style>
        </p:cxnSp>
        <p:sp>
          <p:nvSpPr>
            <p:cNvPr id="15" name="MH_Other_2"/>
            <p:cNvSpPr/>
            <p:nvPr/>
          </p:nvSpPr>
          <p:spPr>
            <a:xfrm>
              <a:off x="1668" y="6888"/>
              <a:ext cx="1127" cy="510"/>
            </a:xfrm>
            <a:custGeom>
              <a:avLst/>
              <a:gdLst>
                <a:gd name="connsiteX0" fmla="*/ 0 w 928918"/>
                <a:gd name="connsiteY0" fmla="*/ 0 h 459023"/>
                <a:gd name="connsiteX1" fmla="*/ 928918 w 928918"/>
                <a:gd name="connsiteY1" fmla="*/ 0 h 459023"/>
                <a:gd name="connsiteX2" fmla="*/ 464459 w 928918"/>
                <a:gd name="connsiteY2" fmla="*/ 459023 h 459023"/>
              </a:gdLst>
              <a:ahLst/>
              <a:cxnLst>
                <a:cxn ang="0">
                  <a:pos x="connsiteX0" y="connsiteY0"/>
                </a:cxn>
                <a:cxn ang="0">
                  <a:pos x="connsiteX1" y="connsiteY1"/>
                </a:cxn>
                <a:cxn ang="0">
                  <a:pos x="connsiteX2" y="connsiteY2"/>
                </a:cxn>
              </a:cxnLst>
              <a:rect l="l" t="t" r="r" b="b"/>
              <a:pathLst>
                <a:path w="928918" h="459023">
                  <a:moveTo>
                    <a:pt x="0" y="0"/>
                  </a:moveTo>
                  <a:lnTo>
                    <a:pt x="928918" y="0"/>
                  </a:lnTo>
                  <a:lnTo>
                    <a:pt x="464459" y="459023"/>
                  </a:lnTo>
                  <a:close/>
                </a:path>
              </a:pathLst>
            </a:custGeom>
            <a:solidFill>
              <a:srgbClr val="00A8E7"/>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54000" anchor="ct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eaLnBrk="1" fontAlgn="auto" hangingPunct="1">
                <a:spcBef>
                  <a:spcPts val="0"/>
                </a:spcBef>
                <a:spcAft>
                  <a:spcPts val="0"/>
                </a:spcAft>
                <a:defRPr/>
              </a:pPr>
              <a:endParaRPr lang="zh-CN" altLang="en-US" sz="2800" b="1" dirty="0">
                <a:solidFill>
                  <a:schemeClr val="accent1">
                    <a:lumMod val="50000"/>
                  </a:schemeClr>
                </a:solidFill>
                <a:latin typeface="微软雅黑" panose="020B0503020204020204" pitchFamily="34" charset="-122"/>
                <a:ea typeface="微软雅黑" panose="020B0503020204020204" charset="-122"/>
              </a:endParaRPr>
            </a:p>
          </p:txBody>
        </p:sp>
        <p:sp>
          <p:nvSpPr>
            <p:cNvPr id="16" name="MH_SubTitle_1"/>
            <p:cNvSpPr txBox="1">
              <a:spLocks noChangeArrowheads="1"/>
            </p:cNvSpPr>
            <p:nvPr/>
          </p:nvSpPr>
          <p:spPr bwMode="auto">
            <a:xfrm>
              <a:off x="3282" y="6449"/>
              <a:ext cx="14659" cy="2309"/>
            </a:xfrm>
            <a:prstGeom prst="rect">
              <a:avLst/>
            </a:prstGeom>
            <a:noFill/>
            <a:ln w="9525">
              <a:noFill/>
              <a:miter lim="800000"/>
            </a:ln>
          </p:spPr>
          <p:txBody>
            <a:bodyPr anchor="ct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indent="457200" fontAlgn="auto">
                <a:lnSpc>
                  <a:spcPct val="120000"/>
                </a:lnSpc>
              </a:pPr>
              <a:r>
                <a:rPr lang="zh-CN" altLang="en-US" sz="2000" b="1" dirty="0">
                  <a:solidFill>
                    <a:srgbClr val="00B0F0"/>
                  </a:solidFill>
                </a:rPr>
                <a:t>构件视图</a:t>
              </a:r>
            </a:p>
            <a:p>
              <a:pPr indent="457200" fontAlgn="auto">
                <a:lnSpc>
                  <a:spcPct val="120000"/>
                </a:lnSpc>
              </a:pPr>
              <a:r>
                <a:rPr dirty="0"/>
                <a:t>构件视图展示了代码构件的组织结构，描述了模块和模块之间的依赖关系。构件视图是针对开发者的，用构件图来描述。</a:t>
              </a:r>
            </a:p>
          </p:txBody>
        </p:sp>
        <p:sp>
          <p:nvSpPr>
            <p:cNvPr id="17" name="MH_Other_3"/>
            <p:cNvSpPr txBox="1">
              <a:spLocks noChangeArrowheads="1"/>
            </p:cNvSpPr>
            <p:nvPr/>
          </p:nvSpPr>
          <p:spPr bwMode="auto">
            <a:xfrm>
              <a:off x="1630" y="5726"/>
              <a:ext cx="1195" cy="1163"/>
            </a:xfrm>
            <a:prstGeom prst="rect">
              <a:avLst/>
            </a:prstGeom>
            <a:noFill/>
            <a:ln w="9525">
              <a:noFill/>
              <a:miter lim="800000"/>
            </a:ln>
          </p:spPr>
          <p:txBody>
            <a:bodyPr lIns="0" tIns="0" rIns="0" bIns="0" anchor="b"/>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eaLnBrk="1" hangingPunct="1"/>
              <a:r>
                <a:rPr lang="en-US" sz="3600" b="1" dirty="0">
                  <a:solidFill>
                    <a:srgbClr val="00A8E7"/>
                  </a:solidFill>
                  <a:latin typeface="微软雅黑" panose="020B0503020204020204" pitchFamily="34" charset="-122"/>
                  <a:ea typeface="微软雅黑" panose="020B0503020204020204" charset="-122"/>
                </a:rPr>
                <a:t>4</a:t>
              </a:r>
            </a:p>
          </p:txBody>
        </p:sp>
      </p:grpSp>
    </p:spTree>
  </p:cSld>
  <p:clrMapOvr>
    <a:masterClrMapping/>
  </p:clrMapOvr>
  <p:transition>
    <p:strips dir="ru"/>
  </p:transition>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694801" y="360000"/>
            <a:ext cx="5401200" cy="523220"/>
          </a:xfrm>
        </p:spPr>
        <p:txBody>
          <a:bodyPr>
            <a:normAutofit/>
          </a:bodyPr>
          <a:lstStyle/>
          <a:p>
            <a:r>
              <a:rPr lang="en-US" altLang="en-US" dirty="0">
                <a:sym typeface="+mn-ea"/>
              </a:rPr>
              <a:t>6.4 UML</a:t>
            </a:r>
            <a:r>
              <a:rPr lang="zh-CN" altLang="en-US" dirty="0">
                <a:sym typeface="+mn-ea"/>
              </a:rPr>
              <a:t>的应用</a:t>
            </a:r>
            <a:endParaRPr lang="zh-CN" altLang="en-US" dirty="0"/>
          </a:p>
        </p:txBody>
      </p:sp>
      <p:sp>
        <p:nvSpPr>
          <p:cNvPr id="13" name="文本占位符 12">
            <a:extLst>
              <a:ext uri="{FF2B5EF4-FFF2-40B4-BE49-F238E27FC236}">
                <a16:creationId xmlns:a16="http://schemas.microsoft.com/office/drawing/2014/main" id="{F6EF044C-5C49-C698-6977-2B3FB4C1D567}"/>
              </a:ext>
            </a:extLst>
          </p:cNvPr>
          <p:cNvSpPr>
            <a:spLocks noGrp="1"/>
          </p:cNvSpPr>
          <p:nvPr>
            <p:ph type="body" sz="quarter" idx="10"/>
          </p:nvPr>
        </p:nvSpPr>
        <p:spPr/>
        <p:txBody>
          <a:bodyPr/>
          <a:lstStyle/>
          <a:p>
            <a:endParaRPr lang="zh-CN" altLang="en-US"/>
          </a:p>
        </p:txBody>
      </p:sp>
      <p:sp>
        <p:nvSpPr>
          <p:cNvPr id="7" name="文本框 6"/>
          <p:cNvSpPr txBox="1"/>
          <p:nvPr/>
        </p:nvSpPr>
        <p:spPr>
          <a:xfrm>
            <a:off x="754380" y="2931160"/>
            <a:ext cx="476250" cy="1833880"/>
          </a:xfrm>
          <a:prstGeom prst="rect">
            <a:avLst/>
          </a:prstGeom>
          <a:noFill/>
        </p:spPr>
        <p:txBody>
          <a:bodyPr vert="eaVert" wrap="none" rtlCol="0">
            <a:spAutoFit/>
          </a:bodyPr>
          <a:lstStyle/>
          <a:p>
            <a:pPr algn="l"/>
            <a:r>
              <a:rPr lang="zh-CN" altLang="en-US" spc="160" dirty="0">
                <a:solidFill>
                  <a:schemeClr val="bg1"/>
                </a:solidFill>
                <a:latin typeface="微软雅黑" panose="020B0503020204020204" charset="-122"/>
                <a:ea typeface="微软雅黑" panose="020B0503020204020204" charset="-122"/>
              </a:rPr>
              <a:t>结构化程序设计</a:t>
            </a:r>
          </a:p>
        </p:txBody>
      </p:sp>
      <p:sp>
        <p:nvSpPr>
          <p:cNvPr id="29" name="TextBox 6"/>
          <p:cNvSpPr txBox="1"/>
          <p:nvPr/>
        </p:nvSpPr>
        <p:spPr>
          <a:xfrm>
            <a:off x="809625" y="1403350"/>
            <a:ext cx="5777230" cy="525657"/>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6.4.2 </a:t>
            </a:r>
            <a:r>
              <a:rPr lang="en-US" sz="2400" dirty="0">
                <a:solidFill>
                  <a:schemeClr val="tx1"/>
                </a:solidFill>
                <a:sym typeface="+mn-ea"/>
              </a:rPr>
              <a:t>UML</a:t>
            </a:r>
            <a:r>
              <a:rPr lang="zh-CN" altLang="en-US" sz="2400" dirty="0">
                <a:solidFill>
                  <a:schemeClr val="tx1"/>
                </a:solidFill>
                <a:sym typeface="+mn-ea"/>
              </a:rPr>
              <a:t>视图</a:t>
            </a:r>
          </a:p>
        </p:txBody>
      </p:sp>
      <p:grpSp>
        <p:nvGrpSpPr>
          <p:cNvPr id="8" name="组合 7"/>
          <p:cNvGrpSpPr/>
          <p:nvPr/>
        </p:nvGrpSpPr>
        <p:grpSpPr>
          <a:xfrm>
            <a:off x="676144" y="2449676"/>
            <a:ext cx="4335780" cy="3050540"/>
            <a:chOff x="1630" y="5726"/>
            <a:chExt cx="6828" cy="4804"/>
          </a:xfrm>
        </p:grpSpPr>
        <p:cxnSp>
          <p:nvCxnSpPr>
            <p:cNvPr id="9" name="MH_Other_1"/>
            <p:cNvCxnSpPr/>
            <p:nvPr/>
          </p:nvCxnSpPr>
          <p:spPr>
            <a:xfrm flipH="1">
              <a:off x="2470" y="6041"/>
              <a:ext cx="1545" cy="1450"/>
            </a:xfrm>
            <a:prstGeom prst="line">
              <a:avLst/>
            </a:prstGeom>
            <a:ln w="38100">
              <a:solidFill>
                <a:srgbClr val="00A8E7"/>
              </a:solidFill>
            </a:ln>
          </p:spPr>
          <p:style>
            <a:lnRef idx="1">
              <a:schemeClr val="accent1"/>
            </a:lnRef>
            <a:fillRef idx="0">
              <a:schemeClr val="accent1"/>
            </a:fillRef>
            <a:effectRef idx="0">
              <a:schemeClr val="accent1"/>
            </a:effectRef>
            <a:fontRef idx="minor">
              <a:schemeClr val="tx1"/>
            </a:fontRef>
          </p:style>
        </p:cxnSp>
        <p:sp>
          <p:nvSpPr>
            <p:cNvPr id="10" name="MH_Other_2"/>
            <p:cNvSpPr/>
            <p:nvPr/>
          </p:nvSpPr>
          <p:spPr>
            <a:xfrm>
              <a:off x="1668" y="6888"/>
              <a:ext cx="1127" cy="510"/>
            </a:xfrm>
            <a:custGeom>
              <a:avLst/>
              <a:gdLst>
                <a:gd name="connsiteX0" fmla="*/ 0 w 928918"/>
                <a:gd name="connsiteY0" fmla="*/ 0 h 459023"/>
                <a:gd name="connsiteX1" fmla="*/ 928918 w 928918"/>
                <a:gd name="connsiteY1" fmla="*/ 0 h 459023"/>
                <a:gd name="connsiteX2" fmla="*/ 464459 w 928918"/>
                <a:gd name="connsiteY2" fmla="*/ 459023 h 459023"/>
              </a:gdLst>
              <a:ahLst/>
              <a:cxnLst>
                <a:cxn ang="0">
                  <a:pos x="connsiteX0" y="connsiteY0"/>
                </a:cxn>
                <a:cxn ang="0">
                  <a:pos x="connsiteX1" y="connsiteY1"/>
                </a:cxn>
                <a:cxn ang="0">
                  <a:pos x="connsiteX2" y="connsiteY2"/>
                </a:cxn>
              </a:cxnLst>
              <a:rect l="l" t="t" r="r" b="b"/>
              <a:pathLst>
                <a:path w="928918" h="459023">
                  <a:moveTo>
                    <a:pt x="0" y="0"/>
                  </a:moveTo>
                  <a:lnTo>
                    <a:pt x="928918" y="0"/>
                  </a:lnTo>
                  <a:lnTo>
                    <a:pt x="464459" y="459023"/>
                  </a:lnTo>
                  <a:close/>
                </a:path>
              </a:pathLst>
            </a:custGeom>
            <a:solidFill>
              <a:srgbClr val="00A8E7"/>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54000" anchor="ct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eaLnBrk="1" fontAlgn="auto" hangingPunct="1">
                <a:spcBef>
                  <a:spcPts val="0"/>
                </a:spcBef>
                <a:spcAft>
                  <a:spcPts val="0"/>
                </a:spcAft>
                <a:defRPr/>
              </a:pPr>
              <a:endParaRPr lang="zh-CN" altLang="en-US" sz="2800" b="1" dirty="0">
                <a:solidFill>
                  <a:schemeClr val="accent1">
                    <a:lumMod val="50000"/>
                  </a:schemeClr>
                </a:solidFill>
                <a:latin typeface="微软雅黑" panose="020B0503020204020204" pitchFamily="34" charset="-122"/>
                <a:ea typeface="微软雅黑" panose="020B0503020204020204" charset="-122"/>
              </a:endParaRPr>
            </a:p>
          </p:txBody>
        </p:sp>
        <p:sp>
          <p:nvSpPr>
            <p:cNvPr id="11" name="MH_SubTitle_1"/>
            <p:cNvSpPr txBox="1">
              <a:spLocks noChangeArrowheads="1"/>
            </p:cNvSpPr>
            <p:nvPr/>
          </p:nvSpPr>
          <p:spPr bwMode="auto">
            <a:xfrm>
              <a:off x="3083" y="6483"/>
              <a:ext cx="5375" cy="4047"/>
            </a:xfrm>
            <a:prstGeom prst="rect">
              <a:avLst/>
            </a:prstGeom>
            <a:noFill/>
            <a:ln w="9525">
              <a:noFill/>
              <a:miter lim="800000"/>
            </a:ln>
          </p:spPr>
          <p:txBody>
            <a:bodyPr anchor="ct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indent="457200" fontAlgn="auto">
                <a:lnSpc>
                  <a:spcPct val="120000"/>
                </a:lnSpc>
              </a:pPr>
              <a:r>
                <a:rPr lang="zh-CN" altLang="en-US" sz="2000" b="1" dirty="0">
                  <a:solidFill>
                    <a:srgbClr val="00B0F0"/>
                  </a:solidFill>
                </a:rPr>
                <a:t>部署视图</a:t>
              </a:r>
            </a:p>
            <a:p>
              <a:pPr indent="457200" fontAlgn="auto">
                <a:lnSpc>
                  <a:spcPct val="120000"/>
                </a:lnSpc>
              </a:pPr>
              <a:r>
                <a:rPr dirty="0"/>
                <a:t>部署视图展示系统部署。例如，计算机、设备以及相互间的连接，系统各部件的具体运行地点。部署视图是针对开发者、系统集成者和测试者的，它用部署图来描述。</a:t>
              </a:r>
            </a:p>
          </p:txBody>
        </p:sp>
        <p:sp>
          <p:nvSpPr>
            <p:cNvPr id="12" name="MH_Other_3"/>
            <p:cNvSpPr txBox="1">
              <a:spLocks noChangeArrowheads="1"/>
            </p:cNvSpPr>
            <p:nvPr/>
          </p:nvSpPr>
          <p:spPr bwMode="auto">
            <a:xfrm>
              <a:off x="1630" y="5726"/>
              <a:ext cx="1195" cy="1163"/>
            </a:xfrm>
            <a:prstGeom prst="rect">
              <a:avLst/>
            </a:prstGeom>
            <a:noFill/>
            <a:ln w="9525">
              <a:noFill/>
              <a:miter lim="800000"/>
            </a:ln>
          </p:spPr>
          <p:txBody>
            <a:bodyPr lIns="0" tIns="0" rIns="0" bIns="0" anchor="b"/>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eaLnBrk="1" hangingPunct="1"/>
              <a:r>
                <a:rPr lang="en-US" sz="3600" b="1" dirty="0">
                  <a:solidFill>
                    <a:srgbClr val="00A8E7"/>
                  </a:solidFill>
                  <a:latin typeface="微软雅黑" panose="020B0503020204020204" pitchFamily="34" charset="-122"/>
                  <a:ea typeface="微软雅黑" panose="020B0503020204020204" charset="-122"/>
                </a:rPr>
                <a:t>5</a:t>
              </a:r>
            </a:p>
          </p:txBody>
        </p:sp>
      </p:grpSp>
      <p:sp>
        <p:nvSpPr>
          <p:cNvPr id="100" name="文本框 99"/>
          <p:cNvSpPr txBox="1"/>
          <p:nvPr/>
        </p:nvSpPr>
        <p:spPr>
          <a:xfrm>
            <a:off x="5612130" y="1954530"/>
            <a:ext cx="5074285" cy="4010025"/>
          </a:xfrm>
          <a:prstGeom prst="rect">
            <a:avLst/>
          </a:prstGeom>
          <a:noFill/>
          <a:ln w="9525">
            <a:noFill/>
          </a:ln>
        </p:spPr>
        <p:txBody>
          <a:bodyPr wrap="square">
            <a:spAutoFit/>
          </a:bodyPr>
          <a:lstStyle/>
          <a:p>
            <a:pPr marL="0" indent="0" algn="l" fontAlgn="auto">
              <a:lnSpc>
                <a:spcPct val="130000"/>
              </a:lnSpc>
            </a:pPr>
            <a:r>
              <a:rPr lang="en-US" b="0" u="none" dirty="0">
                <a:latin typeface="微软雅黑" panose="020B0503020204020204" charset="-122"/>
                <a:ea typeface="微软雅黑" panose="020B0503020204020204" charset="-122"/>
              </a:rPr>
              <a:t>       </a:t>
            </a:r>
            <a:r>
              <a:rPr b="0" u="none" dirty="0">
                <a:latin typeface="微软雅黑" panose="020B0503020204020204" charset="-122"/>
                <a:ea typeface="微软雅黑" panose="020B0503020204020204" charset="-122"/>
              </a:rPr>
              <a:t>例如，图书馆的“图书目录查询”程序在读者查询机上运行；“图书流通”（借书、还书）程序在图书流通部的计算机上运行。</a:t>
            </a:r>
          </a:p>
          <a:p>
            <a:r>
              <a:rPr b="0" u="none" dirty="0">
                <a:latin typeface="微软雅黑" panose="020B0503020204020204" charset="-122"/>
                <a:ea typeface="微软雅黑" panose="020B0503020204020204" charset="-122"/>
              </a:rPr>
              <a:t>       显然描述系统分析、设计的各个部分和各个方面的所有UML图，都是描述同一个系统的，它们之间不能有矛盾。</a:t>
            </a:r>
          </a:p>
          <a:p>
            <a:r>
              <a:rPr b="0" u="none" dirty="0">
                <a:latin typeface="微软雅黑" panose="020B0503020204020204" charset="-122"/>
                <a:ea typeface="微软雅黑" panose="020B0503020204020204" charset="-122"/>
              </a:rPr>
              <a:t>       总之，</a:t>
            </a:r>
            <a:r>
              <a:rPr b="0" u="none" dirty="0">
                <a:solidFill>
                  <a:srgbClr val="00B050"/>
                </a:solidFill>
                <a:latin typeface="微软雅黑" panose="020B0503020204020204" charset="-122"/>
                <a:ea typeface="微软雅黑" panose="020B0503020204020204" charset="-122"/>
              </a:rPr>
              <a:t>一个系统可以有多种视图，但视图之间必须是一致的。同样，系统可以有多种模型，模型之间也必须是一致的。</a:t>
            </a:r>
            <a:r>
              <a:rPr b="0" u="none" dirty="0">
                <a:latin typeface="微软雅黑" panose="020B0503020204020204" charset="-122"/>
                <a:ea typeface="微软雅黑" panose="020B0503020204020204" charset="-122"/>
              </a:rPr>
              <a:t>UML有多种模型和多种图，在实际的软件开发过程中，开发者可以根据自己的需要选择几种来运用。</a:t>
            </a:r>
            <a:endParaRPr dirty="0">
              <a:latin typeface="微软雅黑" panose="020B0503020204020204" charset="-122"/>
              <a:ea typeface="微软雅黑" panose="020B0503020204020204" charset="-122"/>
            </a:endParaRPr>
          </a:p>
        </p:txBody>
      </p:sp>
      <p:grpSp>
        <p:nvGrpSpPr>
          <p:cNvPr id="2" name="组合 1"/>
          <p:cNvGrpSpPr/>
          <p:nvPr/>
        </p:nvGrpSpPr>
        <p:grpSpPr>
          <a:xfrm>
            <a:off x="5094946" y="1705562"/>
            <a:ext cx="6146054" cy="4313457"/>
            <a:chOff x="9733" y="2818"/>
            <a:chExt cx="9041" cy="6686"/>
          </a:xfrm>
        </p:grpSpPr>
        <p:cxnSp>
          <p:nvCxnSpPr>
            <p:cNvPr id="5" name="MH_Other_13"/>
            <p:cNvCxnSpPr>
              <a:cxnSpLocks noChangeShapeType="1"/>
            </p:cNvCxnSpPr>
            <p:nvPr/>
          </p:nvCxnSpPr>
          <p:spPr bwMode="auto">
            <a:xfrm flipV="1">
              <a:off x="9733" y="3277"/>
              <a:ext cx="7696" cy="27"/>
            </a:xfrm>
            <a:prstGeom prst="line">
              <a:avLst/>
            </a:prstGeom>
            <a:noFill/>
            <a:ln w="12700" algn="ctr">
              <a:solidFill>
                <a:srgbClr val="1CADE4"/>
              </a:solidFill>
              <a:prstDash val="sysDash"/>
              <a:miter lim="800000"/>
            </a:ln>
          </p:spPr>
        </p:cxnSp>
        <p:cxnSp>
          <p:nvCxnSpPr>
            <p:cNvPr id="6" name="MH_Other_14"/>
            <p:cNvCxnSpPr>
              <a:cxnSpLocks noChangeShapeType="1"/>
            </p:cNvCxnSpPr>
            <p:nvPr/>
          </p:nvCxnSpPr>
          <p:spPr bwMode="auto">
            <a:xfrm>
              <a:off x="10393" y="2818"/>
              <a:ext cx="0" cy="1634"/>
            </a:xfrm>
            <a:prstGeom prst="line">
              <a:avLst/>
            </a:prstGeom>
            <a:noFill/>
            <a:ln w="12700" algn="ctr">
              <a:solidFill>
                <a:srgbClr val="1CADE4"/>
              </a:solidFill>
              <a:prstDash val="sysDash"/>
              <a:miter lim="800000"/>
            </a:ln>
          </p:spPr>
        </p:cxnSp>
        <p:cxnSp>
          <p:nvCxnSpPr>
            <p:cNvPr id="18" name="MH_Other_15"/>
            <p:cNvCxnSpPr>
              <a:cxnSpLocks noChangeShapeType="1"/>
            </p:cNvCxnSpPr>
            <p:nvPr/>
          </p:nvCxnSpPr>
          <p:spPr bwMode="auto">
            <a:xfrm>
              <a:off x="9746" y="2818"/>
              <a:ext cx="0" cy="486"/>
            </a:xfrm>
            <a:prstGeom prst="line">
              <a:avLst/>
            </a:prstGeom>
            <a:noFill/>
            <a:ln w="12700" algn="ctr">
              <a:solidFill>
                <a:srgbClr val="1CADE4"/>
              </a:solidFill>
              <a:miter lim="800000"/>
            </a:ln>
          </p:spPr>
        </p:cxnSp>
        <p:cxnSp>
          <p:nvCxnSpPr>
            <p:cNvPr id="19" name="MH_Other_16"/>
            <p:cNvCxnSpPr>
              <a:cxnSpLocks noChangeShapeType="1"/>
            </p:cNvCxnSpPr>
            <p:nvPr/>
          </p:nvCxnSpPr>
          <p:spPr bwMode="auto">
            <a:xfrm>
              <a:off x="9733" y="2818"/>
              <a:ext cx="660" cy="0"/>
            </a:xfrm>
            <a:prstGeom prst="line">
              <a:avLst/>
            </a:prstGeom>
            <a:noFill/>
            <a:ln w="12700" algn="ctr">
              <a:solidFill>
                <a:srgbClr val="1CADE4"/>
              </a:solidFill>
              <a:miter lim="800000"/>
            </a:ln>
          </p:spPr>
        </p:cxnSp>
        <p:cxnSp>
          <p:nvCxnSpPr>
            <p:cNvPr id="20" name="MH_Other_17"/>
            <p:cNvCxnSpPr>
              <a:cxnSpLocks noChangeShapeType="1"/>
            </p:cNvCxnSpPr>
            <p:nvPr/>
          </p:nvCxnSpPr>
          <p:spPr bwMode="auto">
            <a:xfrm rot="10800000">
              <a:off x="10907" y="9010"/>
              <a:ext cx="7866" cy="11"/>
            </a:xfrm>
            <a:prstGeom prst="line">
              <a:avLst/>
            </a:prstGeom>
            <a:noFill/>
            <a:ln w="12700" algn="ctr">
              <a:solidFill>
                <a:srgbClr val="1CADE4"/>
              </a:solidFill>
              <a:prstDash val="sysDash"/>
              <a:miter lim="800000"/>
            </a:ln>
          </p:spPr>
        </p:cxnSp>
        <p:cxnSp>
          <p:nvCxnSpPr>
            <p:cNvPr id="21" name="MH_Other_18"/>
            <p:cNvCxnSpPr>
              <a:cxnSpLocks noChangeShapeType="1"/>
            </p:cNvCxnSpPr>
            <p:nvPr/>
          </p:nvCxnSpPr>
          <p:spPr bwMode="auto">
            <a:xfrm flipH="1" flipV="1">
              <a:off x="18114" y="7870"/>
              <a:ext cx="0" cy="1633"/>
            </a:xfrm>
            <a:prstGeom prst="line">
              <a:avLst/>
            </a:prstGeom>
            <a:noFill/>
            <a:ln w="12700" algn="ctr">
              <a:solidFill>
                <a:srgbClr val="1CADE4"/>
              </a:solidFill>
              <a:prstDash val="sysDash"/>
              <a:miter lim="800000"/>
            </a:ln>
          </p:spPr>
        </p:cxnSp>
        <p:cxnSp>
          <p:nvCxnSpPr>
            <p:cNvPr id="22" name="MH_Other_19"/>
            <p:cNvCxnSpPr>
              <a:cxnSpLocks noChangeShapeType="1"/>
            </p:cNvCxnSpPr>
            <p:nvPr/>
          </p:nvCxnSpPr>
          <p:spPr bwMode="auto">
            <a:xfrm flipH="1" flipV="1">
              <a:off x="18741" y="9020"/>
              <a:ext cx="0" cy="483"/>
            </a:xfrm>
            <a:prstGeom prst="line">
              <a:avLst/>
            </a:prstGeom>
            <a:noFill/>
            <a:ln w="12700" algn="ctr">
              <a:solidFill>
                <a:srgbClr val="1CADE4"/>
              </a:solidFill>
              <a:miter lim="800000"/>
            </a:ln>
          </p:spPr>
        </p:cxnSp>
        <p:cxnSp>
          <p:nvCxnSpPr>
            <p:cNvPr id="23" name="MH_Other_20"/>
            <p:cNvCxnSpPr>
              <a:cxnSpLocks noChangeShapeType="1"/>
            </p:cNvCxnSpPr>
            <p:nvPr/>
          </p:nvCxnSpPr>
          <p:spPr bwMode="auto">
            <a:xfrm flipH="1" flipV="1">
              <a:off x="18114" y="9504"/>
              <a:ext cx="660" cy="0"/>
            </a:xfrm>
            <a:prstGeom prst="line">
              <a:avLst/>
            </a:prstGeom>
            <a:noFill/>
            <a:ln w="12700" algn="ctr">
              <a:solidFill>
                <a:srgbClr val="1CADE4"/>
              </a:solidFill>
              <a:miter lim="800000"/>
            </a:ln>
          </p:spPr>
        </p:cxnSp>
      </p:grpSp>
    </p:spTree>
  </p:cSld>
  <p:clrMapOvr>
    <a:masterClrMapping/>
  </p:clrMapOvr>
  <p:transition>
    <p:strips dir="rd"/>
  </p:transition>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694801" y="360000"/>
            <a:ext cx="5401200" cy="523220"/>
          </a:xfrm>
        </p:spPr>
        <p:txBody>
          <a:bodyPr/>
          <a:lstStyle/>
          <a:p>
            <a:r>
              <a:rPr lang="en-US" dirty="0"/>
              <a:t>6.4 </a:t>
            </a:r>
            <a:r>
              <a:rPr lang="zh-CN" altLang="en-US" dirty="0">
                <a:sym typeface="+mn-ea"/>
              </a:rPr>
              <a:t>UML的应用</a:t>
            </a:r>
            <a:endParaRPr lang="zh-CN" altLang="en-US" dirty="0"/>
          </a:p>
        </p:txBody>
      </p:sp>
      <p:sp>
        <p:nvSpPr>
          <p:cNvPr id="12" name="文本占位符 11">
            <a:extLst>
              <a:ext uri="{FF2B5EF4-FFF2-40B4-BE49-F238E27FC236}">
                <a16:creationId xmlns:a16="http://schemas.microsoft.com/office/drawing/2014/main" id="{BBF33205-8351-B3CE-6D68-93694ECACADA}"/>
              </a:ext>
            </a:extLst>
          </p:cNvPr>
          <p:cNvSpPr>
            <a:spLocks noGrp="1"/>
          </p:cNvSpPr>
          <p:nvPr>
            <p:ph type="body" sz="quarter" idx="10"/>
          </p:nvPr>
        </p:nvSpPr>
        <p:spPr/>
        <p:txBody>
          <a:bodyPr/>
          <a:lstStyle/>
          <a:p>
            <a:endParaRPr lang="zh-CN" altLang="en-US"/>
          </a:p>
        </p:txBody>
      </p:sp>
      <p:sp>
        <p:nvSpPr>
          <p:cNvPr id="7" name="文本框 6"/>
          <p:cNvSpPr txBox="1"/>
          <p:nvPr/>
        </p:nvSpPr>
        <p:spPr>
          <a:xfrm>
            <a:off x="754380" y="2931160"/>
            <a:ext cx="476250" cy="1833880"/>
          </a:xfrm>
          <a:prstGeom prst="rect">
            <a:avLst/>
          </a:prstGeom>
          <a:noFill/>
        </p:spPr>
        <p:txBody>
          <a:bodyPr vert="eaVert" wrap="none" rtlCol="0">
            <a:spAutoFit/>
          </a:bodyPr>
          <a:lstStyle/>
          <a:p>
            <a:pPr algn="l"/>
            <a:r>
              <a:rPr lang="zh-CN" altLang="en-US" spc="160" dirty="0">
                <a:solidFill>
                  <a:schemeClr val="bg1"/>
                </a:solidFill>
                <a:latin typeface="微软雅黑" panose="020B0503020204020204" charset="-122"/>
                <a:ea typeface="微软雅黑" panose="020B0503020204020204" charset="-122"/>
              </a:rPr>
              <a:t>结构化程序设计</a:t>
            </a:r>
          </a:p>
        </p:txBody>
      </p:sp>
      <p:sp>
        <p:nvSpPr>
          <p:cNvPr id="29" name="TextBox 6"/>
          <p:cNvSpPr txBox="1"/>
          <p:nvPr/>
        </p:nvSpPr>
        <p:spPr>
          <a:xfrm>
            <a:off x="809625" y="1403350"/>
            <a:ext cx="5777230" cy="566420"/>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6.4.3 </a:t>
            </a:r>
            <a:r>
              <a:rPr lang="en-US" sz="2400" dirty="0">
                <a:solidFill>
                  <a:schemeClr val="tx1"/>
                </a:solidFill>
                <a:sym typeface="+mn-ea"/>
              </a:rPr>
              <a:t>UML</a:t>
            </a:r>
            <a:r>
              <a:rPr lang="zh-CN" altLang="en-US" sz="2400" dirty="0">
                <a:solidFill>
                  <a:schemeClr val="tx1"/>
                </a:solidFill>
                <a:sym typeface="+mn-ea"/>
              </a:rPr>
              <a:t>使用准则</a:t>
            </a:r>
          </a:p>
        </p:txBody>
      </p:sp>
      <p:grpSp>
        <p:nvGrpSpPr>
          <p:cNvPr id="6" name="组合 5"/>
          <p:cNvGrpSpPr/>
          <p:nvPr/>
        </p:nvGrpSpPr>
        <p:grpSpPr>
          <a:xfrm>
            <a:off x="1952625" y="2096770"/>
            <a:ext cx="8286750" cy="1274445"/>
            <a:chOff x="2054" y="2256"/>
            <a:chExt cx="15060" cy="2487"/>
          </a:xfrm>
        </p:grpSpPr>
        <p:sp>
          <p:nvSpPr>
            <p:cNvPr id="17415" name="Oval 5"/>
            <p:cNvSpPr>
              <a:spLocks noChangeArrowheads="1"/>
            </p:cNvSpPr>
            <p:nvPr>
              <p:custDataLst>
                <p:tags r:id="rId4"/>
              </p:custDataLst>
            </p:nvPr>
          </p:nvSpPr>
          <p:spPr bwMode="auto">
            <a:xfrm>
              <a:off x="8341" y="2256"/>
              <a:ext cx="2487" cy="2487"/>
            </a:xfrm>
            <a:prstGeom prst="ellipse">
              <a:avLst/>
            </a:prstGeom>
            <a:solidFill>
              <a:schemeClr val="accent3">
                <a:lumMod val="60000"/>
                <a:lumOff val="40000"/>
              </a:schemeClr>
            </a:solidFill>
            <a:ln>
              <a:noFill/>
            </a:ln>
            <a:effectLst/>
            <a:extLst>
              <a:ext uri="{91240B29-F687-4F45-9708-019B960494DF}">
                <a14:hiddenLine xmlns:a14="http://schemas.microsoft.com/office/drawing/2010/main" w="9525">
                  <a:solidFill>
                    <a:srgbClr val="000000"/>
                  </a:solidFill>
                  <a:rou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170" tIns="46990" rIns="90170" bIns="46990" anchor="ctr"/>
            <a:lstStyle>
              <a:lvl1pPr>
                <a:spcBef>
                  <a:spcPct val="20000"/>
                </a:spcBef>
                <a:buChar char="•"/>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1pPr>
              <a:lvl2pPr marL="742950" indent="-285750">
                <a:spcBef>
                  <a:spcPct val="20000"/>
                </a:spcBef>
                <a:buChar char="–"/>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2pPr>
              <a:lvl3pPr marL="1143000" indent="-228600">
                <a:spcBef>
                  <a:spcPct val="20000"/>
                </a:spcBef>
                <a:buChar char="•"/>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3pPr>
              <a:lvl4pPr marL="1600200" indent="-228600">
                <a:spcBef>
                  <a:spcPct val="20000"/>
                </a:spcBef>
                <a:buChar char="–"/>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4pPr>
              <a:lvl5pPr marL="2057400" indent="-228600">
                <a:spcBef>
                  <a:spcPct val="20000"/>
                </a:spcBef>
                <a:buChar char="»"/>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5pPr>
              <a:lvl6pPr marL="2514600" indent="-228600" eaLnBrk="0" fontAlgn="base" hangingPunct="0">
                <a:spcBef>
                  <a:spcPct val="20000"/>
                </a:spcBef>
                <a:spcAft>
                  <a:spcPct val="0"/>
                </a:spcAft>
                <a:buChar char="»"/>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6pPr>
              <a:lvl7pPr marL="2971800" indent="-228600" eaLnBrk="0" fontAlgn="base" hangingPunct="0">
                <a:spcBef>
                  <a:spcPct val="20000"/>
                </a:spcBef>
                <a:spcAft>
                  <a:spcPct val="0"/>
                </a:spcAft>
                <a:buChar char="»"/>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7pPr>
              <a:lvl8pPr marL="3429000" indent="-228600" eaLnBrk="0" fontAlgn="base" hangingPunct="0">
                <a:spcBef>
                  <a:spcPct val="20000"/>
                </a:spcBef>
                <a:spcAft>
                  <a:spcPct val="0"/>
                </a:spcAft>
                <a:buChar char="»"/>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8pPr>
              <a:lvl9pPr marL="3886200" indent="-228600" eaLnBrk="0" fontAlgn="base" hangingPunct="0">
                <a:spcBef>
                  <a:spcPct val="20000"/>
                </a:spcBef>
                <a:spcAft>
                  <a:spcPct val="0"/>
                </a:spcAft>
                <a:buChar char="»"/>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9pPr>
            </a:lstStyle>
            <a:p>
              <a:pPr algn="ctr" eaLnBrk="1" hangingPunct="1">
                <a:spcBef>
                  <a:spcPct val="0"/>
                </a:spcBef>
                <a:buFontTx/>
                <a:buNone/>
              </a:pPr>
              <a:r>
                <a:rPr lang="zh-CN" altLang="zh-CN" sz="2800">
                  <a:solidFill>
                    <a:schemeClr val="bg1"/>
                  </a:solidFill>
                  <a:latin typeface="+mn-lt"/>
                  <a:ea typeface="+mn-ea"/>
                </a:rPr>
                <a:t>02</a:t>
              </a:r>
            </a:p>
          </p:txBody>
        </p:sp>
        <p:sp>
          <p:nvSpPr>
            <p:cNvPr id="17416" name="Line 6"/>
            <p:cNvSpPr>
              <a:spLocks noChangeShapeType="1"/>
            </p:cNvSpPr>
            <p:nvPr>
              <p:custDataLst>
                <p:tags r:id="rId5"/>
              </p:custDataLst>
            </p:nvPr>
          </p:nvSpPr>
          <p:spPr bwMode="auto">
            <a:xfrm>
              <a:off x="11233" y="3606"/>
              <a:ext cx="2990" cy="0"/>
            </a:xfrm>
            <a:prstGeom prst="line">
              <a:avLst/>
            </a:prstGeom>
            <a:noFill/>
            <a:ln w="28575" cmpd="sng">
              <a:solidFill>
                <a:srgbClr val="D74B4B"/>
              </a:solidFill>
              <a:prstDash val="lgDash"/>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latin typeface="+mn-lt"/>
                <a:ea typeface="+mn-ea"/>
                <a:sym typeface="Arial" panose="020B0604020202020204" pitchFamily="34" charset="0"/>
              </a:endParaRPr>
            </a:p>
          </p:txBody>
        </p:sp>
        <p:sp>
          <p:nvSpPr>
            <p:cNvPr id="17417" name="Oval 7"/>
            <p:cNvSpPr>
              <a:spLocks noChangeArrowheads="1"/>
            </p:cNvSpPr>
            <p:nvPr>
              <p:custDataLst>
                <p:tags r:id="rId6"/>
              </p:custDataLst>
            </p:nvPr>
          </p:nvSpPr>
          <p:spPr bwMode="auto">
            <a:xfrm>
              <a:off x="14627" y="2256"/>
              <a:ext cx="2487" cy="2487"/>
            </a:xfrm>
            <a:prstGeom prst="ellipse">
              <a:avLst/>
            </a:prstGeom>
            <a:solidFill>
              <a:schemeClr val="accent3">
                <a:lumMod val="75000"/>
              </a:schemeClr>
            </a:solidFill>
            <a:ln>
              <a:noFill/>
            </a:ln>
            <a:effectLst/>
            <a:extLst>
              <a:ext uri="{91240B29-F687-4F45-9708-019B960494DF}">
                <a14:hiddenLine xmlns:a14="http://schemas.microsoft.com/office/drawing/2010/main" w="9525">
                  <a:solidFill>
                    <a:srgbClr val="000000"/>
                  </a:solidFill>
                  <a:rou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170" tIns="46990" rIns="90170" bIns="46990" anchor="ctr"/>
            <a:lstStyle>
              <a:lvl1pPr>
                <a:spcBef>
                  <a:spcPct val="20000"/>
                </a:spcBef>
                <a:buChar char="•"/>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1pPr>
              <a:lvl2pPr marL="742950" indent="-285750">
                <a:spcBef>
                  <a:spcPct val="20000"/>
                </a:spcBef>
                <a:buChar char="–"/>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2pPr>
              <a:lvl3pPr marL="1143000" indent="-228600">
                <a:spcBef>
                  <a:spcPct val="20000"/>
                </a:spcBef>
                <a:buChar char="•"/>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3pPr>
              <a:lvl4pPr marL="1600200" indent="-228600">
                <a:spcBef>
                  <a:spcPct val="20000"/>
                </a:spcBef>
                <a:buChar char="–"/>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4pPr>
              <a:lvl5pPr marL="2057400" indent="-228600">
                <a:spcBef>
                  <a:spcPct val="20000"/>
                </a:spcBef>
                <a:buChar char="»"/>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5pPr>
              <a:lvl6pPr marL="2514600" indent="-228600" eaLnBrk="0" fontAlgn="base" hangingPunct="0">
                <a:spcBef>
                  <a:spcPct val="20000"/>
                </a:spcBef>
                <a:spcAft>
                  <a:spcPct val="0"/>
                </a:spcAft>
                <a:buChar char="»"/>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6pPr>
              <a:lvl7pPr marL="2971800" indent="-228600" eaLnBrk="0" fontAlgn="base" hangingPunct="0">
                <a:spcBef>
                  <a:spcPct val="20000"/>
                </a:spcBef>
                <a:spcAft>
                  <a:spcPct val="0"/>
                </a:spcAft>
                <a:buChar char="»"/>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7pPr>
              <a:lvl8pPr marL="3429000" indent="-228600" eaLnBrk="0" fontAlgn="base" hangingPunct="0">
                <a:spcBef>
                  <a:spcPct val="20000"/>
                </a:spcBef>
                <a:spcAft>
                  <a:spcPct val="0"/>
                </a:spcAft>
                <a:buChar char="»"/>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8pPr>
              <a:lvl9pPr marL="3886200" indent="-228600" eaLnBrk="0" fontAlgn="base" hangingPunct="0">
                <a:spcBef>
                  <a:spcPct val="20000"/>
                </a:spcBef>
                <a:spcAft>
                  <a:spcPct val="0"/>
                </a:spcAft>
                <a:buChar char="»"/>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9pPr>
            </a:lstStyle>
            <a:p>
              <a:pPr algn="ctr" eaLnBrk="1" hangingPunct="1">
                <a:spcBef>
                  <a:spcPct val="0"/>
                </a:spcBef>
                <a:buFontTx/>
                <a:buNone/>
              </a:pPr>
              <a:r>
                <a:rPr lang="zh-CN" altLang="zh-CN" sz="2800">
                  <a:solidFill>
                    <a:schemeClr val="bg1"/>
                  </a:solidFill>
                  <a:latin typeface="+mn-lt"/>
                  <a:ea typeface="+mn-ea"/>
                </a:rPr>
                <a:t>03</a:t>
              </a:r>
            </a:p>
          </p:txBody>
        </p:sp>
        <p:sp>
          <p:nvSpPr>
            <p:cNvPr id="17418" name="Oval 8"/>
            <p:cNvSpPr>
              <a:spLocks noChangeArrowheads="1"/>
            </p:cNvSpPr>
            <p:nvPr>
              <p:custDataLst>
                <p:tags r:id="rId7"/>
              </p:custDataLst>
            </p:nvPr>
          </p:nvSpPr>
          <p:spPr bwMode="auto">
            <a:xfrm>
              <a:off x="2054" y="2256"/>
              <a:ext cx="2487" cy="2487"/>
            </a:xfrm>
            <a:prstGeom prst="ellipse">
              <a:avLst/>
            </a:prstGeom>
            <a:solidFill>
              <a:schemeClr val="accent3">
                <a:lumMod val="40000"/>
                <a:lumOff val="60000"/>
              </a:schemeClr>
            </a:solidFill>
            <a:ln>
              <a:noFill/>
            </a:ln>
            <a:effectLst/>
            <a:extLst>
              <a:ext uri="{91240B29-F687-4F45-9708-019B960494DF}">
                <a14:hiddenLine xmlns:a14="http://schemas.microsoft.com/office/drawing/2010/main" w="9525">
                  <a:solidFill>
                    <a:srgbClr val="000000"/>
                  </a:solidFill>
                  <a:rou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170" tIns="46990" rIns="90170" bIns="46990" anchor="ctr"/>
            <a:lstStyle>
              <a:lvl1pPr>
                <a:spcBef>
                  <a:spcPct val="20000"/>
                </a:spcBef>
                <a:buChar char="•"/>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1pPr>
              <a:lvl2pPr marL="742950" indent="-285750">
                <a:spcBef>
                  <a:spcPct val="20000"/>
                </a:spcBef>
                <a:buChar char="–"/>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2pPr>
              <a:lvl3pPr marL="1143000" indent="-228600">
                <a:spcBef>
                  <a:spcPct val="20000"/>
                </a:spcBef>
                <a:buChar char="•"/>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3pPr>
              <a:lvl4pPr marL="1600200" indent="-228600">
                <a:spcBef>
                  <a:spcPct val="20000"/>
                </a:spcBef>
                <a:buChar char="–"/>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4pPr>
              <a:lvl5pPr marL="2057400" indent="-228600">
                <a:spcBef>
                  <a:spcPct val="20000"/>
                </a:spcBef>
                <a:buChar char="»"/>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5pPr>
              <a:lvl6pPr marL="2514600" indent="-228600" eaLnBrk="0" fontAlgn="base" hangingPunct="0">
                <a:spcBef>
                  <a:spcPct val="20000"/>
                </a:spcBef>
                <a:spcAft>
                  <a:spcPct val="0"/>
                </a:spcAft>
                <a:buChar char="»"/>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6pPr>
              <a:lvl7pPr marL="2971800" indent="-228600" eaLnBrk="0" fontAlgn="base" hangingPunct="0">
                <a:spcBef>
                  <a:spcPct val="20000"/>
                </a:spcBef>
                <a:spcAft>
                  <a:spcPct val="0"/>
                </a:spcAft>
                <a:buChar char="»"/>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7pPr>
              <a:lvl8pPr marL="3429000" indent="-228600" eaLnBrk="0" fontAlgn="base" hangingPunct="0">
                <a:spcBef>
                  <a:spcPct val="20000"/>
                </a:spcBef>
                <a:spcAft>
                  <a:spcPct val="0"/>
                </a:spcAft>
                <a:buChar char="»"/>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8pPr>
              <a:lvl9pPr marL="3886200" indent="-228600" eaLnBrk="0" fontAlgn="base" hangingPunct="0">
                <a:spcBef>
                  <a:spcPct val="20000"/>
                </a:spcBef>
                <a:spcAft>
                  <a:spcPct val="0"/>
                </a:spcAft>
                <a:buChar char="»"/>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9pPr>
            </a:lstStyle>
            <a:p>
              <a:pPr algn="ctr" eaLnBrk="1" hangingPunct="1">
                <a:spcBef>
                  <a:spcPct val="0"/>
                </a:spcBef>
                <a:buFontTx/>
                <a:buNone/>
              </a:pPr>
              <a:r>
                <a:rPr lang="zh-CN" altLang="zh-CN" sz="2800" dirty="0">
                  <a:solidFill>
                    <a:schemeClr val="bg1"/>
                  </a:solidFill>
                  <a:latin typeface="+mn-lt"/>
                  <a:ea typeface="+mn-ea"/>
                </a:rPr>
                <a:t>01</a:t>
              </a:r>
            </a:p>
          </p:txBody>
        </p:sp>
        <p:sp>
          <p:nvSpPr>
            <p:cNvPr id="17419" name="Line 9"/>
            <p:cNvSpPr>
              <a:spLocks noChangeShapeType="1"/>
            </p:cNvSpPr>
            <p:nvPr>
              <p:custDataLst>
                <p:tags r:id="rId8"/>
              </p:custDataLst>
            </p:nvPr>
          </p:nvSpPr>
          <p:spPr bwMode="auto">
            <a:xfrm>
              <a:off x="4946" y="3606"/>
              <a:ext cx="2990" cy="0"/>
            </a:xfrm>
            <a:prstGeom prst="line">
              <a:avLst/>
            </a:prstGeom>
            <a:noFill/>
            <a:ln w="28575" cmpd="sng">
              <a:solidFill>
                <a:srgbClr val="D74B4B"/>
              </a:solidFill>
              <a:prstDash val="lgDash"/>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latin typeface="+mn-lt"/>
                <a:ea typeface="+mn-ea"/>
                <a:sym typeface="Arial" panose="020B0604020202020204" pitchFamily="34" charset="0"/>
              </a:endParaRPr>
            </a:p>
          </p:txBody>
        </p:sp>
      </p:grpSp>
      <p:sp>
        <p:nvSpPr>
          <p:cNvPr id="5" name="文本框 4"/>
          <p:cNvSpPr txBox="1"/>
          <p:nvPr>
            <p:custDataLst>
              <p:tags r:id="rId1"/>
            </p:custDataLst>
          </p:nvPr>
        </p:nvSpPr>
        <p:spPr>
          <a:xfrm>
            <a:off x="4284980" y="4079240"/>
            <a:ext cx="3388995" cy="176784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normAutofit/>
          </a:bodyPr>
          <a:lstStyle>
            <a:lvl1pPr marL="14605" indent="-14605" eaLnBrk="1" hangingPunct="1">
              <a:spcBef>
                <a:spcPct val="20000"/>
              </a:spcBef>
              <a:buFontTx/>
              <a:buNone/>
              <a:defRPr sz="1800">
                <a:latin typeface="+mn-lt"/>
                <a:ea typeface="+mn-ea"/>
                <a:sym typeface="Arial" panose="020B0604020202020204" pitchFamily="34" charset="0"/>
              </a:defRPr>
            </a:lvl1pPr>
            <a:lvl2pPr marL="742950" indent="-285750">
              <a:spcBef>
                <a:spcPct val="20000"/>
              </a:spcBef>
              <a:buChar char="–"/>
              <a:defRPr sz="1600">
                <a:solidFill>
                  <a:srgbClr val="475F77"/>
                </a:solidFill>
                <a:sym typeface="Arial" panose="020B0604020202020204" pitchFamily="34" charset="0"/>
              </a:defRPr>
            </a:lvl2pPr>
            <a:lvl3pPr marL="1143000" indent="-228600">
              <a:spcBef>
                <a:spcPct val="20000"/>
              </a:spcBef>
              <a:buChar char="•"/>
              <a:defRPr sz="1600">
                <a:solidFill>
                  <a:srgbClr val="475F77"/>
                </a:solidFill>
                <a:sym typeface="Arial" panose="020B0604020202020204" pitchFamily="34" charset="0"/>
              </a:defRPr>
            </a:lvl3pPr>
            <a:lvl4pPr marL="1600200" indent="-228600">
              <a:spcBef>
                <a:spcPct val="20000"/>
              </a:spcBef>
              <a:buChar char="–"/>
              <a:defRPr sz="1600">
                <a:solidFill>
                  <a:srgbClr val="475F77"/>
                </a:solidFill>
                <a:sym typeface="Arial" panose="020B0604020202020204" pitchFamily="34" charset="0"/>
              </a:defRPr>
            </a:lvl4pPr>
            <a:lvl5pPr marL="2057400" indent="-228600">
              <a:spcBef>
                <a:spcPct val="20000"/>
              </a:spcBef>
              <a:buChar char="»"/>
              <a:defRPr sz="1600">
                <a:solidFill>
                  <a:srgbClr val="475F77"/>
                </a:solidFill>
                <a:sym typeface="Arial" panose="020B0604020202020204" pitchFamily="34" charset="0"/>
              </a:defRPr>
            </a:lvl5pPr>
            <a:lvl6pPr marL="2514600" indent="-228600">
              <a:lnSpc>
                <a:spcPct val="90000"/>
              </a:lnSpc>
              <a:spcBef>
                <a:spcPts val="500"/>
              </a:spcBef>
              <a:buFont typeface="Arial" panose="020B0604020202020204" pitchFamily="34" charset="0"/>
              <a:buChar char="•"/>
              <a:defRPr sz="1800">
                <a:latin typeface="+mn-lt"/>
                <a:ea typeface="+mn-ea"/>
              </a:defRPr>
            </a:lvl6pPr>
            <a:lvl7pPr marL="2971800" indent="-228600">
              <a:lnSpc>
                <a:spcPct val="90000"/>
              </a:lnSpc>
              <a:spcBef>
                <a:spcPts val="500"/>
              </a:spcBef>
              <a:buFont typeface="Arial" panose="020B0604020202020204" pitchFamily="34" charset="0"/>
              <a:buChar char="•"/>
              <a:defRPr sz="1800">
                <a:latin typeface="+mn-lt"/>
                <a:ea typeface="+mn-ea"/>
              </a:defRPr>
            </a:lvl7pPr>
            <a:lvl8pPr marL="3429000" indent="-228600">
              <a:lnSpc>
                <a:spcPct val="90000"/>
              </a:lnSpc>
              <a:spcBef>
                <a:spcPts val="500"/>
              </a:spcBef>
              <a:buFont typeface="Arial" panose="020B0604020202020204" pitchFamily="34" charset="0"/>
              <a:buChar char="•"/>
              <a:defRPr sz="1800">
                <a:latin typeface="+mn-lt"/>
                <a:ea typeface="+mn-ea"/>
              </a:defRPr>
            </a:lvl8pPr>
            <a:lvl9pPr marL="3886200" indent="-228600">
              <a:lnSpc>
                <a:spcPct val="90000"/>
              </a:lnSpc>
              <a:spcBef>
                <a:spcPts val="500"/>
              </a:spcBef>
              <a:buFont typeface="Arial" panose="020B0604020202020204" pitchFamily="34" charset="0"/>
              <a:buChar char="•"/>
              <a:defRPr sz="1800">
                <a:latin typeface="+mn-lt"/>
                <a:ea typeface="+mn-ea"/>
              </a:defRPr>
            </a:lvl9pPr>
          </a:lstStyle>
          <a:p>
            <a:pPr marL="0" indent="0" algn="l" fontAlgn="auto">
              <a:lnSpc>
                <a:spcPct val="130000"/>
              </a:lnSpc>
            </a:pPr>
            <a:r>
              <a:rPr lang="en-US" altLang="zh-CN" dirty="0"/>
              <a:t>       </a:t>
            </a:r>
            <a:r>
              <a:rPr dirty="0">
                <a:latin typeface="微软雅黑" panose="020B0503020204020204" charset="-122"/>
                <a:ea typeface="微软雅黑" panose="020B0503020204020204" charset="-122"/>
                <a:sym typeface="+mn-ea"/>
              </a:rPr>
              <a:t>要集中精力围绕问题的核心来建立模型。最好只画几张关键的图，经常使用并不断更新、修改这几张图。</a:t>
            </a:r>
          </a:p>
        </p:txBody>
      </p:sp>
      <p:sp>
        <p:nvSpPr>
          <p:cNvPr id="8" name="文本框 7"/>
          <p:cNvSpPr txBox="1"/>
          <p:nvPr>
            <p:custDataLst>
              <p:tags r:id="rId2"/>
            </p:custDataLst>
          </p:nvPr>
        </p:nvSpPr>
        <p:spPr>
          <a:xfrm>
            <a:off x="7779385" y="4079240"/>
            <a:ext cx="4123690" cy="23869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vert="horz" wrap="square" lIns="91440" tIns="45720" rIns="91440" bIns="45720" numCol="1" anchor="t" anchorCtr="0" compatLnSpc="1">
            <a:normAutofit/>
          </a:bodyPr>
          <a:lstStyle>
            <a:lvl1pPr marL="14605" indent="-14605" eaLnBrk="1" hangingPunct="1">
              <a:spcBef>
                <a:spcPct val="20000"/>
              </a:spcBef>
              <a:buFontTx/>
              <a:buNone/>
              <a:defRPr sz="1800">
                <a:latin typeface="+mn-lt"/>
                <a:ea typeface="+mn-ea"/>
                <a:sym typeface="Arial" panose="020B0604020202020204" pitchFamily="34" charset="0"/>
              </a:defRPr>
            </a:lvl1pPr>
            <a:lvl2pPr marL="742950" indent="-285750">
              <a:spcBef>
                <a:spcPct val="20000"/>
              </a:spcBef>
              <a:buChar char="–"/>
              <a:defRPr sz="1600">
                <a:solidFill>
                  <a:srgbClr val="475F77"/>
                </a:solidFill>
                <a:sym typeface="Arial" panose="020B0604020202020204" pitchFamily="34" charset="0"/>
              </a:defRPr>
            </a:lvl2pPr>
            <a:lvl3pPr marL="1143000" indent="-228600">
              <a:spcBef>
                <a:spcPct val="20000"/>
              </a:spcBef>
              <a:buChar char="•"/>
              <a:defRPr sz="1600">
                <a:solidFill>
                  <a:srgbClr val="475F77"/>
                </a:solidFill>
                <a:sym typeface="Arial" panose="020B0604020202020204" pitchFamily="34" charset="0"/>
              </a:defRPr>
            </a:lvl3pPr>
            <a:lvl4pPr marL="1600200" indent="-228600">
              <a:spcBef>
                <a:spcPct val="20000"/>
              </a:spcBef>
              <a:buChar char="–"/>
              <a:defRPr sz="1600">
                <a:solidFill>
                  <a:srgbClr val="475F77"/>
                </a:solidFill>
                <a:sym typeface="Arial" panose="020B0604020202020204" pitchFamily="34" charset="0"/>
              </a:defRPr>
            </a:lvl4pPr>
            <a:lvl5pPr marL="2057400" indent="-228600">
              <a:spcBef>
                <a:spcPct val="20000"/>
              </a:spcBef>
              <a:buChar char="»"/>
              <a:defRPr sz="1600">
                <a:solidFill>
                  <a:srgbClr val="475F77"/>
                </a:solidFill>
                <a:sym typeface="Arial" panose="020B0604020202020204" pitchFamily="34" charset="0"/>
              </a:defRPr>
            </a:lvl5pPr>
            <a:lvl6pPr marL="2514600" indent="-228600">
              <a:lnSpc>
                <a:spcPct val="90000"/>
              </a:lnSpc>
              <a:spcBef>
                <a:spcPts val="500"/>
              </a:spcBef>
              <a:buFont typeface="Arial" panose="020B0604020202020204" pitchFamily="34" charset="0"/>
              <a:buChar char="•"/>
              <a:defRPr sz="1800">
                <a:latin typeface="+mn-lt"/>
                <a:ea typeface="+mn-ea"/>
              </a:defRPr>
            </a:lvl6pPr>
            <a:lvl7pPr marL="2971800" indent="-228600">
              <a:lnSpc>
                <a:spcPct val="90000"/>
              </a:lnSpc>
              <a:spcBef>
                <a:spcPts val="500"/>
              </a:spcBef>
              <a:buFont typeface="Arial" panose="020B0604020202020204" pitchFamily="34" charset="0"/>
              <a:buChar char="•"/>
              <a:defRPr sz="1800">
                <a:latin typeface="+mn-lt"/>
                <a:ea typeface="+mn-ea"/>
              </a:defRPr>
            </a:lvl7pPr>
            <a:lvl8pPr marL="3429000" indent="-228600">
              <a:lnSpc>
                <a:spcPct val="90000"/>
              </a:lnSpc>
              <a:spcBef>
                <a:spcPts val="500"/>
              </a:spcBef>
              <a:buFont typeface="Arial" panose="020B0604020202020204" pitchFamily="34" charset="0"/>
              <a:buChar char="•"/>
              <a:defRPr sz="1800">
                <a:latin typeface="+mn-lt"/>
                <a:ea typeface="+mn-ea"/>
              </a:defRPr>
            </a:lvl8pPr>
            <a:lvl9pPr marL="3886200" indent="-228600">
              <a:lnSpc>
                <a:spcPct val="90000"/>
              </a:lnSpc>
              <a:spcBef>
                <a:spcPts val="500"/>
              </a:spcBef>
              <a:buFont typeface="Arial" panose="020B0604020202020204" pitchFamily="34" charset="0"/>
              <a:buChar char="•"/>
              <a:defRPr sz="1800">
                <a:latin typeface="+mn-lt"/>
                <a:ea typeface="+mn-ea"/>
              </a:defRPr>
            </a:lvl9pPr>
          </a:lstStyle>
          <a:p>
            <a:pPr marL="0" indent="0" algn="l" fontAlgn="auto">
              <a:lnSpc>
                <a:spcPct val="130000"/>
              </a:lnSpc>
            </a:pPr>
            <a:r>
              <a:rPr lang="en-US" altLang="zh-CN" dirty="0"/>
              <a:t>       </a:t>
            </a:r>
            <a:r>
              <a:rPr dirty="0">
                <a:latin typeface="微软雅黑" panose="020B0503020204020204" charset="-122"/>
                <a:ea typeface="微软雅黑" panose="020B0503020204020204" charset="-122"/>
                <a:sym typeface="+mn-ea"/>
              </a:rPr>
              <a:t>软件分析的开始阶段通过分析对象实例建立系统的基本元素，即对象或构件；然后建立类、建立静态模型；分析用例、建立用例模型和动态模型；在设计阶段考虑系统功能的实现方案。</a:t>
            </a:r>
          </a:p>
        </p:txBody>
      </p:sp>
      <p:sp>
        <p:nvSpPr>
          <p:cNvPr id="4" name="文本框 3"/>
          <p:cNvSpPr txBox="1"/>
          <p:nvPr>
            <p:custDataLst>
              <p:tags r:id="rId3"/>
            </p:custDataLst>
          </p:nvPr>
        </p:nvSpPr>
        <p:spPr>
          <a:xfrm>
            <a:off x="809625" y="4079240"/>
            <a:ext cx="3475990" cy="176784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normAutofit/>
          </a:bodyPr>
          <a:lstStyle>
            <a:lvl1pPr marL="14605" indent="-14605" eaLnBrk="1" hangingPunct="1">
              <a:spcBef>
                <a:spcPct val="20000"/>
              </a:spcBef>
              <a:buFontTx/>
              <a:buNone/>
              <a:defRPr sz="1800">
                <a:latin typeface="+mn-lt"/>
                <a:ea typeface="+mn-ea"/>
                <a:sym typeface="Arial" panose="020B0604020202020204" pitchFamily="34" charset="0"/>
              </a:defRPr>
            </a:lvl1pPr>
            <a:lvl2pPr marL="742950" indent="-285750">
              <a:spcBef>
                <a:spcPct val="20000"/>
              </a:spcBef>
              <a:buChar char="–"/>
              <a:defRPr sz="1600">
                <a:solidFill>
                  <a:srgbClr val="475F77"/>
                </a:solidFill>
                <a:sym typeface="Arial" panose="020B0604020202020204" pitchFamily="34" charset="0"/>
              </a:defRPr>
            </a:lvl2pPr>
            <a:lvl3pPr marL="1143000" indent="-228600">
              <a:spcBef>
                <a:spcPct val="20000"/>
              </a:spcBef>
              <a:buChar char="•"/>
              <a:defRPr sz="1600">
                <a:solidFill>
                  <a:srgbClr val="475F77"/>
                </a:solidFill>
                <a:sym typeface="Arial" panose="020B0604020202020204" pitchFamily="34" charset="0"/>
              </a:defRPr>
            </a:lvl3pPr>
            <a:lvl4pPr marL="1600200" indent="-228600">
              <a:spcBef>
                <a:spcPct val="20000"/>
              </a:spcBef>
              <a:buChar char="–"/>
              <a:defRPr sz="1600">
                <a:solidFill>
                  <a:srgbClr val="475F77"/>
                </a:solidFill>
                <a:sym typeface="Arial" panose="020B0604020202020204" pitchFamily="34" charset="0"/>
              </a:defRPr>
            </a:lvl4pPr>
            <a:lvl5pPr marL="2057400" indent="-228600">
              <a:spcBef>
                <a:spcPct val="20000"/>
              </a:spcBef>
              <a:buChar char="»"/>
              <a:defRPr sz="1600">
                <a:solidFill>
                  <a:srgbClr val="475F77"/>
                </a:solidFill>
                <a:sym typeface="Arial" panose="020B0604020202020204" pitchFamily="34" charset="0"/>
              </a:defRPr>
            </a:lvl5pPr>
            <a:lvl6pPr marL="2514600" indent="-228600">
              <a:lnSpc>
                <a:spcPct val="90000"/>
              </a:lnSpc>
              <a:spcBef>
                <a:spcPts val="500"/>
              </a:spcBef>
              <a:buFont typeface="Arial" panose="020B0604020202020204" pitchFamily="34" charset="0"/>
              <a:buChar char="•"/>
              <a:defRPr sz="1800">
                <a:latin typeface="+mn-lt"/>
                <a:ea typeface="+mn-ea"/>
              </a:defRPr>
            </a:lvl6pPr>
            <a:lvl7pPr marL="2971800" indent="-228600">
              <a:lnSpc>
                <a:spcPct val="90000"/>
              </a:lnSpc>
              <a:spcBef>
                <a:spcPts val="500"/>
              </a:spcBef>
              <a:buFont typeface="Arial" panose="020B0604020202020204" pitchFamily="34" charset="0"/>
              <a:buChar char="•"/>
              <a:defRPr sz="1800">
                <a:latin typeface="+mn-lt"/>
                <a:ea typeface="+mn-ea"/>
              </a:defRPr>
            </a:lvl7pPr>
            <a:lvl8pPr marL="3429000" indent="-228600">
              <a:lnSpc>
                <a:spcPct val="90000"/>
              </a:lnSpc>
              <a:spcBef>
                <a:spcPts val="500"/>
              </a:spcBef>
              <a:buFont typeface="Arial" panose="020B0604020202020204" pitchFamily="34" charset="0"/>
              <a:buChar char="•"/>
              <a:defRPr sz="1800">
                <a:latin typeface="+mn-lt"/>
                <a:ea typeface="+mn-ea"/>
              </a:defRPr>
            </a:lvl8pPr>
            <a:lvl9pPr marL="3886200" indent="-228600">
              <a:lnSpc>
                <a:spcPct val="90000"/>
              </a:lnSpc>
              <a:spcBef>
                <a:spcPts val="500"/>
              </a:spcBef>
              <a:buFont typeface="Arial" panose="020B0604020202020204" pitchFamily="34" charset="0"/>
              <a:buChar char="•"/>
              <a:defRPr sz="1800">
                <a:latin typeface="+mn-lt"/>
                <a:ea typeface="+mn-ea"/>
              </a:defRPr>
            </a:lvl9pPr>
          </a:lstStyle>
          <a:p>
            <a:pPr marL="0" indent="0" algn="l" fontAlgn="auto">
              <a:lnSpc>
                <a:spcPct val="130000"/>
              </a:lnSpc>
            </a:pPr>
            <a:r>
              <a:rPr lang="en-US" dirty="0">
                <a:latin typeface="微软雅黑" panose="020B0503020204020204" charset="-122"/>
                <a:ea typeface="微软雅黑" panose="020B0503020204020204" charset="-122"/>
                <a:sym typeface="+mn-ea"/>
              </a:rPr>
              <a:t>      </a:t>
            </a:r>
            <a:r>
              <a:rPr dirty="0">
                <a:latin typeface="微软雅黑" panose="020B0503020204020204" charset="-122"/>
                <a:ea typeface="微软雅黑" panose="020B0503020204020204" charset="-122"/>
                <a:sym typeface="+mn-ea"/>
              </a:rPr>
              <a:t>应当优先选用简单的图形和符号。例如，最常用的概念为用例、类、关联、属性和继承等，应当首先用图描述这些内容。</a:t>
            </a:r>
          </a:p>
        </p:txBody>
      </p:sp>
      <p:sp>
        <p:nvSpPr>
          <p:cNvPr id="9" name="文本框 8"/>
          <p:cNvSpPr txBox="1"/>
          <p:nvPr/>
        </p:nvSpPr>
        <p:spPr>
          <a:xfrm>
            <a:off x="1339850" y="3550285"/>
            <a:ext cx="2548890" cy="384810"/>
          </a:xfrm>
          <a:prstGeom prst="rect">
            <a:avLst/>
          </a:prstGeom>
          <a:noFill/>
        </p:spPr>
        <p:txBody>
          <a:bodyPr wrap="none" rtlCol="0" anchor="t">
            <a:spAutoFit/>
          </a:bodyPr>
          <a:lstStyle/>
          <a:p>
            <a:r>
              <a:rPr b="1" dirty="0">
                <a:latin typeface="微软雅黑" panose="020B0503020204020204" charset="-122"/>
                <a:ea typeface="微软雅黑" panose="020B0503020204020204" charset="-122"/>
                <a:sym typeface="+mn-ea"/>
              </a:rPr>
              <a:t>选择使用合适的UML图</a:t>
            </a:r>
            <a:endParaRPr lang="zh-CN" altLang="en-US" b="1"/>
          </a:p>
        </p:txBody>
      </p:sp>
      <p:sp>
        <p:nvSpPr>
          <p:cNvPr id="10" name="文本框 9"/>
          <p:cNvSpPr txBox="1"/>
          <p:nvPr/>
        </p:nvSpPr>
        <p:spPr>
          <a:xfrm>
            <a:off x="4861560" y="3550285"/>
            <a:ext cx="2468880" cy="384810"/>
          </a:xfrm>
          <a:prstGeom prst="rect">
            <a:avLst/>
          </a:prstGeom>
          <a:noFill/>
        </p:spPr>
        <p:txBody>
          <a:bodyPr wrap="none" rtlCol="0" anchor="t">
            <a:spAutoFit/>
          </a:bodyPr>
          <a:lstStyle/>
          <a:p>
            <a:r>
              <a:rPr b="1" dirty="0">
                <a:latin typeface="微软雅黑" panose="020B0503020204020204" charset="-122"/>
                <a:ea typeface="微软雅黑" panose="020B0503020204020204" charset="-122"/>
                <a:sym typeface="+mn-ea"/>
              </a:rPr>
              <a:t>只对关键事物建立模型</a:t>
            </a:r>
            <a:endParaRPr lang="zh-CN" altLang="en-US" b="1"/>
          </a:p>
        </p:txBody>
      </p:sp>
      <p:sp>
        <p:nvSpPr>
          <p:cNvPr id="11" name="文本框 10"/>
          <p:cNvSpPr txBox="1"/>
          <p:nvPr/>
        </p:nvSpPr>
        <p:spPr>
          <a:xfrm>
            <a:off x="8511540" y="3550285"/>
            <a:ext cx="2011680" cy="384810"/>
          </a:xfrm>
          <a:prstGeom prst="rect">
            <a:avLst/>
          </a:prstGeom>
          <a:noFill/>
        </p:spPr>
        <p:txBody>
          <a:bodyPr wrap="none" rtlCol="0" anchor="t">
            <a:spAutoFit/>
          </a:bodyPr>
          <a:lstStyle/>
          <a:p>
            <a:r>
              <a:rPr b="1" dirty="0">
                <a:latin typeface="微软雅黑" panose="020B0503020204020204" charset="-122"/>
                <a:ea typeface="微软雅黑" panose="020B0503020204020204" charset="-122"/>
                <a:sym typeface="+mn-ea"/>
              </a:rPr>
              <a:t>分层次地画模型图</a:t>
            </a:r>
            <a:endParaRPr lang="zh-CN" altLang="en-US" b="1"/>
          </a:p>
        </p:txBody>
      </p:sp>
    </p:spTree>
  </p:cSld>
  <p:clrMapOvr>
    <a:masterClrMapping/>
  </p:clrMapOvr>
  <p:transition>
    <p:strips dir="rd"/>
  </p:transition>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694801" y="360000"/>
            <a:ext cx="5401200" cy="523220"/>
          </a:xfrm>
        </p:spPr>
        <p:txBody>
          <a:bodyPr/>
          <a:lstStyle/>
          <a:p>
            <a:r>
              <a:rPr lang="en-US" dirty="0"/>
              <a:t>6.4 </a:t>
            </a:r>
            <a:r>
              <a:rPr lang="zh-CN" altLang="en-US" dirty="0">
                <a:sym typeface="+mn-ea"/>
              </a:rPr>
              <a:t>UML的应用</a:t>
            </a:r>
            <a:endParaRPr lang="zh-CN" altLang="en-US" dirty="0"/>
          </a:p>
        </p:txBody>
      </p:sp>
      <p:sp>
        <p:nvSpPr>
          <p:cNvPr id="5" name="文本占位符 4">
            <a:extLst>
              <a:ext uri="{FF2B5EF4-FFF2-40B4-BE49-F238E27FC236}">
                <a16:creationId xmlns:a16="http://schemas.microsoft.com/office/drawing/2014/main" id="{BBE9EDA3-B240-46C9-C07D-030EA27C2B6D}"/>
              </a:ext>
            </a:extLst>
          </p:cNvPr>
          <p:cNvSpPr>
            <a:spLocks noGrp="1"/>
          </p:cNvSpPr>
          <p:nvPr>
            <p:ph type="body" sz="quarter" idx="10"/>
          </p:nvPr>
        </p:nvSpPr>
        <p:spPr/>
        <p:txBody>
          <a:bodyPr/>
          <a:lstStyle/>
          <a:p>
            <a:endParaRPr lang="zh-CN" altLang="en-US"/>
          </a:p>
        </p:txBody>
      </p:sp>
      <p:sp>
        <p:nvSpPr>
          <p:cNvPr id="7" name="文本框 6"/>
          <p:cNvSpPr txBox="1"/>
          <p:nvPr/>
        </p:nvSpPr>
        <p:spPr>
          <a:xfrm>
            <a:off x="754380" y="2931160"/>
            <a:ext cx="476250" cy="1833880"/>
          </a:xfrm>
          <a:prstGeom prst="rect">
            <a:avLst/>
          </a:prstGeom>
          <a:noFill/>
        </p:spPr>
        <p:txBody>
          <a:bodyPr vert="eaVert" wrap="none" rtlCol="0">
            <a:spAutoFit/>
          </a:bodyPr>
          <a:lstStyle/>
          <a:p>
            <a:pPr algn="l"/>
            <a:r>
              <a:rPr lang="zh-CN" altLang="en-US" spc="160" dirty="0">
                <a:solidFill>
                  <a:schemeClr val="bg1"/>
                </a:solidFill>
                <a:latin typeface="微软雅黑" panose="020B0503020204020204" charset="-122"/>
                <a:ea typeface="微软雅黑" panose="020B0503020204020204" charset="-122"/>
              </a:rPr>
              <a:t>结构化程序设计</a:t>
            </a:r>
          </a:p>
        </p:txBody>
      </p:sp>
      <p:sp>
        <p:nvSpPr>
          <p:cNvPr id="29" name="TextBox 6"/>
          <p:cNvSpPr txBox="1"/>
          <p:nvPr/>
        </p:nvSpPr>
        <p:spPr>
          <a:xfrm>
            <a:off x="809625" y="1403350"/>
            <a:ext cx="5777230" cy="566420"/>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6.4.3 </a:t>
            </a:r>
            <a:r>
              <a:rPr lang="en-US" sz="2400" dirty="0">
                <a:solidFill>
                  <a:schemeClr val="tx1"/>
                </a:solidFill>
                <a:sym typeface="+mn-ea"/>
              </a:rPr>
              <a:t>UML</a:t>
            </a:r>
            <a:r>
              <a:rPr lang="zh-CN" altLang="en-US" sz="2400" dirty="0">
                <a:solidFill>
                  <a:schemeClr val="tx1"/>
                </a:solidFill>
                <a:sym typeface="+mn-ea"/>
              </a:rPr>
              <a:t>使用准则</a:t>
            </a:r>
          </a:p>
        </p:txBody>
      </p:sp>
      <p:grpSp>
        <p:nvGrpSpPr>
          <p:cNvPr id="6" name="组合 5"/>
          <p:cNvGrpSpPr/>
          <p:nvPr/>
        </p:nvGrpSpPr>
        <p:grpSpPr>
          <a:xfrm>
            <a:off x="2240280" y="2209800"/>
            <a:ext cx="6793865" cy="1274445"/>
            <a:chOff x="2054" y="2256"/>
            <a:chExt cx="12347" cy="2487"/>
          </a:xfrm>
        </p:grpSpPr>
        <p:sp>
          <p:nvSpPr>
            <p:cNvPr id="17415" name="Oval 5"/>
            <p:cNvSpPr>
              <a:spLocks noChangeArrowheads="1"/>
            </p:cNvSpPr>
            <p:nvPr>
              <p:custDataLst>
                <p:tags r:id="rId2"/>
              </p:custDataLst>
            </p:nvPr>
          </p:nvSpPr>
          <p:spPr bwMode="auto">
            <a:xfrm>
              <a:off x="11914" y="2256"/>
              <a:ext cx="2487" cy="2487"/>
            </a:xfrm>
            <a:prstGeom prst="ellipse">
              <a:avLst/>
            </a:prstGeom>
            <a:solidFill>
              <a:schemeClr val="accent3">
                <a:lumMod val="50000"/>
              </a:schemeClr>
            </a:solidFill>
            <a:ln>
              <a:noFill/>
            </a:ln>
            <a:effectLst/>
            <a:extLst>
              <a:ext uri="{91240B29-F687-4F45-9708-019B960494DF}">
                <a14:hiddenLine xmlns:a14="http://schemas.microsoft.com/office/drawing/2010/main" w="9525">
                  <a:solidFill>
                    <a:srgbClr val="000000"/>
                  </a:solidFill>
                  <a:rou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170" tIns="46990" rIns="90170" bIns="46990" anchor="ctr"/>
            <a:lstStyle>
              <a:lvl1pPr>
                <a:spcBef>
                  <a:spcPct val="20000"/>
                </a:spcBef>
                <a:buChar char="•"/>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1pPr>
              <a:lvl2pPr marL="742950" indent="-285750">
                <a:spcBef>
                  <a:spcPct val="20000"/>
                </a:spcBef>
                <a:buChar char="–"/>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2pPr>
              <a:lvl3pPr marL="1143000" indent="-228600">
                <a:spcBef>
                  <a:spcPct val="20000"/>
                </a:spcBef>
                <a:buChar char="•"/>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3pPr>
              <a:lvl4pPr marL="1600200" indent="-228600">
                <a:spcBef>
                  <a:spcPct val="20000"/>
                </a:spcBef>
                <a:buChar char="–"/>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4pPr>
              <a:lvl5pPr marL="2057400" indent="-228600">
                <a:spcBef>
                  <a:spcPct val="20000"/>
                </a:spcBef>
                <a:buChar char="»"/>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5pPr>
              <a:lvl6pPr marL="2514600" indent="-228600" eaLnBrk="0" fontAlgn="base" hangingPunct="0">
                <a:spcBef>
                  <a:spcPct val="20000"/>
                </a:spcBef>
                <a:spcAft>
                  <a:spcPct val="0"/>
                </a:spcAft>
                <a:buChar char="»"/>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6pPr>
              <a:lvl7pPr marL="2971800" indent="-228600" eaLnBrk="0" fontAlgn="base" hangingPunct="0">
                <a:spcBef>
                  <a:spcPct val="20000"/>
                </a:spcBef>
                <a:spcAft>
                  <a:spcPct val="0"/>
                </a:spcAft>
                <a:buChar char="»"/>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7pPr>
              <a:lvl8pPr marL="3429000" indent="-228600" eaLnBrk="0" fontAlgn="base" hangingPunct="0">
                <a:spcBef>
                  <a:spcPct val="20000"/>
                </a:spcBef>
                <a:spcAft>
                  <a:spcPct val="0"/>
                </a:spcAft>
                <a:buChar char="»"/>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8pPr>
              <a:lvl9pPr marL="3886200" indent="-228600" eaLnBrk="0" fontAlgn="base" hangingPunct="0">
                <a:spcBef>
                  <a:spcPct val="20000"/>
                </a:spcBef>
                <a:spcAft>
                  <a:spcPct val="0"/>
                </a:spcAft>
                <a:buChar char="»"/>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9pPr>
            </a:lstStyle>
            <a:p>
              <a:pPr algn="ctr" eaLnBrk="1" hangingPunct="1">
                <a:spcBef>
                  <a:spcPct val="0"/>
                </a:spcBef>
                <a:buFontTx/>
                <a:buNone/>
              </a:pPr>
              <a:r>
                <a:rPr lang="zh-CN" altLang="zh-CN" sz="2800">
                  <a:solidFill>
                    <a:schemeClr val="bg1"/>
                  </a:solidFill>
                  <a:latin typeface="+mn-lt"/>
                  <a:ea typeface="+mn-ea"/>
                </a:rPr>
                <a:t>0</a:t>
              </a:r>
              <a:r>
                <a:rPr lang="en-US" altLang="zh-CN" sz="2800" dirty="0">
                  <a:solidFill>
                    <a:schemeClr val="bg1"/>
                  </a:solidFill>
                  <a:latin typeface="+mn-lt"/>
                  <a:ea typeface="+mn-ea"/>
                </a:rPr>
                <a:t>5</a:t>
              </a:r>
            </a:p>
          </p:txBody>
        </p:sp>
        <p:sp>
          <p:nvSpPr>
            <p:cNvPr id="17418" name="Oval 8"/>
            <p:cNvSpPr>
              <a:spLocks noChangeArrowheads="1"/>
            </p:cNvSpPr>
            <p:nvPr>
              <p:custDataLst>
                <p:tags r:id="rId3"/>
              </p:custDataLst>
            </p:nvPr>
          </p:nvSpPr>
          <p:spPr bwMode="auto">
            <a:xfrm>
              <a:off x="2054" y="2256"/>
              <a:ext cx="2487" cy="2487"/>
            </a:xfrm>
            <a:prstGeom prst="ellipse">
              <a:avLst/>
            </a:prstGeom>
            <a:solidFill>
              <a:schemeClr val="accent3">
                <a:lumMod val="75000"/>
              </a:schemeClr>
            </a:solidFill>
            <a:ln>
              <a:noFill/>
            </a:ln>
            <a:effectLst/>
            <a:extLst>
              <a:ext uri="{91240B29-F687-4F45-9708-019B960494DF}">
                <a14:hiddenLine xmlns:a14="http://schemas.microsoft.com/office/drawing/2010/main" w="9525">
                  <a:solidFill>
                    <a:srgbClr val="000000"/>
                  </a:solidFill>
                  <a:rou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170" tIns="46990" rIns="90170" bIns="46990" anchor="ctr"/>
            <a:lstStyle>
              <a:lvl1pPr>
                <a:spcBef>
                  <a:spcPct val="20000"/>
                </a:spcBef>
                <a:buChar char="•"/>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1pPr>
              <a:lvl2pPr marL="742950" indent="-285750">
                <a:spcBef>
                  <a:spcPct val="20000"/>
                </a:spcBef>
                <a:buChar char="–"/>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2pPr>
              <a:lvl3pPr marL="1143000" indent="-228600">
                <a:spcBef>
                  <a:spcPct val="20000"/>
                </a:spcBef>
                <a:buChar char="•"/>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3pPr>
              <a:lvl4pPr marL="1600200" indent="-228600">
                <a:spcBef>
                  <a:spcPct val="20000"/>
                </a:spcBef>
                <a:buChar char="–"/>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4pPr>
              <a:lvl5pPr marL="2057400" indent="-228600">
                <a:spcBef>
                  <a:spcPct val="20000"/>
                </a:spcBef>
                <a:buChar char="»"/>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5pPr>
              <a:lvl6pPr marL="2514600" indent="-228600" eaLnBrk="0" fontAlgn="base" hangingPunct="0">
                <a:spcBef>
                  <a:spcPct val="20000"/>
                </a:spcBef>
                <a:spcAft>
                  <a:spcPct val="0"/>
                </a:spcAft>
                <a:buChar char="»"/>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6pPr>
              <a:lvl7pPr marL="2971800" indent="-228600" eaLnBrk="0" fontAlgn="base" hangingPunct="0">
                <a:spcBef>
                  <a:spcPct val="20000"/>
                </a:spcBef>
                <a:spcAft>
                  <a:spcPct val="0"/>
                </a:spcAft>
                <a:buChar char="»"/>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7pPr>
              <a:lvl8pPr marL="3429000" indent="-228600" eaLnBrk="0" fontAlgn="base" hangingPunct="0">
                <a:spcBef>
                  <a:spcPct val="20000"/>
                </a:spcBef>
                <a:spcAft>
                  <a:spcPct val="0"/>
                </a:spcAft>
                <a:buChar char="»"/>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8pPr>
              <a:lvl9pPr marL="3886200" indent="-228600" eaLnBrk="0" fontAlgn="base" hangingPunct="0">
                <a:spcBef>
                  <a:spcPct val="20000"/>
                </a:spcBef>
                <a:spcAft>
                  <a:spcPct val="0"/>
                </a:spcAft>
                <a:buChar char="»"/>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9pPr>
            </a:lstStyle>
            <a:p>
              <a:pPr algn="ctr" eaLnBrk="1" hangingPunct="1">
                <a:spcBef>
                  <a:spcPct val="0"/>
                </a:spcBef>
                <a:buFontTx/>
                <a:buNone/>
              </a:pPr>
              <a:r>
                <a:rPr lang="zh-CN" altLang="zh-CN" sz="2800" dirty="0">
                  <a:solidFill>
                    <a:schemeClr val="bg1"/>
                  </a:solidFill>
                  <a:latin typeface="+mn-lt"/>
                  <a:ea typeface="+mn-ea"/>
                </a:rPr>
                <a:t>0</a:t>
              </a:r>
              <a:r>
                <a:rPr lang="en-US" altLang="zh-CN" sz="2800" dirty="0">
                  <a:solidFill>
                    <a:schemeClr val="bg1"/>
                  </a:solidFill>
                  <a:latin typeface="+mn-lt"/>
                  <a:ea typeface="+mn-ea"/>
                </a:rPr>
                <a:t>4</a:t>
              </a:r>
            </a:p>
          </p:txBody>
        </p:sp>
        <p:sp>
          <p:nvSpPr>
            <p:cNvPr id="17419" name="Line 9"/>
            <p:cNvSpPr>
              <a:spLocks noChangeShapeType="1"/>
            </p:cNvSpPr>
            <p:nvPr>
              <p:custDataLst>
                <p:tags r:id="rId4"/>
              </p:custDataLst>
            </p:nvPr>
          </p:nvSpPr>
          <p:spPr bwMode="auto">
            <a:xfrm flipV="1">
              <a:off x="4946" y="3560"/>
              <a:ext cx="6563" cy="46"/>
            </a:xfrm>
            <a:prstGeom prst="line">
              <a:avLst/>
            </a:prstGeom>
            <a:noFill/>
            <a:ln w="28575" cmpd="sng">
              <a:solidFill>
                <a:srgbClr val="D74B4B"/>
              </a:solidFill>
              <a:prstDash val="lgDash"/>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latin typeface="+mn-lt"/>
                <a:ea typeface="+mn-ea"/>
                <a:sym typeface="Arial" panose="020B0604020202020204" pitchFamily="34" charset="0"/>
              </a:endParaRPr>
            </a:p>
          </p:txBody>
        </p:sp>
      </p:grpSp>
      <p:sp>
        <p:nvSpPr>
          <p:cNvPr id="9" name="文本框 8"/>
          <p:cNvSpPr txBox="1"/>
          <p:nvPr>
            <p:custDataLst>
              <p:tags r:id="rId1"/>
            </p:custDataLst>
          </p:nvPr>
        </p:nvSpPr>
        <p:spPr>
          <a:xfrm>
            <a:off x="754380" y="4161790"/>
            <a:ext cx="5660068" cy="260604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normAutofit/>
          </a:bodyPr>
          <a:lstStyle>
            <a:lvl1pPr marL="14605" indent="-14605" eaLnBrk="1" hangingPunct="1">
              <a:spcBef>
                <a:spcPct val="20000"/>
              </a:spcBef>
              <a:buFontTx/>
              <a:buNone/>
              <a:defRPr sz="1800">
                <a:latin typeface="+mn-lt"/>
                <a:ea typeface="+mn-ea"/>
                <a:sym typeface="Arial" panose="020B0604020202020204" pitchFamily="34" charset="0"/>
              </a:defRPr>
            </a:lvl1pPr>
            <a:lvl2pPr marL="742950" indent="-285750">
              <a:spcBef>
                <a:spcPct val="20000"/>
              </a:spcBef>
              <a:buChar char="–"/>
              <a:defRPr sz="1600">
                <a:solidFill>
                  <a:srgbClr val="475F77"/>
                </a:solidFill>
                <a:sym typeface="Arial" panose="020B0604020202020204" pitchFamily="34" charset="0"/>
              </a:defRPr>
            </a:lvl2pPr>
            <a:lvl3pPr marL="1143000" indent="-228600">
              <a:spcBef>
                <a:spcPct val="20000"/>
              </a:spcBef>
              <a:buChar char="•"/>
              <a:defRPr sz="1600">
                <a:solidFill>
                  <a:srgbClr val="475F77"/>
                </a:solidFill>
                <a:sym typeface="Arial" panose="020B0604020202020204" pitchFamily="34" charset="0"/>
              </a:defRPr>
            </a:lvl3pPr>
            <a:lvl4pPr marL="1600200" indent="-228600">
              <a:spcBef>
                <a:spcPct val="20000"/>
              </a:spcBef>
              <a:buChar char="–"/>
              <a:defRPr sz="1600">
                <a:solidFill>
                  <a:srgbClr val="475F77"/>
                </a:solidFill>
                <a:sym typeface="Arial" panose="020B0604020202020204" pitchFamily="34" charset="0"/>
              </a:defRPr>
            </a:lvl4pPr>
            <a:lvl5pPr marL="2057400" indent="-228600">
              <a:spcBef>
                <a:spcPct val="20000"/>
              </a:spcBef>
              <a:buChar char="»"/>
              <a:defRPr sz="1600">
                <a:solidFill>
                  <a:srgbClr val="475F77"/>
                </a:solidFill>
                <a:sym typeface="Arial" panose="020B0604020202020204" pitchFamily="34" charset="0"/>
              </a:defRPr>
            </a:lvl5pPr>
            <a:lvl6pPr marL="2514600" indent="-228600">
              <a:lnSpc>
                <a:spcPct val="90000"/>
              </a:lnSpc>
              <a:spcBef>
                <a:spcPts val="500"/>
              </a:spcBef>
              <a:buFont typeface="Arial" panose="020B0604020202020204" pitchFamily="34" charset="0"/>
              <a:buChar char="•"/>
              <a:defRPr sz="1800">
                <a:latin typeface="+mn-lt"/>
                <a:ea typeface="+mn-ea"/>
              </a:defRPr>
            </a:lvl6pPr>
            <a:lvl7pPr marL="2971800" indent="-228600">
              <a:lnSpc>
                <a:spcPct val="90000"/>
              </a:lnSpc>
              <a:spcBef>
                <a:spcPts val="500"/>
              </a:spcBef>
              <a:buFont typeface="Arial" panose="020B0604020202020204" pitchFamily="34" charset="0"/>
              <a:buChar char="•"/>
              <a:defRPr sz="1800">
                <a:latin typeface="+mn-lt"/>
                <a:ea typeface="+mn-ea"/>
              </a:defRPr>
            </a:lvl7pPr>
            <a:lvl8pPr marL="3429000" indent="-228600">
              <a:lnSpc>
                <a:spcPct val="90000"/>
              </a:lnSpc>
              <a:spcBef>
                <a:spcPts val="500"/>
              </a:spcBef>
              <a:buFont typeface="Arial" panose="020B0604020202020204" pitchFamily="34" charset="0"/>
              <a:buChar char="•"/>
              <a:defRPr sz="1800">
                <a:latin typeface="+mn-lt"/>
                <a:ea typeface="+mn-ea"/>
              </a:defRPr>
            </a:lvl8pPr>
            <a:lvl9pPr marL="3886200" indent="-228600">
              <a:lnSpc>
                <a:spcPct val="90000"/>
              </a:lnSpc>
              <a:spcBef>
                <a:spcPts val="500"/>
              </a:spcBef>
              <a:buFont typeface="Arial" panose="020B0604020202020204" pitchFamily="34" charset="0"/>
              <a:buChar char="•"/>
              <a:defRPr sz="1800">
                <a:latin typeface="+mn-lt"/>
                <a:ea typeface="+mn-ea"/>
              </a:defRPr>
            </a:lvl9pPr>
          </a:lstStyle>
          <a:p>
            <a:pPr marL="0" indent="0" algn="l" fontAlgn="auto">
              <a:lnSpc>
                <a:spcPct val="130000"/>
              </a:lnSpc>
            </a:pPr>
            <a:r>
              <a:rPr dirty="0">
                <a:latin typeface="微软雅黑" panose="020B0503020204020204" charset="-122"/>
                <a:ea typeface="微软雅黑" panose="020B0503020204020204" charset="-122"/>
                <a:sym typeface="+mn-ea"/>
              </a:rPr>
              <a:t>       每个抽象层次内的模型、不同抽象层次的模型都必须协调一致。对同一事物从不同角度描述得到不同的模型、不同的视图后，要把它们合成为一个整体。建立在不同层次上的模型之间的关系，用UML中的细化关系表示出来，以便追踪系统的工作状态。</a:t>
            </a:r>
          </a:p>
        </p:txBody>
      </p:sp>
      <p:sp>
        <p:nvSpPr>
          <p:cNvPr id="10" name="文本框 9"/>
          <p:cNvSpPr txBox="1"/>
          <p:nvPr/>
        </p:nvSpPr>
        <p:spPr>
          <a:xfrm>
            <a:off x="6586855" y="4161790"/>
            <a:ext cx="4613275" cy="1516380"/>
          </a:xfrm>
          <a:prstGeom prst="rect">
            <a:avLst/>
          </a:prstGeom>
          <a:noFill/>
        </p:spPr>
        <p:txBody>
          <a:bodyPr wrap="square" rtlCol="0" anchor="t">
            <a:spAutoFit/>
          </a:bodyPr>
          <a:lstStyle/>
          <a:p>
            <a:pPr marL="0" indent="0" algn="l" fontAlgn="auto">
              <a:lnSpc>
                <a:spcPct val="130000"/>
              </a:lnSpc>
              <a:spcBef>
                <a:spcPts val="0"/>
              </a:spcBef>
            </a:pPr>
            <a:r>
              <a:rPr lang="en-US" altLang="zh-CN" dirty="0">
                <a:sym typeface="+mn-ea"/>
              </a:rPr>
              <a:t>       </a:t>
            </a:r>
            <a:r>
              <a:rPr dirty="0">
                <a:latin typeface="微软雅黑" panose="020B0503020204020204" charset="-122"/>
                <a:ea typeface="微软雅黑" panose="020B0503020204020204" charset="-122"/>
                <a:sym typeface="+mn-ea"/>
              </a:rPr>
              <a:t>如果要建模的问题比较复杂，可以把问题分解成若干子问题，分别为每个子问题建模，把每个子模型构成一个包，以降低模型的复杂性和建模的难度。</a:t>
            </a:r>
            <a:endParaRPr lang="zh-CN" altLang="en-US"/>
          </a:p>
        </p:txBody>
      </p:sp>
      <p:sp>
        <p:nvSpPr>
          <p:cNvPr id="4" name="文本框 3"/>
          <p:cNvSpPr txBox="1"/>
          <p:nvPr/>
        </p:nvSpPr>
        <p:spPr>
          <a:xfrm>
            <a:off x="1918335" y="3655695"/>
            <a:ext cx="2011680" cy="384810"/>
          </a:xfrm>
          <a:prstGeom prst="rect">
            <a:avLst/>
          </a:prstGeom>
          <a:noFill/>
        </p:spPr>
        <p:txBody>
          <a:bodyPr wrap="none" rtlCol="0" anchor="t">
            <a:spAutoFit/>
          </a:bodyPr>
          <a:lstStyle/>
          <a:p>
            <a:r>
              <a:rPr b="1" dirty="0">
                <a:latin typeface="微软雅黑" panose="020B0503020204020204" charset="-122"/>
                <a:ea typeface="微软雅黑" panose="020B0503020204020204" charset="-122"/>
                <a:sym typeface="+mn-ea"/>
              </a:rPr>
              <a:t>模型应具有协调性</a:t>
            </a:r>
            <a:endParaRPr lang="zh-CN" altLang="en-US" b="1"/>
          </a:p>
        </p:txBody>
      </p:sp>
      <p:sp>
        <p:nvSpPr>
          <p:cNvPr id="8" name="文本框 7"/>
          <p:cNvSpPr txBox="1"/>
          <p:nvPr/>
        </p:nvSpPr>
        <p:spPr>
          <a:xfrm>
            <a:off x="6772275" y="3655695"/>
            <a:ext cx="3154680" cy="384810"/>
          </a:xfrm>
          <a:prstGeom prst="rect">
            <a:avLst/>
          </a:prstGeom>
          <a:noFill/>
        </p:spPr>
        <p:txBody>
          <a:bodyPr wrap="none" rtlCol="0" anchor="t">
            <a:spAutoFit/>
          </a:bodyPr>
          <a:lstStyle/>
          <a:p>
            <a:r>
              <a:rPr b="1" dirty="0">
                <a:latin typeface="微软雅黑" panose="020B0503020204020204" charset="-122"/>
                <a:ea typeface="微软雅黑" panose="020B0503020204020204" charset="-122"/>
                <a:sym typeface="+mn-ea"/>
              </a:rPr>
              <a:t>模型和模型的元素应大小适中</a:t>
            </a:r>
            <a:endParaRPr lang="zh-CN" altLang="en-US" b="1"/>
          </a:p>
        </p:txBody>
      </p:sp>
    </p:spTree>
  </p:cSld>
  <p:clrMapOvr>
    <a:masterClrMapping/>
  </p:clrMapOvr>
  <p:transition>
    <p:strips dir="rd"/>
  </p:transition>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694801" y="360000"/>
            <a:ext cx="5401200" cy="523220"/>
          </a:xfrm>
        </p:spPr>
        <p:txBody>
          <a:bodyPr/>
          <a:lstStyle/>
          <a:p>
            <a:r>
              <a:rPr lang="en-US" dirty="0"/>
              <a:t>6.4 </a:t>
            </a:r>
            <a:r>
              <a:rPr lang="zh-CN" altLang="en-US" dirty="0">
                <a:sym typeface="+mn-ea"/>
              </a:rPr>
              <a:t>UML的应用</a:t>
            </a:r>
            <a:endParaRPr lang="zh-CN" altLang="en-US" dirty="0"/>
          </a:p>
        </p:txBody>
      </p:sp>
      <p:sp>
        <p:nvSpPr>
          <p:cNvPr id="6" name="文本占位符 5">
            <a:extLst>
              <a:ext uri="{FF2B5EF4-FFF2-40B4-BE49-F238E27FC236}">
                <a16:creationId xmlns:a16="http://schemas.microsoft.com/office/drawing/2014/main" id="{AB8CBA70-D4CE-B7FE-BDE1-D247B463215B}"/>
              </a:ext>
            </a:extLst>
          </p:cNvPr>
          <p:cNvSpPr>
            <a:spLocks noGrp="1"/>
          </p:cNvSpPr>
          <p:nvPr>
            <p:ph type="body" sz="quarter" idx="10"/>
          </p:nvPr>
        </p:nvSpPr>
        <p:spPr/>
        <p:txBody>
          <a:bodyPr/>
          <a:lstStyle/>
          <a:p>
            <a:endParaRPr lang="zh-CN" altLang="en-US"/>
          </a:p>
        </p:txBody>
      </p:sp>
      <p:sp>
        <p:nvSpPr>
          <p:cNvPr id="7" name="文本框 6"/>
          <p:cNvSpPr txBox="1"/>
          <p:nvPr/>
        </p:nvSpPr>
        <p:spPr>
          <a:xfrm>
            <a:off x="754380" y="2931160"/>
            <a:ext cx="476250" cy="1833880"/>
          </a:xfrm>
          <a:prstGeom prst="rect">
            <a:avLst/>
          </a:prstGeom>
          <a:noFill/>
        </p:spPr>
        <p:txBody>
          <a:bodyPr vert="eaVert" wrap="none" rtlCol="0">
            <a:spAutoFit/>
          </a:bodyPr>
          <a:lstStyle/>
          <a:p>
            <a:pPr algn="l"/>
            <a:r>
              <a:rPr lang="zh-CN" altLang="en-US" spc="160" dirty="0">
                <a:solidFill>
                  <a:schemeClr val="bg1"/>
                </a:solidFill>
                <a:latin typeface="微软雅黑" panose="020B0503020204020204" charset="-122"/>
                <a:ea typeface="微软雅黑" panose="020B0503020204020204" charset="-122"/>
              </a:rPr>
              <a:t>结构化程序设计</a:t>
            </a:r>
          </a:p>
        </p:txBody>
      </p:sp>
      <p:sp>
        <p:nvSpPr>
          <p:cNvPr id="29" name="TextBox 6"/>
          <p:cNvSpPr txBox="1"/>
          <p:nvPr/>
        </p:nvSpPr>
        <p:spPr>
          <a:xfrm>
            <a:off x="809625" y="1403350"/>
            <a:ext cx="5777230" cy="566420"/>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6.4.4 </a:t>
            </a:r>
            <a:r>
              <a:rPr lang="en-US" sz="2400" dirty="0">
                <a:solidFill>
                  <a:schemeClr val="tx1"/>
                </a:solidFill>
                <a:sym typeface="+mn-ea"/>
              </a:rPr>
              <a:t>UML</a:t>
            </a:r>
            <a:r>
              <a:rPr lang="zh-CN" altLang="en-US" sz="2400" dirty="0">
                <a:solidFill>
                  <a:schemeClr val="tx1"/>
                </a:solidFill>
                <a:sym typeface="+mn-ea"/>
              </a:rPr>
              <a:t>的扩展机制</a:t>
            </a:r>
          </a:p>
        </p:txBody>
      </p:sp>
      <p:grpSp>
        <p:nvGrpSpPr>
          <p:cNvPr id="2" name="组合 14"/>
          <p:cNvGrpSpPr/>
          <p:nvPr/>
        </p:nvGrpSpPr>
        <p:grpSpPr>
          <a:xfrm>
            <a:off x="966470" y="1741170"/>
            <a:ext cx="11240770" cy="4370070"/>
            <a:chOff x="1498" y="2742"/>
            <a:chExt cx="17702" cy="6882"/>
          </a:xfrm>
        </p:grpSpPr>
        <p:grpSp>
          <p:nvGrpSpPr>
            <p:cNvPr id="4" name="组合 15"/>
            <p:cNvGrpSpPr/>
            <p:nvPr/>
          </p:nvGrpSpPr>
          <p:grpSpPr>
            <a:xfrm flipH="1">
              <a:off x="11305" y="2742"/>
              <a:ext cx="7895" cy="1533"/>
              <a:chOff x="1" y="3428100"/>
              <a:chExt cx="5013433" cy="973302"/>
            </a:xfrm>
          </p:grpSpPr>
          <p:sp>
            <p:nvSpPr>
              <p:cNvPr id="19" name="MH_SubTitle_2"/>
              <p:cNvSpPr/>
              <p:nvPr>
                <p:custDataLst>
                  <p:tags r:id="rId2"/>
                </p:custDataLst>
              </p:nvPr>
            </p:nvSpPr>
            <p:spPr>
              <a:xfrm>
                <a:off x="1501900" y="3551342"/>
                <a:ext cx="3511534" cy="733137"/>
              </a:xfrm>
              <a:prstGeom prst="homePlate">
                <a:avLst/>
              </a:prstGeom>
              <a:solidFill>
                <a:srgbClr val="C698E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r>
                  <a:rPr lang="zh-CN" altLang="en-US" sz="2400" b="1" dirty="0">
                    <a:solidFill>
                      <a:schemeClr val="bg1"/>
                    </a:solidFill>
                    <a:latin typeface="微软雅黑" panose="020B0503020204020204" charset="-122"/>
                    <a:ea typeface="微软雅黑" panose="020B0503020204020204" charset="-122"/>
                    <a:cs typeface="黑体" panose="02010609060101010101" pitchFamily="49" charset="-122"/>
                  </a:rPr>
                  <a:t>标签值</a:t>
                </a:r>
              </a:p>
            </p:txBody>
          </p:sp>
          <p:sp>
            <p:nvSpPr>
              <p:cNvPr id="20" name="MH_Other_5"/>
              <p:cNvSpPr/>
              <p:nvPr>
                <p:custDataLst>
                  <p:tags r:id="rId3"/>
                </p:custDataLst>
              </p:nvPr>
            </p:nvSpPr>
            <p:spPr>
              <a:xfrm>
                <a:off x="1" y="3429680"/>
                <a:ext cx="1006593" cy="971722"/>
              </a:xfrm>
              <a:prstGeom prst="rect">
                <a:avLst/>
              </a:prstGeom>
              <a:solidFill>
                <a:srgbClr val="C698E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r>
                  <a:rPr lang="en-US" altLang="zh-CN" sz="3200" dirty="0">
                    <a:solidFill>
                      <a:srgbClr val="FFFFFF"/>
                    </a:solidFill>
                    <a:latin typeface="Times New Roman" panose="02020603050405020304" pitchFamily="18" charset="0"/>
                    <a:ea typeface="微软雅黑" panose="020B0503020204020204" charset="-122"/>
                  </a:rPr>
                  <a:t>01</a:t>
                </a:r>
                <a:endParaRPr lang="zh-CN" altLang="en-US" sz="3200" dirty="0">
                  <a:solidFill>
                    <a:srgbClr val="FFFFFF"/>
                  </a:solidFill>
                  <a:latin typeface="Times New Roman" panose="02020603050405020304" pitchFamily="18" charset="0"/>
                  <a:ea typeface="微软雅黑" panose="020B0503020204020204" charset="-122"/>
                </a:endParaRPr>
              </a:p>
            </p:txBody>
          </p:sp>
          <p:sp>
            <p:nvSpPr>
              <p:cNvPr id="21" name="MH_Other_6"/>
              <p:cNvSpPr/>
              <p:nvPr>
                <p:custDataLst>
                  <p:tags r:id="rId4"/>
                </p:custDataLst>
              </p:nvPr>
            </p:nvSpPr>
            <p:spPr>
              <a:xfrm>
                <a:off x="987065" y="3428100"/>
                <a:ext cx="516612" cy="973302"/>
              </a:xfrm>
              <a:custGeom>
                <a:avLst/>
                <a:gdLst>
                  <a:gd name="connsiteX0" fmla="*/ 2382 w 461963"/>
                  <a:gd name="connsiteY0" fmla="*/ 0 h 1081088"/>
                  <a:gd name="connsiteX1" fmla="*/ 461963 w 461963"/>
                  <a:gd name="connsiteY1" fmla="*/ 138113 h 1081088"/>
                  <a:gd name="connsiteX2" fmla="*/ 461963 w 461963"/>
                  <a:gd name="connsiteY2" fmla="*/ 950119 h 1081088"/>
                  <a:gd name="connsiteX3" fmla="*/ 0 w 461963"/>
                  <a:gd name="connsiteY3" fmla="*/ 1081088 h 1081088"/>
                  <a:gd name="connsiteX4" fmla="*/ 2382 w 461963"/>
                  <a:gd name="connsiteY4" fmla="*/ 0 h 108108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61963" h="1081088">
                    <a:moveTo>
                      <a:pt x="2382" y="0"/>
                    </a:moveTo>
                    <a:lnTo>
                      <a:pt x="461963" y="138113"/>
                    </a:lnTo>
                    <a:lnTo>
                      <a:pt x="461963" y="950119"/>
                    </a:lnTo>
                    <a:lnTo>
                      <a:pt x="0" y="1081088"/>
                    </a:lnTo>
                    <a:lnTo>
                      <a:pt x="2382" y="0"/>
                    </a:lnTo>
                    <a:close/>
                  </a:path>
                </a:pathLst>
              </a:custGeom>
              <a:solidFill>
                <a:srgbClr val="A154CC"/>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a:solidFill>
                    <a:srgbClr val="FFFFFF"/>
                  </a:solidFill>
                  <a:latin typeface="微软雅黑" panose="020B0503020204020204" charset="-122"/>
                  <a:ea typeface="微软雅黑" panose="020B0503020204020204" charset="-122"/>
                </a:endParaRPr>
              </a:p>
            </p:txBody>
          </p:sp>
        </p:grpSp>
        <p:sp>
          <p:nvSpPr>
            <p:cNvPr id="22" name="MH_Desc_1"/>
            <p:cNvSpPr/>
            <p:nvPr>
              <p:custDataLst>
                <p:tags r:id="rId1"/>
              </p:custDataLst>
            </p:nvPr>
          </p:nvSpPr>
          <p:spPr>
            <a:xfrm>
              <a:off x="1498" y="3625"/>
              <a:ext cx="9374" cy="5999"/>
            </a:xfrm>
            <a:custGeom>
              <a:avLst/>
              <a:gdLst>
                <a:gd name="connsiteX0" fmla="*/ 0 w 3456384"/>
                <a:gd name="connsiteY0" fmla="*/ 3836610 h 3882329"/>
                <a:gd name="connsiteX1" fmla="*/ 3456384 w 3456384"/>
                <a:gd name="connsiteY1" fmla="*/ 3836610 h 3882329"/>
                <a:gd name="connsiteX2" fmla="*/ 3456384 w 3456384"/>
                <a:gd name="connsiteY2" fmla="*/ 3882329 h 3882329"/>
                <a:gd name="connsiteX3" fmla="*/ 0 w 3456384"/>
                <a:gd name="connsiteY3" fmla="*/ 3882329 h 3882329"/>
                <a:gd name="connsiteX4" fmla="*/ 0 w 3456384"/>
                <a:gd name="connsiteY4" fmla="*/ 0 h 3882329"/>
                <a:gd name="connsiteX5" fmla="*/ 3456384 w 3456384"/>
                <a:gd name="connsiteY5" fmla="*/ 0 h 3882329"/>
                <a:gd name="connsiteX6" fmla="*/ 3456384 w 3456384"/>
                <a:gd name="connsiteY6" fmla="*/ 45719 h 3882329"/>
                <a:gd name="connsiteX7" fmla="*/ 0 w 3456384"/>
                <a:gd name="connsiteY7" fmla="*/ 45719 h 3882329"/>
                <a:gd name="connsiteX0-1" fmla="*/ 0 w 3456384"/>
                <a:gd name="connsiteY0-2" fmla="*/ 3836610 h 3882329"/>
                <a:gd name="connsiteX1-3" fmla="*/ 3456384 w 3456384"/>
                <a:gd name="connsiteY1-4" fmla="*/ 3836610 h 3882329"/>
                <a:gd name="connsiteX2-5" fmla="*/ 3456384 w 3456384"/>
                <a:gd name="connsiteY2-6" fmla="*/ 3882329 h 3882329"/>
                <a:gd name="connsiteX3-7" fmla="*/ 0 w 3456384"/>
                <a:gd name="connsiteY3-8" fmla="*/ 3882329 h 3882329"/>
                <a:gd name="connsiteX4-9" fmla="*/ 0 w 3456384"/>
                <a:gd name="connsiteY4-10" fmla="*/ 3836610 h 3882329"/>
                <a:gd name="connsiteX5-11" fmla="*/ 0 w 3456384"/>
                <a:gd name="connsiteY5-12" fmla="*/ 0 h 3882329"/>
                <a:gd name="connsiteX6-13" fmla="*/ 3456384 w 3456384"/>
                <a:gd name="connsiteY6-14" fmla="*/ 0 h 3882329"/>
                <a:gd name="connsiteX7-15" fmla="*/ 3456384 w 3456384"/>
                <a:gd name="connsiteY7-16" fmla="*/ 45719 h 3882329"/>
                <a:gd name="connsiteX8" fmla="*/ 0 w 3456384"/>
                <a:gd name="connsiteY8" fmla="*/ 0 h 3882329"/>
                <a:gd name="connsiteX0-17" fmla="*/ 0 w 3456384"/>
                <a:gd name="connsiteY0-18" fmla="*/ 3836610 h 3882329"/>
                <a:gd name="connsiteX1-19" fmla="*/ 3456384 w 3456384"/>
                <a:gd name="connsiteY1-20" fmla="*/ 3836610 h 3882329"/>
                <a:gd name="connsiteX2-21" fmla="*/ 3456384 w 3456384"/>
                <a:gd name="connsiteY2-22" fmla="*/ 3882329 h 3882329"/>
                <a:gd name="connsiteX3-23" fmla="*/ 0 w 3456384"/>
                <a:gd name="connsiteY3-24" fmla="*/ 3882329 h 3882329"/>
                <a:gd name="connsiteX4-25" fmla="*/ 0 w 3456384"/>
                <a:gd name="connsiteY4-26" fmla="*/ 3836610 h 3882329"/>
                <a:gd name="connsiteX5-27" fmla="*/ 0 w 3456384"/>
                <a:gd name="connsiteY5-28" fmla="*/ 0 h 3882329"/>
                <a:gd name="connsiteX6-29" fmla="*/ 3456384 w 3456384"/>
                <a:gd name="connsiteY6-30" fmla="*/ 0 h 3882329"/>
                <a:gd name="connsiteX7-31" fmla="*/ 0 w 3456384"/>
                <a:gd name="connsiteY7-32" fmla="*/ 0 h 3882329"/>
                <a:gd name="connsiteX0-33" fmla="*/ 0 w 3456384"/>
                <a:gd name="connsiteY0-34" fmla="*/ 3836610 h 3882329"/>
                <a:gd name="connsiteX1-35" fmla="*/ 3456384 w 3456384"/>
                <a:gd name="connsiteY1-36" fmla="*/ 3836610 h 3882329"/>
                <a:gd name="connsiteX2-37" fmla="*/ 3456384 w 3456384"/>
                <a:gd name="connsiteY2-38" fmla="*/ 3882329 h 3882329"/>
                <a:gd name="connsiteX3-39" fmla="*/ 0 w 3456384"/>
                <a:gd name="connsiteY3-40" fmla="*/ 3882329 h 3882329"/>
                <a:gd name="connsiteX4-41" fmla="*/ 0 w 3456384"/>
                <a:gd name="connsiteY4-42" fmla="*/ 3836610 h 3882329"/>
                <a:gd name="connsiteX5-43" fmla="*/ 0 w 3456384"/>
                <a:gd name="connsiteY5-44" fmla="*/ 0 h 3882329"/>
                <a:gd name="connsiteX6-45" fmla="*/ 3456384 w 3456384"/>
                <a:gd name="connsiteY6-46" fmla="*/ 0 h 3882329"/>
                <a:gd name="connsiteX7-47" fmla="*/ 0 w 3456384"/>
                <a:gd name="connsiteY7-48" fmla="*/ 0 h 3882329"/>
                <a:gd name="connsiteX0-49" fmla="*/ 0 w 3456384"/>
                <a:gd name="connsiteY0-50" fmla="*/ 3836610 h 3882329"/>
                <a:gd name="connsiteX1-51" fmla="*/ 3456384 w 3456384"/>
                <a:gd name="connsiteY1-52" fmla="*/ 3836610 h 3882329"/>
                <a:gd name="connsiteX2-53" fmla="*/ 3456384 w 3456384"/>
                <a:gd name="connsiteY2-54" fmla="*/ 3882329 h 3882329"/>
                <a:gd name="connsiteX3-55" fmla="*/ 0 w 3456384"/>
                <a:gd name="connsiteY3-56" fmla="*/ 3882329 h 3882329"/>
                <a:gd name="connsiteX4-57" fmla="*/ 0 w 3456384"/>
                <a:gd name="connsiteY4-58" fmla="*/ 3836610 h 3882329"/>
                <a:gd name="connsiteX5-59" fmla="*/ 0 w 3456384"/>
                <a:gd name="connsiteY5-60" fmla="*/ 0 h 3882329"/>
                <a:gd name="connsiteX6-61" fmla="*/ 3456384 w 3456384"/>
                <a:gd name="connsiteY6-62" fmla="*/ 0 h 3882329"/>
                <a:gd name="connsiteX7-63" fmla="*/ 0 w 3456384"/>
                <a:gd name="connsiteY7-64" fmla="*/ 0 h 3882329"/>
                <a:gd name="connsiteX0-65" fmla="*/ 0 w 3456384"/>
                <a:gd name="connsiteY0-66" fmla="*/ 3882329 h 3882329"/>
                <a:gd name="connsiteX1-67" fmla="*/ 3456384 w 3456384"/>
                <a:gd name="connsiteY1-68" fmla="*/ 3836610 h 3882329"/>
                <a:gd name="connsiteX2-69" fmla="*/ 3456384 w 3456384"/>
                <a:gd name="connsiteY2-70" fmla="*/ 3882329 h 3882329"/>
                <a:gd name="connsiteX3-71" fmla="*/ 0 w 3456384"/>
                <a:gd name="connsiteY3-72" fmla="*/ 3882329 h 3882329"/>
                <a:gd name="connsiteX4-73" fmla="*/ 0 w 3456384"/>
                <a:gd name="connsiteY4-74" fmla="*/ 0 h 3882329"/>
                <a:gd name="connsiteX5-75" fmla="*/ 3456384 w 3456384"/>
                <a:gd name="connsiteY5-76" fmla="*/ 0 h 3882329"/>
                <a:gd name="connsiteX6-77" fmla="*/ 0 w 3456384"/>
                <a:gd name="connsiteY6-78" fmla="*/ 0 h 3882329"/>
                <a:gd name="connsiteX0-79" fmla="*/ 0 w 3456384"/>
                <a:gd name="connsiteY0-80" fmla="*/ 3882329 h 3882329"/>
                <a:gd name="connsiteX1-81" fmla="*/ 3456384 w 3456384"/>
                <a:gd name="connsiteY1-82" fmla="*/ 3882329 h 3882329"/>
                <a:gd name="connsiteX2-83" fmla="*/ 0 w 3456384"/>
                <a:gd name="connsiteY2-84" fmla="*/ 3882329 h 3882329"/>
                <a:gd name="connsiteX3-85" fmla="*/ 0 w 3456384"/>
                <a:gd name="connsiteY3-86" fmla="*/ 0 h 3882329"/>
                <a:gd name="connsiteX4-87" fmla="*/ 3456384 w 3456384"/>
                <a:gd name="connsiteY4-88" fmla="*/ 0 h 3882329"/>
                <a:gd name="connsiteX5-89" fmla="*/ 0 w 3456384"/>
                <a:gd name="connsiteY5-90" fmla="*/ 0 h 3882329"/>
                <a:gd name="connsiteX0-91" fmla="*/ 0 w 3456384"/>
                <a:gd name="connsiteY0-92" fmla="*/ 3882329 h 3882329"/>
                <a:gd name="connsiteX1-93" fmla="*/ 3456384 w 3456384"/>
                <a:gd name="connsiteY1-94" fmla="*/ 3882329 h 3882329"/>
                <a:gd name="connsiteX2-95" fmla="*/ 0 w 3456384"/>
                <a:gd name="connsiteY2-96" fmla="*/ 3882329 h 3882329"/>
                <a:gd name="connsiteX3-97" fmla="*/ 0 w 3456384"/>
                <a:gd name="connsiteY3-98" fmla="*/ 0 h 3882329"/>
                <a:gd name="connsiteX4-99" fmla="*/ 3456384 w 3456384"/>
                <a:gd name="connsiteY4-100" fmla="*/ 0 h 3882329"/>
                <a:gd name="connsiteX5-101" fmla="*/ 0 w 3456384"/>
                <a:gd name="connsiteY5-102" fmla="*/ 0 h 3882329"/>
                <a:gd name="connsiteX0-103" fmla="*/ 0 w 3456384"/>
                <a:gd name="connsiteY0-104" fmla="*/ 3882329 h 3882329"/>
                <a:gd name="connsiteX1-105" fmla="*/ 3456384 w 3456384"/>
                <a:gd name="connsiteY1-106" fmla="*/ 3882329 h 3882329"/>
                <a:gd name="connsiteX2-107" fmla="*/ 0 w 3456384"/>
                <a:gd name="connsiteY2-108" fmla="*/ 3882329 h 3882329"/>
                <a:gd name="connsiteX3-109" fmla="*/ 0 w 3456384"/>
                <a:gd name="connsiteY3-110" fmla="*/ 0 h 3882329"/>
                <a:gd name="connsiteX4-111" fmla="*/ 3456384 w 3456384"/>
                <a:gd name="connsiteY4-112" fmla="*/ 0 h 3882329"/>
                <a:gd name="connsiteX5-113" fmla="*/ 0 w 3456384"/>
                <a:gd name="connsiteY5-114" fmla="*/ 0 h 3882329"/>
              </a:gdLst>
              <a:ahLst/>
              <a:cxnLst>
                <a:cxn ang="0">
                  <a:pos x="connsiteX0-1" y="connsiteY0-2"/>
                </a:cxn>
                <a:cxn ang="0">
                  <a:pos x="connsiteX1-3" y="connsiteY1-4"/>
                </a:cxn>
                <a:cxn ang="0">
                  <a:pos x="connsiteX2-5" y="connsiteY2-6"/>
                </a:cxn>
                <a:cxn ang="0">
                  <a:pos x="connsiteX3-7" y="connsiteY3-8"/>
                </a:cxn>
                <a:cxn ang="0">
                  <a:pos x="connsiteX4-9" y="connsiteY4-10"/>
                </a:cxn>
                <a:cxn ang="0">
                  <a:pos x="connsiteX5-11" y="connsiteY5-12"/>
                </a:cxn>
              </a:cxnLst>
              <a:rect l="l" t="t" r="r" b="b"/>
              <a:pathLst>
                <a:path w="3456384" h="3882329">
                  <a:moveTo>
                    <a:pt x="0" y="3882329"/>
                  </a:moveTo>
                  <a:lnTo>
                    <a:pt x="3456384" y="3882329"/>
                  </a:lnTo>
                  <a:lnTo>
                    <a:pt x="0" y="3882329"/>
                  </a:lnTo>
                  <a:close/>
                  <a:moveTo>
                    <a:pt x="0" y="0"/>
                  </a:moveTo>
                  <a:lnTo>
                    <a:pt x="3456384" y="0"/>
                  </a:lnTo>
                  <a:lnTo>
                    <a:pt x="0" y="0"/>
                  </a:lnTo>
                  <a:close/>
                </a:path>
              </a:pathLst>
            </a:custGeom>
            <a:ln w="3175">
              <a:solidFill>
                <a:srgbClr val="B2B2B2"/>
              </a:solidFill>
              <a:round/>
            </a:ln>
          </p:spPr>
          <p:style>
            <a:lnRef idx="2">
              <a:schemeClr val="accent1">
                <a:shade val="50000"/>
              </a:schemeClr>
            </a:lnRef>
            <a:fillRef idx="1">
              <a:schemeClr val="accent1"/>
            </a:fillRef>
            <a:effectRef idx="0">
              <a:schemeClr val="accent1"/>
            </a:effectRef>
            <a:fontRef idx="minor">
              <a:schemeClr val="lt1"/>
            </a:fontRef>
          </p:style>
          <p:txBody>
            <a:bodyPr lIns="0" tIns="72000" rIns="0" bIns="72000" anchor="ctr">
              <a:noAutofit/>
            </a:bodyPr>
            <a:lstStyle/>
            <a:p>
              <a:pPr indent="457200">
                <a:lnSpc>
                  <a:spcPct val="120000"/>
                </a:lnSpc>
              </a:pPr>
              <a:r>
                <a:rPr lang="zh-CN" altLang="en-US" dirty="0">
                  <a:solidFill>
                    <a:schemeClr val="tx1"/>
                  </a:solidFill>
                  <a:latin typeface="微软雅黑" panose="020B0503020204020204" charset="-122"/>
                  <a:ea typeface="微软雅黑" panose="020B0503020204020204" charset="-122"/>
                </a:rPr>
                <a:t>利用标签值（标记值）可以增加模型元素的信息。每个标签代表一种性质，能应用于多个元素。每个标签值把性质定义成一个标签名和标签值。标签名和标签值都用字符串表示，且用花括号</a:t>
              </a:r>
              <a:r>
                <a:rPr lang="en-US" altLang="zh-CN" dirty="0">
                  <a:solidFill>
                    <a:schemeClr val="tx1"/>
                  </a:solidFill>
                  <a:latin typeface="微软雅黑" panose="020B0503020204020204" charset="-122"/>
                  <a:ea typeface="微软雅黑" panose="020B0503020204020204" charset="-122"/>
                </a:rPr>
                <a:t>{ }</a:t>
              </a:r>
              <a:r>
                <a:rPr lang="zh-CN" altLang="en-US" dirty="0">
                  <a:solidFill>
                    <a:schemeClr val="tx1"/>
                  </a:solidFill>
                  <a:latin typeface="微软雅黑" panose="020B0503020204020204" charset="-122"/>
                  <a:ea typeface="微软雅黑" panose="020B0503020204020204" charset="-122"/>
                </a:rPr>
                <a:t>括起来。标签值是布尔值</a:t>
              </a:r>
              <a:r>
                <a:rPr lang="en-US" altLang="zh-CN" dirty="0">
                  <a:solidFill>
                    <a:schemeClr val="tx1"/>
                  </a:solidFill>
                  <a:latin typeface="微软雅黑" panose="020B0503020204020204" charset="-122"/>
                  <a:ea typeface="微软雅黑" panose="020B0503020204020204" charset="-122"/>
                </a:rPr>
                <a:t>true</a:t>
              </a:r>
              <a:r>
                <a:rPr lang="zh-CN" altLang="en-US" dirty="0">
                  <a:solidFill>
                    <a:schemeClr val="tx1"/>
                  </a:solidFill>
                  <a:latin typeface="微软雅黑" panose="020B0503020204020204" charset="-122"/>
                  <a:ea typeface="微软雅黑" panose="020B0503020204020204" charset="-122"/>
                </a:rPr>
                <a:t>（真）时，可以省略不写。</a:t>
              </a:r>
            </a:p>
            <a:p>
              <a:pPr indent="457200">
                <a:lnSpc>
                  <a:spcPct val="120000"/>
                </a:lnSpc>
              </a:pPr>
              <a:r>
                <a:rPr lang="zh-CN" altLang="en-US" dirty="0">
                  <a:solidFill>
                    <a:schemeClr val="tx1"/>
                  </a:solidFill>
                  <a:latin typeface="微软雅黑" panose="020B0503020204020204" charset="-122"/>
                  <a:ea typeface="微软雅黑" panose="020B0503020204020204" charset="-122"/>
                </a:rPr>
                <a:t>例如，抽象类通常作为父类，用于描述子类的公共属性和行为。在抽象类的类图中，类名下面加上标签</a:t>
              </a:r>
              <a:r>
                <a:rPr lang="en-US" altLang="zh-CN" dirty="0">
                  <a:solidFill>
                    <a:schemeClr val="tx1"/>
                  </a:solidFill>
                  <a:latin typeface="微软雅黑" panose="020B0503020204020204" charset="-122"/>
                  <a:ea typeface="微软雅黑" panose="020B0503020204020204" charset="-122"/>
                </a:rPr>
                <a:t>{abstract}</a:t>
              </a:r>
              <a:r>
                <a:rPr lang="zh-CN" altLang="en-US" dirty="0">
                  <a:solidFill>
                    <a:schemeClr val="tx1"/>
                  </a:solidFill>
                  <a:latin typeface="微软雅黑" panose="020B0503020204020204" charset="-122"/>
                  <a:ea typeface="微软雅黑" panose="020B0503020204020204" charset="-122"/>
                </a:rPr>
                <a:t>，则表明该类不能有任何实例，如图</a:t>
              </a:r>
              <a:r>
                <a:rPr lang="en-US" altLang="zh-CN" dirty="0">
                  <a:solidFill>
                    <a:schemeClr val="tx1"/>
                  </a:solidFill>
                  <a:latin typeface="微软雅黑" panose="020B0503020204020204" charset="-122"/>
                  <a:ea typeface="微软雅黑" panose="020B0503020204020204" charset="-122"/>
                </a:rPr>
                <a:t>6-22</a:t>
              </a:r>
              <a:r>
                <a:rPr lang="zh-CN" altLang="en-US" dirty="0">
                  <a:solidFill>
                    <a:schemeClr val="tx1"/>
                  </a:solidFill>
                  <a:latin typeface="微软雅黑" panose="020B0503020204020204" charset="-122"/>
                  <a:ea typeface="微软雅黑" panose="020B0503020204020204" charset="-122"/>
                </a:rPr>
                <a:t>（</a:t>
              </a:r>
              <a:r>
                <a:rPr lang="en-US" altLang="zh-CN" dirty="0">
                  <a:solidFill>
                    <a:schemeClr val="tx1"/>
                  </a:solidFill>
                  <a:latin typeface="微软雅黑" panose="020B0503020204020204" charset="-122"/>
                  <a:ea typeface="微软雅黑" panose="020B0503020204020204" charset="-122"/>
                </a:rPr>
                <a:t>a</a:t>
              </a:r>
              <a:r>
                <a:rPr lang="zh-CN" altLang="en-US" dirty="0">
                  <a:solidFill>
                    <a:schemeClr val="tx1"/>
                  </a:solidFill>
                  <a:latin typeface="微软雅黑" panose="020B0503020204020204" charset="-122"/>
                  <a:ea typeface="微软雅黑" panose="020B0503020204020204" charset="-122"/>
                </a:rPr>
                <a:t>）所示。 对于类的</a:t>
              </a:r>
              <a:r>
                <a:rPr lang="en-US" altLang="zh-CN" dirty="0">
                  <a:solidFill>
                    <a:schemeClr val="tx1"/>
                  </a:solidFill>
                  <a:latin typeface="微软雅黑" panose="020B0503020204020204" charset="-122"/>
                  <a:ea typeface="微软雅黑" panose="020B0503020204020204" charset="-122"/>
                </a:rPr>
                <a:t>static</a:t>
              </a:r>
              <a:r>
                <a:rPr lang="zh-CN" altLang="en-US" dirty="0">
                  <a:solidFill>
                    <a:schemeClr val="tx1"/>
                  </a:solidFill>
                  <a:latin typeface="微软雅黑" panose="020B0503020204020204" charset="-122"/>
                  <a:ea typeface="微软雅黑" panose="020B0503020204020204" charset="-122"/>
                </a:rPr>
                <a:t>（静态的）、</a:t>
              </a:r>
              <a:r>
                <a:rPr lang="en-US" altLang="zh-CN" dirty="0">
                  <a:solidFill>
                    <a:schemeClr val="tx1"/>
                  </a:solidFill>
                  <a:latin typeface="微软雅黑" panose="020B0503020204020204" charset="-122"/>
                  <a:ea typeface="微软雅黑" panose="020B0503020204020204" charset="-122"/>
                </a:rPr>
                <a:t>virtual</a:t>
              </a:r>
              <a:r>
                <a:rPr lang="zh-CN" altLang="en-US" dirty="0">
                  <a:solidFill>
                    <a:schemeClr val="tx1"/>
                  </a:solidFill>
                  <a:latin typeface="微软雅黑" panose="020B0503020204020204" charset="-122"/>
                  <a:ea typeface="微软雅黑" panose="020B0503020204020204" charset="-122"/>
                </a:rPr>
                <a:t>（虚拟的）、</a:t>
              </a:r>
              <a:r>
                <a:rPr lang="en-US" altLang="zh-CN" dirty="0">
                  <a:solidFill>
                    <a:schemeClr val="tx1"/>
                  </a:solidFill>
                  <a:latin typeface="微软雅黑" panose="020B0503020204020204" charset="-122"/>
                  <a:ea typeface="微软雅黑" panose="020B0503020204020204" charset="-122"/>
                </a:rPr>
                <a:t>friend</a:t>
              </a:r>
              <a:r>
                <a:rPr lang="zh-CN" altLang="en-US" dirty="0">
                  <a:solidFill>
                    <a:schemeClr val="tx1"/>
                  </a:solidFill>
                  <a:latin typeface="微软雅黑" panose="020B0503020204020204" charset="-122"/>
                  <a:ea typeface="微软雅黑" panose="020B0503020204020204" charset="-122"/>
                </a:rPr>
                <a:t>（友元）等特性，有时也可以用三角形来标记，图中分别标有字母</a:t>
              </a:r>
              <a:r>
                <a:rPr lang="en-US" altLang="zh-CN" dirty="0">
                  <a:solidFill>
                    <a:schemeClr val="tx1"/>
                  </a:solidFill>
                  <a:latin typeface="微软雅黑" panose="020B0503020204020204" charset="-122"/>
                  <a:ea typeface="微软雅黑" panose="020B0503020204020204" charset="-122"/>
                </a:rPr>
                <a:t>S</a:t>
              </a:r>
              <a:r>
                <a:rPr lang="zh-CN" altLang="en-US" dirty="0">
                  <a:solidFill>
                    <a:schemeClr val="tx1"/>
                  </a:solidFill>
                  <a:latin typeface="微软雅黑" panose="020B0503020204020204" charset="-122"/>
                  <a:ea typeface="微软雅黑" panose="020B0503020204020204" charset="-122"/>
                </a:rPr>
                <a:t>，</a:t>
              </a:r>
              <a:r>
                <a:rPr lang="en-US" altLang="zh-CN" dirty="0">
                  <a:solidFill>
                    <a:schemeClr val="tx1"/>
                  </a:solidFill>
                  <a:latin typeface="微软雅黑" panose="020B0503020204020204" charset="-122"/>
                  <a:ea typeface="微软雅黑" panose="020B0503020204020204" charset="-122"/>
                </a:rPr>
                <a:t>V</a:t>
              </a:r>
              <a:r>
                <a:rPr lang="zh-CN" altLang="en-US" dirty="0">
                  <a:solidFill>
                    <a:schemeClr val="tx1"/>
                  </a:solidFill>
                  <a:latin typeface="微软雅黑" panose="020B0503020204020204" charset="-122"/>
                  <a:ea typeface="微软雅黑" panose="020B0503020204020204" charset="-122"/>
                </a:rPr>
                <a:t>，</a:t>
              </a:r>
              <a:r>
                <a:rPr lang="en-US" altLang="zh-CN" dirty="0">
                  <a:solidFill>
                    <a:schemeClr val="tx1"/>
                  </a:solidFill>
                  <a:latin typeface="微软雅黑" panose="020B0503020204020204" charset="-122"/>
                  <a:ea typeface="微软雅黑" panose="020B0503020204020204" charset="-122"/>
                </a:rPr>
                <a:t>F</a:t>
              </a:r>
              <a:r>
                <a:rPr lang="zh-CN" altLang="en-US" dirty="0">
                  <a:solidFill>
                    <a:schemeClr val="tx1"/>
                  </a:solidFill>
                  <a:latin typeface="微软雅黑" panose="020B0503020204020204" charset="-122"/>
                  <a:ea typeface="微软雅黑" panose="020B0503020204020204" charset="-122"/>
                </a:rPr>
                <a:t>，如图</a:t>
              </a:r>
              <a:r>
                <a:rPr lang="en-US" altLang="zh-CN" dirty="0">
                  <a:solidFill>
                    <a:schemeClr val="tx1"/>
                  </a:solidFill>
                  <a:latin typeface="微软雅黑" panose="020B0503020204020204" charset="-122"/>
                  <a:ea typeface="微软雅黑" panose="020B0503020204020204" charset="-122"/>
                </a:rPr>
                <a:t>6-22</a:t>
              </a:r>
              <a:r>
                <a:rPr lang="zh-CN" altLang="en-US" dirty="0">
                  <a:solidFill>
                    <a:schemeClr val="tx1"/>
                  </a:solidFill>
                  <a:latin typeface="微软雅黑" panose="020B0503020204020204" charset="-122"/>
                  <a:ea typeface="微软雅黑" panose="020B0503020204020204" charset="-122"/>
                </a:rPr>
                <a:t>（</a:t>
              </a:r>
              <a:r>
                <a:rPr lang="en-US" altLang="zh-CN" dirty="0">
                  <a:solidFill>
                    <a:schemeClr val="tx1"/>
                  </a:solidFill>
                  <a:latin typeface="微软雅黑" panose="020B0503020204020204" charset="-122"/>
                  <a:ea typeface="微软雅黑" panose="020B0503020204020204" charset="-122"/>
                </a:rPr>
                <a:t>b</a:t>
              </a:r>
              <a:r>
                <a:rPr lang="zh-CN" altLang="en-US" dirty="0">
                  <a:solidFill>
                    <a:schemeClr val="tx1"/>
                  </a:solidFill>
                  <a:latin typeface="微软雅黑" panose="020B0503020204020204" charset="-122"/>
                  <a:ea typeface="微软雅黑" panose="020B0503020204020204" charset="-122"/>
                </a:rPr>
                <a:t>）所示。</a:t>
              </a:r>
            </a:p>
          </p:txBody>
        </p:sp>
      </p:grpSp>
      <p:sp>
        <p:nvSpPr>
          <p:cNvPr id="77826" name="Rectangle 2"/>
          <p:cNvSpPr>
            <a:spLocks noChangeArrowheads="1"/>
          </p:cNvSpPr>
          <p:nvPr/>
        </p:nvSpPr>
        <p:spPr bwMode="auto">
          <a:xfrm>
            <a:off x="0" y="0"/>
            <a:ext cx="12192000" cy="457200"/>
          </a:xfrm>
          <a:prstGeom prst="rect">
            <a:avLst/>
          </a:prstGeom>
          <a:noFill/>
          <a:ln w="9525">
            <a:noFill/>
            <a:miter lim="800000"/>
            <a:headEnd/>
            <a:tailEnd/>
          </a:ln>
          <a:effectLst/>
        </p:spPr>
        <p:txBody>
          <a:bodyPr vert="horz" wrap="none" lIns="91440" tIns="45720" rIns="91440" bIns="45720" numCol="1" anchor="ctr" anchorCtr="0" compatLnSpc="1">
            <a:prstTxWarp prst="textNoShape">
              <a:avLst/>
            </a:prstTxWarp>
            <a:spAutoFit/>
          </a:bodyPr>
          <a:lstStyle/>
          <a:p>
            <a:endParaRPr lang="zh-CN" altLang="en-US"/>
          </a:p>
        </p:txBody>
      </p:sp>
      <p:pic>
        <p:nvPicPr>
          <p:cNvPr id="77825" name="Picture 16" descr="7-13"/>
          <p:cNvPicPr>
            <a:picLocks noChangeAspect="1" noChangeArrowheads="1"/>
          </p:cNvPicPr>
          <p:nvPr/>
        </p:nvPicPr>
        <p:blipFill>
          <a:blip r:embed="rId6" cstate="print"/>
          <a:srcRect b="17516"/>
          <a:stretch>
            <a:fillRect/>
          </a:stretch>
        </p:blipFill>
        <p:spPr bwMode="auto">
          <a:xfrm>
            <a:off x="7806690" y="3230880"/>
            <a:ext cx="3886200" cy="1295400"/>
          </a:xfrm>
          <a:prstGeom prst="rect">
            <a:avLst/>
          </a:prstGeom>
          <a:noFill/>
        </p:spPr>
      </p:pic>
      <p:sp>
        <p:nvSpPr>
          <p:cNvPr id="77827" name="Rectangle 3"/>
          <p:cNvSpPr>
            <a:spLocks noChangeArrowheads="1"/>
          </p:cNvSpPr>
          <p:nvPr/>
        </p:nvSpPr>
        <p:spPr bwMode="auto">
          <a:xfrm>
            <a:off x="7818120" y="4735830"/>
            <a:ext cx="3429000" cy="646331"/>
          </a:xfrm>
          <a:prstGeom prst="rect">
            <a:avLst/>
          </a:prstGeom>
          <a:noFill/>
          <a:ln w="9525">
            <a:noFill/>
            <a:miter lim="800000"/>
            <a:headEnd/>
            <a:tailEnd/>
          </a:ln>
          <a:effectLst/>
        </p:spPr>
        <p:txBody>
          <a:bodyPr vert="horz" wrap="square" lIns="91440" tIns="45720" rIns="91440" bIns="45720" numCol="1" anchor="ctr" anchorCtr="0" compatLnSpc="1">
            <a:prstTxWarp prst="textNoShape">
              <a:avLst/>
            </a:prstTxWarp>
            <a:spAutoFit/>
          </a:bodyPr>
          <a:lstStyle/>
          <a:p>
            <a:pPr marL="0" marR="0" lvl="0" indent="228600" algn="ctr" defTabSz="914400" rtl="0" eaLnBrk="1" fontAlgn="base" latinLnBrk="0" hangingPunct="1">
              <a:lnSpc>
                <a:spcPct val="100000"/>
              </a:lnSpc>
              <a:spcBef>
                <a:spcPct val="0"/>
              </a:spcBef>
              <a:spcAft>
                <a:spcPct val="0"/>
              </a:spcAft>
              <a:buClrTx/>
              <a:buSzTx/>
              <a:buFontTx/>
              <a:buNone/>
              <a:tabLst/>
            </a:pPr>
            <a:r>
              <a:rPr kumimoji="0" lang="zh-CN" b="0" i="0" u="none" strike="noStrike" cap="none" normalizeH="0" baseline="0" dirty="0">
                <a:ln>
                  <a:noFill/>
                </a:ln>
                <a:solidFill>
                  <a:srgbClr val="E4007F"/>
                </a:solidFill>
                <a:effectLst/>
                <a:latin typeface="Times New Roman" pitchFamily="18" charset="0"/>
                <a:ea typeface="微软雅黑" panose="020B0503020204020204" pitchFamily="34" charset="-122"/>
                <a:cs typeface="Times New Roman" pitchFamily="18" charset="0"/>
              </a:rPr>
              <a:t>（</a:t>
            </a:r>
            <a:r>
              <a:rPr kumimoji="0" lang="en-US" altLang="zh-CN" b="0" i="0" u="none" strike="noStrike" cap="none" normalizeH="0" baseline="0" dirty="0">
                <a:ln>
                  <a:noFill/>
                </a:ln>
                <a:solidFill>
                  <a:srgbClr val="E4007F"/>
                </a:solidFill>
                <a:effectLst/>
                <a:latin typeface="Times New Roman" pitchFamily="18" charset="0"/>
                <a:ea typeface="微软雅黑" panose="020B0503020204020204" pitchFamily="34" charset="-122"/>
                <a:cs typeface="Times New Roman" pitchFamily="18" charset="0"/>
              </a:rPr>
              <a:t>a</a:t>
            </a:r>
            <a:r>
              <a:rPr kumimoji="0" lang="zh-CN" altLang="en-US" b="0" i="0" u="none" strike="noStrike" cap="none" normalizeH="0" baseline="0" dirty="0">
                <a:ln>
                  <a:noFill/>
                </a:ln>
                <a:solidFill>
                  <a:srgbClr val="E4007F"/>
                </a:solidFill>
                <a:effectLst/>
                <a:latin typeface="Times New Roman" pitchFamily="18" charset="0"/>
                <a:ea typeface="微软雅黑" panose="020B0503020204020204" pitchFamily="34" charset="-122"/>
                <a:cs typeface="Times New Roman" pitchFamily="18" charset="0"/>
              </a:rPr>
              <a:t>）                        （</a:t>
            </a:r>
            <a:r>
              <a:rPr kumimoji="0" lang="en-US" altLang="zh-CN" b="0" i="0" u="none" strike="noStrike" cap="none" normalizeH="0" baseline="0" dirty="0">
                <a:ln>
                  <a:noFill/>
                </a:ln>
                <a:solidFill>
                  <a:srgbClr val="E4007F"/>
                </a:solidFill>
                <a:effectLst/>
                <a:latin typeface="Times New Roman" pitchFamily="18" charset="0"/>
                <a:ea typeface="微软雅黑" panose="020B0503020204020204" pitchFamily="34" charset="-122"/>
                <a:cs typeface="Times New Roman" pitchFamily="18" charset="0"/>
              </a:rPr>
              <a:t>b</a:t>
            </a:r>
            <a:r>
              <a:rPr kumimoji="0" lang="zh-CN" altLang="en-US" b="0" i="0" u="none" strike="noStrike" cap="none" normalizeH="0" baseline="0" dirty="0">
                <a:ln>
                  <a:noFill/>
                </a:ln>
                <a:solidFill>
                  <a:srgbClr val="E4007F"/>
                </a:solidFill>
                <a:effectLst/>
                <a:latin typeface="Times New Roman" pitchFamily="18" charset="0"/>
                <a:ea typeface="微软雅黑" panose="020B0503020204020204" pitchFamily="34" charset="-122"/>
                <a:cs typeface="Times New Roman" pitchFamily="18" charset="0"/>
              </a:rPr>
              <a:t>）</a:t>
            </a:r>
            <a:endParaRPr kumimoji="0" lang="zh-CN" altLang="en-US" b="0" i="0" u="none" strike="noStrike" cap="none" normalizeH="0" baseline="0" dirty="0">
              <a:ln>
                <a:noFill/>
              </a:ln>
              <a:solidFill>
                <a:schemeClr val="tx1"/>
              </a:solidFill>
              <a:effectLst/>
              <a:latin typeface="微软雅黑 Light" panose="020B0502040204020203" pitchFamily="34" charset="-122"/>
              <a:ea typeface="微软雅黑" panose="020B0503020204020204" pitchFamily="34" charset="-122"/>
              <a:cs typeface="宋体" pitchFamily="2" charset="-122"/>
            </a:endParaRPr>
          </a:p>
          <a:p>
            <a:pPr marL="0" marR="0" lvl="0" indent="228600" algn="ctr" defTabSz="914400" rtl="0" eaLnBrk="0" fontAlgn="base" latinLnBrk="0" hangingPunct="0">
              <a:lnSpc>
                <a:spcPct val="100000"/>
              </a:lnSpc>
              <a:spcBef>
                <a:spcPct val="0"/>
              </a:spcBef>
              <a:spcAft>
                <a:spcPct val="0"/>
              </a:spcAft>
              <a:buClrTx/>
              <a:buSzTx/>
              <a:buFontTx/>
              <a:buNone/>
              <a:tabLst/>
            </a:pPr>
            <a:r>
              <a:rPr kumimoji="0" lang="zh-CN" altLang="en-US" b="0" i="0" u="none" strike="noStrike" cap="none" normalizeH="0" baseline="0" dirty="0">
                <a:ln>
                  <a:noFill/>
                </a:ln>
                <a:solidFill>
                  <a:srgbClr val="E4007F"/>
                </a:solidFill>
                <a:effectLst/>
                <a:latin typeface="Times New Roman" pitchFamily="18" charset="0"/>
                <a:ea typeface="黑体" pitchFamily="49" charset="-122"/>
                <a:cs typeface="Times New Roman" pitchFamily="18" charset="0"/>
              </a:rPr>
              <a:t>图</a:t>
            </a:r>
            <a:r>
              <a:rPr kumimoji="0" lang="en-US" altLang="zh-CN" b="0" i="0" u="none" strike="noStrike" cap="none" normalizeH="0" baseline="0" dirty="0">
                <a:ln>
                  <a:noFill/>
                </a:ln>
                <a:solidFill>
                  <a:srgbClr val="E4007F"/>
                </a:solidFill>
                <a:effectLst/>
                <a:latin typeface="Times New Roman" pitchFamily="18" charset="0"/>
                <a:ea typeface="黑体" pitchFamily="49" charset="-122"/>
                <a:cs typeface="Times New Roman" pitchFamily="18" charset="0"/>
              </a:rPr>
              <a:t>6-22  </a:t>
            </a:r>
            <a:r>
              <a:rPr kumimoji="0" lang="zh-CN" altLang="en-US" b="0" i="0" u="none" strike="noStrike" cap="none" normalizeH="0" baseline="0" dirty="0">
                <a:ln>
                  <a:noFill/>
                </a:ln>
                <a:solidFill>
                  <a:srgbClr val="E4007F"/>
                </a:solidFill>
                <a:effectLst/>
                <a:latin typeface="Times New Roman" pitchFamily="18" charset="0"/>
                <a:ea typeface="黑体" pitchFamily="49" charset="-122"/>
                <a:cs typeface="Times New Roman" pitchFamily="18" charset="0"/>
              </a:rPr>
              <a:t>标签的使用</a:t>
            </a:r>
            <a:endParaRPr kumimoji="0" lang="zh-CN" altLang="en-US" b="0" i="0" u="none" strike="noStrike" cap="none" normalizeH="0" baseline="0" dirty="0">
              <a:ln>
                <a:noFill/>
              </a:ln>
              <a:solidFill>
                <a:schemeClr val="tx1"/>
              </a:solidFill>
              <a:effectLst/>
              <a:latin typeface="微软雅黑 Light" panose="020B0502040204020203" pitchFamily="34" charset="-122"/>
              <a:ea typeface="微软雅黑" panose="020B0503020204020204" pitchFamily="34" charset="-122"/>
              <a:cs typeface="宋体" pitchFamily="2" charset="-122"/>
            </a:endParaRPr>
          </a:p>
        </p:txBody>
      </p:sp>
    </p:spTree>
  </p:cSld>
  <p:clrMapOvr>
    <a:masterClrMapping/>
  </p:clrMapOvr>
  <p:transition>
    <p:strips dir="rd"/>
  </p:transition>
</p:sld>
</file>

<file path=ppt/slides/slide1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694801" y="360000"/>
            <a:ext cx="5401200" cy="523220"/>
          </a:xfrm>
        </p:spPr>
        <p:txBody>
          <a:bodyPr/>
          <a:lstStyle/>
          <a:p>
            <a:r>
              <a:rPr lang="en-US" dirty="0"/>
              <a:t>6.4 </a:t>
            </a:r>
            <a:r>
              <a:rPr lang="zh-CN" altLang="en-US" dirty="0">
                <a:sym typeface="+mn-ea"/>
              </a:rPr>
              <a:t>UML的应用</a:t>
            </a:r>
            <a:endParaRPr lang="zh-CN" altLang="en-US" dirty="0"/>
          </a:p>
        </p:txBody>
      </p:sp>
      <p:sp>
        <p:nvSpPr>
          <p:cNvPr id="4" name="文本占位符 3">
            <a:extLst>
              <a:ext uri="{FF2B5EF4-FFF2-40B4-BE49-F238E27FC236}">
                <a16:creationId xmlns:a16="http://schemas.microsoft.com/office/drawing/2014/main" id="{97444C1C-FC89-9538-BF1D-0E79BA85E990}"/>
              </a:ext>
            </a:extLst>
          </p:cNvPr>
          <p:cNvSpPr>
            <a:spLocks noGrp="1"/>
          </p:cNvSpPr>
          <p:nvPr>
            <p:ph type="body" sz="quarter" idx="10"/>
          </p:nvPr>
        </p:nvSpPr>
        <p:spPr/>
        <p:txBody>
          <a:bodyPr/>
          <a:lstStyle/>
          <a:p>
            <a:endParaRPr lang="zh-CN" altLang="en-US"/>
          </a:p>
        </p:txBody>
      </p:sp>
      <p:sp>
        <p:nvSpPr>
          <p:cNvPr id="7" name="文本框 6"/>
          <p:cNvSpPr txBox="1"/>
          <p:nvPr/>
        </p:nvSpPr>
        <p:spPr>
          <a:xfrm>
            <a:off x="754380" y="2931160"/>
            <a:ext cx="476250" cy="1833880"/>
          </a:xfrm>
          <a:prstGeom prst="rect">
            <a:avLst/>
          </a:prstGeom>
          <a:noFill/>
        </p:spPr>
        <p:txBody>
          <a:bodyPr vert="eaVert" wrap="none" rtlCol="0">
            <a:spAutoFit/>
          </a:bodyPr>
          <a:lstStyle/>
          <a:p>
            <a:pPr algn="l"/>
            <a:r>
              <a:rPr lang="zh-CN" altLang="en-US" spc="160" dirty="0">
                <a:solidFill>
                  <a:schemeClr val="bg1"/>
                </a:solidFill>
                <a:latin typeface="微软雅黑" panose="020B0503020204020204" charset="-122"/>
                <a:ea typeface="微软雅黑" panose="020B0503020204020204" charset="-122"/>
              </a:rPr>
              <a:t>结构化程序设计</a:t>
            </a:r>
          </a:p>
        </p:txBody>
      </p:sp>
      <p:sp>
        <p:nvSpPr>
          <p:cNvPr id="29" name="TextBox 6"/>
          <p:cNvSpPr txBox="1"/>
          <p:nvPr/>
        </p:nvSpPr>
        <p:spPr>
          <a:xfrm>
            <a:off x="809625" y="1403350"/>
            <a:ext cx="5777230" cy="566420"/>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6.4.4 </a:t>
            </a:r>
            <a:r>
              <a:rPr lang="en-US" sz="2400" dirty="0">
                <a:solidFill>
                  <a:schemeClr val="tx1"/>
                </a:solidFill>
                <a:sym typeface="+mn-ea"/>
              </a:rPr>
              <a:t>UML</a:t>
            </a:r>
            <a:r>
              <a:rPr lang="zh-CN" altLang="en-US" sz="2400" dirty="0">
                <a:solidFill>
                  <a:schemeClr val="tx1"/>
                </a:solidFill>
                <a:sym typeface="+mn-ea"/>
              </a:rPr>
              <a:t>的扩展机制</a:t>
            </a:r>
          </a:p>
        </p:txBody>
      </p:sp>
      <p:grpSp>
        <p:nvGrpSpPr>
          <p:cNvPr id="15" name="组合 14"/>
          <p:cNvGrpSpPr/>
          <p:nvPr/>
        </p:nvGrpSpPr>
        <p:grpSpPr>
          <a:xfrm>
            <a:off x="966470" y="1741170"/>
            <a:ext cx="11240770" cy="4107180"/>
            <a:chOff x="1498" y="2742"/>
            <a:chExt cx="17702" cy="6468"/>
          </a:xfrm>
        </p:grpSpPr>
        <p:grpSp>
          <p:nvGrpSpPr>
            <p:cNvPr id="16" name="组合 15"/>
            <p:cNvGrpSpPr/>
            <p:nvPr/>
          </p:nvGrpSpPr>
          <p:grpSpPr>
            <a:xfrm flipH="1">
              <a:off x="11305" y="2742"/>
              <a:ext cx="7895" cy="1533"/>
              <a:chOff x="1" y="3428100"/>
              <a:chExt cx="5013433" cy="973302"/>
            </a:xfrm>
          </p:grpSpPr>
          <p:sp>
            <p:nvSpPr>
              <p:cNvPr id="19" name="MH_SubTitle_2"/>
              <p:cNvSpPr/>
              <p:nvPr>
                <p:custDataLst>
                  <p:tags r:id="rId2"/>
                </p:custDataLst>
              </p:nvPr>
            </p:nvSpPr>
            <p:spPr>
              <a:xfrm>
                <a:off x="1501900" y="3551342"/>
                <a:ext cx="3511534" cy="733137"/>
              </a:xfrm>
              <a:prstGeom prst="homePlate">
                <a:avLst/>
              </a:prstGeom>
              <a:solidFill>
                <a:srgbClr val="C698E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r>
                  <a:rPr lang="zh-CN" altLang="en-US" sz="2400" b="1" dirty="0">
                    <a:solidFill>
                      <a:schemeClr val="bg1"/>
                    </a:solidFill>
                    <a:latin typeface="微软雅黑" panose="020B0503020204020204" charset="-122"/>
                    <a:ea typeface="微软雅黑" panose="020B0503020204020204" charset="-122"/>
                    <a:cs typeface="黑体" panose="02010609060101010101" pitchFamily="49" charset="-122"/>
                  </a:rPr>
                  <a:t>约束</a:t>
                </a:r>
              </a:p>
            </p:txBody>
          </p:sp>
          <p:sp>
            <p:nvSpPr>
              <p:cNvPr id="20" name="MH_Other_5"/>
              <p:cNvSpPr/>
              <p:nvPr>
                <p:custDataLst>
                  <p:tags r:id="rId3"/>
                </p:custDataLst>
              </p:nvPr>
            </p:nvSpPr>
            <p:spPr>
              <a:xfrm>
                <a:off x="1" y="3429680"/>
                <a:ext cx="1006593" cy="971722"/>
              </a:xfrm>
              <a:prstGeom prst="rect">
                <a:avLst/>
              </a:prstGeom>
              <a:solidFill>
                <a:srgbClr val="C698E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r>
                  <a:rPr lang="en-US" altLang="zh-CN" sz="3200" dirty="0">
                    <a:solidFill>
                      <a:srgbClr val="FFFFFF"/>
                    </a:solidFill>
                    <a:latin typeface="Times New Roman" panose="02020603050405020304" pitchFamily="18" charset="0"/>
                    <a:ea typeface="微软雅黑" panose="020B0503020204020204" charset="-122"/>
                  </a:rPr>
                  <a:t>02</a:t>
                </a:r>
                <a:endParaRPr lang="zh-CN" altLang="en-US" sz="3200" dirty="0">
                  <a:solidFill>
                    <a:srgbClr val="FFFFFF"/>
                  </a:solidFill>
                  <a:latin typeface="Times New Roman" panose="02020603050405020304" pitchFamily="18" charset="0"/>
                  <a:ea typeface="微软雅黑" panose="020B0503020204020204" charset="-122"/>
                </a:endParaRPr>
              </a:p>
            </p:txBody>
          </p:sp>
          <p:sp>
            <p:nvSpPr>
              <p:cNvPr id="21" name="MH_Other_6"/>
              <p:cNvSpPr/>
              <p:nvPr>
                <p:custDataLst>
                  <p:tags r:id="rId4"/>
                </p:custDataLst>
              </p:nvPr>
            </p:nvSpPr>
            <p:spPr>
              <a:xfrm>
                <a:off x="987065" y="3428100"/>
                <a:ext cx="516612" cy="973302"/>
              </a:xfrm>
              <a:custGeom>
                <a:avLst/>
                <a:gdLst>
                  <a:gd name="connsiteX0" fmla="*/ 2382 w 461963"/>
                  <a:gd name="connsiteY0" fmla="*/ 0 h 1081088"/>
                  <a:gd name="connsiteX1" fmla="*/ 461963 w 461963"/>
                  <a:gd name="connsiteY1" fmla="*/ 138113 h 1081088"/>
                  <a:gd name="connsiteX2" fmla="*/ 461963 w 461963"/>
                  <a:gd name="connsiteY2" fmla="*/ 950119 h 1081088"/>
                  <a:gd name="connsiteX3" fmla="*/ 0 w 461963"/>
                  <a:gd name="connsiteY3" fmla="*/ 1081088 h 1081088"/>
                  <a:gd name="connsiteX4" fmla="*/ 2382 w 461963"/>
                  <a:gd name="connsiteY4" fmla="*/ 0 h 108108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61963" h="1081088">
                    <a:moveTo>
                      <a:pt x="2382" y="0"/>
                    </a:moveTo>
                    <a:lnTo>
                      <a:pt x="461963" y="138113"/>
                    </a:lnTo>
                    <a:lnTo>
                      <a:pt x="461963" y="950119"/>
                    </a:lnTo>
                    <a:lnTo>
                      <a:pt x="0" y="1081088"/>
                    </a:lnTo>
                    <a:lnTo>
                      <a:pt x="2382" y="0"/>
                    </a:lnTo>
                    <a:close/>
                  </a:path>
                </a:pathLst>
              </a:custGeom>
              <a:solidFill>
                <a:srgbClr val="A154CC"/>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a:solidFill>
                    <a:srgbClr val="FFFFFF"/>
                  </a:solidFill>
                  <a:latin typeface="微软雅黑" panose="020B0503020204020204" charset="-122"/>
                  <a:ea typeface="微软雅黑" panose="020B0503020204020204" charset="-122"/>
                </a:endParaRPr>
              </a:p>
            </p:txBody>
          </p:sp>
        </p:grpSp>
        <p:sp>
          <p:nvSpPr>
            <p:cNvPr id="22" name="MH_Desc_1"/>
            <p:cNvSpPr/>
            <p:nvPr>
              <p:custDataLst>
                <p:tags r:id="rId1"/>
              </p:custDataLst>
            </p:nvPr>
          </p:nvSpPr>
          <p:spPr>
            <a:xfrm>
              <a:off x="1498" y="3625"/>
              <a:ext cx="10694" cy="5585"/>
            </a:xfrm>
            <a:custGeom>
              <a:avLst/>
              <a:gdLst>
                <a:gd name="connsiteX0" fmla="*/ 0 w 3456384"/>
                <a:gd name="connsiteY0" fmla="*/ 3836610 h 3882329"/>
                <a:gd name="connsiteX1" fmla="*/ 3456384 w 3456384"/>
                <a:gd name="connsiteY1" fmla="*/ 3836610 h 3882329"/>
                <a:gd name="connsiteX2" fmla="*/ 3456384 w 3456384"/>
                <a:gd name="connsiteY2" fmla="*/ 3882329 h 3882329"/>
                <a:gd name="connsiteX3" fmla="*/ 0 w 3456384"/>
                <a:gd name="connsiteY3" fmla="*/ 3882329 h 3882329"/>
                <a:gd name="connsiteX4" fmla="*/ 0 w 3456384"/>
                <a:gd name="connsiteY4" fmla="*/ 0 h 3882329"/>
                <a:gd name="connsiteX5" fmla="*/ 3456384 w 3456384"/>
                <a:gd name="connsiteY5" fmla="*/ 0 h 3882329"/>
                <a:gd name="connsiteX6" fmla="*/ 3456384 w 3456384"/>
                <a:gd name="connsiteY6" fmla="*/ 45719 h 3882329"/>
                <a:gd name="connsiteX7" fmla="*/ 0 w 3456384"/>
                <a:gd name="connsiteY7" fmla="*/ 45719 h 3882329"/>
                <a:gd name="connsiteX0-1" fmla="*/ 0 w 3456384"/>
                <a:gd name="connsiteY0-2" fmla="*/ 3836610 h 3882329"/>
                <a:gd name="connsiteX1-3" fmla="*/ 3456384 w 3456384"/>
                <a:gd name="connsiteY1-4" fmla="*/ 3836610 h 3882329"/>
                <a:gd name="connsiteX2-5" fmla="*/ 3456384 w 3456384"/>
                <a:gd name="connsiteY2-6" fmla="*/ 3882329 h 3882329"/>
                <a:gd name="connsiteX3-7" fmla="*/ 0 w 3456384"/>
                <a:gd name="connsiteY3-8" fmla="*/ 3882329 h 3882329"/>
                <a:gd name="connsiteX4-9" fmla="*/ 0 w 3456384"/>
                <a:gd name="connsiteY4-10" fmla="*/ 3836610 h 3882329"/>
                <a:gd name="connsiteX5-11" fmla="*/ 0 w 3456384"/>
                <a:gd name="connsiteY5-12" fmla="*/ 0 h 3882329"/>
                <a:gd name="connsiteX6-13" fmla="*/ 3456384 w 3456384"/>
                <a:gd name="connsiteY6-14" fmla="*/ 0 h 3882329"/>
                <a:gd name="connsiteX7-15" fmla="*/ 3456384 w 3456384"/>
                <a:gd name="connsiteY7-16" fmla="*/ 45719 h 3882329"/>
                <a:gd name="connsiteX8" fmla="*/ 0 w 3456384"/>
                <a:gd name="connsiteY8" fmla="*/ 0 h 3882329"/>
                <a:gd name="connsiteX0-17" fmla="*/ 0 w 3456384"/>
                <a:gd name="connsiteY0-18" fmla="*/ 3836610 h 3882329"/>
                <a:gd name="connsiteX1-19" fmla="*/ 3456384 w 3456384"/>
                <a:gd name="connsiteY1-20" fmla="*/ 3836610 h 3882329"/>
                <a:gd name="connsiteX2-21" fmla="*/ 3456384 w 3456384"/>
                <a:gd name="connsiteY2-22" fmla="*/ 3882329 h 3882329"/>
                <a:gd name="connsiteX3-23" fmla="*/ 0 w 3456384"/>
                <a:gd name="connsiteY3-24" fmla="*/ 3882329 h 3882329"/>
                <a:gd name="connsiteX4-25" fmla="*/ 0 w 3456384"/>
                <a:gd name="connsiteY4-26" fmla="*/ 3836610 h 3882329"/>
                <a:gd name="connsiteX5-27" fmla="*/ 0 w 3456384"/>
                <a:gd name="connsiteY5-28" fmla="*/ 0 h 3882329"/>
                <a:gd name="connsiteX6-29" fmla="*/ 3456384 w 3456384"/>
                <a:gd name="connsiteY6-30" fmla="*/ 0 h 3882329"/>
                <a:gd name="connsiteX7-31" fmla="*/ 0 w 3456384"/>
                <a:gd name="connsiteY7-32" fmla="*/ 0 h 3882329"/>
                <a:gd name="connsiteX0-33" fmla="*/ 0 w 3456384"/>
                <a:gd name="connsiteY0-34" fmla="*/ 3836610 h 3882329"/>
                <a:gd name="connsiteX1-35" fmla="*/ 3456384 w 3456384"/>
                <a:gd name="connsiteY1-36" fmla="*/ 3836610 h 3882329"/>
                <a:gd name="connsiteX2-37" fmla="*/ 3456384 w 3456384"/>
                <a:gd name="connsiteY2-38" fmla="*/ 3882329 h 3882329"/>
                <a:gd name="connsiteX3-39" fmla="*/ 0 w 3456384"/>
                <a:gd name="connsiteY3-40" fmla="*/ 3882329 h 3882329"/>
                <a:gd name="connsiteX4-41" fmla="*/ 0 w 3456384"/>
                <a:gd name="connsiteY4-42" fmla="*/ 3836610 h 3882329"/>
                <a:gd name="connsiteX5-43" fmla="*/ 0 w 3456384"/>
                <a:gd name="connsiteY5-44" fmla="*/ 0 h 3882329"/>
                <a:gd name="connsiteX6-45" fmla="*/ 3456384 w 3456384"/>
                <a:gd name="connsiteY6-46" fmla="*/ 0 h 3882329"/>
                <a:gd name="connsiteX7-47" fmla="*/ 0 w 3456384"/>
                <a:gd name="connsiteY7-48" fmla="*/ 0 h 3882329"/>
                <a:gd name="connsiteX0-49" fmla="*/ 0 w 3456384"/>
                <a:gd name="connsiteY0-50" fmla="*/ 3836610 h 3882329"/>
                <a:gd name="connsiteX1-51" fmla="*/ 3456384 w 3456384"/>
                <a:gd name="connsiteY1-52" fmla="*/ 3836610 h 3882329"/>
                <a:gd name="connsiteX2-53" fmla="*/ 3456384 w 3456384"/>
                <a:gd name="connsiteY2-54" fmla="*/ 3882329 h 3882329"/>
                <a:gd name="connsiteX3-55" fmla="*/ 0 w 3456384"/>
                <a:gd name="connsiteY3-56" fmla="*/ 3882329 h 3882329"/>
                <a:gd name="connsiteX4-57" fmla="*/ 0 w 3456384"/>
                <a:gd name="connsiteY4-58" fmla="*/ 3836610 h 3882329"/>
                <a:gd name="connsiteX5-59" fmla="*/ 0 w 3456384"/>
                <a:gd name="connsiteY5-60" fmla="*/ 0 h 3882329"/>
                <a:gd name="connsiteX6-61" fmla="*/ 3456384 w 3456384"/>
                <a:gd name="connsiteY6-62" fmla="*/ 0 h 3882329"/>
                <a:gd name="connsiteX7-63" fmla="*/ 0 w 3456384"/>
                <a:gd name="connsiteY7-64" fmla="*/ 0 h 3882329"/>
                <a:gd name="connsiteX0-65" fmla="*/ 0 w 3456384"/>
                <a:gd name="connsiteY0-66" fmla="*/ 3882329 h 3882329"/>
                <a:gd name="connsiteX1-67" fmla="*/ 3456384 w 3456384"/>
                <a:gd name="connsiteY1-68" fmla="*/ 3836610 h 3882329"/>
                <a:gd name="connsiteX2-69" fmla="*/ 3456384 w 3456384"/>
                <a:gd name="connsiteY2-70" fmla="*/ 3882329 h 3882329"/>
                <a:gd name="connsiteX3-71" fmla="*/ 0 w 3456384"/>
                <a:gd name="connsiteY3-72" fmla="*/ 3882329 h 3882329"/>
                <a:gd name="connsiteX4-73" fmla="*/ 0 w 3456384"/>
                <a:gd name="connsiteY4-74" fmla="*/ 0 h 3882329"/>
                <a:gd name="connsiteX5-75" fmla="*/ 3456384 w 3456384"/>
                <a:gd name="connsiteY5-76" fmla="*/ 0 h 3882329"/>
                <a:gd name="connsiteX6-77" fmla="*/ 0 w 3456384"/>
                <a:gd name="connsiteY6-78" fmla="*/ 0 h 3882329"/>
                <a:gd name="connsiteX0-79" fmla="*/ 0 w 3456384"/>
                <a:gd name="connsiteY0-80" fmla="*/ 3882329 h 3882329"/>
                <a:gd name="connsiteX1-81" fmla="*/ 3456384 w 3456384"/>
                <a:gd name="connsiteY1-82" fmla="*/ 3882329 h 3882329"/>
                <a:gd name="connsiteX2-83" fmla="*/ 0 w 3456384"/>
                <a:gd name="connsiteY2-84" fmla="*/ 3882329 h 3882329"/>
                <a:gd name="connsiteX3-85" fmla="*/ 0 w 3456384"/>
                <a:gd name="connsiteY3-86" fmla="*/ 0 h 3882329"/>
                <a:gd name="connsiteX4-87" fmla="*/ 3456384 w 3456384"/>
                <a:gd name="connsiteY4-88" fmla="*/ 0 h 3882329"/>
                <a:gd name="connsiteX5-89" fmla="*/ 0 w 3456384"/>
                <a:gd name="connsiteY5-90" fmla="*/ 0 h 3882329"/>
                <a:gd name="connsiteX0-91" fmla="*/ 0 w 3456384"/>
                <a:gd name="connsiteY0-92" fmla="*/ 3882329 h 3882329"/>
                <a:gd name="connsiteX1-93" fmla="*/ 3456384 w 3456384"/>
                <a:gd name="connsiteY1-94" fmla="*/ 3882329 h 3882329"/>
                <a:gd name="connsiteX2-95" fmla="*/ 0 w 3456384"/>
                <a:gd name="connsiteY2-96" fmla="*/ 3882329 h 3882329"/>
                <a:gd name="connsiteX3-97" fmla="*/ 0 w 3456384"/>
                <a:gd name="connsiteY3-98" fmla="*/ 0 h 3882329"/>
                <a:gd name="connsiteX4-99" fmla="*/ 3456384 w 3456384"/>
                <a:gd name="connsiteY4-100" fmla="*/ 0 h 3882329"/>
                <a:gd name="connsiteX5-101" fmla="*/ 0 w 3456384"/>
                <a:gd name="connsiteY5-102" fmla="*/ 0 h 3882329"/>
                <a:gd name="connsiteX0-103" fmla="*/ 0 w 3456384"/>
                <a:gd name="connsiteY0-104" fmla="*/ 3882329 h 3882329"/>
                <a:gd name="connsiteX1-105" fmla="*/ 3456384 w 3456384"/>
                <a:gd name="connsiteY1-106" fmla="*/ 3882329 h 3882329"/>
                <a:gd name="connsiteX2-107" fmla="*/ 0 w 3456384"/>
                <a:gd name="connsiteY2-108" fmla="*/ 3882329 h 3882329"/>
                <a:gd name="connsiteX3-109" fmla="*/ 0 w 3456384"/>
                <a:gd name="connsiteY3-110" fmla="*/ 0 h 3882329"/>
                <a:gd name="connsiteX4-111" fmla="*/ 3456384 w 3456384"/>
                <a:gd name="connsiteY4-112" fmla="*/ 0 h 3882329"/>
                <a:gd name="connsiteX5-113" fmla="*/ 0 w 3456384"/>
                <a:gd name="connsiteY5-114" fmla="*/ 0 h 3882329"/>
              </a:gdLst>
              <a:ahLst/>
              <a:cxnLst>
                <a:cxn ang="0">
                  <a:pos x="connsiteX0-1" y="connsiteY0-2"/>
                </a:cxn>
                <a:cxn ang="0">
                  <a:pos x="connsiteX1-3" y="connsiteY1-4"/>
                </a:cxn>
                <a:cxn ang="0">
                  <a:pos x="connsiteX2-5" y="connsiteY2-6"/>
                </a:cxn>
                <a:cxn ang="0">
                  <a:pos x="connsiteX3-7" y="connsiteY3-8"/>
                </a:cxn>
                <a:cxn ang="0">
                  <a:pos x="connsiteX4-9" y="connsiteY4-10"/>
                </a:cxn>
                <a:cxn ang="0">
                  <a:pos x="connsiteX5-11" y="connsiteY5-12"/>
                </a:cxn>
              </a:cxnLst>
              <a:rect l="l" t="t" r="r" b="b"/>
              <a:pathLst>
                <a:path w="3456384" h="3882329">
                  <a:moveTo>
                    <a:pt x="0" y="3882329"/>
                  </a:moveTo>
                  <a:lnTo>
                    <a:pt x="3456384" y="3882329"/>
                  </a:lnTo>
                  <a:lnTo>
                    <a:pt x="0" y="3882329"/>
                  </a:lnTo>
                  <a:close/>
                  <a:moveTo>
                    <a:pt x="0" y="0"/>
                  </a:moveTo>
                  <a:lnTo>
                    <a:pt x="3456384" y="0"/>
                  </a:lnTo>
                  <a:lnTo>
                    <a:pt x="0" y="0"/>
                  </a:lnTo>
                  <a:close/>
                </a:path>
              </a:pathLst>
            </a:custGeom>
            <a:ln w="3175">
              <a:solidFill>
                <a:srgbClr val="B2B2B2"/>
              </a:solidFill>
              <a:round/>
            </a:ln>
          </p:spPr>
          <p:style>
            <a:lnRef idx="2">
              <a:schemeClr val="accent1">
                <a:shade val="50000"/>
              </a:schemeClr>
            </a:lnRef>
            <a:fillRef idx="1">
              <a:schemeClr val="accent1"/>
            </a:fillRef>
            <a:effectRef idx="0">
              <a:schemeClr val="accent1"/>
            </a:effectRef>
            <a:fontRef idx="minor">
              <a:schemeClr val="lt1"/>
            </a:fontRef>
          </p:style>
          <p:txBody>
            <a:bodyPr lIns="0" tIns="72000" rIns="0" bIns="72000" anchor="ctr">
              <a:noAutofit/>
            </a:bodyPr>
            <a:lstStyle/>
            <a:p>
              <a:pPr indent="457200">
                <a:lnSpc>
                  <a:spcPct val="120000"/>
                </a:lnSpc>
              </a:pPr>
              <a:r>
                <a:rPr dirty="0">
                  <a:solidFill>
                    <a:schemeClr val="tx1"/>
                  </a:solidFill>
                  <a:latin typeface="微软雅黑" panose="020B0503020204020204" charset="-122"/>
                  <a:ea typeface="微软雅黑" panose="020B0503020204020204" charset="-122"/>
                </a:rPr>
                <a:t>约束写在花括号内，用于对UML的元素进行限制。约束可以附加在类、对象或关系上。约束不能给已有的UML元素增加语义，只能限制元素的语义。</a:t>
              </a:r>
            </a:p>
            <a:p>
              <a:pPr indent="457200">
                <a:lnSpc>
                  <a:spcPct val="120000"/>
                </a:lnSpc>
              </a:pPr>
              <a:r>
                <a:rPr dirty="0">
                  <a:solidFill>
                    <a:schemeClr val="tx1"/>
                  </a:solidFill>
                  <a:latin typeface="微软雅黑" panose="020B0503020204020204" charset="-122"/>
                  <a:ea typeface="微软雅黑" panose="020B0503020204020204" charset="-122"/>
                </a:rPr>
                <a:t>以下是约束的示例：</a:t>
              </a:r>
            </a:p>
            <a:p>
              <a:pPr marL="285750" indent="-285750">
                <a:lnSpc>
                  <a:spcPct val="120000"/>
                </a:lnSpc>
                <a:buFont typeface="Wingdings" panose="05000000000000000000" charset="0"/>
                <a:buChar char="Ø"/>
              </a:pPr>
              <a:r>
                <a:rPr dirty="0">
                  <a:solidFill>
                    <a:schemeClr val="tx1"/>
                  </a:solidFill>
                  <a:latin typeface="微软雅黑" panose="020B0503020204020204" charset="-122"/>
                  <a:ea typeface="微软雅黑" panose="020B0503020204020204" charset="-122"/>
                </a:rPr>
                <a:t>{complete}：用于关系的约束，表明该分类是一个完全分类。</a:t>
              </a:r>
            </a:p>
            <a:p>
              <a:pPr marL="285750" indent="-285750">
                <a:lnSpc>
                  <a:spcPct val="120000"/>
                </a:lnSpc>
                <a:buFont typeface="Wingdings" panose="05000000000000000000" charset="0"/>
                <a:buChar char="Ø"/>
              </a:pPr>
              <a:r>
                <a:rPr dirty="0">
                  <a:solidFill>
                    <a:schemeClr val="tx1"/>
                  </a:solidFill>
                  <a:latin typeface="微软雅黑" panose="020B0503020204020204" charset="-122"/>
                  <a:ea typeface="微软雅黑" panose="020B0503020204020204" charset="-122"/>
                </a:rPr>
                <a:t>{hierarchy}：用于关系的约束，表明该关系是一个分层关系。</a:t>
              </a:r>
            </a:p>
            <a:p>
              <a:pPr marL="285750" indent="-285750">
                <a:lnSpc>
                  <a:spcPct val="120000"/>
                </a:lnSpc>
                <a:buFont typeface="Wingdings" panose="05000000000000000000" charset="0"/>
                <a:buChar char="Ø"/>
              </a:pPr>
              <a:r>
                <a:rPr dirty="0">
                  <a:solidFill>
                    <a:schemeClr val="tx1"/>
                  </a:solidFill>
                  <a:latin typeface="微软雅黑" panose="020B0503020204020204" charset="-122"/>
                  <a:ea typeface="微软雅黑" panose="020B0503020204020204" charset="-122"/>
                </a:rPr>
                <a:t>{ordered}：用于多重性的约束，表明目标对象是有序的。</a:t>
              </a:r>
            </a:p>
            <a:p>
              <a:pPr marL="285750" indent="-285750">
                <a:lnSpc>
                  <a:spcPct val="120000"/>
                </a:lnSpc>
                <a:buFont typeface="Wingdings" panose="05000000000000000000" charset="0"/>
                <a:buChar char="Ø"/>
              </a:pPr>
              <a:r>
                <a:rPr dirty="0">
                  <a:solidFill>
                    <a:schemeClr val="tx1"/>
                  </a:solidFill>
                  <a:latin typeface="微软雅黑" panose="020B0503020204020204" charset="-122"/>
                  <a:ea typeface="微软雅黑" panose="020B0503020204020204" charset="-122"/>
                </a:rPr>
                <a:t>{bag}：用于多重性的约束，表明目标对象多次出现、无序。</a:t>
              </a:r>
            </a:p>
          </p:txBody>
        </p:sp>
      </p:grpSp>
      <p:pic>
        <p:nvPicPr>
          <p:cNvPr id="11" name="图片 10" descr="A000220150322D52PPIC"/>
          <p:cNvPicPr>
            <a:picLocks noChangeAspect="1"/>
          </p:cNvPicPr>
          <p:nvPr/>
        </p:nvPicPr>
        <p:blipFill>
          <a:blip r:embed="rId6" cstate="print"/>
          <a:stretch>
            <a:fillRect/>
          </a:stretch>
        </p:blipFill>
        <p:spPr>
          <a:xfrm>
            <a:off x="8296910" y="3561715"/>
            <a:ext cx="2692400" cy="2830830"/>
          </a:xfrm>
          <a:prstGeom prst="rect">
            <a:avLst/>
          </a:prstGeom>
        </p:spPr>
      </p:pic>
    </p:spTree>
  </p:cSld>
  <p:clrMapOvr>
    <a:masterClrMapping/>
  </p:clrMapOvr>
  <p:transition>
    <p:strips dir="rd"/>
  </p:transition>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694801" y="360000"/>
            <a:ext cx="5401200" cy="523220"/>
          </a:xfrm>
        </p:spPr>
        <p:txBody>
          <a:bodyPr/>
          <a:lstStyle/>
          <a:p>
            <a:r>
              <a:rPr lang="en-US" dirty="0"/>
              <a:t>6.4 </a:t>
            </a:r>
            <a:r>
              <a:rPr lang="zh-CN" altLang="en-US" dirty="0">
                <a:sym typeface="+mn-ea"/>
              </a:rPr>
              <a:t>UML的应用</a:t>
            </a:r>
            <a:endParaRPr lang="zh-CN" altLang="en-US" dirty="0"/>
          </a:p>
        </p:txBody>
      </p:sp>
      <p:sp>
        <p:nvSpPr>
          <p:cNvPr id="6" name="文本占位符 5">
            <a:extLst>
              <a:ext uri="{FF2B5EF4-FFF2-40B4-BE49-F238E27FC236}">
                <a16:creationId xmlns:a16="http://schemas.microsoft.com/office/drawing/2014/main" id="{E7D371B8-02E7-2178-4A6F-E75F3FC1B1D4}"/>
              </a:ext>
            </a:extLst>
          </p:cNvPr>
          <p:cNvSpPr>
            <a:spLocks noGrp="1"/>
          </p:cNvSpPr>
          <p:nvPr>
            <p:ph type="body" sz="quarter" idx="10"/>
          </p:nvPr>
        </p:nvSpPr>
        <p:spPr/>
        <p:txBody>
          <a:bodyPr/>
          <a:lstStyle/>
          <a:p>
            <a:endParaRPr lang="zh-CN" altLang="en-US"/>
          </a:p>
        </p:txBody>
      </p:sp>
      <p:sp>
        <p:nvSpPr>
          <p:cNvPr id="7" name="文本框 6"/>
          <p:cNvSpPr txBox="1"/>
          <p:nvPr/>
        </p:nvSpPr>
        <p:spPr>
          <a:xfrm>
            <a:off x="754380" y="2931160"/>
            <a:ext cx="476250" cy="1833880"/>
          </a:xfrm>
          <a:prstGeom prst="rect">
            <a:avLst/>
          </a:prstGeom>
          <a:noFill/>
        </p:spPr>
        <p:txBody>
          <a:bodyPr vert="eaVert" wrap="none" rtlCol="0">
            <a:spAutoFit/>
          </a:bodyPr>
          <a:lstStyle/>
          <a:p>
            <a:pPr algn="l"/>
            <a:r>
              <a:rPr lang="zh-CN" altLang="en-US" spc="160" dirty="0">
                <a:solidFill>
                  <a:schemeClr val="bg1"/>
                </a:solidFill>
                <a:latin typeface="微软雅黑" panose="020B0503020204020204" charset="-122"/>
                <a:ea typeface="微软雅黑" panose="020B0503020204020204" charset="-122"/>
              </a:rPr>
              <a:t>结构化程序设计</a:t>
            </a:r>
          </a:p>
        </p:txBody>
      </p:sp>
      <p:sp>
        <p:nvSpPr>
          <p:cNvPr id="29" name="TextBox 6"/>
          <p:cNvSpPr txBox="1"/>
          <p:nvPr/>
        </p:nvSpPr>
        <p:spPr>
          <a:xfrm>
            <a:off x="809625" y="1403350"/>
            <a:ext cx="5777230" cy="566420"/>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6.4.4 </a:t>
            </a:r>
            <a:r>
              <a:rPr lang="en-US" sz="2400" dirty="0">
                <a:solidFill>
                  <a:schemeClr val="tx1"/>
                </a:solidFill>
                <a:sym typeface="+mn-ea"/>
              </a:rPr>
              <a:t>UML</a:t>
            </a:r>
            <a:r>
              <a:rPr lang="zh-CN" altLang="en-US" sz="2400" dirty="0">
                <a:solidFill>
                  <a:schemeClr val="tx1"/>
                </a:solidFill>
                <a:sym typeface="+mn-ea"/>
              </a:rPr>
              <a:t>的扩展机制</a:t>
            </a:r>
          </a:p>
        </p:txBody>
      </p:sp>
      <p:grpSp>
        <p:nvGrpSpPr>
          <p:cNvPr id="2" name="组合 14"/>
          <p:cNvGrpSpPr/>
          <p:nvPr/>
        </p:nvGrpSpPr>
        <p:grpSpPr>
          <a:xfrm>
            <a:off x="966470" y="1741170"/>
            <a:ext cx="11240770" cy="4107180"/>
            <a:chOff x="1498" y="2742"/>
            <a:chExt cx="17702" cy="6468"/>
          </a:xfrm>
        </p:grpSpPr>
        <p:grpSp>
          <p:nvGrpSpPr>
            <p:cNvPr id="4" name="组合 15"/>
            <p:cNvGrpSpPr/>
            <p:nvPr/>
          </p:nvGrpSpPr>
          <p:grpSpPr>
            <a:xfrm flipH="1">
              <a:off x="11305" y="2742"/>
              <a:ext cx="7895" cy="1533"/>
              <a:chOff x="1" y="3428100"/>
              <a:chExt cx="5013433" cy="973302"/>
            </a:xfrm>
          </p:grpSpPr>
          <p:sp>
            <p:nvSpPr>
              <p:cNvPr id="19" name="MH_SubTitle_2"/>
              <p:cNvSpPr/>
              <p:nvPr>
                <p:custDataLst>
                  <p:tags r:id="rId2"/>
                </p:custDataLst>
              </p:nvPr>
            </p:nvSpPr>
            <p:spPr>
              <a:xfrm>
                <a:off x="1501900" y="3551342"/>
                <a:ext cx="3511534" cy="733137"/>
              </a:xfrm>
              <a:prstGeom prst="homePlate">
                <a:avLst/>
              </a:prstGeom>
              <a:solidFill>
                <a:srgbClr val="C698E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r>
                  <a:rPr lang="zh-CN" altLang="en-US" sz="2400" b="1" dirty="0">
                    <a:solidFill>
                      <a:schemeClr val="bg1"/>
                    </a:solidFill>
                    <a:latin typeface="微软雅黑" panose="020B0503020204020204" charset="-122"/>
                    <a:ea typeface="微软雅黑" panose="020B0503020204020204" charset="-122"/>
                    <a:cs typeface="黑体" panose="02010609060101010101" pitchFamily="49" charset="-122"/>
                  </a:rPr>
                  <a:t>版型</a:t>
                </a:r>
              </a:p>
            </p:txBody>
          </p:sp>
          <p:sp>
            <p:nvSpPr>
              <p:cNvPr id="20" name="MH_Other_5"/>
              <p:cNvSpPr/>
              <p:nvPr>
                <p:custDataLst>
                  <p:tags r:id="rId3"/>
                </p:custDataLst>
              </p:nvPr>
            </p:nvSpPr>
            <p:spPr>
              <a:xfrm>
                <a:off x="1" y="3429680"/>
                <a:ext cx="1006593" cy="971722"/>
              </a:xfrm>
              <a:prstGeom prst="rect">
                <a:avLst/>
              </a:prstGeom>
              <a:solidFill>
                <a:srgbClr val="C698E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r>
                  <a:rPr lang="en-US" altLang="zh-CN" sz="3200" dirty="0">
                    <a:solidFill>
                      <a:srgbClr val="FFFFFF"/>
                    </a:solidFill>
                    <a:latin typeface="Times New Roman" panose="02020603050405020304" pitchFamily="18" charset="0"/>
                    <a:ea typeface="微软雅黑" panose="020B0503020204020204" charset="-122"/>
                  </a:rPr>
                  <a:t>03</a:t>
                </a:r>
                <a:endParaRPr lang="zh-CN" altLang="en-US" sz="3200" dirty="0">
                  <a:solidFill>
                    <a:srgbClr val="FFFFFF"/>
                  </a:solidFill>
                  <a:latin typeface="Times New Roman" panose="02020603050405020304" pitchFamily="18" charset="0"/>
                  <a:ea typeface="微软雅黑" panose="020B0503020204020204" charset="-122"/>
                </a:endParaRPr>
              </a:p>
            </p:txBody>
          </p:sp>
          <p:sp>
            <p:nvSpPr>
              <p:cNvPr id="21" name="MH_Other_6"/>
              <p:cNvSpPr/>
              <p:nvPr>
                <p:custDataLst>
                  <p:tags r:id="rId4"/>
                </p:custDataLst>
              </p:nvPr>
            </p:nvSpPr>
            <p:spPr>
              <a:xfrm>
                <a:off x="987065" y="3428100"/>
                <a:ext cx="516612" cy="973302"/>
              </a:xfrm>
              <a:custGeom>
                <a:avLst/>
                <a:gdLst>
                  <a:gd name="connsiteX0" fmla="*/ 2382 w 461963"/>
                  <a:gd name="connsiteY0" fmla="*/ 0 h 1081088"/>
                  <a:gd name="connsiteX1" fmla="*/ 461963 w 461963"/>
                  <a:gd name="connsiteY1" fmla="*/ 138113 h 1081088"/>
                  <a:gd name="connsiteX2" fmla="*/ 461963 w 461963"/>
                  <a:gd name="connsiteY2" fmla="*/ 950119 h 1081088"/>
                  <a:gd name="connsiteX3" fmla="*/ 0 w 461963"/>
                  <a:gd name="connsiteY3" fmla="*/ 1081088 h 1081088"/>
                  <a:gd name="connsiteX4" fmla="*/ 2382 w 461963"/>
                  <a:gd name="connsiteY4" fmla="*/ 0 h 108108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61963" h="1081088">
                    <a:moveTo>
                      <a:pt x="2382" y="0"/>
                    </a:moveTo>
                    <a:lnTo>
                      <a:pt x="461963" y="138113"/>
                    </a:lnTo>
                    <a:lnTo>
                      <a:pt x="461963" y="950119"/>
                    </a:lnTo>
                    <a:lnTo>
                      <a:pt x="0" y="1081088"/>
                    </a:lnTo>
                    <a:lnTo>
                      <a:pt x="2382" y="0"/>
                    </a:lnTo>
                    <a:close/>
                  </a:path>
                </a:pathLst>
              </a:custGeom>
              <a:solidFill>
                <a:srgbClr val="A154CC"/>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a:solidFill>
                    <a:srgbClr val="FFFFFF"/>
                  </a:solidFill>
                  <a:latin typeface="微软雅黑" panose="020B0503020204020204" charset="-122"/>
                  <a:ea typeface="微软雅黑" panose="020B0503020204020204" charset="-122"/>
                </a:endParaRPr>
              </a:p>
            </p:txBody>
          </p:sp>
        </p:grpSp>
        <p:sp>
          <p:nvSpPr>
            <p:cNvPr id="22" name="MH_Desc_1"/>
            <p:cNvSpPr/>
            <p:nvPr>
              <p:custDataLst>
                <p:tags r:id="rId1"/>
              </p:custDataLst>
            </p:nvPr>
          </p:nvSpPr>
          <p:spPr>
            <a:xfrm>
              <a:off x="1498" y="3625"/>
              <a:ext cx="10022" cy="5585"/>
            </a:xfrm>
            <a:custGeom>
              <a:avLst/>
              <a:gdLst>
                <a:gd name="connsiteX0" fmla="*/ 0 w 3456384"/>
                <a:gd name="connsiteY0" fmla="*/ 3836610 h 3882329"/>
                <a:gd name="connsiteX1" fmla="*/ 3456384 w 3456384"/>
                <a:gd name="connsiteY1" fmla="*/ 3836610 h 3882329"/>
                <a:gd name="connsiteX2" fmla="*/ 3456384 w 3456384"/>
                <a:gd name="connsiteY2" fmla="*/ 3882329 h 3882329"/>
                <a:gd name="connsiteX3" fmla="*/ 0 w 3456384"/>
                <a:gd name="connsiteY3" fmla="*/ 3882329 h 3882329"/>
                <a:gd name="connsiteX4" fmla="*/ 0 w 3456384"/>
                <a:gd name="connsiteY4" fmla="*/ 0 h 3882329"/>
                <a:gd name="connsiteX5" fmla="*/ 3456384 w 3456384"/>
                <a:gd name="connsiteY5" fmla="*/ 0 h 3882329"/>
                <a:gd name="connsiteX6" fmla="*/ 3456384 w 3456384"/>
                <a:gd name="connsiteY6" fmla="*/ 45719 h 3882329"/>
                <a:gd name="connsiteX7" fmla="*/ 0 w 3456384"/>
                <a:gd name="connsiteY7" fmla="*/ 45719 h 3882329"/>
                <a:gd name="connsiteX0-1" fmla="*/ 0 w 3456384"/>
                <a:gd name="connsiteY0-2" fmla="*/ 3836610 h 3882329"/>
                <a:gd name="connsiteX1-3" fmla="*/ 3456384 w 3456384"/>
                <a:gd name="connsiteY1-4" fmla="*/ 3836610 h 3882329"/>
                <a:gd name="connsiteX2-5" fmla="*/ 3456384 w 3456384"/>
                <a:gd name="connsiteY2-6" fmla="*/ 3882329 h 3882329"/>
                <a:gd name="connsiteX3-7" fmla="*/ 0 w 3456384"/>
                <a:gd name="connsiteY3-8" fmla="*/ 3882329 h 3882329"/>
                <a:gd name="connsiteX4-9" fmla="*/ 0 w 3456384"/>
                <a:gd name="connsiteY4-10" fmla="*/ 3836610 h 3882329"/>
                <a:gd name="connsiteX5-11" fmla="*/ 0 w 3456384"/>
                <a:gd name="connsiteY5-12" fmla="*/ 0 h 3882329"/>
                <a:gd name="connsiteX6-13" fmla="*/ 3456384 w 3456384"/>
                <a:gd name="connsiteY6-14" fmla="*/ 0 h 3882329"/>
                <a:gd name="connsiteX7-15" fmla="*/ 3456384 w 3456384"/>
                <a:gd name="connsiteY7-16" fmla="*/ 45719 h 3882329"/>
                <a:gd name="connsiteX8" fmla="*/ 0 w 3456384"/>
                <a:gd name="connsiteY8" fmla="*/ 0 h 3882329"/>
                <a:gd name="connsiteX0-17" fmla="*/ 0 w 3456384"/>
                <a:gd name="connsiteY0-18" fmla="*/ 3836610 h 3882329"/>
                <a:gd name="connsiteX1-19" fmla="*/ 3456384 w 3456384"/>
                <a:gd name="connsiteY1-20" fmla="*/ 3836610 h 3882329"/>
                <a:gd name="connsiteX2-21" fmla="*/ 3456384 w 3456384"/>
                <a:gd name="connsiteY2-22" fmla="*/ 3882329 h 3882329"/>
                <a:gd name="connsiteX3-23" fmla="*/ 0 w 3456384"/>
                <a:gd name="connsiteY3-24" fmla="*/ 3882329 h 3882329"/>
                <a:gd name="connsiteX4-25" fmla="*/ 0 w 3456384"/>
                <a:gd name="connsiteY4-26" fmla="*/ 3836610 h 3882329"/>
                <a:gd name="connsiteX5-27" fmla="*/ 0 w 3456384"/>
                <a:gd name="connsiteY5-28" fmla="*/ 0 h 3882329"/>
                <a:gd name="connsiteX6-29" fmla="*/ 3456384 w 3456384"/>
                <a:gd name="connsiteY6-30" fmla="*/ 0 h 3882329"/>
                <a:gd name="connsiteX7-31" fmla="*/ 0 w 3456384"/>
                <a:gd name="connsiteY7-32" fmla="*/ 0 h 3882329"/>
                <a:gd name="connsiteX0-33" fmla="*/ 0 w 3456384"/>
                <a:gd name="connsiteY0-34" fmla="*/ 3836610 h 3882329"/>
                <a:gd name="connsiteX1-35" fmla="*/ 3456384 w 3456384"/>
                <a:gd name="connsiteY1-36" fmla="*/ 3836610 h 3882329"/>
                <a:gd name="connsiteX2-37" fmla="*/ 3456384 w 3456384"/>
                <a:gd name="connsiteY2-38" fmla="*/ 3882329 h 3882329"/>
                <a:gd name="connsiteX3-39" fmla="*/ 0 w 3456384"/>
                <a:gd name="connsiteY3-40" fmla="*/ 3882329 h 3882329"/>
                <a:gd name="connsiteX4-41" fmla="*/ 0 w 3456384"/>
                <a:gd name="connsiteY4-42" fmla="*/ 3836610 h 3882329"/>
                <a:gd name="connsiteX5-43" fmla="*/ 0 w 3456384"/>
                <a:gd name="connsiteY5-44" fmla="*/ 0 h 3882329"/>
                <a:gd name="connsiteX6-45" fmla="*/ 3456384 w 3456384"/>
                <a:gd name="connsiteY6-46" fmla="*/ 0 h 3882329"/>
                <a:gd name="connsiteX7-47" fmla="*/ 0 w 3456384"/>
                <a:gd name="connsiteY7-48" fmla="*/ 0 h 3882329"/>
                <a:gd name="connsiteX0-49" fmla="*/ 0 w 3456384"/>
                <a:gd name="connsiteY0-50" fmla="*/ 3836610 h 3882329"/>
                <a:gd name="connsiteX1-51" fmla="*/ 3456384 w 3456384"/>
                <a:gd name="connsiteY1-52" fmla="*/ 3836610 h 3882329"/>
                <a:gd name="connsiteX2-53" fmla="*/ 3456384 w 3456384"/>
                <a:gd name="connsiteY2-54" fmla="*/ 3882329 h 3882329"/>
                <a:gd name="connsiteX3-55" fmla="*/ 0 w 3456384"/>
                <a:gd name="connsiteY3-56" fmla="*/ 3882329 h 3882329"/>
                <a:gd name="connsiteX4-57" fmla="*/ 0 w 3456384"/>
                <a:gd name="connsiteY4-58" fmla="*/ 3836610 h 3882329"/>
                <a:gd name="connsiteX5-59" fmla="*/ 0 w 3456384"/>
                <a:gd name="connsiteY5-60" fmla="*/ 0 h 3882329"/>
                <a:gd name="connsiteX6-61" fmla="*/ 3456384 w 3456384"/>
                <a:gd name="connsiteY6-62" fmla="*/ 0 h 3882329"/>
                <a:gd name="connsiteX7-63" fmla="*/ 0 w 3456384"/>
                <a:gd name="connsiteY7-64" fmla="*/ 0 h 3882329"/>
                <a:gd name="connsiteX0-65" fmla="*/ 0 w 3456384"/>
                <a:gd name="connsiteY0-66" fmla="*/ 3882329 h 3882329"/>
                <a:gd name="connsiteX1-67" fmla="*/ 3456384 w 3456384"/>
                <a:gd name="connsiteY1-68" fmla="*/ 3836610 h 3882329"/>
                <a:gd name="connsiteX2-69" fmla="*/ 3456384 w 3456384"/>
                <a:gd name="connsiteY2-70" fmla="*/ 3882329 h 3882329"/>
                <a:gd name="connsiteX3-71" fmla="*/ 0 w 3456384"/>
                <a:gd name="connsiteY3-72" fmla="*/ 3882329 h 3882329"/>
                <a:gd name="connsiteX4-73" fmla="*/ 0 w 3456384"/>
                <a:gd name="connsiteY4-74" fmla="*/ 0 h 3882329"/>
                <a:gd name="connsiteX5-75" fmla="*/ 3456384 w 3456384"/>
                <a:gd name="connsiteY5-76" fmla="*/ 0 h 3882329"/>
                <a:gd name="connsiteX6-77" fmla="*/ 0 w 3456384"/>
                <a:gd name="connsiteY6-78" fmla="*/ 0 h 3882329"/>
                <a:gd name="connsiteX0-79" fmla="*/ 0 w 3456384"/>
                <a:gd name="connsiteY0-80" fmla="*/ 3882329 h 3882329"/>
                <a:gd name="connsiteX1-81" fmla="*/ 3456384 w 3456384"/>
                <a:gd name="connsiteY1-82" fmla="*/ 3882329 h 3882329"/>
                <a:gd name="connsiteX2-83" fmla="*/ 0 w 3456384"/>
                <a:gd name="connsiteY2-84" fmla="*/ 3882329 h 3882329"/>
                <a:gd name="connsiteX3-85" fmla="*/ 0 w 3456384"/>
                <a:gd name="connsiteY3-86" fmla="*/ 0 h 3882329"/>
                <a:gd name="connsiteX4-87" fmla="*/ 3456384 w 3456384"/>
                <a:gd name="connsiteY4-88" fmla="*/ 0 h 3882329"/>
                <a:gd name="connsiteX5-89" fmla="*/ 0 w 3456384"/>
                <a:gd name="connsiteY5-90" fmla="*/ 0 h 3882329"/>
                <a:gd name="connsiteX0-91" fmla="*/ 0 w 3456384"/>
                <a:gd name="connsiteY0-92" fmla="*/ 3882329 h 3882329"/>
                <a:gd name="connsiteX1-93" fmla="*/ 3456384 w 3456384"/>
                <a:gd name="connsiteY1-94" fmla="*/ 3882329 h 3882329"/>
                <a:gd name="connsiteX2-95" fmla="*/ 0 w 3456384"/>
                <a:gd name="connsiteY2-96" fmla="*/ 3882329 h 3882329"/>
                <a:gd name="connsiteX3-97" fmla="*/ 0 w 3456384"/>
                <a:gd name="connsiteY3-98" fmla="*/ 0 h 3882329"/>
                <a:gd name="connsiteX4-99" fmla="*/ 3456384 w 3456384"/>
                <a:gd name="connsiteY4-100" fmla="*/ 0 h 3882329"/>
                <a:gd name="connsiteX5-101" fmla="*/ 0 w 3456384"/>
                <a:gd name="connsiteY5-102" fmla="*/ 0 h 3882329"/>
                <a:gd name="connsiteX0-103" fmla="*/ 0 w 3456384"/>
                <a:gd name="connsiteY0-104" fmla="*/ 3882329 h 3882329"/>
                <a:gd name="connsiteX1-105" fmla="*/ 3456384 w 3456384"/>
                <a:gd name="connsiteY1-106" fmla="*/ 3882329 h 3882329"/>
                <a:gd name="connsiteX2-107" fmla="*/ 0 w 3456384"/>
                <a:gd name="connsiteY2-108" fmla="*/ 3882329 h 3882329"/>
                <a:gd name="connsiteX3-109" fmla="*/ 0 w 3456384"/>
                <a:gd name="connsiteY3-110" fmla="*/ 0 h 3882329"/>
                <a:gd name="connsiteX4-111" fmla="*/ 3456384 w 3456384"/>
                <a:gd name="connsiteY4-112" fmla="*/ 0 h 3882329"/>
                <a:gd name="connsiteX5-113" fmla="*/ 0 w 3456384"/>
                <a:gd name="connsiteY5-114" fmla="*/ 0 h 3882329"/>
              </a:gdLst>
              <a:ahLst/>
              <a:cxnLst>
                <a:cxn ang="0">
                  <a:pos x="connsiteX0-1" y="connsiteY0-2"/>
                </a:cxn>
                <a:cxn ang="0">
                  <a:pos x="connsiteX1-3" y="connsiteY1-4"/>
                </a:cxn>
                <a:cxn ang="0">
                  <a:pos x="connsiteX2-5" y="connsiteY2-6"/>
                </a:cxn>
                <a:cxn ang="0">
                  <a:pos x="connsiteX3-7" y="connsiteY3-8"/>
                </a:cxn>
                <a:cxn ang="0">
                  <a:pos x="connsiteX4-9" y="connsiteY4-10"/>
                </a:cxn>
                <a:cxn ang="0">
                  <a:pos x="connsiteX5-11" y="connsiteY5-12"/>
                </a:cxn>
              </a:cxnLst>
              <a:rect l="l" t="t" r="r" b="b"/>
              <a:pathLst>
                <a:path w="3456384" h="3882329">
                  <a:moveTo>
                    <a:pt x="0" y="3882329"/>
                  </a:moveTo>
                  <a:lnTo>
                    <a:pt x="3456384" y="3882329"/>
                  </a:lnTo>
                  <a:lnTo>
                    <a:pt x="0" y="3882329"/>
                  </a:lnTo>
                  <a:close/>
                  <a:moveTo>
                    <a:pt x="0" y="0"/>
                  </a:moveTo>
                  <a:lnTo>
                    <a:pt x="3456384" y="0"/>
                  </a:lnTo>
                  <a:lnTo>
                    <a:pt x="0" y="0"/>
                  </a:lnTo>
                  <a:close/>
                </a:path>
              </a:pathLst>
            </a:custGeom>
            <a:ln w="3175">
              <a:solidFill>
                <a:srgbClr val="B2B2B2"/>
              </a:solidFill>
              <a:round/>
            </a:ln>
          </p:spPr>
          <p:style>
            <a:lnRef idx="2">
              <a:schemeClr val="accent1">
                <a:shade val="50000"/>
              </a:schemeClr>
            </a:lnRef>
            <a:fillRef idx="1">
              <a:schemeClr val="accent1"/>
            </a:fillRef>
            <a:effectRef idx="0">
              <a:schemeClr val="accent1"/>
            </a:effectRef>
            <a:fontRef idx="minor">
              <a:schemeClr val="lt1"/>
            </a:fontRef>
          </p:style>
          <p:txBody>
            <a:bodyPr lIns="0" tIns="72000" rIns="0" bIns="72000" anchor="ctr">
              <a:noAutofit/>
            </a:bodyPr>
            <a:lstStyle/>
            <a:p>
              <a:r>
                <a:rPr lang="zh-CN" altLang="en-US" dirty="0">
                  <a:solidFill>
                    <a:schemeClr val="tx1"/>
                  </a:solidFill>
                </a:rPr>
                <a:t>         版型（</a:t>
              </a:r>
              <a:r>
                <a:rPr lang="en-US" dirty="0">
                  <a:solidFill>
                    <a:schemeClr val="tx1"/>
                  </a:solidFill>
                </a:rPr>
                <a:t>Stereotype</a:t>
              </a:r>
              <a:r>
                <a:rPr lang="zh-CN" altLang="en-US" dirty="0">
                  <a:solidFill>
                    <a:schemeClr val="tx1"/>
                  </a:solidFill>
                </a:rPr>
                <a:t>）能把</a:t>
              </a:r>
              <a:r>
                <a:rPr lang="en-US" dirty="0">
                  <a:solidFill>
                    <a:schemeClr val="tx1"/>
                  </a:solidFill>
                </a:rPr>
                <a:t>UML</a:t>
              </a:r>
              <a:r>
                <a:rPr lang="zh-CN" altLang="en-US" dirty="0">
                  <a:solidFill>
                    <a:schemeClr val="tx1"/>
                  </a:solidFill>
                </a:rPr>
                <a:t>已经定义的元素的语义专有化或扩展。</a:t>
              </a:r>
              <a:r>
                <a:rPr lang="en-US" dirty="0">
                  <a:solidFill>
                    <a:schemeClr val="tx1"/>
                  </a:solidFill>
                </a:rPr>
                <a:t>UML</a:t>
              </a:r>
              <a:r>
                <a:rPr lang="zh-CN" altLang="en-US" dirty="0">
                  <a:solidFill>
                    <a:schemeClr val="tx1"/>
                  </a:solidFill>
                </a:rPr>
                <a:t>中预定义了</a:t>
              </a:r>
              <a:r>
                <a:rPr lang="en-US" dirty="0">
                  <a:solidFill>
                    <a:schemeClr val="tx1"/>
                  </a:solidFill>
                </a:rPr>
                <a:t>40</a:t>
              </a:r>
              <a:r>
                <a:rPr lang="zh-CN" altLang="en-US" dirty="0">
                  <a:solidFill>
                    <a:schemeClr val="tx1"/>
                  </a:solidFill>
                </a:rPr>
                <a:t>多种版型，与标签值和约束一样，用户可以自定义版型。</a:t>
              </a:r>
            </a:p>
            <a:p>
              <a:r>
                <a:rPr lang="zh-CN" altLang="en-US" dirty="0">
                  <a:solidFill>
                    <a:schemeClr val="tx1"/>
                  </a:solidFill>
                </a:rPr>
                <a:t>        版型的图形符号是“</a:t>
              </a:r>
              <a:r>
                <a:rPr lang="en-US" altLang="zh-CN" dirty="0">
                  <a:solidFill>
                    <a:schemeClr val="tx1"/>
                  </a:solidFill>
                </a:rPr>
                <a:t>《”</a:t>
              </a:r>
              <a:r>
                <a:rPr lang="zh-CN" altLang="en-US" dirty="0">
                  <a:solidFill>
                    <a:schemeClr val="tx1"/>
                  </a:solidFill>
                </a:rPr>
                <a:t>和“</a:t>
              </a:r>
              <a:r>
                <a:rPr lang="en-US" altLang="zh-CN" dirty="0">
                  <a:solidFill>
                    <a:schemeClr val="tx1"/>
                  </a:solidFill>
                </a:rPr>
                <a:t>》”</a:t>
              </a:r>
              <a:r>
                <a:rPr lang="zh-CN" altLang="en-US" dirty="0">
                  <a:solidFill>
                    <a:schemeClr val="tx1"/>
                  </a:solidFill>
                </a:rPr>
                <a:t>，括号中间写版型名，如图</a:t>
              </a:r>
              <a:r>
                <a:rPr lang="en-US" dirty="0">
                  <a:solidFill>
                    <a:schemeClr val="tx1"/>
                  </a:solidFill>
                </a:rPr>
                <a:t>6-23</a:t>
              </a:r>
              <a:r>
                <a:rPr lang="zh-CN" altLang="en-US" dirty="0">
                  <a:solidFill>
                    <a:schemeClr val="tx1"/>
                  </a:solidFill>
                </a:rPr>
                <a:t>所示。</a:t>
              </a:r>
            </a:p>
            <a:p>
              <a:r>
                <a:rPr lang="en-US" dirty="0">
                  <a:solidFill>
                    <a:schemeClr val="tx1"/>
                  </a:solidFill>
                </a:rPr>
                <a:t>        UML</a:t>
              </a:r>
              <a:r>
                <a:rPr lang="zh-CN" altLang="en-US" dirty="0">
                  <a:solidFill>
                    <a:schemeClr val="tx1"/>
                  </a:solidFill>
                </a:rPr>
                <a:t>中的元素具有通用的语义，利用版型可以对元素进行专有化和扩展。版型不是给元素增加新的属性或约束，而是直接在已有元素中增加新的语义。</a:t>
              </a:r>
            </a:p>
          </p:txBody>
        </p:sp>
      </p:grpSp>
      <p:pic>
        <p:nvPicPr>
          <p:cNvPr id="76802" name="Picture 17" descr="7-14"/>
          <p:cNvPicPr>
            <a:picLocks noChangeAspect="1" noChangeArrowheads="1"/>
          </p:cNvPicPr>
          <p:nvPr/>
        </p:nvPicPr>
        <p:blipFill>
          <a:blip r:embed="rId6" cstate="print"/>
          <a:srcRect/>
          <a:stretch>
            <a:fillRect/>
          </a:stretch>
        </p:blipFill>
        <p:spPr bwMode="auto">
          <a:xfrm>
            <a:off x="7635240" y="3611880"/>
            <a:ext cx="4236720" cy="688467"/>
          </a:xfrm>
          <a:prstGeom prst="rect">
            <a:avLst/>
          </a:prstGeom>
          <a:noFill/>
          <a:ln w="9525">
            <a:noFill/>
            <a:miter lim="800000"/>
            <a:headEnd/>
            <a:tailEnd/>
          </a:ln>
        </p:spPr>
      </p:pic>
      <p:sp>
        <p:nvSpPr>
          <p:cNvPr id="13" name="矩形 12"/>
          <p:cNvSpPr/>
          <p:nvPr/>
        </p:nvSpPr>
        <p:spPr>
          <a:xfrm>
            <a:off x="8414921" y="4402574"/>
            <a:ext cx="2646878" cy="369332"/>
          </a:xfrm>
          <a:prstGeom prst="rect">
            <a:avLst/>
          </a:prstGeom>
        </p:spPr>
        <p:txBody>
          <a:bodyPr wrap="none">
            <a:spAutoFit/>
          </a:bodyPr>
          <a:lstStyle/>
          <a:p>
            <a:r>
              <a:rPr lang="zh-CN" altLang="en-US" dirty="0"/>
              <a:t>图</a:t>
            </a:r>
            <a:r>
              <a:rPr lang="en-US" dirty="0"/>
              <a:t>6-23  UML</a:t>
            </a:r>
            <a:r>
              <a:rPr lang="zh-CN" altLang="en-US" dirty="0"/>
              <a:t>图中的版型</a:t>
            </a:r>
          </a:p>
        </p:txBody>
      </p:sp>
    </p:spTree>
  </p:cSld>
  <p:clrMapOvr>
    <a:masterClrMapping/>
  </p:clrMapOvr>
  <p:transition>
    <p:strips dir="rd"/>
  </p:transition>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694801" y="360000"/>
            <a:ext cx="5401200" cy="523220"/>
          </a:xfrm>
        </p:spPr>
        <p:txBody>
          <a:bodyPr/>
          <a:lstStyle/>
          <a:p>
            <a:r>
              <a:rPr lang="en-US" dirty="0"/>
              <a:t>6.4 </a:t>
            </a:r>
            <a:r>
              <a:rPr lang="zh-CN" altLang="en-US" dirty="0">
                <a:sym typeface="+mn-ea"/>
              </a:rPr>
              <a:t>UML的应用</a:t>
            </a:r>
            <a:endParaRPr lang="zh-CN" altLang="en-US" dirty="0"/>
          </a:p>
        </p:txBody>
      </p:sp>
      <p:sp>
        <p:nvSpPr>
          <p:cNvPr id="5" name="文本占位符 4">
            <a:extLst>
              <a:ext uri="{FF2B5EF4-FFF2-40B4-BE49-F238E27FC236}">
                <a16:creationId xmlns:a16="http://schemas.microsoft.com/office/drawing/2014/main" id="{1FBBDF9C-E012-4AC6-6A66-0BE5C82BD26B}"/>
              </a:ext>
            </a:extLst>
          </p:cNvPr>
          <p:cNvSpPr>
            <a:spLocks noGrp="1"/>
          </p:cNvSpPr>
          <p:nvPr>
            <p:ph type="body" sz="quarter" idx="10"/>
          </p:nvPr>
        </p:nvSpPr>
        <p:spPr/>
        <p:txBody>
          <a:bodyPr/>
          <a:lstStyle/>
          <a:p>
            <a:endParaRPr lang="zh-CN" altLang="en-US"/>
          </a:p>
        </p:txBody>
      </p:sp>
      <p:sp>
        <p:nvSpPr>
          <p:cNvPr id="7" name="文本框 6"/>
          <p:cNvSpPr txBox="1"/>
          <p:nvPr/>
        </p:nvSpPr>
        <p:spPr>
          <a:xfrm>
            <a:off x="754380" y="2931160"/>
            <a:ext cx="476250" cy="1833880"/>
          </a:xfrm>
          <a:prstGeom prst="rect">
            <a:avLst/>
          </a:prstGeom>
          <a:noFill/>
        </p:spPr>
        <p:txBody>
          <a:bodyPr vert="eaVert" wrap="none" rtlCol="0">
            <a:spAutoFit/>
          </a:bodyPr>
          <a:lstStyle/>
          <a:p>
            <a:pPr algn="l"/>
            <a:r>
              <a:rPr lang="zh-CN" altLang="en-US" spc="160" dirty="0">
                <a:solidFill>
                  <a:schemeClr val="bg1"/>
                </a:solidFill>
                <a:latin typeface="微软雅黑" panose="020B0503020204020204" charset="-122"/>
                <a:ea typeface="微软雅黑" panose="020B0503020204020204" charset="-122"/>
              </a:rPr>
              <a:t>结构化程序设计</a:t>
            </a:r>
          </a:p>
        </p:txBody>
      </p:sp>
      <p:sp>
        <p:nvSpPr>
          <p:cNvPr id="29" name="TextBox 6"/>
          <p:cNvSpPr txBox="1"/>
          <p:nvPr/>
        </p:nvSpPr>
        <p:spPr>
          <a:xfrm>
            <a:off x="809625" y="1403350"/>
            <a:ext cx="5777230" cy="566420"/>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6.4.5 </a:t>
            </a:r>
            <a:r>
              <a:rPr lang="en-US" sz="2400" dirty="0">
                <a:solidFill>
                  <a:schemeClr val="tx1"/>
                </a:solidFill>
                <a:sym typeface="+mn-ea"/>
              </a:rPr>
              <a:t>UML</a:t>
            </a:r>
            <a:r>
              <a:rPr lang="zh-CN" altLang="en-US" sz="2400" dirty="0">
                <a:solidFill>
                  <a:schemeClr val="tx1"/>
                </a:solidFill>
                <a:sym typeface="+mn-ea"/>
              </a:rPr>
              <a:t>的应用领域</a:t>
            </a:r>
          </a:p>
        </p:txBody>
      </p:sp>
      <p:sp>
        <p:nvSpPr>
          <p:cNvPr id="17" name="MH_Picture_1"/>
          <p:cNvSpPr/>
          <p:nvPr>
            <p:custDataLst>
              <p:tags r:id="rId1"/>
            </p:custDataLst>
          </p:nvPr>
        </p:nvSpPr>
        <p:spPr>
          <a:xfrm rot="20135152">
            <a:off x="7631383" y="2336559"/>
            <a:ext cx="4209836" cy="2608081"/>
          </a:xfrm>
          <a:prstGeom prst="rect">
            <a:avLst/>
          </a:prstGeom>
          <a:blipFill dpi="0" rotWithShape="1">
            <a:blip r:embed="rId4" cstate="print"/>
            <a:srcRect/>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noAutofit/>
          </a:bodyPr>
          <a:lstStyle/>
          <a:p>
            <a:pPr algn="ctr"/>
            <a:endParaRPr lang="zh-CN" altLang="en-US"/>
          </a:p>
        </p:txBody>
      </p:sp>
      <p:sp>
        <p:nvSpPr>
          <p:cNvPr id="6" name="MH_Other_1"/>
          <p:cNvSpPr/>
          <p:nvPr>
            <p:custDataLst>
              <p:tags r:id="rId2"/>
            </p:custDataLst>
          </p:nvPr>
        </p:nvSpPr>
        <p:spPr bwMode="auto">
          <a:xfrm>
            <a:off x="802640" y="1969135"/>
            <a:ext cx="9842500" cy="4311650"/>
          </a:xfrm>
          <a:custGeom>
            <a:avLst/>
            <a:gdLst>
              <a:gd name="T0" fmla="*/ 6952593 w 6952593"/>
              <a:gd name="T1" fmla="*/ 3704897 h 4729656"/>
              <a:gd name="T2" fmla="*/ 6952593 w 6952593"/>
              <a:gd name="T3" fmla="*/ 4729656 h 4729656"/>
              <a:gd name="T4" fmla="*/ 0 w 6952593"/>
              <a:gd name="T5" fmla="*/ 4729656 h 4729656"/>
              <a:gd name="T6" fmla="*/ 0 w 6952593"/>
              <a:gd name="T7" fmla="*/ 0 h 4729656"/>
            </a:gdLst>
            <a:ahLst/>
            <a:cxnLst>
              <a:cxn ang="0">
                <a:pos x="T0" y="T1"/>
              </a:cxn>
              <a:cxn ang="0">
                <a:pos x="T2" y="T3"/>
              </a:cxn>
              <a:cxn ang="0">
                <a:pos x="T4" y="T5"/>
              </a:cxn>
              <a:cxn ang="0">
                <a:pos x="T6" y="T7"/>
              </a:cxn>
            </a:cxnLst>
            <a:rect l="0" t="0" r="r" b="b"/>
            <a:pathLst>
              <a:path w="6952593" h="4729656">
                <a:moveTo>
                  <a:pt x="6952593" y="3704897"/>
                </a:moveTo>
                <a:lnTo>
                  <a:pt x="6952593" y="4729656"/>
                </a:lnTo>
                <a:lnTo>
                  <a:pt x="0" y="4729656"/>
                </a:lnTo>
                <a:lnTo>
                  <a:pt x="0" y="0"/>
                </a:lnTo>
              </a:path>
            </a:pathLst>
          </a:custGeom>
          <a:noFill/>
          <a:ln w="12700" cap="flat" cmpd="sng">
            <a:solidFill>
              <a:srgbClr val="35D2FD"/>
            </a:solidFill>
            <a:round/>
          </a:ln>
          <a:extLst>
            <a:ext uri="{909E8E84-426E-40DD-AFC4-6F175D3DCCD1}">
              <a14:hiddenFill xmlns:a14="http://schemas.microsoft.com/office/drawing/2010/main">
                <a:solidFill>
                  <a:srgbClr val="FFFFFF"/>
                </a:solidFill>
              </a14:hiddenFill>
            </a:ext>
          </a:extLst>
        </p:spPr>
        <p:txBody>
          <a:bodyPr anchor="ctr"/>
          <a:lstStyle/>
          <a:p>
            <a:endParaRPr lang="zh-CN" altLang="en-US">
              <a:solidFill>
                <a:srgbClr val="5CABB5"/>
              </a:solidFill>
            </a:endParaRPr>
          </a:p>
        </p:txBody>
      </p:sp>
      <p:sp>
        <p:nvSpPr>
          <p:cNvPr id="2" name="文本框 1"/>
          <p:cNvSpPr txBox="1"/>
          <p:nvPr/>
        </p:nvSpPr>
        <p:spPr>
          <a:xfrm>
            <a:off x="911225" y="2120265"/>
            <a:ext cx="6432550" cy="4010025"/>
          </a:xfrm>
          <a:prstGeom prst="rect">
            <a:avLst/>
          </a:prstGeom>
          <a:noFill/>
        </p:spPr>
        <p:txBody>
          <a:bodyPr wrap="square" rtlCol="0" anchor="t">
            <a:spAutoFit/>
          </a:bodyPr>
          <a:lstStyle/>
          <a:p>
            <a:pPr fontAlgn="auto">
              <a:lnSpc>
                <a:spcPct val="130000"/>
              </a:lnSpc>
            </a:pPr>
            <a:r>
              <a:rPr lang="en-US" altLang="zh-CN" dirty="0"/>
              <a:t>       </a:t>
            </a:r>
            <a:r>
              <a:rPr lang="zh-CN" altLang="en-US"/>
              <a:t>UML是一种建模语言，是一种标准的表示方法。UML可以为不同领域的人们提供统一的交流方法。其表示方法的标准化，有效地促进了不同背景的人们之间的交流，有效地促进了软件分析、设计、编码和测试人员的相互理解。</a:t>
            </a:r>
          </a:p>
          <a:p>
            <a:pPr fontAlgn="auto">
              <a:lnSpc>
                <a:spcPct val="130000"/>
              </a:lnSpc>
            </a:pPr>
            <a:r>
              <a:rPr lang="zh-CN" altLang="en-US"/>
              <a:t>       UML的目标是，用面向对象的图形方式来描述任何系统，因此具有很宽的应用领域。其中最常用的是建立软件系统的模型，也可以用于描述非计算机软件的其他系统，例如机械系统、商业系统、处理复杂数据的信息系统、企业机构或业务流程、具有实时要求的工业系统或工业过程等。UML是一种通用的标准建模语言，可以为任何具有静态结构和动态行为的系统建立模型。</a:t>
            </a:r>
          </a:p>
        </p:txBody>
      </p:sp>
    </p:spTree>
  </p:cSld>
  <p:clrMapOvr>
    <a:masterClrMapping/>
  </p:clrMapOvr>
  <p:transition>
    <p:strips dir="rd"/>
  </p:transition>
</p:sld>
</file>

<file path=ppt/slides/slide1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694801" y="360000"/>
            <a:ext cx="5401200" cy="523220"/>
          </a:xfrm>
        </p:spPr>
        <p:txBody>
          <a:bodyPr/>
          <a:lstStyle/>
          <a:p>
            <a:r>
              <a:rPr lang="en-US" dirty="0"/>
              <a:t>6.4 </a:t>
            </a:r>
            <a:r>
              <a:rPr lang="zh-CN" altLang="en-US" dirty="0">
                <a:sym typeface="+mn-ea"/>
              </a:rPr>
              <a:t>UML的应用</a:t>
            </a:r>
            <a:endParaRPr lang="zh-CN" altLang="en-US" dirty="0"/>
          </a:p>
        </p:txBody>
      </p:sp>
      <p:sp>
        <p:nvSpPr>
          <p:cNvPr id="6" name="文本占位符 5">
            <a:extLst>
              <a:ext uri="{FF2B5EF4-FFF2-40B4-BE49-F238E27FC236}">
                <a16:creationId xmlns:a16="http://schemas.microsoft.com/office/drawing/2014/main" id="{DA3C46E4-CBA0-B98E-7C6F-CFDED2A248EB}"/>
              </a:ext>
            </a:extLst>
          </p:cNvPr>
          <p:cNvSpPr>
            <a:spLocks noGrp="1"/>
          </p:cNvSpPr>
          <p:nvPr>
            <p:ph type="body" sz="quarter" idx="10"/>
          </p:nvPr>
        </p:nvSpPr>
        <p:spPr/>
        <p:txBody>
          <a:bodyPr/>
          <a:lstStyle/>
          <a:p>
            <a:endParaRPr lang="zh-CN" altLang="en-US"/>
          </a:p>
        </p:txBody>
      </p:sp>
      <p:sp>
        <p:nvSpPr>
          <p:cNvPr id="7" name="文本框 6"/>
          <p:cNvSpPr txBox="1"/>
          <p:nvPr/>
        </p:nvSpPr>
        <p:spPr>
          <a:xfrm>
            <a:off x="754380" y="2931160"/>
            <a:ext cx="476250" cy="1833880"/>
          </a:xfrm>
          <a:prstGeom prst="rect">
            <a:avLst/>
          </a:prstGeom>
          <a:noFill/>
        </p:spPr>
        <p:txBody>
          <a:bodyPr vert="eaVert" wrap="none" rtlCol="0">
            <a:spAutoFit/>
          </a:bodyPr>
          <a:lstStyle/>
          <a:p>
            <a:pPr algn="l"/>
            <a:r>
              <a:rPr lang="zh-CN" altLang="en-US" spc="160" dirty="0">
                <a:solidFill>
                  <a:schemeClr val="bg1"/>
                </a:solidFill>
                <a:latin typeface="微软雅黑" panose="020B0503020204020204" charset="-122"/>
                <a:ea typeface="微软雅黑" panose="020B0503020204020204" charset="-122"/>
              </a:rPr>
              <a:t>结构化程序设计</a:t>
            </a:r>
          </a:p>
        </p:txBody>
      </p:sp>
      <p:sp>
        <p:nvSpPr>
          <p:cNvPr id="29" name="TextBox 6"/>
          <p:cNvSpPr txBox="1"/>
          <p:nvPr/>
        </p:nvSpPr>
        <p:spPr>
          <a:xfrm>
            <a:off x="809625" y="1403350"/>
            <a:ext cx="5777230" cy="566420"/>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6.4.5 </a:t>
            </a:r>
            <a:r>
              <a:rPr lang="en-US" sz="2400" dirty="0">
                <a:solidFill>
                  <a:schemeClr val="tx1"/>
                </a:solidFill>
                <a:sym typeface="+mn-ea"/>
              </a:rPr>
              <a:t>UML</a:t>
            </a:r>
            <a:r>
              <a:rPr lang="zh-CN" altLang="en-US" sz="2400" dirty="0">
                <a:solidFill>
                  <a:schemeClr val="tx1"/>
                </a:solidFill>
                <a:sym typeface="+mn-ea"/>
              </a:rPr>
              <a:t>的应用领域</a:t>
            </a:r>
          </a:p>
        </p:txBody>
      </p:sp>
      <p:grpSp>
        <p:nvGrpSpPr>
          <p:cNvPr id="14" name="组合 13"/>
          <p:cNvGrpSpPr/>
          <p:nvPr/>
        </p:nvGrpSpPr>
        <p:grpSpPr>
          <a:xfrm>
            <a:off x="809625" y="2157730"/>
            <a:ext cx="5468620" cy="2400300"/>
            <a:chOff x="1188" y="3092"/>
            <a:chExt cx="8612" cy="3780"/>
          </a:xfrm>
        </p:grpSpPr>
        <p:grpSp>
          <p:nvGrpSpPr>
            <p:cNvPr id="4" name="组合 3"/>
            <p:cNvGrpSpPr/>
            <p:nvPr/>
          </p:nvGrpSpPr>
          <p:grpSpPr>
            <a:xfrm>
              <a:off x="1188" y="3092"/>
              <a:ext cx="4947" cy="930"/>
              <a:chOff x="508000" y="3196191"/>
              <a:chExt cx="3141314" cy="590550"/>
            </a:xfrm>
          </p:grpSpPr>
          <p:sp>
            <p:nvSpPr>
              <p:cNvPr id="21" name="TextBox 1"/>
              <p:cNvSpPr txBox="1">
                <a:spLocks noChangeArrowheads="1"/>
              </p:cNvSpPr>
              <p:nvPr/>
            </p:nvSpPr>
            <p:spPr bwMode="auto">
              <a:xfrm>
                <a:off x="508000" y="3196191"/>
                <a:ext cx="364198" cy="523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sz="2000">
                    <a:solidFill>
                      <a:schemeClr val="tx1"/>
                    </a:solidFill>
                    <a:latin typeface="Calibri" panose="020F0502020204030204" charset="0"/>
                    <a:ea typeface="宋体" panose="02010600030101010101" pitchFamily="2" charset="-122"/>
                  </a:defRPr>
                </a:lvl1pPr>
                <a:lvl2pPr marL="742950" indent="-285750" eaLnBrk="0" hangingPunct="0">
                  <a:defRPr sz="2000">
                    <a:solidFill>
                      <a:schemeClr val="tx1"/>
                    </a:solidFill>
                    <a:latin typeface="Calibri" panose="020F0502020204030204" charset="0"/>
                    <a:ea typeface="宋体" panose="02010600030101010101" pitchFamily="2" charset="-122"/>
                  </a:defRPr>
                </a:lvl2pPr>
                <a:lvl3pPr marL="1143000" indent="-228600" eaLnBrk="0" hangingPunct="0">
                  <a:defRPr sz="2000">
                    <a:solidFill>
                      <a:schemeClr val="tx1"/>
                    </a:solidFill>
                    <a:latin typeface="Calibri" panose="020F0502020204030204" charset="0"/>
                    <a:ea typeface="宋体" panose="02010600030101010101" pitchFamily="2" charset="-122"/>
                  </a:defRPr>
                </a:lvl3pPr>
                <a:lvl4pPr marL="1600200" indent="-228600" eaLnBrk="0" hangingPunct="0">
                  <a:defRPr sz="2000">
                    <a:solidFill>
                      <a:schemeClr val="tx1"/>
                    </a:solidFill>
                    <a:latin typeface="Calibri" panose="020F0502020204030204" charset="0"/>
                    <a:ea typeface="宋体" panose="02010600030101010101" pitchFamily="2" charset="-122"/>
                  </a:defRPr>
                </a:lvl4pPr>
                <a:lvl5pPr eaLnBrk="0" hangingPunct="0">
                  <a:defRPr sz="2000">
                    <a:solidFill>
                      <a:schemeClr val="tx1"/>
                    </a:solidFill>
                    <a:latin typeface="Calibri" panose="020F0502020204030204" charset="0"/>
                    <a:ea typeface="宋体" panose="02010600030101010101" pitchFamily="2" charset="-122"/>
                  </a:defRPr>
                </a:lvl5pPr>
                <a:lvl6pPr marL="25146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6pPr>
                <a:lvl7pPr marL="29718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7pPr>
                <a:lvl8pPr marL="34290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8pPr>
                <a:lvl9pPr marL="38862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9pPr>
              </a:lstStyle>
              <a:p>
                <a:pPr eaLnBrk="1" hangingPunct="1"/>
                <a:r>
                  <a:rPr lang="en-US" altLang="zh-CN" sz="2800" dirty="0">
                    <a:solidFill>
                      <a:srgbClr val="E67819"/>
                    </a:solidFill>
                    <a:latin typeface="Times New Roman" panose="02020603050405020304" pitchFamily="18" charset="0"/>
                    <a:ea typeface="MS UI Gothic" panose="020B0600070205080204" pitchFamily="34" charset="-128"/>
                  </a:rPr>
                  <a:t>1</a:t>
                </a:r>
                <a:endParaRPr lang="zh-CN" altLang="en-US" sz="2800" dirty="0">
                  <a:solidFill>
                    <a:srgbClr val="E67819"/>
                  </a:solidFill>
                  <a:latin typeface="Times New Roman" panose="02020603050405020304" pitchFamily="18" charset="0"/>
                  <a:ea typeface="MS UI Gothic" panose="020B0600070205080204" pitchFamily="34" charset="-128"/>
                </a:endParaRPr>
              </a:p>
            </p:txBody>
          </p:sp>
          <p:cxnSp>
            <p:nvCxnSpPr>
              <p:cNvPr id="22" name="直接连接符 21"/>
              <p:cNvCxnSpPr/>
              <p:nvPr/>
            </p:nvCxnSpPr>
            <p:spPr>
              <a:xfrm flipH="1">
                <a:off x="508000" y="3196191"/>
                <a:ext cx="590550" cy="590550"/>
              </a:xfrm>
              <a:prstGeom prst="line">
                <a:avLst/>
              </a:prstGeom>
              <a:ln>
                <a:solidFill>
                  <a:srgbClr val="E67819"/>
                </a:solidFill>
              </a:ln>
            </p:spPr>
            <p:style>
              <a:lnRef idx="1">
                <a:schemeClr val="accent1"/>
              </a:lnRef>
              <a:fillRef idx="0">
                <a:schemeClr val="accent1"/>
              </a:fillRef>
              <a:effectRef idx="0">
                <a:schemeClr val="accent1"/>
              </a:effectRef>
              <a:fontRef idx="minor">
                <a:schemeClr val="tx1"/>
              </a:fontRef>
            </p:style>
          </p:cxnSp>
          <p:sp>
            <p:nvSpPr>
              <p:cNvPr id="23" name="矩形 7"/>
              <p:cNvSpPr>
                <a:spLocks noChangeArrowheads="1"/>
              </p:cNvSpPr>
              <p:nvPr/>
            </p:nvSpPr>
            <p:spPr bwMode="auto">
              <a:xfrm>
                <a:off x="960437" y="3291441"/>
                <a:ext cx="2688877" cy="3848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r>
                  <a:rPr lang="zh-CN" altLang="en-US" b="1" dirty="0">
                    <a:solidFill>
                      <a:srgbClr val="E67819"/>
                    </a:solidFill>
                    <a:latin typeface="微软雅黑" panose="020B0503020204020204" charset="-122"/>
                    <a:ea typeface="微软雅黑" panose="020B0503020204020204" charset="-122"/>
                  </a:rPr>
                  <a:t>需求分析</a:t>
                </a:r>
              </a:p>
            </p:txBody>
          </p:sp>
        </p:grpSp>
        <p:sp>
          <p:nvSpPr>
            <p:cNvPr id="24" name="矩形 8"/>
            <p:cNvSpPr>
              <a:spLocks noChangeArrowheads="1"/>
            </p:cNvSpPr>
            <p:nvPr/>
          </p:nvSpPr>
          <p:spPr bwMode="auto">
            <a:xfrm>
              <a:off x="1893" y="3848"/>
              <a:ext cx="7907" cy="30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a:lnSpc>
                  <a:spcPct val="150000"/>
                </a:lnSpc>
              </a:pPr>
              <a:r>
                <a:rPr lang="en-US" sz="1600" dirty="0">
                  <a:latin typeface="微软雅黑" panose="020B0503020204020204" charset="-122"/>
                  <a:ea typeface="微软雅黑" panose="020B0503020204020204" charset="-122"/>
                </a:rPr>
                <a:t>      </a:t>
              </a:r>
              <a:r>
                <a:rPr sz="1600" dirty="0">
                  <a:latin typeface="微软雅黑" panose="020B0503020204020204" charset="-122"/>
                  <a:ea typeface="微软雅黑" panose="020B0503020204020204" charset="-122"/>
                </a:rPr>
                <a:t>通过建立用例模型，描述用户对系统的功能要求。用逻辑视图和动态视图来识别和描述类以及类之间的相互关系。用类图描述系统的静态结构，协作图、顺序图、活动图和状态图描述系统的动态行为。此时只建立模型，并不涉及软件系统的解决问题的细节。</a:t>
              </a:r>
            </a:p>
          </p:txBody>
        </p:sp>
      </p:grpSp>
      <p:grpSp>
        <p:nvGrpSpPr>
          <p:cNvPr id="5" name="组合 4"/>
          <p:cNvGrpSpPr/>
          <p:nvPr/>
        </p:nvGrpSpPr>
        <p:grpSpPr>
          <a:xfrm>
            <a:off x="809625" y="4670425"/>
            <a:ext cx="5034915" cy="1303020"/>
            <a:chOff x="1188" y="3092"/>
            <a:chExt cx="7929" cy="2052"/>
          </a:xfrm>
        </p:grpSpPr>
        <p:grpSp>
          <p:nvGrpSpPr>
            <p:cNvPr id="8" name="组合 7"/>
            <p:cNvGrpSpPr/>
            <p:nvPr/>
          </p:nvGrpSpPr>
          <p:grpSpPr>
            <a:xfrm>
              <a:off x="1188" y="3092"/>
              <a:ext cx="4947" cy="930"/>
              <a:chOff x="508000" y="3196191"/>
              <a:chExt cx="3141314" cy="590550"/>
            </a:xfrm>
          </p:grpSpPr>
          <p:sp>
            <p:nvSpPr>
              <p:cNvPr id="9" name="TextBox 1"/>
              <p:cNvSpPr txBox="1">
                <a:spLocks noChangeArrowheads="1"/>
              </p:cNvSpPr>
              <p:nvPr/>
            </p:nvSpPr>
            <p:spPr bwMode="auto">
              <a:xfrm>
                <a:off x="508000" y="3196191"/>
                <a:ext cx="361311" cy="52197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sz="2000">
                    <a:solidFill>
                      <a:schemeClr val="tx1"/>
                    </a:solidFill>
                    <a:latin typeface="Calibri" panose="020F0502020204030204" charset="0"/>
                    <a:ea typeface="宋体" panose="02010600030101010101" pitchFamily="2" charset="-122"/>
                  </a:defRPr>
                </a:lvl1pPr>
                <a:lvl2pPr marL="742950" indent="-285750" eaLnBrk="0" hangingPunct="0">
                  <a:defRPr sz="2000">
                    <a:solidFill>
                      <a:schemeClr val="tx1"/>
                    </a:solidFill>
                    <a:latin typeface="Calibri" panose="020F0502020204030204" charset="0"/>
                    <a:ea typeface="宋体" panose="02010600030101010101" pitchFamily="2" charset="-122"/>
                  </a:defRPr>
                </a:lvl2pPr>
                <a:lvl3pPr marL="1143000" indent="-228600" eaLnBrk="0" hangingPunct="0">
                  <a:defRPr sz="2000">
                    <a:solidFill>
                      <a:schemeClr val="tx1"/>
                    </a:solidFill>
                    <a:latin typeface="Calibri" panose="020F0502020204030204" charset="0"/>
                    <a:ea typeface="宋体" panose="02010600030101010101" pitchFamily="2" charset="-122"/>
                  </a:defRPr>
                </a:lvl3pPr>
                <a:lvl4pPr marL="1600200" indent="-228600" eaLnBrk="0" hangingPunct="0">
                  <a:defRPr sz="2000">
                    <a:solidFill>
                      <a:schemeClr val="tx1"/>
                    </a:solidFill>
                    <a:latin typeface="Calibri" panose="020F0502020204030204" charset="0"/>
                    <a:ea typeface="宋体" panose="02010600030101010101" pitchFamily="2" charset="-122"/>
                  </a:defRPr>
                </a:lvl4pPr>
                <a:lvl5pPr eaLnBrk="0" hangingPunct="0">
                  <a:defRPr sz="2000">
                    <a:solidFill>
                      <a:schemeClr val="tx1"/>
                    </a:solidFill>
                    <a:latin typeface="Calibri" panose="020F0502020204030204" charset="0"/>
                    <a:ea typeface="宋体" panose="02010600030101010101" pitchFamily="2" charset="-122"/>
                  </a:defRPr>
                </a:lvl5pPr>
                <a:lvl6pPr marL="25146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6pPr>
                <a:lvl7pPr marL="29718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7pPr>
                <a:lvl8pPr marL="34290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8pPr>
                <a:lvl9pPr marL="38862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9pPr>
              </a:lstStyle>
              <a:p>
                <a:pPr eaLnBrk="1" hangingPunct="1"/>
                <a:r>
                  <a:rPr lang="en-US" sz="2800" dirty="0">
                    <a:solidFill>
                      <a:srgbClr val="E67819"/>
                    </a:solidFill>
                    <a:latin typeface="Times New Roman" panose="02020603050405020304" pitchFamily="18" charset="0"/>
                    <a:ea typeface="MS UI Gothic" panose="020B0600070205080204" pitchFamily="34" charset="-128"/>
                  </a:rPr>
                  <a:t>2</a:t>
                </a:r>
              </a:p>
            </p:txBody>
          </p:sp>
          <p:cxnSp>
            <p:nvCxnSpPr>
              <p:cNvPr id="10" name="直接连接符 9"/>
              <p:cNvCxnSpPr/>
              <p:nvPr/>
            </p:nvCxnSpPr>
            <p:spPr>
              <a:xfrm flipH="1">
                <a:off x="508000" y="3196191"/>
                <a:ext cx="590550" cy="590550"/>
              </a:xfrm>
              <a:prstGeom prst="line">
                <a:avLst/>
              </a:prstGeom>
              <a:ln>
                <a:solidFill>
                  <a:srgbClr val="E67819"/>
                </a:solidFill>
              </a:ln>
            </p:spPr>
            <p:style>
              <a:lnRef idx="1">
                <a:schemeClr val="accent1"/>
              </a:lnRef>
              <a:fillRef idx="0">
                <a:schemeClr val="accent1"/>
              </a:fillRef>
              <a:effectRef idx="0">
                <a:schemeClr val="accent1"/>
              </a:effectRef>
              <a:fontRef idx="minor">
                <a:schemeClr val="tx1"/>
              </a:fontRef>
            </p:style>
          </p:cxnSp>
          <p:sp>
            <p:nvSpPr>
              <p:cNvPr id="11" name="矩形 7"/>
              <p:cNvSpPr>
                <a:spLocks noChangeArrowheads="1"/>
              </p:cNvSpPr>
              <p:nvPr/>
            </p:nvSpPr>
            <p:spPr bwMode="auto">
              <a:xfrm>
                <a:off x="960437" y="3291441"/>
                <a:ext cx="2688877" cy="3848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r>
                  <a:rPr lang="zh-CN" altLang="en-US" b="1" dirty="0">
                    <a:solidFill>
                      <a:srgbClr val="E67819"/>
                    </a:solidFill>
                    <a:latin typeface="微软雅黑" panose="020B0503020204020204" charset="-122"/>
                    <a:ea typeface="微软雅黑" panose="020B0503020204020204" charset="-122"/>
                  </a:rPr>
                  <a:t>设计</a:t>
                </a:r>
              </a:p>
            </p:txBody>
          </p:sp>
        </p:grpSp>
        <p:sp>
          <p:nvSpPr>
            <p:cNvPr id="12" name="矩形 8"/>
            <p:cNvSpPr>
              <a:spLocks noChangeArrowheads="1"/>
            </p:cNvSpPr>
            <p:nvPr/>
          </p:nvSpPr>
          <p:spPr bwMode="auto">
            <a:xfrm>
              <a:off x="1893" y="3848"/>
              <a:ext cx="7224" cy="12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a:lnSpc>
                  <a:spcPct val="150000"/>
                </a:lnSpc>
              </a:pPr>
              <a:r>
                <a:rPr lang="en-US" sz="1600" dirty="0">
                  <a:latin typeface="微软雅黑" panose="020B0503020204020204" charset="-122"/>
                  <a:ea typeface="微软雅黑" panose="020B0503020204020204" charset="-122"/>
                </a:rPr>
                <a:t>      </a:t>
              </a:r>
              <a:r>
                <a:rPr sz="1600" dirty="0">
                  <a:latin typeface="微软雅黑" panose="020B0503020204020204" charset="-122"/>
                  <a:ea typeface="微软雅黑" panose="020B0503020204020204" charset="-122"/>
                </a:rPr>
                <a:t>在分析结果的基础上，定义软件系统技术方案的细节。</a:t>
              </a:r>
            </a:p>
          </p:txBody>
        </p:sp>
      </p:grpSp>
      <p:grpSp>
        <p:nvGrpSpPr>
          <p:cNvPr id="13" name="组合 12"/>
          <p:cNvGrpSpPr/>
          <p:nvPr/>
        </p:nvGrpSpPr>
        <p:grpSpPr>
          <a:xfrm>
            <a:off x="6489065" y="2252980"/>
            <a:ext cx="5185410" cy="2043599"/>
            <a:chOff x="1188" y="3092"/>
            <a:chExt cx="8166" cy="3157"/>
          </a:xfrm>
        </p:grpSpPr>
        <p:grpSp>
          <p:nvGrpSpPr>
            <p:cNvPr id="15" name="组合 14"/>
            <p:cNvGrpSpPr/>
            <p:nvPr/>
          </p:nvGrpSpPr>
          <p:grpSpPr>
            <a:xfrm>
              <a:off x="1188" y="3092"/>
              <a:ext cx="4947" cy="930"/>
              <a:chOff x="508000" y="3196191"/>
              <a:chExt cx="3141314" cy="590550"/>
            </a:xfrm>
          </p:grpSpPr>
          <p:sp>
            <p:nvSpPr>
              <p:cNvPr id="16" name="TextBox 1"/>
              <p:cNvSpPr txBox="1">
                <a:spLocks noChangeArrowheads="1"/>
              </p:cNvSpPr>
              <p:nvPr/>
            </p:nvSpPr>
            <p:spPr bwMode="auto">
              <a:xfrm>
                <a:off x="508000" y="3196191"/>
                <a:ext cx="318132" cy="51203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sz="2000">
                    <a:solidFill>
                      <a:schemeClr val="tx1"/>
                    </a:solidFill>
                    <a:latin typeface="Calibri" panose="020F0502020204030204" charset="0"/>
                    <a:ea typeface="宋体" panose="02010600030101010101" pitchFamily="2" charset="-122"/>
                  </a:defRPr>
                </a:lvl1pPr>
                <a:lvl2pPr marL="742950" indent="-285750" eaLnBrk="0" hangingPunct="0">
                  <a:defRPr sz="2000">
                    <a:solidFill>
                      <a:schemeClr val="tx1"/>
                    </a:solidFill>
                    <a:latin typeface="Calibri" panose="020F0502020204030204" charset="0"/>
                    <a:ea typeface="宋体" panose="02010600030101010101" pitchFamily="2" charset="-122"/>
                  </a:defRPr>
                </a:lvl2pPr>
                <a:lvl3pPr marL="1143000" indent="-228600" eaLnBrk="0" hangingPunct="0">
                  <a:defRPr sz="2000">
                    <a:solidFill>
                      <a:schemeClr val="tx1"/>
                    </a:solidFill>
                    <a:latin typeface="Calibri" panose="020F0502020204030204" charset="0"/>
                    <a:ea typeface="宋体" panose="02010600030101010101" pitchFamily="2" charset="-122"/>
                  </a:defRPr>
                </a:lvl3pPr>
                <a:lvl4pPr marL="1600200" indent="-228600" eaLnBrk="0" hangingPunct="0">
                  <a:defRPr sz="2000">
                    <a:solidFill>
                      <a:schemeClr val="tx1"/>
                    </a:solidFill>
                    <a:latin typeface="Calibri" panose="020F0502020204030204" charset="0"/>
                    <a:ea typeface="宋体" panose="02010600030101010101" pitchFamily="2" charset="-122"/>
                  </a:defRPr>
                </a:lvl4pPr>
                <a:lvl5pPr eaLnBrk="0" hangingPunct="0">
                  <a:defRPr sz="2000">
                    <a:solidFill>
                      <a:schemeClr val="tx1"/>
                    </a:solidFill>
                    <a:latin typeface="Calibri" panose="020F0502020204030204" charset="0"/>
                    <a:ea typeface="宋体" panose="02010600030101010101" pitchFamily="2" charset="-122"/>
                  </a:defRPr>
                </a:lvl5pPr>
                <a:lvl6pPr marL="25146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6pPr>
                <a:lvl7pPr marL="29718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7pPr>
                <a:lvl8pPr marL="34290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8pPr>
                <a:lvl9pPr marL="38862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9pPr>
              </a:lstStyle>
              <a:p>
                <a:pPr eaLnBrk="1" hangingPunct="1"/>
                <a:r>
                  <a:rPr lang="en-US" sz="2800" dirty="0">
                    <a:solidFill>
                      <a:srgbClr val="E67819"/>
                    </a:solidFill>
                    <a:latin typeface="Times New Roman" panose="02020603050405020304" pitchFamily="18" charset="0"/>
                    <a:ea typeface="MS UI Gothic" panose="020B0600070205080204" pitchFamily="34" charset="-128"/>
                  </a:rPr>
                  <a:t>4</a:t>
                </a:r>
              </a:p>
            </p:txBody>
          </p:sp>
          <p:cxnSp>
            <p:nvCxnSpPr>
              <p:cNvPr id="18" name="直接连接符 17"/>
              <p:cNvCxnSpPr/>
              <p:nvPr/>
            </p:nvCxnSpPr>
            <p:spPr>
              <a:xfrm flipH="1">
                <a:off x="508000" y="3196191"/>
                <a:ext cx="590550" cy="590550"/>
              </a:xfrm>
              <a:prstGeom prst="line">
                <a:avLst/>
              </a:prstGeom>
              <a:ln>
                <a:solidFill>
                  <a:srgbClr val="E67819"/>
                </a:solidFill>
              </a:ln>
            </p:spPr>
            <p:style>
              <a:lnRef idx="1">
                <a:schemeClr val="accent1"/>
              </a:lnRef>
              <a:fillRef idx="0">
                <a:schemeClr val="accent1"/>
              </a:fillRef>
              <a:effectRef idx="0">
                <a:schemeClr val="accent1"/>
              </a:effectRef>
              <a:fontRef idx="minor">
                <a:schemeClr val="tx1"/>
              </a:fontRef>
            </p:style>
          </p:cxnSp>
          <p:sp>
            <p:nvSpPr>
              <p:cNvPr id="19" name="矩形 7"/>
              <p:cNvSpPr>
                <a:spLocks noChangeArrowheads="1"/>
              </p:cNvSpPr>
              <p:nvPr/>
            </p:nvSpPr>
            <p:spPr bwMode="auto">
              <a:xfrm>
                <a:off x="960437" y="3291441"/>
                <a:ext cx="2688877" cy="37748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r>
                  <a:rPr lang="zh-CN" altLang="zh-CN" b="1" dirty="0">
                    <a:solidFill>
                      <a:srgbClr val="E67819"/>
                    </a:solidFill>
                    <a:latin typeface="微软雅黑" panose="020B0503020204020204" charset="-122"/>
                    <a:ea typeface="微软雅黑" panose="020B0503020204020204" charset="-122"/>
                  </a:rPr>
                  <a:t>测试</a:t>
                </a:r>
              </a:p>
            </p:txBody>
          </p:sp>
        </p:grpSp>
        <p:sp>
          <p:nvSpPr>
            <p:cNvPr id="20" name="矩形 8"/>
            <p:cNvSpPr>
              <a:spLocks noChangeArrowheads="1"/>
            </p:cNvSpPr>
            <p:nvPr/>
          </p:nvSpPr>
          <p:spPr bwMode="auto">
            <a:xfrm>
              <a:off x="1893" y="3848"/>
              <a:ext cx="7461" cy="24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a:lnSpc>
                  <a:spcPct val="150000"/>
                </a:lnSpc>
              </a:pPr>
              <a:r>
                <a:rPr lang="en-US" sz="1600" dirty="0">
                  <a:latin typeface="微软雅黑" panose="020B0503020204020204" charset="-122"/>
                  <a:ea typeface="微软雅黑" panose="020B0503020204020204" charset="-122"/>
                </a:rPr>
                <a:t>      </a:t>
              </a:r>
              <a:r>
                <a:rPr sz="1600" dirty="0">
                  <a:latin typeface="微软雅黑" panose="020B0503020204020204" charset="-122"/>
                  <a:ea typeface="微软雅黑" panose="020B0503020204020204" charset="-122"/>
                </a:rPr>
                <a:t>不同软件测试阶段可以用不同的UML图作为测试的依据。例如，单元测试可以使用类图和类的规格说明；集成测试使用构件图和协作图；系统测试使用用例图；验收测试由用户使用用例图。</a:t>
              </a:r>
            </a:p>
          </p:txBody>
        </p:sp>
      </p:grpSp>
      <p:grpSp>
        <p:nvGrpSpPr>
          <p:cNvPr id="25" name="组合 24"/>
          <p:cNvGrpSpPr/>
          <p:nvPr/>
        </p:nvGrpSpPr>
        <p:grpSpPr>
          <a:xfrm>
            <a:off x="6489065" y="4670425"/>
            <a:ext cx="5186045" cy="1303020"/>
            <a:chOff x="1188" y="3092"/>
            <a:chExt cx="8167" cy="2052"/>
          </a:xfrm>
        </p:grpSpPr>
        <p:grpSp>
          <p:nvGrpSpPr>
            <p:cNvPr id="26" name="组合 25"/>
            <p:cNvGrpSpPr/>
            <p:nvPr/>
          </p:nvGrpSpPr>
          <p:grpSpPr>
            <a:xfrm>
              <a:off x="1188" y="3092"/>
              <a:ext cx="4947" cy="930"/>
              <a:chOff x="508000" y="3196191"/>
              <a:chExt cx="3141314" cy="590550"/>
            </a:xfrm>
          </p:grpSpPr>
          <p:sp>
            <p:nvSpPr>
              <p:cNvPr id="27" name="TextBox 1"/>
              <p:cNvSpPr txBox="1">
                <a:spLocks noChangeArrowheads="1"/>
              </p:cNvSpPr>
              <p:nvPr/>
            </p:nvSpPr>
            <p:spPr bwMode="auto">
              <a:xfrm>
                <a:off x="508000" y="3196191"/>
                <a:ext cx="371471" cy="52197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sz="2000">
                    <a:solidFill>
                      <a:schemeClr val="tx1"/>
                    </a:solidFill>
                    <a:latin typeface="Calibri" panose="020F0502020204030204" charset="0"/>
                    <a:ea typeface="宋体" panose="02010600030101010101" pitchFamily="2" charset="-122"/>
                  </a:defRPr>
                </a:lvl1pPr>
                <a:lvl2pPr marL="742950" indent="-285750" eaLnBrk="0" hangingPunct="0">
                  <a:defRPr sz="2000">
                    <a:solidFill>
                      <a:schemeClr val="tx1"/>
                    </a:solidFill>
                    <a:latin typeface="Calibri" panose="020F0502020204030204" charset="0"/>
                    <a:ea typeface="宋体" panose="02010600030101010101" pitchFamily="2" charset="-122"/>
                  </a:defRPr>
                </a:lvl2pPr>
                <a:lvl3pPr marL="1143000" indent="-228600" eaLnBrk="0" hangingPunct="0">
                  <a:defRPr sz="2000">
                    <a:solidFill>
                      <a:schemeClr val="tx1"/>
                    </a:solidFill>
                    <a:latin typeface="Calibri" panose="020F0502020204030204" charset="0"/>
                    <a:ea typeface="宋体" panose="02010600030101010101" pitchFamily="2" charset="-122"/>
                  </a:defRPr>
                </a:lvl3pPr>
                <a:lvl4pPr marL="1600200" indent="-228600" eaLnBrk="0" hangingPunct="0">
                  <a:defRPr sz="2000">
                    <a:solidFill>
                      <a:schemeClr val="tx1"/>
                    </a:solidFill>
                    <a:latin typeface="Calibri" panose="020F0502020204030204" charset="0"/>
                    <a:ea typeface="宋体" panose="02010600030101010101" pitchFamily="2" charset="-122"/>
                  </a:defRPr>
                </a:lvl4pPr>
                <a:lvl5pPr eaLnBrk="0" hangingPunct="0">
                  <a:defRPr sz="2000">
                    <a:solidFill>
                      <a:schemeClr val="tx1"/>
                    </a:solidFill>
                    <a:latin typeface="Calibri" panose="020F0502020204030204" charset="0"/>
                    <a:ea typeface="宋体" panose="02010600030101010101" pitchFamily="2" charset="-122"/>
                  </a:defRPr>
                </a:lvl5pPr>
                <a:lvl6pPr marL="25146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6pPr>
                <a:lvl7pPr marL="29718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7pPr>
                <a:lvl8pPr marL="34290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8pPr>
                <a:lvl9pPr marL="38862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9pPr>
              </a:lstStyle>
              <a:p>
                <a:pPr eaLnBrk="1" hangingPunct="1"/>
                <a:r>
                  <a:rPr lang="en-US" sz="2800" dirty="0">
                    <a:solidFill>
                      <a:srgbClr val="E67819"/>
                    </a:solidFill>
                    <a:latin typeface="Times New Roman" panose="02020603050405020304" pitchFamily="18" charset="0"/>
                    <a:ea typeface="MS UI Gothic" panose="020B0600070205080204" pitchFamily="34" charset="-128"/>
                  </a:rPr>
                  <a:t>3</a:t>
                </a:r>
              </a:p>
            </p:txBody>
          </p:sp>
          <p:cxnSp>
            <p:nvCxnSpPr>
              <p:cNvPr id="28" name="直接连接符 27"/>
              <p:cNvCxnSpPr/>
              <p:nvPr/>
            </p:nvCxnSpPr>
            <p:spPr>
              <a:xfrm flipH="1">
                <a:off x="508000" y="3196191"/>
                <a:ext cx="590550" cy="590550"/>
              </a:xfrm>
              <a:prstGeom prst="line">
                <a:avLst/>
              </a:prstGeom>
              <a:ln>
                <a:solidFill>
                  <a:srgbClr val="E67819"/>
                </a:solidFill>
              </a:ln>
            </p:spPr>
            <p:style>
              <a:lnRef idx="1">
                <a:schemeClr val="accent1"/>
              </a:lnRef>
              <a:fillRef idx="0">
                <a:schemeClr val="accent1"/>
              </a:fillRef>
              <a:effectRef idx="0">
                <a:schemeClr val="accent1"/>
              </a:effectRef>
              <a:fontRef idx="minor">
                <a:schemeClr val="tx1"/>
              </a:fontRef>
            </p:style>
          </p:cxnSp>
          <p:sp>
            <p:nvSpPr>
              <p:cNvPr id="30" name="矩形 7"/>
              <p:cNvSpPr>
                <a:spLocks noChangeArrowheads="1"/>
              </p:cNvSpPr>
              <p:nvPr/>
            </p:nvSpPr>
            <p:spPr bwMode="auto">
              <a:xfrm>
                <a:off x="960437" y="3291441"/>
                <a:ext cx="2688877" cy="3848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r>
                  <a:rPr lang="zh-CN" altLang="en-US" b="1" dirty="0">
                    <a:solidFill>
                      <a:srgbClr val="E67819"/>
                    </a:solidFill>
                    <a:latin typeface="微软雅黑" panose="020B0503020204020204" charset="-122"/>
                    <a:ea typeface="微软雅黑" panose="020B0503020204020204" charset="-122"/>
                  </a:rPr>
                  <a:t>编码</a:t>
                </a:r>
              </a:p>
            </p:txBody>
          </p:sp>
        </p:grpSp>
        <p:sp>
          <p:nvSpPr>
            <p:cNvPr id="31" name="矩形 8"/>
            <p:cNvSpPr>
              <a:spLocks noChangeArrowheads="1"/>
            </p:cNvSpPr>
            <p:nvPr/>
          </p:nvSpPr>
          <p:spPr bwMode="auto">
            <a:xfrm>
              <a:off x="1893" y="3848"/>
              <a:ext cx="7462" cy="12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a:lnSpc>
                  <a:spcPct val="150000"/>
                </a:lnSpc>
              </a:pPr>
              <a:r>
                <a:rPr lang="en-US" sz="1600" dirty="0">
                  <a:latin typeface="微软雅黑" panose="020B0503020204020204" charset="-122"/>
                  <a:ea typeface="微软雅黑" panose="020B0503020204020204" charset="-122"/>
                </a:rPr>
                <a:t>      </a:t>
              </a:r>
              <a:r>
                <a:rPr sz="1600" dirty="0">
                  <a:latin typeface="微软雅黑" panose="020B0503020204020204" charset="-122"/>
                  <a:ea typeface="微软雅黑" panose="020B0503020204020204" charset="-122"/>
                </a:rPr>
                <a:t>把设计阶段得到的类转换成某种面向对象程序设计语言的代码。</a:t>
              </a:r>
            </a:p>
          </p:txBody>
        </p:sp>
      </p:grpSp>
      <p:grpSp>
        <p:nvGrpSpPr>
          <p:cNvPr id="33" name="组合 32"/>
          <p:cNvGrpSpPr/>
          <p:nvPr/>
        </p:nvGrpSpPr>
        <p:grpSpPr>
          <a:xfrm>
            <a:off x="6054090" y="673735"/>
            <a:ext cx="5620385" cy="890905"/>
            <a:chOff x="881" y="2735"/>
            <a:chExt cx="8851" cy="1403"/>
          </a:xfrm>
        </p:grpSpPr>
        <p:sp>
          <p:nvSpPr>
            <p:cNvPr id="167" name="圆角矩形"/>
            <p:cNvSpPr/>
            <p:nvPr/>
          </p:nvSpPr>
          <p:spPr>
            <a:xfrm>
              <a:off x="1206" y="3130"/>
              <a:ext cx="8376" cy="1008"/>
            </a:xfrm>
            <a:prstGeom prst="roundRect">
              <a:avLst/>
            </a:prstGeom>
            <a:solidFill>
              <a:schemeClr val="accent3">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scene3d>
                <a:camera prst="orthographicFront"/>
                <a:lightRig rig="threePt" dir="t"/>
              </a:scene3d>
              <a:sp3d>
                <a:contourClr>
                  <a:srgbClr val="FFFFFF"/>
                </a:contourClr>
              </a:sp3d>
            </a:bodyPr>
            <a:lstStyle>
              <a:defPPr>
                <a:defRPr lang="zh-CN"/>
              </a:defPPr>
              <a:lvl1pPr algn="l" rtl="0" eaLnBrk="0" fontAlgn="base" hangingPunct="0">
                <a:spcBef>
                  <a:spcPct val="0"/>
                </a:spcBef>
                <a:spcAft>
                  <a:spcPct val="0"/>
                </a:spcAft>
                <a:defRPr kern="1200">
                  <a:solidFill>
                    <a:schemeClr val="lt1"/>
                  </a:solidFill>
                  <a:latin typeface="+mn-lt"/>
                  <a:ea typeface="+mn-ea"/>
                  <a:cs typeface="+mn-cs"/>
                </a:defRPr>
              </a:lvl1pPr>
              <a:lvl2pPr marL="457200" algn="l" rtl="0" eaLnBrk="0" fontAlgn="base" hangingPunct="0">
                <a:spcBef>
                  <a:spcPct val="0"/>
                </a:spcBef>
                <a:spcAft>
                  <a:spcPct val="0"/>
                </a:spcAft>
                <a:defRPr kern="1200">
                  <a:solidFill>
                    <a:schemeClr val="lt1"/>
                  </a:solidFill>
                  <a:latin typeface="+mn-lt"/>
                  <a:ea typeface="+mn-ea"/>
                  <a:cs typeface="+mn-cs"/>
                </a:defRPr>
              </a:lvl2pPr>
              <a:lvl3pPr marL="914400" algn="l" rtl="0" eaLnBrk="0" fontAlgn="base" hangingPunct="0">
                <a:spcBef>
                  <a:spcPct val="0"/>
                </a:spcBef>
                <a:spcAft>
                  <a:spcPct val="0"/>
                </a:spcAft>
                <a:defRPr kern="1200">
                  <a:solidFill>
                    <a:schemeClr val="lt1"/>
                  </a:solidFill>
                  <a:latin typeface="+mn-lt"/>
                  <a:ea typeface="+mn-ea"/>
                  <a:cs typeface="+mn-cs"/>
                </a:defRPr>
              </a:lvl3pPr>
              <a:lvl4pPr marL="1371600" algn="l" rtl="0" eaLnBrk="0" fontAlgn="base" hangingPunct="0">
                <a:spcBef>
                  <a:spcPct val="0"/>
                </a:spcBef>
                <a:spcAft>
                  <a:spcPct val="0"/>
                </a:spcAft>
                <a:defRPr kern="1200">
                  <a:solidFill>
                    <a:schemeClr val="lt1"/>
                  </a:solidFill>
                  <a:latin typeface="+mn-lt"/>
                  <a:ea typeface="+mn-ea"/>
                  <a:cs typeface="+mn-cs"/>
                </a:defRPr>
              </a:lvl4pPr>
              <a:lvl5pPr marL="1828800" algn="l" rtl="0" eaLnBrk="0" fontAlgn="base" hangingPunct="0">
                <a:spcBef>
                  <a:spcPct val="0"/>
                </a:spcBef>
                <a:spcAft>
                  <a:spcPct val="0"/>
                </a:spcAft>
                <a:defRPr kern="1200">
                  <a:solidFill>
                    <a:schemeClr val="lt1"/>
                  </a:solidFill>
                  <a:latin typeface="+mn-lt"/>
                  <a:ea typeface="+mn-ea"/>
                  <a:cs typeface="+mn-cs"/>
                </a:defRPr>
              </a:lvl5pPr>
              <a:lvl6pPr marL="2286000" algn="l" defTabSz="914400" rtl="0" eaLnBrk="1" latinLnBrk="0" hangingPunct="1">
                <a:defRPr kern="1200">
                  <a:solidFill>
                    <a:schemeClr val="lt1"/>
                  </a:solidFill>
                  <a:latin typeface="+mn-lt"/>
                  <a:ea typeface="+mn-ea"/>
                  <a:cs typeface="+mn-cs"/>
                </a:defRPr>
              </a:lvl6pPr>
              <a:lvl7pPr marL="2743200" algn="l" defTabSz="914400" rtl="0" eaLnBrk="1" latinLnBrk="0" hangingPunct="1">
                <a:defRPr kern="1200">
                  <a:solidFill>
                    <a:schemeClr val="lt1"/>
                  </a:solidFill>
                  <a:latin typeface="+mn-lt"/>
                  <a:ea typeface="+mn-ea"/>
                  <a:cs typeface="+mn-cs"/>
                </a:defRPr>
              </a:lvl7pPr>
              <a:lvl8pPr marL="3200400" algn="l" defTabSz="914400" rtl="0" eaLnBrk="1" latinLnBrk="0" hangingPunct="1">
                <a:defRPr kern="1200">
                  <a:solidFill>
                    <a:schemeClr val="lt1"/>
                  </a:solidFill>
                  <a:latin typeface="+mn-lt"/>
                  <a:ea typeface="+mn-ea"/>
                  <a:cs typeface="+mn-cs"/>
                </a:defRPr>
              </a:lvl8pPr>
              <a:lvl9pPr marL="3657600" algn="l" defTabSz="914400" rtl="0" eaLnBrk="1" latinLnBrk="0" hangingPunct="1">
                <a:defRPr kern="1200">
                  <a:solidFill>
                    <a:schemeClr val="lt1"/>
                  </a:solidFill>
                  <a:latin typeface="+mn-lt"/>
                  <a:ea typeface="+mn-ea"/>
                  <a:cs typeface="+mn-cs"/>
                </a:defRPr>
              </a:lvl9pPr>
            </a:lstStyle>
            <a:p>
              <a:pPr algn="l" eaLnBrk="1" fontAlgn="auto" hangingPunct="1">
                <a:spcBef>
                  <a:spcPts val="0"/>
                </a:spcBef>
                <a:spcAft>
                  <a:spcPts val="0"/>
                </a:spcAft>
                <a:defRPr/>
              </a:pPr>
              <a:r>
                <a:rPr lang="en-US" altLang="zh-CN" dirty="0">
                  <a:solidFill>
                    <a:schemeClr val="bg2">
                      <a:lumMod val="50000"/>
                    </a:schemeClr>
                  </a:solidFill>
                </a:rPr>
                <a:t>   </a:t>
              </a:r>
              <a:endParaRPr lang="zh-CN" altLang="en-US">
                <a:solidFill>
                  <a:schemeClr val="bg2">
                    <a:lumMod val="50000"/>
                  </a:schemeClr>
                </a:solidFill>
              </a:endParaRPr>
            </a:p>
          </p:txBody>
        </p:sp>
        <p:sp>
          <p:nvSpPr>
            <p:cNvPr id="34" name="学士帽"/>
            <p:cNvSpPr/>
            <p:nvPr/>
          </p:nvSpPr>
          <p:spPr bwMode="auto">
            <a:xfrm>
              <a:off x="881" y="2735"/>
              <a:ext cx="1056" cy="744"/>
            </a:xfrm>
            <a:custGeom>
              <a:avLst/>
              <a:gdLst>
                <a:gd name="T0" fmla="*/ 1395067 w 3931"/>
                <a:gd name="T1" fmla="*/ 589725 h 2392"/>
                <a:gd name="T2" fmla="*/ 928365 w 3931"/>
                <a:gd name="T3" fmla="*/ 389484 h 2392"/>
                <a:gd name="T4" fmla="*/ 403040 w 3931"/>
                <a:gd name="T5" fmla="*/ 589725 h 2392"/>
                <a:gd name="T6" fmla="*/ 256480 w 3931"/>
                <a:gd name="T7" fmla="*/ 528782 h 2392"/>
                <a:gd name="T8" fmla="*/ 256480 w 3931"/>
                <a:gd name="T9" fmla="*/ 708403 h 2392"/>
                <a:gd name="T10" fmla="*/ 296326 w 3931"/>
                <a:gd name="T11" fmla="*/ 763389 h 2392"/>
                <a:gd name="T12" fmla="*/ 255564 w 3931"/>
                <a:gd name="T13" fmla="*/ 818375 h 2392"/>
                <a:gd name="T14" fmla="*/ 299074 w 3931"/>
                <a:gd name="T15" fmla="*/ 1011742 h 2392"/>
                <a:gd name="T16" fmla="*/ 170834 w 3931"/>
                <a:gd name="T17" fmla="*/ 1011742 h 2392"/>
                <a:gd name="T18" fmla="*/ 214802 w 3931"/>
                <a:gd name="T19" fmla="*/ 817458 h 2392"/>
                <a:gd name="T20" fmla="*/ 179078 w 3931"/>
                <a:gd name="T21" fmla="*/ 763389 h 2392"/>
                <a:gd name="T22" fmla="*/ 213428 w 3931"/>
                <a:gd name="T23" fmla="*/ 709777 h 2392"/>
                <a:gd name="T24" fmla="*/ 213428 w 3931"/>
                <a:gd name="T25" fmla="*/ 510911 h 2392"/>
                <a:gd name="T26" fmla="*/ 0 w 3931"/>
                <a:gd name="T27" fmla="*/ 421559 h 2392"/>
                <a:gd name="T28" fmla="*/ 938899 w 3931"/>
                <a:gd name="T29" fmla="*/ 0 h 2392"/>
                <a:gd name="T30" fmla="*/ 1800397 w 3931"/>
                <a:gd name="T31" fmla="*/ 427058 h 2392"/>
                <a:gd name="T32" fmla="*/ 1395067 w 3931"/>
                <a:gd name="T33" fmla="*/ 589725 h 2392"/>
                <a:gd name="T34" fmla="*/ 917831 w 3931"/>
                <a:gd name="T35" fmla="*/ 491208 h 2392"/>
                <a:gd name="T36" fmla="*/ 1341481 w 3931"/>
                <a:gd name="T37" fmla="*/ 635088 h 2392"/>
                <a:gd name="T38" fmla="*/ 1341481 w 3931"/>
                <a:gd name="T39" fmla="*/ 983791 h 2392"/>
                <a:gd name="T40" fmla="*/ 896306 w 3931"/>
                <a:gd name="T41" fmla="*/ 1096054 h 2392"/>
                <a:gd name="T42" fmla="*/ 503342 w 3931"/>
                <a:gd name="T43" fmla="*/ 983791 h 2392"/>
                <a:gd name="T44" fmla="*/ 503342 w 3931"/>
                <a:gd name="T45" fmla="*/ 635088 h 2392"/>
                <a:gd name="T46" fmla="*/ 917831 w 3931"/>
                <a:gd name="T47" fmla="*/ 491208 h 2392"/>
                <a:gd name="T48" fmla="*/ 912335 w 3931"/>
                <a:gd name="T49" fmla="*/ 1031904 h 2392"/>
                <a:gd name="T50" fmla="*/ 1254003 w 3931"/>
                <a:gd name="T51" fmla="*/ 946675 h 2392"/>
                <a:gd name="T52" fmla="*/ 912335 w 3931"/>
                <a:gd name="T53" fmla="*/ 860989 h 2392"/>
                <a:gd name="T54" fmla="*/ 571126 w 3931"/>
                <a:gd name="T55" fmla="*/ 946675 h 2392"/>
                <a:gd name="T56" fmla="*/ 912335 w 3931"/>
                <a:gd name="T57" fmla="*/ 1031904 h 2392"/>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Lst>
              <a:ahLst/>
              <a:cxnLst>
                <a:cxn ang="T58">
                  <a:pos x="T0" y="T1"/>
                </a:cxn>
                <a:cxn ang="T59">
                  <a:pos x="T2" y="T3"/>
                </a:cxn>
                <a:cxn ang="T60">
                  <a:pos x="T4" y="T5"/>
                </a:cxn>
                <a:cxn ang="T61">
                  <a:pos x="T6" y="T7"/>
                </a:cxn>
                <a:cxn ang="T62">
                  <a:pos x="T8" y="T9"/>
                </a:cxn>
                <a:cxn ang="T63">
                  <a:pos x="T10" y="T11"/>
                </a:cxn>
                <a:cxn ang="T64">
                  <a:pos x="T12" y="T13"/>
                </a:cxn>
                <a:cxn ang="T65">
                  <a:pos x="T14" y="T15"/>
                </a:cxn>
                <a:cxn ang="T66">
                  <a:pos x="T16" y="T17"/>
                </a:cxn>
                <a:cxn ang="T67">
                  <a:pos x="T18" y="T19"/>
                </a:cxn>
                <a:cxn ang="T68">
                  <a:pos x="T20" y="T21"/>
                </a:cxn>
                <a:cxn ang="T69">
                  <a:pos x="T22" y="T23"/>
                </a:cxn>
                <a:cxn ang="T70">
                  <a:pos x="T24" y="T25"/>
                </a:cxn>
                <a:cxn ang="T71">
                  <a:pos x="T26" y="T27"/>
                </a:cxn>
                <a:cxn ang="T72">
                  <a:pos x="T28" y="T29"/>
                </a:cxn>
                <a:cxn ang="T73">
                  <a:pos x="T30" y="T31"/>
                </a:cxn>
                <a:cxn ang="T74">
                  <a:pos x="T32" y="T33"/>
                </a:cxn>
                <a:cxn ang="T75">
                  <a:pos x="T34" y="T35"/>
                </a:cxn>
                <a:cxn ang="T76">
                  <a:pos x="T36" y="T37"/>
                </a:cxn>
                <a:cxn ang="T77">
                  <a:pos x="T38" y="T39"/>
                </a:cxn>
                <a:cxn ang="T78">
                  <a:pos x="T40" y="T41"/>
                </a:cxn>
                <a:cxn ang="T79">
                  <a:pos x="T42" y="T43"/>
                </a:cxn>
                <a:cxn ang="T80">
                  <a:pos x="T44" y="T45"/>
                </a:cxn>
                <a:cxn ang="T81">
                  <a:pos x="T46" y="T47"/>
                </a:cxn>
                <a:cxn ang="T82">
                  <a:pos x="T48" y="T49"/>
                </a:cxn>
                <a:cxn ang="T83">
                  <a:pos x="T50" y="T51"/>
                </a:cxn>
                <a:cxn ang="T84">
                  <a:pos x="T52" y="T53"/>
                </a:cxn>
                <a:cxn ang="T85">
                  <a:pos x="T54" y="T55"/>
                </a:cxn>
                <a:cxn ang="T86">
                  <a:pos x="T56" y="T57"/>
                </a:cxn>
              </a:cxnLst>
              <a:rect l="0" t="0" r="r" b="b"/>
              <a:pathLst>
                <a:path w="3931" h="2392">
                  <a:moveTo>
                    <a:pt x="3046" y="1287"/>
                  </a:moveTo>
                  <a:cubicBezTo>
                    <a:pt x="3046" y="1287"/>
                    <a:pt x="2618" y="850"/>
                    <a:pt x="2027" y="850"/>
                  </a:cubicBezTo>
                  <a:cubicBezTo>
                    <a:pt x="1450" y="850"/>
                    <a:pt x="880" y="1287"/>
                    <a:pt x="880" y="1287"/>
                  </a:cubicBezTo>
                  <a:cubicBezTo>
                    <a:pt x="560" y="1154"/>
                    <a:pt x="560" y="1154"/>
                    <a:pt x="560" y="1154"/>
                  </a:cubicBezTo>
                  <a:cubicBezTo>
                    <a:pt x="560" y="1546"/>
                    <a:pt x="560" y="1546"/>
                    <a:pt x="560" y="1546"/>
                  </a:cubicBezTo>
                  <a:cubicBezTo>
                    <a:pt x="610" y="1563"/>
                    <a:pt x="647" y="1610"/>
                    <a:pt x="647" y="1666"/>
                  </a:cubicBezTo>
                  <a:cubicBezTo>
                    <a:pt x="647" y="1723"/>
                    <a:pt x="609" y="1769"/>
                    <a:pt x="558" y="1786"/>
                  </a:cubicBezTo>
                  <a:cubicBezTo>
                    <a:pt x="653" y="2208"/>
                    <a:pt x="653" y="2208"/>
                    <a:pt x="653" y="2208"/>
                  </a:cubicBezTo>
                  <a:cubicBezTo>
                    <a:pt x="373" y="2208"/>
                    <a:pt x="373" y="2208"/>
                    <a:pt x="373" y="2208"/>
                  </a:cubicBezTo>
                  <a:cubicBezTo>
                    <a:pt x="469" y="1784"/>
                    <a:pt x="469" y="1784"/>
                    <a:pt x="469" y="1784"/>
                  </a:cubicBezTo>
                  <a:cubicBezTo>
                    <a:pt x="423" y="1764"/>
                    <a:pt x="391" y="1719"/>
                    <a:pt x="391" y="1666"/>
                  </a:cubicBezTo>
                  <a:cubicBezTo>
                    <a:pt x="391" y="1614"/>
                    <a:pt x="422" y="1570"/>
                    <a:pt x="466" y="1549"/>
                  </a:cubicBezTo>
                  <a:cubicBezTo>
                    <a:pt x="466" y="1115"/>
                    <a:pt x="466" y="1115"/>
                    <a:pt x="466" y="1115"/>
                  </a:cubicBezTo>
                  <a:cubicBezTo>
                    <a:pt x="0" y="920"/>
                    <a:pt x="0" y="920"/>
                    <a:pt x="0" y="920"/>
                  </a:cubicBezTo>
                  <a:cubicBezTo>
                    <a:pt x="2050" y="0"/>
                    <a:pt x="2050" y="0"/>
                    <a:pt x="2050" y="0"/>
                  </a:cubicBezTo>
                  <a:cubicBezTo>
                    <a:pt x="3931" y="932"/>
                    <a:pt x="3931" y="932"/>
                    <a:pt x="3931" y="932"/>
                  </a:cubicBezTo>
                  <a:lnTo>
                    <a:pt x="3046" y="1287"/>
                  </a:lnTo>
                  <a:close/>
                  <a:moveTo>
                    <a:pt x="2004" y="1072"/>
                  </a:moveTo>
                  <a:cubicBezTo>
                    <a:pt x="2598" y="1072"/>
                    <a:pt x="2929" y="1386"/>
                    <a:pt x="2929" y="1386"/>
                  </a:cubicBezTo>
                  <a:cubicBezTo>
                    <a:pt x="2929" y="2147"/>
                    <a:pt x="2929" y="2147"/>
                    <a:pt x="2929" y="2147"/>
                  </a:cubicBezTo>
                  <a:cubicBezTo>
                    <a:pt x="2929" y="2147"/>
                    <a:pt x="2586" y="2392"/>
                    <a:pt x="1957" y="2392"/>
                  </a:cubicBezTo>
                  <a:cubicBezTo>
                    <a:pt x="1328" y="2392"/>
                    <a:pt x="1099" y="2147"/>
                    <a:pt x="1099" y="2147"/>
                  </a:cubicBezTo>
                  <a:cubicBezTo>
                    <a:pt x="1099" y="1386"/>
                    <a:pt x="1099" y="1386"/>
                    <a:pt x="1099" y="1386"/>
                  </a:cubicBezTo>
                  <a:cubicBezTo>
                    <a:pt x="1099" y="1386"/>
                    <a:pt x="1410" y="1072"/>
                    <a:pt x="2004" y="1072"/>
                  </a:cubicBezTo>
                  <a:close/>
                  <a:moveTo>
                    <a:pt x="1992" y="2252"/>
                  </a:moveTo>
                  <a:cubicBezTo>
                    <a:pt x="2404" y="2252"/>
                    <a:pt x="2738" y="2168"/>
                    <a:pt x="2738" y="2066"/>
                  </a:cubicBezTo>
                  <a:cubicBezTo>
                    <a:pt x="2738" y="1963"/>
                    <a:pt x="2404" y="1879"/>
                    <a:pt x="1992" y="1879"/>
                  </a:cubicBezTo>
                  <a:cubicBezTo>
                    <a:pt x="1581" y="1879"/>
                    <a:pt x="1247" y="1963"/>
                    <a:pt x="1247" y="2066"/>
                  </a:cubicBezTo>
                  <a:cubicBezTo>
                    <a:pt x="1247" y="2168"/>
                    <a:pt x="1581" y="2252"/>
                    <a:pt x="1992" y="2252"/>
                  </a:cubicBezTo>
                  <a:close/>
                </a:path>
              </a:pathLst>
            </a:custGeom>
            <a:solidFill>
              <a:schemeClr val="accent5">
                <a:lumMod val="75000"/>
              </a:schemeClr>
            </a:solidFill>
            <a:ln>
              <a:noFill/>
            </a:ln>
            <a:extLst>
              <a:ext uri="{91240B29-F687-4F45-9708-019B960494DF}">
                <a14:hiddenLine xmlns:a14="http://schemas.microsoft.com/office/drawing/2010/main" w="9525">
                  <a:solidFill>
                    <a:srgbClr val="000000"/>
                  </a:solidFill>
                  <a:round/>
                </a14:hiddenLine>
              </a:ext>
            </a:extLst>
          </p:spPr>
          <p:txBody>
            <a:bodyPr anchor="ctr" anchorCtr="1"/>
            <a:lstStyle>
              <a:defPPr>
                <a:defRPr lang="zh-CN"/>
              </a:defPPr>
              <a:lvl1pPr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1pPr>
              <a:lvl2pPr marL="4572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2pPr>
              <a:lvl3pPr marL="9144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3pPr>
              <a:lvl4pPr marL="13716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4pPr>
              <a:lvl5pPr marL="18288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5pPr>
              <a:lvl6pPr marL="2286000" algn="l" defTabSz="914400" rtl="0" eaLnBrk="1" latinLnBrk="0" hangingPunct="1">
                <a:defRPr kern="1200">
                  <a:solidFill>
                    <a:schemeClr val="tx1"/>
                  </a:solidFill>
                  <a:latin typeface="Calibri" panose="020F0502020204030204" charset="0"/>
                  <a:ea typeface="宋体" panose="02010600030101010101" pitchFamily="2" charset="-122"/>
                  <a:cs typeface="+mn-cs"/>
                </a:defRPr>
              </a:lvl6pPr>
              <a:lvl7pPr marL="2743200" algn="l" defTabSz="914400" rtl="0" eaLnBrk="1" latinLnBrk="0" hangingPunct="1">
                <a:defRPr kern="1200">
                  <a:solidFill>
                    <a:schemeClr val="tx1"/>
                  </a:solidFill>
                  <a:latin typeface="Calibri" panose="020F0502020204030204" charset="0"/>
                  <a:ea typeface="宋体" panose="02010600030101010101" pitchFamily="2" charset="-122"/>
                  <a:cs typeface="+mn-cs"/>
                </a:defRPr>
              </a:lvl7pPr>
              <a:lvl8pPr marL="3200400" algn="l" defTabSz="914400" rtl="0" eaLnBrk="1" latinLnBrk="0" hangingPunct="1">
                <a:defRPr kern="1200">
                  <a:solidFill>
                    <a:schemeClr val="tx1"/>
                  </a:solidFill>
                  <a:latin typeface="Calibri" panose="020F0502020204030204" charset="0"/>
                  <a:ea typeface="宋体" panose="02010600030101010101" pitchFamily="2" charset="-122"/>
                  <a:cs typeface="+mn-cs"/>
                </a:defRPr>
              </a:lvl8pPr>
              <a:lvl9pPr marL="3657600" algn="l" defTabSz="914400" rtl="0" eaLnBrk="1" latinLnBrk="0" hangingPunct="1">
                <a:defRPr kern="1200">
                  <a:solidFill>
                    <a:schemeClr val="tx1"/>
                  </a:solidFill>
                  <a:latin typeface="Calibri" panose="020F0502020204030204" charset="0"/>
                  <a:ea typeface="宋体" panose="02010600030101010101" pitchFamily="2" charset="-122"/>
                  <a:cs typeface="+mn-cs"/>
                </a:defRPr>
              </a:lvl9pPr>
            </a:lstStyle>
            <a:p>
              <a:endParaRPr lang="zh-CN" altLang="en-US" dirty="0">
                <a:ea typeface="微软雅黑" panose="020B0503020204020204" pitchFamily="34" charset="-122"/>
              </a:endParaRPr>
            </a:p>
          </p:txBody>
        </p:sp>
        <p:sp>
          <p:nvSpPr>
            <p:cNvPr id="35" name="文本框 34"/>
            <p:cNvSpPr txBox="1"/>
            <p:nvPr/>
          </p:nvSpPr>
          <p:spPr>
            <a:xfrm>
              <a:off x="1360" y="3130"/>
              <a:ext cx="8372" cy="1008"/>
            </a:xfrm>
            <a:prstGeom prst="rect">
              <a:avLst/>
            </a:prstGeom>
            <a:noFill/>
          </p:spPr>
          <p:txBody>
            <a:bodyPr wrap="square" rtlCol="0">
              <a:spAutoFit/>
            </a:bodyPr>
            <a:lstStyle/>
            <a:p>
              <a:pPr algn="l" eaLnBrk="1" fontAlgn="auto" hangingPunct="1">
                <a:spcBef>
                  <a:spcPts val="0"/>
                </a:spcBef>
                <a:spcAft>
                  <a:spcPts val="0"/>
                </a:spcAft>
                <a:defRPr/>
              </a:pPr>
              <a:r>
                <a:rPr lang="en-US" altLang="zh-CN" dirty="0">
                  <a:solidFill>
                    <a:schemeClr val="bg2">
                      <a:lumMod val="50000"/>
                    </a:schemeClr>
                  </a:solidFill>
                  <a:sym typeface="+mn-ea"/>
                </a:rPr>
                <a:t>      </a:t>
              </a:r>
              <a:r>
                <a:rPr>
                  <a:sym typeface="+mn-ea"/>
                </a:rPr>
                <a:t>UML适用于系统开发的全过程，应用于需求分析、设计、编码和测试的所有阶段。</a:t>
              </a:r>
            </a:p>
          </p:txBody>
        </p:sp>
      </p:grpSp>
    </p:spTree>
  </p:cSld>
  <p:clrMapOvr>
    <a:masterClrMapping/>
  </p:clrMapOvr>
  <p:transition>
    <p:strips dir="rd"/>
  </p:transition>
</p:sld>
</file>

<file path=ppt/slides/slide1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694801" y="360000"/>
            <a:ext cx="5401200" cy="523220"/>
          </a:xfrm>
        </p:spPr>
        <p:txBody>
          <a:bodyPr/>
          <a:lstStyle/>
          <a:p>
            <a:r>
              <a:rPr lang="zh-CN" altLang="en-US" dirty="0"/>
              <a:t>本章小结</a:t>
            </a:r>
            <a:endParaRPr lang="en-US" altLang="zh-CN" dirty="0"/>
          </a:p>
        </p:txBody>
      </p:sp>
      <p:sp>
        <p:nvSpPr>
          <p:cNvPr id="16" name="矩形 15"/>
          <p:cNvSpPr/>
          <p:nvPr/>
        </p:nvSpPr>
        <p:spPr>
          <a:xfrm>
            <a:off x="10306050" y="665480"/>
            <a:ext cx="1283970" cy="964565"/>
          </a:xfrm>
          <a:prstGeom prst="rect">
            <a:avLst/>
          </a:prstGeom>
          <a:solidFill>
            <a:srgbClr val="FFFFFF">
              <a:alpha val="85098"/>
            </a:srgbClr>
          </a:solidFill>
          <a:ln w="3175" cap="flat" cmpd="sng" algn="ctr">
            <a:noFill/>
            <a:prstDash val="solid"/>
          </a:ln>
          <a:effectLst>
            <a:outerShdw blurRad="50800" dist="38100" dir="5400000" algn="t" rotWithShape="0">
              <a:prstClr val="black">
                <a:alpha val="40000"/>
              </a:prstClr>
            </a:outerShdw>
          </a:effectLst>
        </p:spPr>
        <p:txBody>
          <a:bodyPr anchor="ctr"/>
          <a:lstStyle/>
          <a:p>
            <a:pPr marR="0" lvl="0" indent="0" algn="ctr" defTabSz="-635" fontAlgn="auto">
              <a:lnSpc>
                <a:spcPct val="120000"/>
              </a:lnSpc>
              <a:spcBef>
                <a:spcPts val="0"/>
              </a:spcBef>
              <a:spcAft>
                <a:spcPts val="0"/>
              </a:spcAft>
              <a:buClrTx/>
              <a:buSzTx/>
              <a:buFontTx/>
              <a:buNone/>
            </a:pPr>
            <a:r>
              <a:rPr kumimoji="0" lang="zh-CN" altLang="en-US" sz="1800" b="1" i="0" u="none" strike="noStrike" kern="0" cap="none" spc="0" normalizeH="0" baseline="0">
                <a:ln>
                  <a:noFill/>
                </a:ln>
                <a:solidFill>
                  <a:schemeClr val="tx1"/>
                </a:solidFill>
                <a:effectLst/>
                <a:uLnTx/>
                <a:uFillTx/>
                <a:latin typeface="微软雅黑" panose="020B0503020204020204" charset="-122"/>
                <a:ea typeface="微软雅黑" panose="020B0503020204020204" charset="-122"/>
              </a:rPr>
              <a:t>本章小结</a:t>
            </a:r>
          </a:p>
        </p:txBody>
      </p:sp>
      <p:sp>
        <p:nvSpPr>
          <p:cNvPr id="100" name="文本框 99"/>
          <p:cNvSpPr txBox="1"/>
          <p:nvPr/>
        </p:nvSpPr>
        <p:spPr>
          <a:xfrm>
            <a:off x="1482090" y="2185670"/>
            <a:ext cx="9675495" cy="3373231"/>
          </a:xfrm>
          <a:prstGeom prst="rect">
            <a:avLst/>
          </a:prstGeom>
          <a:noFill/>
          <a:ln w="9525">
            <a:noFill/>
          </a:ln>
        </p:spPr>
        <p:txBody>
          <a:bodyPr wrap="square">
            <a:spAutoFit/>
          </a:bodyPr>
          <a:lstStyle/>
          <a:p>
            <a:pPr marL="0" indent="0" algn="l" fontAlgn="auto">
              <a:lnSpc>
                <a:spcPct val="130000"/>
              </a:lnSpc>
            </a:pPr>
            <a:r>
              <a:rPr lang="en-US" altLang="zh-CN" sz="2000" dirty="0">
                <a:latin typeface="微软雅黑" panose="020B0503020204020204" charset="-122"/>
                <a:ea typeface="微软雅黑" panose="020B0503020204020204" charset="-122"/>
                <a:sym typeface="+mn-ea"/>
              </a:rPr>
              <a:t>    </a:t>
            </a:r>
            <a:r>
              <a:rPr lang="en-US" altLang="zh-CN" dirty="0">
                <a:latin typeface="微软雅黑" panose="020B0503020204020204" charset="-122"/>
                <a:ea typeface="微软雅黑" panose="020B0503020204020204" charset="-122"/>
                <a:sym typeface="+mn-ea"/>
              </a:rPr>
              <a:t>   </a:t>
            </a:r>
            <a:r>
              <a:rPr lang="zh-CN" altLang="en-US" dirty="0">
                <a:latin typeface="微软雅黑" panose="020B0503020204020204" charset="-122"/>
                <a:ea typeface="微软雅黑" panose="020B0503020204020204" charset="-122"/>
                <a:sym typeface="+mn-ea"/>
              </a:rPr>
              <a:t>面向对象方法是一种将数据和处理相结合的方法，它不强调分析与设计之间的严格区分。</a:t>
            </a:r>
            <a:r>
              <a:rPr lang="zh-CN" altLang="en-US" dirty="0">
                <a:solidFill>
                  <a:srgbClr val="C00000"/>
                </a:solidFill>
                <a:latin typeface="微软雅黑" panose="020B0503020204020204" charset="-122"/>
                <a:ea typeface="微软雅黑" panose="020B0503020204020204" charset="-122"/>
                <a:sym typeface="+mn-ea"/>
              </a:rPr>
              <a:t>从面向对象分析（OOA）到面向对象设计（OOD），</a:t>
            </a:r>
            <a:r>
              <a:rPr lang="zh-CN" altLang="en-US" dirty="0">
                <a:latin typeface="微软雅黑" panose="020B0503020204020204" charset="-122"/>
                <a:ea typeface="微软雅黑" panose="020B0503020204020204" charset="-122"/>
                <a:sym typeface="+mn-ea"/>
              </a:rPr>
              <a:t>是一个反复多次迭代的过程。</a:t>
            </a:r>
          </a:p>
          <a:p>
            <a:pPr marL="0" indent="0" algn="l" fontAlgn="auto">
              <a:lnSpc>
                <a:spcPct val="130000"/>
              </a:lnSpc>
            </a:pPr>
            <a:r>
              <a:rPr lang="zh-CN" altLang="en-US" dirty="0">
                <a:latin typeface="微软雅黑" panose="020B0503020204020204" charset="-122"/>
                <a:ea typeface="微软雅黑" panose="020B0503020204020204" charset="-122"/>
                <a:sym typeface="+mn-ea"/>
              </a:rPr>
              <a:t>       面向对象方法使用对象、类和继承机制，对象之间仅能通过传递消息实现彼此通信。可以用下列方程来概括：</a:t>
            </a:r>
          </a:p>
          <a:p>
            <a:pPr marL="0" indent="0" algn="l" fontAlgn="auto">
              <a:lnSpc>
                <a:spcPct val="130000"/>
              </a:lnSpc>
            </a:pPr>
            <a:r>
              <a:rPr lang="zh-CN" altLang="en-US" b="1" dirty="0">
                <a:solidFill>
                  <a:srgbClr val="C00000"/>
                </a:solidFill>
                <a:latin typeface="微软雅黑" panose="020B0503020204020204" charset="-122"/>
                <a:ea typeface="微软雅黑" panose="020B0503020204020204" charset="-122"/>
                <a:sym typeface="+mn-ea"/>
              </a:rPr>
              <a:t>                                   面向对象＝对象＋类＋继承＋用消息通信</a:t>
            </a:r>
          </a:p>
          <a:p>
            <a:pPr marL="0" indent="0" algn="l" fontAlgn="auto">
              <a:lnSpc>
                <a:spcPct val="130000"/>
              </a:lnSpc>
            </a:pPr>
            <a:r>
              <a:rPr lang="zh-CN" altLang="en-US" dirty="0">
                <a:latin typeface="微软雅黑" panose="020B0503020204020204" charset="-122"/>
                <a:ea typeface="微软雅黑" panose="020B0503020204020204" charset="-122"/>
                <a:sym typeface="+mn-ea"/>
              </a:rPr>
              <a:t>       UML是面向对象方法使用的一种标准建模语言。</a:t>
            </a:r>
          </a:p>
          <a:p>
            <a:pPr marL="0" indent="0" algn="l" fontAlgn="auto">
              <a:lnSpc>
                <a:spcPct val="130000"/>
              </a:lnSpc>
            </a:pPr>
            <a:r>
              <a:rPr lang="zh-CN" altLang="en-US" dirty="0">
                <a:latin typeface="微软雅黑" panose="020B0503020204020204" charset="-122"/>
                <a:ea typeface="微软雅黑" panose="020B0503020204020204" charset="-122"/>
                <a:sym typeface="+mn-ea"/>
              </a:rPr>
              <a:t>       常用的UML图有9种：</a:t>
            </a:r>
            <a:r>
              <a:rPr lang="zh-CN" altLang="en-US" dirty="0">
                <a:solidFill>
                  <a:srgbClr val="C00000"/>
                </a:solidFill>
                <a:latin typeface="微软雅黑" panose="020B0503020204020204" charset="-122"/>
                <a:ea typeface="微软雅黑" panose="020B0503020204020204" charset="-122"/>
                <a:sym typeface="+mn-ea"/>
              </a:rPr>
              <a:t>用例图、类图、对象图、状态图、顺序图、活动图、协作图、构件图、部署图。</a:t>
            </a:r>
          </a:p>
          <a:p>
            <a:pPr marL="0" indent="0" algn="l" fontAlgn="auto">
              <a:lnSpc>
                <a:spcPct val="130000"/>
              </a:lnSpc>
            </a:pPr>
            <a:endParaRPr lang="zh-CN" altLang="en-US" dirty="0">
              <a:latin typeface="微软雅黑" panose="020B0503020204020204" charset="-122"/>
              <a:ea typeface="微软雅黑" panose="020B0503020204020204" charset="-122"/>
              <a:sym typeface="+mn-ea"/>
            </a:endParaRPr>
          </a:p>
        </p:txBody>
      </p:sp>
      <p:sp>
        <p:nvSpPr>
          <p:cNvPr id="7" name="文本框 6"/>
          <p:cNvSpPr txBox="1"/>
          <p:nvPr/>
        </p:nvSpPr>
        <p:spPr>
          <a:xfrm>
            <a:off x="754380" y="3084830"/>
            <a:ext cx="476250" cy="1087120"/>
          </a:xfrm>
          <a:prstGeom prst="rect">
            <a:avLst/>
          </a:prstGeom>
          <a:noFill/>
        </p:spPr>
        <p:txBody>
          <a:bodyPr vert="eaVert" wrap="none" rtlCol="0">
            <a:spAutoFit/>
          </a:bodyPr>
          <a:lstStyle/>
          <a:p>
            <a:pPr algn="l"/>
            <a:r>
              <a:rPr lang="zh-CN" altLang="en-US" spc="160" dirty="0">
                <a:solidFill>
                  <a:schemeClr val="bg1"/>
                </a:solidFill>
                <a:latin typeface="微软雅黑" panose="020B0503020204020204" charset="-122"/>
                <a:ea typeface="微软雅黑" panose="020B0503020204020204" charset="-122"/>
              </a:rPr>
              <a:t>本章小结</a:t>
            </a:r>
          </a:p>
        </p:txBody>
      </p:sp>
    </p:spTree>
  </p:cSld>
  <p:clrMapOvr>
    <a:masterClrMapping/>
  </p:clrMapOvr>
  <p:transition>
    <p:split orient="vert" dir="in"/>
  </p:transition>
</p:sld>
</file>

<file path=ppt/slides/slide1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694801" y="360000"/>
            <a:ext cx="5401200" cy="523220"/>
          </a:xfrm>
        </p:spPr>
        <p:txBody>
          <a:bodyPr/>
          <a:lstStyle/>
          <a:p>
            <a:r>
              <a:rPr lang="zh-CN" altLang="en-US" dirty="0"/>
              <a:t>本章小结</a:t>
            </a:r>
            <a:endParaRPr lang="en-US" altLang="zh-CN" dirty="0"/>
          </a:p>
        </p:txBody>
      </p:sp>
      <p:sp>
        <p:nvSpPr>
          <p:cNvPr id="16" name="矩形 15"/>
          <p:cNvSpPr/>
          <p:nvPr/>
        </p:nvSpPr>
        <p:spPr>
          <a:xfrm>
            <a:off x="10306050" y="665480"/>
            <a:ext cx="1283970" cy="964565"/>
          </a:xfrm>
          <a:prstGeom prst="rect">
            <a:avLst/>
          </a:prstGeom>
          <a:solidFill>
            <a:srgbClr val="FFFFFF">
              <a:alpha val="85098"/>
            </a:srgbClr>
          </a:solidFill>
          <a:ln w="3175" cap="flat" cmpd="sng" algn="ctr">
            <a:noFill/>
            <a:prstDash val="solid"/>
          </a:ln>
          <a:effectLst>
            <a:outerShdw blurRad="50800" dist="38100" dir="5400000" algn="t" rotWithShape="0">
              <a:prstClr val="black">
                <a:alpha val="40000"/>
              </a:prstClr>
            </a:outerShdw>
          </a:effectLst>
        </p:spPr>
        <p:txBody>
          <a:bodyPr anchor="ctr"/>
          <a:lstStyle/>
          <a:p>
            <a:pPr marR="0" lvl="0" indent="0" algn="ctr" defTabSz="-635" fontAlgn="auto">
              <a:lnSpc>
                <a:spcPct val="120000"/>
              </a:lnSpc>
              <a:spcBef>
                <a:spcPts val="0"/>
              </a:spcBef>
              <a:spcAft>
                <a:spcPts val="0"/>
              </a:spcAft>
              <a:buClrTx/>
              <a:buSzTx/>
              <a:buFontTx/>
              <a:buNone/>
            </a:pPr>
            <a:r>
              <a:rPr kumimoji="0" lang="zh-CN" altLang="en-US" sz="1800" b="1" i="0" u="none" strike="noStrike" kern="0" cap="none" spc="0" normalizeH="0" baseline="0">
                <a:ln>
                  <a:noFill/>
                </a:ln>
                <a:solidFill>
                  <a:schemeClr val="tx1"/>
                </a:solidFill>
                <a:effectLst/>
                <a:uLnTx/>
                <a:uFillTx/>
                <a:latin typeface="微软雅黑" panose="020B0503020204020204" charset="-122"/>
                <a:ea typeface="微软雅黑" panose="020B0503020204020204" charset="-122"/>
              </a:rPr>
              <a:t>本章小结</a:t>
            </a:r>
          </a:p>
        </p:txBody>
      </p:sp>
      <p:sp>
        <p:nvSpPr>
          <p:cNvPr id="100" name="文本框 99"/>
          <p:cNvSpPr txBox="1"/>
          <p:nvPr/>
        </p:nvSpPr>
        <p:spPr>
          <a:xfrm>
            <a:off x="1488440" y="2351405"/>
            <a:ext cx="9215755" cy="2941320"/>
          </a:xfrm>
          <a:prstGeom prst="rect">
            <a:avLst/>
          </a:prstGeom>
          <a:noFill/>
          <a:ln w="9525">
            <a:noFill/>
          </a:ln>
        </p:spPr>
        <p:txBody>
          <a:bodyPr wrap="square">
            <a:spAutoFit/>
          </a:bodyPr>
          <a:lstStyle/>
          <a:p>
            <a:pPr marL="0" indent="0" algn="l" fontAlgn="auto">
              <a:lnSpc>
                <a:spcPct val="130000"/>
              </a:lnSpc>
            </a:pPr>
            <a:r>
              <a:rPr lang="en-US" altLang="zh-CN" dirty="0">
                <a:latin typeface="微软雅黑" panose="020B0503020204020204" charset="-122"/>
                <a:ea typeface="微软雅黑" panose="020B0503020204020204" charset="-122"/>
                <a:sym typeface="+mn-ea"/>
              </a:rPr>
              <a:t>      </a:t>
            </a:r>
            <a:r>
              <a:rPr lang="zh-CN" altLang="en-US" dirty="0">
                <a:solidFill>
                  <a:srgbClr val="C00000"/>
                </a:solidFill>
                <a:latin typeface="微软雅黑" panose="020B0503020204020204" charset="-122"/>
                <a:ea typeface="微软雅黑" panose="020B0503020204020204" charset="-122"/>
                <a:sym typeface="+mn-ea"/>
              </a:rPr>
              <a:t>包由类图或另一个包构成，表示包与包之间的依赖、细化和泛化等关系。</a:t>
            </a:r>
            <a:r>
              <a:rPr lang="zh-CN" altLang="en-US" dirty="0">
                <a:latin typeface="微软雅黑" panose="020B0503020204020204" charset="-122"/>
                <a:ea typeface="微软雅黑" panose="020B0503020204020204" charset="-122"/>
                <a:sym typeface="+mn-ea"/>
              </a:rPr>
              <a:t>包通常用于对模型的管理，可把包称为子系统。</a:t>
            </a:r>
          </a:p>
          <a:p>
            <a:pPr marL="0" indent="0" algn="l" fontAlgn="auto">
              <a:lnSpc>
                <a:spcPct val="130000"/>
              </a:lnSpc>
            </a:pPr>
            <a:r>
              <a:rPr lang="zh-CN" altLang="en-US" dirty="0">
                <a:latin typeface="微软雅黑" panose="020B0503020204020204" charset="-122"/>
                <a:ea typeface="微软雅黑" panose="020B0503020204020204" charset="-122"/>
                <a:sym typeface="+mn-ea"/>
              </a:rPr>
              <a:t>       </a:t>
            </a:r>
            <a:r>
              <a:rPr lang="zh-CN" altLang="en-US" dirty="0">
                <a:solidFill>
                  <a:srgbClr val="C00000"/>
                </a:solidFill>
                <a:latin typeface="微软雅黑" panose="020B0503020204020204" charset="-122"/>
                <a:ea typeface="微软雅黑" panose="020B0503020204020204" charset="-122"/>
                <a:sym typeface="+mn-ea"/>
              </a:rPr>
              <a:t>UML是一种有力的软件开发工具，</a:t>
            </a:r>
            <a:r>
              <a:rPr lang="zh-CN" altLang="en-US" dirty="0">
                <a:latin typeface="微软雅黑" panose="020B0503020204020204" charset="-122"/>
                <a:ea typeface="微软雅黑" panose="020B0503020204020204" charset="-122"/>
                <a:sym typeface="+mn-ea"/>
              </a:rPr>
              <a:t>它不仅可以用来在软件开发过程中对系统的各个方面进行建模，还可以用在许多工程领域。</a:t>
            </a:r>
          </a:p>
          <a:p>
            <a:pPr marL="0" indent="0" algn="l" fontAlgn="auto">
              <a:lnSpc>
                <a:spcPct val="130000"/>
              </a:lnSpc>
            </a:pPr>
            <a:r>
              <a:rPr lang="zh-CN" altLang="en-US" dirty="0">
                <a:latin typeface="微软雅黑" panose="020B0503020204020204" charset="-122"/>
                <a:ea typeface="微软雅黑" panose="020B0503020204020204" charset="-122"/>
                <a:sym typeface="+mn-ea"/>
              </a:rPr>
              <a:t>       面向对象方法在开发过程中会产生几种主要模型：</a:t>
            </a:r>
            <a:r>
              <a:rPr lang="zh-CN" altLang="en-US" b="1" dirty="0">
                <a:solidFill>
                  <a:srgbClr val="C00000"/>
                </a:solidFill>
                <a:latin typeface="微软雅黑" panose="020B0503020204020204" charset="-122"/>
                <a:ea typeface="微软雅黑" panose="020B0503020204020204" charset="-122"/>
                <a:sym typeface="+mn-ea"/>
              </a:rPr>
              <a:t>用例模型、静态模型、动态模型和实现模型。</a:t>
            </a:r>
          </a:p>
          <a:p>
            <a:pPr marL="0" indent="0" algn="l" fontAlgn="auto">
              <a:lnSpc>
                <a:spcPct val="130000"/>
              </a:lnSpc>
            </a:pPr>
            <a:r>
              <a:rPr lang="zh-CN" altLang="en-US" dirty="0">
                <a:latin typeface="微软雅黑" panose="020B0503020204020204" charset="-122"/>
                <a:ea typeface="微软雅黑" panose="020B0503020204020204" charset="-122"/>
                <a:sym typeface="+mn-ea"/>
              </a:rPr>
              <a:t>       UML常用的视图有5种：</a:t>
            </a:r>
            <a:r>
              <a:rPr lang="zh-CN" altLang="en-US" b="1" dirty="0">
                <a:solidFill>
                  <a:srgbClr val="C00000"/>
                </a:solidFill>
                <a:latin typeface="微软雅黑" panose="020B0503020204020204" charset="-122"/>
                <a:ea typeface="微软雅黑" panose="020B0503020204020204" charset="-122"/>
                <a:sym typeface="+mn-ea"/>
              </a:rPr>
              <a:t>用例视图、逻辑视图、并发视图、构件视图、部署视图。</a:t>
            </a:r>
          </a:p>
          <a:p>
            <a:pPr marL="0" indent="0" algn="l" fontAlgn="auto">
              <a:lnSpc>
                <a:spcPct val="130000"/>
              </a:lnSpc>
            </a:pPr>
            <a:r>
              <a:rPr lang="zh-CN" altLang="en-US" dirty="0">
                <a:latin typeface="微软雅黑" panose="020B0503020204020204" charset="-122"/>
                <a:ea typeface="微软雅黑" panose="020B0503020204020204" charset="-122"/>
                <a:sym typeface="+mn-ea"/>
              </a:rPr>
              <a:t>       开发者应根据实际需要选择使用合适的UML图和模型。</a:t>
            </a:r>
          </a:p>
        </p:txBody>
      </p:sp>
      <p:sp>
        <p:nvSpPr>
          <p:cNvPr id="7" name="文本框 6"/>
          <p:cNvSpPr txBox="1"/>
          <p:nvPr/>
        </p:nvSpPr>
        <p:spPr>
          <a:xfrm>
            <a:off x="754380" y="3084830"/>
            <a:ext cx="476250" cy="1087120"/>
          </a:xfrm>
          <a:prstGeom prst="rect">
            <a:avLst/>
          </a:prstGeom>
          <a:noFill/>
        </p:spPr>
        <p:txBody>
          <a:bodyPr vert="eaVert" wrap="none" rtlCol="0">
            <a:spAutoFit/>
          </a:bodyPr>
          <a:lstStyle/>
          <a:p>
            <a:pPr algn="l"/>
            <a:r>
              <a:rPr lang="zh-CN" altLang="en-US" spc="160" dirty="0">
                <a:solidFill>
                  <a:schemeClr val="bg1"/>
                </a:solidFill>
                <a:latin typeface="微软雅黑" panose="020B0503020204020204" charset="-122"/>
                <a:ea typeface="微软雅黑" panose="020B0503020204020204" charset="-122"/>
              </a:rPr>
              <a:t>本章小结</a:t>
            </a:r>
          </a:p>
        </p:txBody>
      </p:sp>
    </p:spTree>
  </p:cSld>
  <p:clrMapOvr>
    <a:masterClrMapping/>
  </p:clrMapOvr>
  <p:transition>
    <p:split orient="vert" dir="in"/>
  </p:transition>
</p:sld>
</file>

<file path=ppt/slides/slide1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Ovr>
    <a:masterClrMapping/>
  </p:clrMapOvr>
  <p:transition>
    <p:randomBar dir="vert"/>
  </p:transition>
</p:sld>
</file>

<file path=ppt/tags/tag1.xml><?xml version="1.0" encoding="utf-8"?>
<p:tagLst xmlns:a="http://schemas.openxmlformats.org/drawingml/2006/main" xmlns:r="http://schemas.openxmlformats.org/officeDocument/2006/relationships" xmlns:p="http://schemas.openxmlformats.org/presentationml/2006/main">
  <p:tag name="MH" val="20150911154116"/>
  <p:tag name="MH_LIBRARY" val="GRAPHIC"/>
  <p:tag name="MH_ORDER" val="矩形 2"/>
</p:tagLst>
</file>

<file path=ppt/tags/tag2.xml><?xml version="1.0" encoding="utf-8"?>
<p:tagLst xmlns:a="http://schemas.openxmlformats.org/drawingml/2006/main" xmlns:r="http://schemas.openxmlformats.org/officeDocument/2006/relationships" xmlns:p="http://schemas.openxmlformats.org/presentationml/2006/main">
  <p:tag name="MH" val="20170216174430"/>
  <p:tag name="MH_LIBRARY" val="GRAPHIC"/>
  <p:tag name="MH_ORDER" val="TextBox 2"/>
</p:tagLst>
</file>

<file path=ppt/tags/tag3.xml><?xml version="1.0" encoding="utf-8"?>
<p:tagLst xmlns:a="http://schemas.openxmlformats.org/drawingml/2006/main" xmlns:r="http://schemas.openxmlformats.org/officeDocument/2006/relationships" xmlns:p="http://schemas.openxmlformats.org/presentationml/2006/main">
  <p:tag name="MH" val="20170216174430"/>
  <p:tag name="MH_LIBRARY" val="GRAPHIC"/>
  <p:tag name="MH_ORDER" val="TextBox 3"/>
</p:tagLst>
</file>

<file path=ppt/tags/tag4.xml><?xml version="1.0" encoding="utf-8"?>
<p:tagLst xmlns:a="http://schemas.openxmlformats.org/drawingml/2006/main" xmlns:r="http://schemas.openxmlformats.org/officeDocument/2006/relationships" xmlns:p="http://schemas.openxmlformats.org/presentationml/2006/main">
  <p:tag name="MH" val="20170216174430"/>
  <p:tag name="MH_LIBRARY" val="GRAPHIC"/>
  <p:tag name="MH_ORDER" val="TextBox 4"/>
</p:tagLst>
</file>

<file path=ppt/tags/tag5.xml><?xml version="1.0" encoding="utf-8"?>
<p:tagLst xmlns:a="http://schemas.openxmlformats.org/drawingml/2006/main" xmlns:r="http://schemas.openxmlformats.org/officeDocument/2006/relationships" xmlns:p="http://schemas.openxmlformats.org/presentationml/2006/main">
  <p:tag name="MH" val="20170216174430"/>
  <p:tag name="MH_LIBRARY" val="GRAPHIC"/>
  <p:tag name="MH_ORDER" val="直角三角形 6"/>
</p:tagLst>
</file>

<file path=ppt/tags/tag6.xml><?xml version="1.0" encoding="utf-8"?>
<p:tagLst xmlns:a="http://schemas.openxmlformats.org/drawingml/2006/main" xmlns:r="http://schemas.openxmlformats.org/officeDocument/2006/relationships" xmlns:p="http://schemas.openxmlformats.org/presentationml/2006/main">
  <p:tag name="MH" val="20170216174430"/>
  <p:tag name="MH_LIBRARY" val="GRAPHIC"/>
  <p:tag name="MH_ORDER" val="直角三角形 7"/>
</p:tagLst>
</file>

<file path=ppt/tags/tag7.xml><?xml version="1.0" encoding="utf-8"?>
<p:tagLst xmlns:a="http://schemas.openxmlformats.org/drawingml/2006/main" xmlns:r="http://schemas.openxmlformats.org/officeDocument/2006/relationships" xmlns:p="http://schemas.openxmlformats.org/presentationml/2006/main">
  <p:tag name="MH" val="20170216174430"/>
  <p:tag name="MH_LIBRARY" val="GRAPHIC"/>
  <p:tag name="MH_ORDER" val="直角三角形 8"/>
</p:tagLst>
</file>

<file path=ppt/tags/tag8.xml><?xml version="1.0" encoding="utf-8"?>
<p:tagLst xmlns:a="http://schemas.openxmlformats.org/drawingml/2006/main" xmlns:r="http://schemas.openxmlformats.org/officeDocument/2006/relationships" xmlns:p="http://schemas.openxmlformats.org/presentationml/2006/main">
  <p:tag name="MH" val="20170216174430"/>
  <p:tag name="MH_LIBRARY" val="GRAPHIC"/>
  <p:tag name="MH_ORDER" val="直角三角形 9"/>
</p:tagLst>
</file>

<file path=ppt/tags/tag9.xml><?xml version="1.0" encoding="utf-8"?>
<p:tagLst xmlns:a="http://schemas.openxmlformats.org/drawingml/2006/main" xmlns:r="http://schemas.openxmlformats.org/officeDocument/2006/relationships" xmlns:p="http://schemas.openxmlformats.org/presentationml/2006/main">
  <p:tag name="MH" val="20170216174430"/>
  <p:tag name="MH_LIBRARY" val="GRAPHIC"/>
  <p:tag name="MH_ORDER" val="直角三角形 10"/>
</p:tagLst>
</file>

<file path=ppt/tags/tag10.xml><?xml version="1.0" encoding="utf-8"?>
<p:tagLst xmlns:a="http://schemas.openxmlformats.org/drawingml/2006/main" xmlns:r="http://schemas.openxmlformats.org/officeDocument/2006/relationships" xmlns:p="http://schemas.openxmlformats.org/presentationml/2006/main">
  <p:tag name="MH" val="20170216174430"/>
  <p:tag name="MH_LIBRARY" val="GRAPHIC"/>
  <p:tag name="MH_ORDER" val="直角三角形 11"/>
</p:tagLst>
</file>

<file path=ppt/tags/tag11.xml><?xml version="1.0" encoding="utf-8"?>
<p:tagLst xmlns:a="http://schemas.openxmlformats.org/drawingml/2006/main" xmlns:r="http://schemas.openxmlformats.org/officeDocument/2006/relationships" xmlns:p="http://schemas.openxmlformats.org/presentationml/2006/main">
  <p:tag name="MH" val="20170216174430"/>
  <p:tag name="MH_LIBRARY" val="GRAPHIC"/>
  <p:tag name="MH_ORDER" val="直角三角形 12"/>
</p:tagLst>
</file>

<file path=ppt/tags/tag12.xml><?xml version="1.0" encoding="utf-8"?>
<p:tagLst xmlns:a="http://schemas.openxmlformats.org/drawingml/2006/main" xmlns:r="http://schemas.openxmlformats.org/officeDocument/2006/relationships" xmlns:p="http://schemas.openxmlformats.org/presentationml/2006/main">
  <p:tag name="MH_TYPE" val="#NeiR#"/>
  <p:tag name="MH_NUMBER" val="1"/>
  <p:tag name="MH_CATEGORY" val="#TuWHP#"/>
  <p:tag name="MH_LAYOUT" val="SubTitleText"/>
  <p:tag name="MH" val="20161213152808"/>
  <p:tag name="MH_LIBRARY" val="GRAPHIC"/>
</p:tagLst>
</file>

<file path=ppt/tags/tag13.xml><?xml version="1.0" encoding="utf-8"?>
<p:tagLst xmlns:a="http://schemas.openxmlformats.org/drawingml/2006/main" xmlns:r="http://schemas.openxmlformats.org/officeDocument/2006/relationships" xmlns:p="http://schemas.openxmlformats.org/presentationml/2006/main">
  <p:tag name="MH" val="20161213152808"/>
  <p:tag name="MH_LIBRARY" val="GRAPHIC"/>
  <p:tag name="MH_TYPE" val="Picture"/>
  <p:tag name="MH_ORDER" val="1"/>
</p:tagLst>
</file>

<file path=ppt/tags/tag14.xml><?xml version="1.0" encoding="utf-8"?>
<p:tagLst xmlns:a="http://schemas.openxmlformats.org/drawingml/2006/main" xmlns:r="http://schemas.openxmlformats.org/officeDocument/2006/relationships" xmlns:p="http://schemas.openxmlformats.org/presentationml/2006/main">
  <p:tag name="MH" val="20161213152808"/>
  <p:tag name="MH_LIBRARY" val="GRAPHIC"/>
  <p:tag name="MH_TYPE" val="Text"/>
  <p:tag name="MH_ORDER" val="1"/>
</p:tagLst>
</file>

<file path=ppt/tags/tag15.xml><?xml version="1.0" encoding="utf-8"?>
<p:tagLst xmlns:a="http://schemas.openxmlformats.org/drawingml/2006/main" xmlns:r="http://schemas.openxmlformats.org/officeDocument/2006/relationships" xmlns:p="http://schemas.openxmlformats.org/presentationml/2006/main">
  <p:tag name="MH" val="20161213152808"/>
  <p:tag name="MH_LIBRARY" val="GRAPHIC"/>
  <p:tag name="MH_TYPE" val="Other"/>
  <p:tag name="MH_ORDER" val="2"/>
</p:tagLst>
</file>

<file path=ppt/tags/tag16.xml><?xml version="1.0" encoding="utf-8"?>
<p:tagLst xmlns:a="http://schemas.openxmlformats.org/drawingml/2006/main" xmlns:r="http://schemas.openxmlformats.org/officeDocument/2006/relationships" xmlns:p="http://schemas.openxmlformats.org/presentationml/2006/main">
  <p:tag name="MH" val="20161213152808"/>
  <p:tag name="MH_LIBRARY" val="GRAPHIC"/>
  <p:tag name="MH_TYPE" val="Other"/>
  <p:tag name="MH_ORDER" val="3"/>
</p:tagLst>
</file>

<file path=ppt/tags/tag17.xml><?xml version="1.0" encoding="utf-8"?>
<p:tagLst xmlns:a="http://schemas.openxmlformats.org/drawingml/2006/main" xmlns:r="http://schemas.openxmlformats.org/officeDocument/2006/relationships" xmlns:p="http://schemas.openxmlformats.org/presentationml/2006/main">
  <p:tag name="MH" val="20161213153337"/>
  <p:tag name="MH_LIBRARY" val="GRAPHIC"/>
</p:tagLst>
</file>

<file path=ppt/tags/tag18.xml><?xml version="1.0" encoding="utf-8"?>
<p:tagLst xmlns:a="http://schemas.openxmlformats.org/drawingml/2006/main" xmlns:r="http://schemas.openxmlformats.org/officeDocument/2006/relationships" xmlns:p="http://schemas.openxmlformats.org/presentationml/2006/main">
  <p:tag name="MH" val="20161213153337"/>
  <p:tag name="MH_LIBRARY" val="GRAPHIC"/>
  <p:tag name="MH_ORDER" val="任意多边形 17"/>
</p:tagLst>
</file>

<file path=ppt/tags/tag19.xml><?xml version="1.0" encoding="utf-8"?>
<p:tagLst xmlns:a="http://schemas.openxmlformats.org/drawingml/2006/main" xmlns:r="http://schemas.openxmlformats.org/officeDocument/2006/relationships" xmlns:p="http://schemas.openxmlformats.org/presentationml/2006/main">
  <p:tag name="MH" val="20161213153337"/>
  <p:tag name="MH_LIBRARY" val="GRAPHIC"/>
  <p:tag name="MH_ORDER" val="Text Box 20"/>
</p:tagLst>
</file>

<file path=ppt/tags/tag20.xml><?xml version="1.0" encoding="utf-8"?>
<p:tagLst xmlns:a="http://schemas.openxmlformats.org/drawingml/2006/main" xmlns:r="http://schemas.openxmlformats.org/officeDocument/2006/relationships" xmlns:p="http://schemas.openxmlformats.org/presentationml/2006/main">
  <p:tag name="MH" val="20161213153337"/>
  <p:tag name="MH_LIBRARY" val="GRAPHIC"/>
  <p:tag name="MH_ORDER" val="文本框 20"/>
</p:tagLst>
</file>

<file path=ppt/tags/tag21.xml><?xml version="1.0" encoding="utf-8"?>
<p:tagLst xmlns:a="http://schemas.openxmlformats.org/drawingml/2006/main" xmlns:r="http://schemas.openxmlformats.org/officeDocument/2006/relationships" xmlns:p="http://schemas.openxmlformats.org/presentationml/2006/main">
  <p:tag name="MH" val="20161213153337"/>
  <p:tag name="MH_LIBRARY" val="GRAPHIC"/>
  <p:tag name="MH_ORDER" val="直接连接符 22"/>
</p:tagLst>
</file>

<file path=ppt/tags/tag22.xml><?xml version="1.0" encoding="utf-8"?>
<p:tagLst xmlns:a="http://schemas.openxmlformats.org/drawingml/2006/main" xmlns:r="http://schemas.openxmlformats.org/officeDocument/2006/relationships" xmlns:p="http://schemas.openxmlformats.org/presentationml/2006/main">
  <p:tag name="MH" val="20161213153337"/>
  <p:tag name="MH_LIBRARY" val="GRAPHIC"/>
  <p:tag name="MH_ORDER" val="直接连接符 24"/>
</p:tagLst>
</file>

<file path=ppt/tags/tag23.xml><?xml version="1.0" encoding="utf-8"?>
<p:tagLst xmlns:a="http://schemas.openxmlformats.org/drawingml/2006/main" xmlns:r="http://schemas.openxmlformats.org/officeDocument/2006/relationships" xmlns:p="http://schemas.openxmlformats.org/presentationml/2006/main">
  <p:tag name="MH" val="20161213153337"/>
  <p:tag name="MH_LIBRARY" val="GRAPHIC"/>
  <p:tag name="MH_ORDER" val="任意多边形 17"/>
</p:tagLst>
</file>

<file path=ppt/tags/tag24.xml><?xml version="1.0" encoding="utf-8"?>
<p:tagLst xmlns:a="http://schemas.openxmlformats.org/drawingml/2006/main" xmlns:r="http://schemas.openxmlformats.org/officeDocument/2006/relationships" xmlns:p="http://schemas.openxmlformats.org/presentationml/2006/main">
  <p:tag name="MH" val="20161215110048"/>
  <p:tag name="MH_LIBRARY" val="GRAPHIC"/>
  <p:tag name="MH_TYPE" val="Other"/>
  <p:tag name="MH_ORDER" val="1"/>
</p:tagLst>
</file>

<file path=ppt/tags/tag25.xml><?xml version="1.0" encoding="utf-8"?>
<p:tagLst xmlns:a="http://schemas.openxmlformats.org/drawingml/2006/main" xmlns:r="http://schemas.openxmlformats.org/officeDocument/2006/relationships" xmlns:p="http://schemas.openxmlformats.org/presentationml/2006/main">
  <p:tag name="MH" val="20161215110048"/>
  <p:tag name="MH_LIBRARY" val="GRAPHIC"/>
  <p:tag name="MH_TYPE" val="Other"/>
  <p:tag name="MH_ORDER" val="2"/>
</p:tagLst>
</file>

<file path=ppt/tags/tag26.xml><?xml version="1.0" encoding="utf-8"?>
<p:tagLst xmlns:a="http://schemas.openxmlformats.org/drawingml/2006/main" xmlns:r="http://schemas.openxmlformats.org/officeDocument/2006/relationships" xmlns:p="http://schemas.openxmlformats.org/presentationml/2006/main">
  <p:tag name="MH" val="20161215110048"/>
  <p:tag name="MH_LIBRARY" val="GRAPHIC"/>
  <p:tag name="MH_TYPE" val="Other"/>
  <p:tag name="MH_ORDER" val="3"/>
</p:tagLst>
</file>

<file path=ppt/tags/tag27.xml><?xml version="1.0" encoding="utf-8"?>
<p:tagLst xmlns:a="http://schemas.openxmlformats.org/drawingml/2006/main" xmlns:r="http://schemas.openxmlformats.org/officeDocument/2006/relationships" xmlns:p="http://schemas.openxmlformats.org/presentationml/2006/main">
  <p:tag name="MH" val="20161215110048"/>
  <p:tag name="MH_LIBRARY" val="GRAPHIC"/>
  <p:tag name="MH_TYPE" val="Other"/>
  <p:tag name="MH_ORDER" val="4"/>
</p:tagLst>
</file>

<file path=ppt/tags/tag28.xml><?xml version="1.0" encoding="utf-8"?>
<p:tagLst xmlns:a="http://schemas.openxmlformats.org/drawingml/2006/main" xmlns:r="http://schemas.openxmlformats.org/officeDocument/2006/relationships" xmlns:p="http://schemas.openxmlformats.org/presentationml/2006/main">
  <p:tag name="MH" val="20161215110048"/>
  <p:tag name="MH_LIBRARY" val="GRAPHIC"/>
  <p:tag name="MH_TYPE" val="Other"/>
  <p:tag name="MH_ORDER" val="6"/>
</p:tagLst>
</file>

<file path=ppt/tags/tag29.xml><?xml version="1.0" encoding="utf-8"?>
<p:tagLst xmlns:a="http://schemas.openxmlformats.org/drawingml/2006/main" xmlns:r="http://schemas.openxmlformats.org/officeDocument/2006/relationships" xmlns:p="http://schemas.openxmlformats.org/presentationml/2006/main">
  <p:tag name="MH" val="20161215110048"/>
  <p:tag name="MH_LIBRARY" val="GRAPHIC"/>
  <p:tag name="MH_TYPE" val="Text"/>
  <p:tag name="MH_ORDER" val="2"/>
</p:tagLst>
</file>

<file path=ppt/tags/tag30.xml><?xml version="1.0" encoding="utf-8"?>
<p:tagLst xmlns:a="http://schemas.openxmlformats.org/drawingml/2006/main" xmlns:r="http://schemas.openxmlformats.org/officeDocument/2006/relationships" xmlns:p="http://schemas.openxmlformats.org/presentationml/2006/main">
  <p:tag name="MH" val="20161215110048"/>
  <p:tag name="MH_LIBRARY" val="GRAPHIC"/>
  <p:tag name="MH_TYPE" val="SubTitle"/>
  <p:tag name="MH_ORDER" val="2"/>
</p:tagLst>
</file>

<file path=ppt/tags/tag31.xml><?xml version="1.0" encoding="utf-8"?>
<p:tagLst xmlns:a="http://schemas.openxmlformats.org/drawingml/2006/main" xmlns:r="http://schemas.openxmlformats.org/officeDocument/2006/relationships" xmlns:p="http://schemas.openxmlformats.org/presentationml/2006/main">
  <p:tag name="MH" val="20161215110048"/>
  <p:tag name="MH_LIBRARY" val="GRAPHIC"/>
  <p:tag name="MH_TYPE" val="Other"/>
  <p:tag name="MH_ORDER" val="7"/>
</p:tagLst>
</file>

<file path=ppt/tags/tag32.xml><?xml version="1.0" encoding="utf-8"?>
<p:tagLst xmlns:a="http://schemas.openxmlformats.org/drawingml/2006/main" xmlns:r="http://schemas.openxmlformats.org/officeDocument/2006/relationships" xmlns:p="http://schemas.openxmlformats.org/presentationml/2006/main">
  <p:tag name="MH" val="20161215110048"/>
  <p:tag name="MH_LIBRARY" val="GRAPHIC"/>
  <p:tag name="MH_TYPE" val="Text"/>
  <p:tag name="MH_ORDER" val="1"/>
</p:tagLst>
</file>

<file path=ppt/tags/tag33.xml><?xml version="1.0" encoding="utf-8"?>
<p:tagLst xmlns:a="http://schemas.openxmlformats.org/drawingml/2006/main" xmlns:r="http://schemas.openxmlformats.org/officeDocument/2006/relationships" xmlns:p="http://schemas.openxmlformats.org/presentationml/2006/main">
  <p:tag name="MH" val="20161215110048"/>
  <p:tag name="MH_LIBRARY" val="GRAPHIC"/>
  <p:tag name="MH_TYPE" val="SubTitle"/>
  <p:tag name="MH_ORDER" val="1"/>
</p:tagLst>
</file>

<file path=ppt/tags/tag34.xml><?xml version="1.0" encoding="utf-8"?>
<p:tagLst xmlns:a="http://schemas.openxmlformats.org/drawingml/2006/main" xmlns:r="http://schemas.openxmlformats.org/officeDocument/2006/relationships" xmlns:p="http://schemas.openxmlformats.org/presentationml/2006/main">
  <p:tag name="MH" val="20161215110048"/>
  <p:tag name="MH_LIBRARY" val="GRAPHIC"/>
  <p:tag name="MH_TYPE" val="Other"/>
  <p:tag name="MH_ORDER" val="8"/>
</p:tagLst>
</file>

<file path=ppt/tags/tag35.xml><?xml version="1.0" encoding="utf-8"?>
<p:tagLst xmlns:a="http://schemas.openxmlformats.org/drawingml/2006/main" xmlns:r="http://schemas.openxmlformats.org/officeDocument/2006/relationships" xmlns:p="http://schemas.openxmlformats.org/presentationml/2006/main">
  <p:tag name="MH" val="20161215110048"/>
  <p:tag name="MH_LIBRARY" val="GRAPHIC"/>
  <p:tag name="MH_TYPE" val="Other"/>
  <p:tag name="MH_ORDER" val="5"/>
</p:tagLst>
</file>

<file path=ppt/tags/tag36.xml><?xml version="1.0" encoding="utf-8"?>
<p:tagLst xmlns:a="http://schemas.openxmlformats.org/drawingml/2006/main" xmlns:r="http://schemas.openxmlformats.org/officeDocument/2006/relationships" xmlns:p="http://schemas.openxmlformats.org/presentationml/2006/main">
  <p:tag name="MH" val="20170104193507"/>
  <p:tag name="MH_LIBRARY" val="GRAPHIC"/>
  <p:tag name="MH_TYPE" val="Picture"/>
  <p:tag name="MH_ORDER" val="2"/>
</p:tagLst>
</file>

<file path=ppt/tags/tag37.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SubTitle"/>
  <p:tag name="MH_ORDER" val="2"/>
</p:tagLst>
</file>

<file path=ppt/tags/tag38.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Other"/>
  <p:tag name="MH_ORDER" val="5"/>
</p:tagLst>
</file>

<file path=ppt/tags/tag39.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Other"/>
  <p:tag name="MH_ORDER" val="6"/>
</p:tagLst>
</file>

<file path=ppt/tags/tag40.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SubTitle"/>
  <p:tag name="MH_ORDER" val="2"/>
</p:tagLst>
</file>

<file path=ppt/tags/tag41.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Other"/>
  <p:tag name="MH_ORDER" val="5"/>
</p:tagLst>
</file>

<file path=ppt/tags/tag42.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Other"/>
  <p:tag name="MH_ORDER" val="6"/>
</p:tagLst>
</file>

<file path=ppt/tags/tag43.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h_a"/>
  <p:tag name="KSO_WM_UNIT_INDEX" val="1_2_1"/>
  <p:tag name="KSO_WM_UNIT_ID" val="custom160596_31*l_h_a*1_2_1"/>
  <p:tag name="KSO_WM_UNIT_LAYERLEVEL" val="1_1_1"/>
  <p:tag name="KSO_WM_UNIT_VALUE" val="6"/>
  <p:tag name="KSO_WM_UNIT_HIGHLIGHT" val="0"/>
  <p:tag name="KSO_WM_UNIT_COMPATIBLE" val="0"/>
  <p:tag name="KSO_WM_UNIT_CLEAR" val="0"/>
  <p:tag name="KSO_WM_DIAGRAM_GROUP_CODE" val="l1-9"/>
  <p:tag name="KSO_WM_UNIT_PRESET_TEXT" val="单击添加标题"/>
  <p:tag name="KSO_WM_UNIT_TEXT_FILL_FORE_SCHEMECOLOR_INDEX" val="14"/>
  <p:tag name="KSO_WM_UNIT_TEXT_FILL_TYPE" val="1"/>
  <p:tag name="KSO_WM_UNIT_USESOURCEFORMAT_APPLY" val="1"/>
</p:tagLst>
</file>

<file path=ppt/tags/tag44.xml><?xml version="1.0" encoding="utf-8"?>
<p:tagLst xmlns:a="http://schemas.openxmlformats.org/drawingml/2006/main" xmlns:r="http://schemas.openxmlformats.org/officeDocument/2006/relationships" xmlns:p="http://schemas.openxmlformats.org/presentationml/2006/main">
  <p:tag name="MH" val="20161215110048"/>
  <p:tag name="MH_LIBRARY" val="GRAPHIC"/>
  <p:tag name="MH_TYPE" val="Other"/>
  <p:tag name="MH_ORDER" val="1"/>
</p:tagLst>
</file>

<file path=ppt/tags/tag45.xml><?xml version="1.0" encoding="utf-8"?>
<p:tagLst xmlns:a="http://schemas.openxmlformats.org/drawingml/2006/main" xmlns:r="http://schemas.openxmlformats.org/officeDocument/2006/relationships" xmlns:p="http://schemas.openxmlformats.org/presentationml/2006/main">
  <p:tag name="MH" val="20161215110048"/>
  <p:tag name="MH_LIBRARY" val="GRAPHIC"/>
  <p:tag name="MH_TYPE" val="Other"/>
  <p:tag name="MH_ORDER" val="2"/>
</p:tagLst>
</file>

<file path=ppt/tags/tag46.xml><?xml version="1.0" encoding="utf-8"?>
<p:tagLst xmlns:a="http://schemas.openxmlformats.org/drawingml/2006/main" xmlns:r="http://schemas.openxmlformats.org/officeDocument/2006/relationships" xmlns:p="http://schemas.openxmlformats.org/presentationml/2006/main">
  <p:tag name="MH" val="20161215110048"/>
  <p:tag name="MH_LIBRARY" val="GRAPHIC"/>
  <p:tag name="MH_TYPE" val="Other"/>
  <p:tag name="MH_ORDER" val="3"/>
</p:tagLst>
</file>

<file path=ppt/tags/tag47.xml><?xml version="1.0" encoding="utf-8"?>
<p:tagLst xmlns:a="http://schemas.openxmlformats.org/drawingml/2006/main" xmlns:r="http://schemas.openxmlformats.org/officeDocument/2006/relationships" xmlns:p="http://schemas.openxmlformats.org/presentationml/2006/main">
  <p:tag name="MH" val="20161215110048"/>
  <p:tag name="MH_LIBRARY" val="GRAPHIC"/>
  <p:tag name="MH_TYPE" val="Other"/>
  <p:tag name="MH_ORDER" val="4"/>
</p:tagLst>
</file>

<file path=ppt/tags/tag48.xml><?xml version="1.0" encoding="utf-8"?>
<p:tagLst xmlns:a="http://schemas.openxmlformats.org/drawingml/2006/main" xmlns:r="http://schemas.openxmlformats.org/officeDocument/2006/relationships" xmlns:p="http://schemas.openxmlformats.org/presentationml/2006/main">
  <p:tag name="MH" val="20161215110048"/>
  <p:tag name="MH_LIBRARY" val="GRAPHIC"/>
  <p:tag name="MH_TYPE" val="Other"/>
  <p:tag name="MH_ORDER" val="6"/>
</p:tagLst>
</file>

<file path=ppt/tags/tag49.xml><?xml version="1.0" encoding="utf-8"?>
<p:tagLst xmlns:a="http://schemas.openxmlformats.org/drawingml/2006/main" xmlns:r="http://schemas.openxmlformats.org/officeDocument/2006/relationships" xmlns:p="http://schemas.openxmlformats.org/presentationml/2006/main">
  <p:tag name="MH" val="20161215110048"/>
  <p:tag name="MH_LIBRARY" val="GRAPHIC"/>
  <p:tag name="MH_TYPE" val="Text"/>
  <p:tag name="MH_ORDER" val="2"/>
</p:tagLst>
</file>

<file path=ppt/tags/tag50.xml><?xml version="1.0" encoding="utf-8"?>
<p:tagLst xmlns:a="http://schemas.openxmlformats.org/drawingml/2006/main" xmlns:r="http://schemas.openxmlformats.org/officeDocument/2006/relationships" xmlns:p="http://schemas.openxmlformats.org/presentationml/2006/main">
  <p:tag name="MH" val="20161215110048"/>
  <p:tag name="MH_LIBRARY" val="GRAPHIC"/>
  <p:tag name="MH_TYPE" val="SubTitle"/>
  <p:tag name="MH_ORDER" val="2"/>
</p:tagLst>
</file>

<file path=ppt/tags/tag51.xml><?xml version="1.0" encoding="utf-8"?>
<p:tagLst xmlns:a="http://schemas.openxmlformats.org/drawingml/2006/main" xmlns:r="http://schemas.openxmlformats.org/officeDocument/2006/relationships" xmlns:p="http://schemas.openxmlformats.org/presentationml/2006/main">
  <p:tag name="MH" val="20161215110048"/>
  <p:tag name="MH_LIBRARY" val="GRAPHIC"/>
  <p:tag name="MH_TYPE" val="Other"/>
  <p:tag name="MH_ORDER" val="7"/>
</p:tagLst>
</file>

<file path=ppt/tags/tag52.xml><?xml version="1.0" encoding="utf-8"?>
<p:tagLst xmlns:a="http://schemas.openxmlformats.org/drawingml/2006/main" xmlns:r="http://schemas.openxmlformats.org/officeDocument/2006/relationships" xmlns:p="http://schemas.openxmlformats.org/presentationml/2006/main">
  <p:tag name="MH" val="20161215110048"/>
  <p:tag name="MH_LIBRARY" val="GRAPHIC"/>
  <p:tag name="MH_TYPE" val="Text"/>
  <p:tag name="MH_ORDER" val="1"/>
</p:tagLst>
</file>

<file path=ppt/tags/tag53.xml><?xml version="1.0" encoding="utf-8"?>
<p:tagLst xmlns:a="http://schemas.openxmlformats.org/drawingml/2006/main" xmlns:r="http://schemas.openxmlformats.org/officeDocument/2006/relationships" xmlns:p="http://schemas.openxmlformats.org/presentationml/2006/main">
  <p:tag name="MH" val="20161215110048"/>
  <p:tag name="MH_LIBRARY" val="GRAPHIC"/>
  <p:tag name="MH_TYPE" val="SubTitle"/>
  <p:tag name="MH_ORDER" val="1"/>
</p:tagLst>
</file>

<file path=ppt/tags/tag54.xml><?xml version="1.0" encoding="utf-8"?>
<p:tagLst xmlns:a="http://schemas.openxmlformats.org/drawingml/2006/main" xmlns:r="http://schemas.openxmlformats.org/officeDocument/2006/relationships" xmlns:p="http://schemas.openxmlformats.org/presentationml/2006/main">
  <p:tag name="MH" val="20161215110048"/>
  <p:tag name="MH_LIBRARY" val="GRAPHIC"/>
  <p:tag name="MH_TYPE" val="Other"/>
  <p:tag name="MH_ORDER" val="8"/>
</p:tagLst>
</file>

<file path=ppt/tags/tag55.xml><?xml version="1.0" encoding="utf-8"?>
<p:tagLst xmlns:a="http://schemas.openxmlformats.org/drawingml/2006/main" xmlns:r="http://schemas.openxmlformats.org/officeDocument/2006/relationships" xmlns:p="http://schemas.openxmlformats.org/presentationml/2006/main">
  <p:tag name="MH" val="20161215110048"/>
  <p:tag name="MH_LIBRARY" val="GRAPHIC"/>
  <p:tag name="MH_TYPE" val="Other"/>
  <p:tag name="MH_ORDER" val="5"/>
</p:tagLst>
</file>

<file path=ppt/tags/tag56.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h_a"/>
  <p:tag name="KSO_WM_UNIT_INDEX" val="1_2_1"/>
  <p:tag name="KSO_WM_UNIT_ID" val="custom160596_31*l_h_a*1_2_1"/>
  <p:tag name="KSO_WM_UNIT_LAYERLEVEL" val="1_1_1"/>
  <p:tag name="KSO_WM_UNIT_VALUE" val="6"/>
  <p:tag name="KSO_WM_UNIT_HIGHLIGHT" val="0"/>
  <p:tag name="KSO_WM_UNIT_COMPATIBLE" val="0"/>
  <p:tag name="KSO_WM_UNIT_CLEAR" val="0"/>
  <p:tag name="KSO_WM_DIAGRAM_GROUP_CODE" val="l1-9"/>
  <p:tag name="KSO_WM_UNIT_PRESET_TEXT" val="单击添加标题"/>
  <p:tag name="KSO_WM_UNIT_TEXT_FILL_FORE_SCHEMECOLOR_INDEX" val="14"/>
  <p:tag name="KSO_WM_UNIT_TEXT_FILL_TYPE" val="1"/>
  <p:tag name="KSO_WM_UNIT_USESOURCEFORMAT_APPLY" val="1"/>
</p:tagLst>
</file>

<file path=ppt/tags/tag57.xml><?xml version="1.0" encoding="utf-8"?>
<p:tagLst xmlns:a="http://schemas.openxmlformats.org/drawingml/2006/main" xmlns:r="http://schemas.openxmlformats.org/officeDocument/2006/relationships" xmlns:p="http://schemas.openxmlformats.org/presentationml/2006/main">
  <p:tag name="MH" val="20161215110048"/>
  <p:tag name="MH_LIBRARY" val="GRAPHIC"/>
  <p:tag name="MH_TYPE" val="Other"/>
  <p:tag name="MH_ORDER" val="1"/>
</p:tagLst>
</file>

<file path=ppt/tags/tag58.xml><?xml version="1.0" encoding="utf-8"?>
<p:tagLst xmlns:a="http://schemas.openxmlformats.org/drawingml/2006/main" xmlns:r="http://schemas.openxmlformats.org/officeDocument/2006/relationships" xmlns:p="http://schemas.openxmlformats.org/presentationml/2006/main">
  <p:tag name="MH" val="20161215110048"/>
  <p:tag name="MH_LIBRARY" val="GRAPHIC"/>
  <p:tag name="MH_TYPE" val="Other"/>
  <p:tag name="MH_ORDER" val="2"/>
</p:tagLst>
</file>

<file path=ppt/tags/tag59.xml><?xml version="1.0" encoding="utf-8"?>
<p:tagLst xmlns:a="http://schemas.openxmlformats.org/drawingml/2006/main" xmlns:r="http://schemas.openxmlformats.org/officeDocument/2006/relationships" xmlns:p="http://schemas.openxmlformats.org/presentationml/2006/main">
  <p:tag name="MH" val="20161215110048"/>
  <p:tag name="MH_LIBRARY" val="GRAPHIC"/>
  <p:tag name="MH_TYPE" val="Other"/>
  <p:tag name="MH_ORDER" val="3"/>
</p:tagLst>
</file>

<file path=ppt/tags/tag60.xml><?xml version="1.0" encoding="utf-8"?>
<p:tagLst xmlns:a="http://schemas.openxmlformats.org/drawingml/2006/main" xmlns:r="http://schemas.openxmlformats.org/officeDocument/2006/relationships" xmlns:p="http://schemas.openxmlformats.org/presentationml/2006/main">
  <p:tag name="MH" val="20161215110048"/>
  <p:tag name="MH_LIBRARY" val="GRAPHIC"/>
  <p:tag name="MH_TYPE" val="Other"/>
  <p:tag name="MH_ORDER" val="4"/>
</p:tagLst>
</file>

<file path=ppt/tags/tag61.xml><?xml version="1.0" encoding="utf-8"?>
<p:tagLst xmlns:a="http://schemas.openxmlformats.org/drawingml/2006/main" xmlns:r="http://schemas.openxmlformats.org/officeDocument/2006/relationships" xmlns:p="http://schemas.openxmlformats.org/presentationml/2006/main">
  <p:tag name="MH" val="20161215110048"/>
  <p:tag name="MH_LIBRARY" val="GRAPHIC"/>
  <p:tag name="MH_TYPE" val="Other"/>
  <p:tag name="MH_ORDER" val="6"/>
</p:tagLst>
</file>

<file path=ppt/tags/tag62.xml><?xml version="1.0" encoding="utf-8"?>
<p:tagLst xmlns:a="http://schemas.openxmlformats.org/drawingml/2006/main" xmlns:r="http://schemas.openxmlformats.org/officeDocument/2006/relationships" xmlns:p="http://schemas.openxmlformats.org/presentationml/2006/main">
  <p:tag name="MH" val="20161215110048"/>
  <p:tag name="MH_LIBRARY" val="GRAPHIC"/>
  <p:tag name="MH_TYPE" val="Text"/>
  <p:tag name="MH_ORDER" val="2"/>
</p:tagLst>
</file>

<file path=ppt/tags/tag63.xml><?xml version="1.0" encoding="utf-8"?>
<p:tagLst xmlns:a="http://schemas.openxmlformats.org/drawingml/2006/main" xmlns:r="http://schemas.openxmlformats.org/officeDocument/2006/relationships" xmlns:p="http://schemas.openxmlformats.org/presentationml/2006/main">
  <p:tag name="MH" val="20161215110048"/>
  <p:tag name="MH_LIBRARY" val="GRAPHIC"/>
  <p:tag name="MH_TYPE" val="SubTitle"/>
  <p:tag name="MH_ORDER" val="2"/>
</p:tagLst>
</file>

<file path=ppt/tags/tag64.xml><?xml version="1.0" encoding="utf-8"?>
<p:tagLst xmlns:a="http://schemas.openxmlformats.org/drawingml/2006/main" xmlns:r="http://schemas.openxmlformats.org/officeDocument/2006/relationships" xmlns:p="http://schemas.openxmlformats.org/presentationml/2006/main">
  <p:tag name="MH" val="20161215110048"/>
  <p:tag name="MH_LIBRARY" val="GRAPHIC"/>
  <p:tag name="MH_TYPE" val="Other"/>
  <p:tag name="MH_ORDER" val="7"/>
</p:tagLst>
</file>

<file path=ppt/tags/tag65.xml><?xml version="1.0" encoding="utf-8"?>
<p:tagLst xmlns:a="http://schemas.openxmlformats.org/drawingml/2006/main" xmlns:r="http://schemas.openxmlformats.org/officeDocument/2006/relationships" xmlns:p="http://schemas.openxmlformats.org/presentationml/2006/main">
  <p:tag name="MH" val="20161215110048"/>
  <p:tag name="MH_LIBRARY" val="GRAPHIC"/>
  <p:tag name="MH_TYPE" val="Text"/>
  <p:tag name="MH_ORDER" val="1"/>
</p:tagLst>
</file>

<file path=ppt/tags/tag66.xml><?xml version="1.0" encoding="utf-8"?>
<p:tagLst xmlns:a="http://schemas.openxmlformats.org/drawingml/2006/main" xmlns:r="http://schemas.openxmlformats.org/officeDocument/2006/relationships" xmlns:p="http://schemas.openxmlformats.org/presentationml/2006/main">
  <p:tag name="MH" val="20161215110048"/>
  <p:tag name="MH_LIBRARY" val="GRAPHIC"/>
  <p:tag name="MH_TYPE" val="SubTitle"/>
  <p:tag name="MH_ORDER" val="1"/>
</p:tagLst>
</file>

<file path=ppt/tags/tag67.xml><?xml version="1.0" encoding="utf-8"?>
<p:tagLst xmlns:a="http://schemas.openxmlformats.org/drawingml/2006/main" xmlns:r="http://schemas.openxmlformats.org/officeDocument/2006/relationships" xmlns:p="http://schemas.openxmlformats.org/presentationml/2006/main">
  <p:tag name="MH" val="20161215110048"/>
  <p:tag name="MH_LIBRARY" val="GRAPHIC"/>
  <p:tag name="MH_TYPE" val="Other"/>
  <p:tag name="MH_ORDER" val="8"/>
</p:tagLst>
</file>

<file path=ppt/tags/tag68.xml><?xml version="1.0" encoding="utf-8"?>
<p:tagLst xmlns:a="http://schemas.openxmlformats.org/drawingml/2006/main" xmlns:r="http://schemas.openxmlformats.org/officeDocument/2006/relationships" xmlns:p="http://schemas.openxmlformats.org/presentationml/2006/main">
  <p:tag name="MH" val="20161215110048"/>
  <p:tag name="MH_LIBRARY" val="GRAPHIC"/>
  <p:tag name="MH_TYPE" val="Other"/>
  <p:tag name="MH_ORDER" val="5"/>
</p:tagLst>
</file>

<file path=ppt/tags/tag69.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i"/>
  <p:tag name="KSO_WM_UNIT_INDEX" val="1_1"/>
  <p:tag name="KSO_WM_UNIT_ID" val="custom160596_16*l_i*1_1"/>
  <p:tag name="KSO_WM_UNIT_LAYERLEVEL" val="1_1"/>
  <p:tag name="KSO_WM_DIAGRAM_GROUP_CODE" val="l1-5"/>
  <p:tag name="KSO_WM_UNIT_FILL_FORE_SCHEMECOLOR_INDEX" val="9"/>
  <p:tag name="KSO_WM_UNIT_FILL_TYPE" val="1"/>
  <p:tag name="KSO_WM_UNIT_TEXT_FILL_FORE_SCHEMECOLOR_INDEX" val="13"/>
  <p:tag name="KSO_WM_UNIT_TEXT_FILL_TYPE" val="1"/>
  <p:tag name="KSO_WM_UNIT_USESOURCEFORMAT_APPLY" val="1"/>
</p:tagLst>
</file>

<file path=ppt/tags/tag70.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i"/>
  <p:tag name="KSO_WM_UNIT_INDEX" val="1_2"/>
  <p:tag name="KSO_WM_UNIT_ID" val="custom160596_16*l_i*1_2"/>
  <p:tag name="KSO_WM_UNIT_LAYERLEVEL" val="1_1"/>
  <p:tag name="KSO_WM_DIAGRAM_GROUP_CODE" val="l1-5"/>
  <p:tag name="KSO_WM_UNIT_FILL_FORE_SCHEMECOLOR_INDEX" val="14"/>
  <p:tag name="KSO_WM_UNIT_FILL_TYPE" val="1"/>
  <p:tag name="KSO_WM_UNIT_TEXT_FILL_FORE_SCHEMECOLOR_INDEX" val="13"/>
  <p:tag name="KSO_WM_UNIT_TEXT_FILL_TYPE" val="1"/>
  <p:tag name="KSO_WM_UNIT_USESOURCEFORMAT_APPLY" val="1"/>
</p:tagLst>
</file>

<file path=ppt/tags/tag71.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i"/>
  <p:tag name="KSO_WM_UNIT_INDEX" val="1_3"/>
  <p:tag name="KSO_WM_UNIT_ID" val="custom160596_16*l_i*1_3"/>
  <p:tag name="KSO_WM_UNIT_LAYERLEVEL" val="1_1"/>
  <p:tag name="KSO_WM_DIAGRAM_GROUP_CODE" val="l1-5"/>
  <p:tag name="KSO_WM_UNIT_FILL_FORE_SCHEMECOLOR_INDEX" val="9"/>
  <p:tag name="KSO_WM_UNIT_FILL_TYPE" val="1"/>
  <p:tag name="KSO_WM_UNIT_TEXT_FILL_FORE_SCHEMECOLOR_INDEX" val="13"/>
  <p:tag name="KSO_WM_UNIT_TEXT_FILL_TYPE" val="1"/>
  <p:tag name="KSO_WM_UNIT_USESOURCEFORMAT_APPLY" val="1"/>
</p:tagLst>
</file>

<file path=ppt/tags/tag72.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i"/>
  <p:tag name="KSO_WM_UNIT_INDEX" val="1_4"/>
  <p:tag name="KSO_WM_UNIT_ID" val="custom160596_16*l_i*1_4"/>
  <p:tag name="KSO_WM_UNIT_LAYERLEVEL" val="1_1"/>
  <p:tag name="KSO_WM_DIAGRAM_GROUP_CODE" val="l1-5"/>
  <p:tag name="KSO_WM_UNIT_FILL_FORE_SCHEMECOLOR_INDEX" val="14"/>
  <p:tag name="KSO_WM_UNIT_FILL_TYPE" val="1"/>
  <p:tag name="KSO_WM_UNIT_TEXT_FILL_FORE_SCHEMECOLOR_INDEX" val="13"/>
  <p:tag name="KSO_WM_UNIT_TEXT_FILL_TYPE" val="1"/>
  <p:tag name="KSO_WM_UNIT_USESOURCEFORMAT_APPLY" val="1"/>
</p:tagLst>
</file>

<file path=ppt/tags/tag73.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i"/>
  <p:tag name="KSO_WM_UNIT_INDEX" val="1_5"/>
  <p:tag name="KSO_WM_UNIT_ID" val="custom160596_16*l_i*1_5"/>
  <p:tag name="KSO_WM_UNIT_LAYERLEVEL" val="1_1"/>
  <p:tag name="KSO_WM_DIAGRAM_GROUP_CODE" val="l1-5"/>
  <p:tag name="KSO_WM_UNIT_FILL_FORE_SCHEMECOLOR_INDEX" val="7"/>
  <p:tag name="KSO_WM_UNIT_FILL_TYPE" val="1"/>
  <p:tag name="KSO_WM_UNIT_TEXT_FILL_FORE_SCHEMECOLOR_INDEX" val="13"/>
  <p:tag name="KSO_WM_UNIT_TEXT_FILL_TYPE" val="1"/>
  <p:tag name="KSO_WM_UNIT_USESOURCEFORMAT_APPLY" val="1"/>
</p:tagLst>
</file>

<file path=ppt/tags/tag74.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i"/>
  <p:tag name="KSO_WM_UNIT_INDEX" val="1_6"/>
  <p:tag name="KSO_WM_UNIT_ID" val="custom160596_16*l_i*1_6"/>
  <p:tag name="KSO_WM_UNIT_LAYERLEVEL" val="1_1"/>
  <p:tag name="KSO_WM_DIAGRAM_GROUP_CODE" val="l1-5"/>
  <p:tag name="KSO_WM_UNIT_FILL_FORE_SCHEMECOLOR_INDEX" val="14"/>
  <p:tag name="KSO_WM_UNIT_FILL_TYPE" val="1"/>
  <p:tag name="KSO_WM_UNIT_TEXT_FILL_FORE_SCHEMECOLOR_INDEX" val="13"/>
  <p:tag name="KSO_WM_UNIT_TEXT_FILL_TYPE" val="1"/>
  <p:tag name="KSO_WM_UNIT_USESOURCEFORMAT_APPLY" val="1"/>
</p:tagLst>
</file>

<file path=ppt/tags/tag75.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i"/>
  <p:tag name="KSO_WM_UNIT_INDEX" val="1_7"/>
  <p:tag name="KSO_WM_UNIT_ID" val="custom160596_16*l_i*1_7"/>
  <p:tag name="KSO_WM_UNIT_LAYERLEVEL" val="1_1"/>
  <p:tag name="KSO_WM_DIAGRAM_GROUP_CODE" val="l1-5"/>
  <p:tag name="KSO_WM_UNIT_FILL_FORE_SCHEMECOLOR_INDEX" val="7"/>
  <p:tag name="KSO_WM_UNIT_FILL_TYPE" val="1"/>
  <p:tag name="KSO_WM_UNIT_TEXT_FILL_FORE_SCHEMECOLOR_INDEX" val="13"/>
  <p:tag name="KSO_WM_UNIT_TEXT_FILL_TYPE" val="1"/>
  <p:tag name="KSO_WM_UNIT_USESOURCEFORMAT_APPLY" val="1"/>
</p:tagLst>
</file>

<file path=ppt/tags/tag76.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i"/>
  <p:tag name="KSO_WM_UNIT_INDEX" val="1_8"/>
  <p:tag name="KSO_WM_UNIT_ID" val="custom160596_16*l_i*1_8"/>
  <p:tag name="KSO_WM_UNIT_LAYERLEVEL" val="1_1"/>
  <p:tag name="KSO_WM_DIAGRAM_GROUP_CODE" val="l1-5"/>
  <p:tag name="KSO_WM_UNIT_FILL_FORE_SCHEMECOLOR_INDEX" val="14"/>
  <p:tag name="KSO_WM_UNIT_FILL_TYPE" val="1"/>
  <p:tag name="KSO_WM_UNIT_TEXT_FILL_FORE_SCHEMECOLOR_INDEX" val="13"/>
  <p:tag name="KSO_WM_UNIT_TEXT_FILL_TYPE" val="1"/>
  <p:tag name="KSO_WM_UNIT_USESOURCEFORMAT_APPLY" val="1"/>
</p:tagLst>
</file>

<file path=ppt/tags/tag77.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i"/>
  <p:tag name="KSO_WM_UNIT_INDEX" val="1_9"/>
  <p:tag name="KSO_WM_UNIT_ID" val="custom160596_16*l_i*1_9"/>
  <p:tag name="KSO_WM_UNIT_LAYERLEVEL" val="1_1"/>
  <p:tag name="KSO_WM_DIAGRAM_GROUP_CODE" val="l1-5"/>
  <p:tag name="KSO_WM_UNIT_FILL_FORE_SCHEMECOLOR_INDEX" val="6"/>
  <p:tag name="KSO_WM_UNIT_FILL_TYPE" val="1"/>
  <p:tag name="KSO_WM_UNIT_TEXT_FILL_FORE_SCHEMECOLOR_INDEX" val="13"/>
  <p:tag name="KSO_WM_UNIT_TEXT_FILL_TYPE" val="1"/>
  <p:tag name="KSO_WM_UNIT_USESOURCEFORMAT_APPLY" val="1"/>
</p:tagLst>
</file>

<file path=ppt/tags/tag78.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i"/>
  <p:tag name="KSO_WM_UNIT_INDEX" val="1_10"/>
  <p:tag name="KSO_WM_UNIT_ID" val="custom160596_16*l_i*1_10"/>
  <p:tag name="KSO_WM_UNIT_LAYERLEVEL" val="1_1"/>
  <p:tag name="KSO_WM_DIAGRAM_GROUP_CODE" val="l1-5"/>
  <p:tag name="KSO_WM_UNIT_FILL_FORE_SCHEMECOLOR_INDEX" val="14"/>
  <p:tag name="KSO_WM_UNIT_FILL_TYPE" val="1"/>
  <p:tag name="KSO_WM_UNIT_TEXT_FILL_FORE_SCHEMECOLOR_INDEX" val="13"/>
  <p:tag name="KSO_WM_UNIT_TEXT_FILL_TYPE" val="1"/>
  <p:tag name="KSO_WM_UNIT_USESOURCEFORMAT_APPLY" val="1"/>
</p:tagLst>
</file>

<file path=ppt/tags/tag79.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i"/>
  <p:tag name="KSO_WM_UNIT_INDEX" val="1_11"/>
  <p:tag name="KSO_WM_UNIT_ID" val="custom160596_16*l_i*1_11"/>
  <p:tag name="KSO_WM_UNIT_LAYERLEVEL" val="1_1"/>
  <p:tag name="KSO_WM_DIAGRAM_GROUP_CODE" val="l1-5"/>
  <p:tag name="KSO_WM_UNIT_FILL_FORE_SCHEMECOLOR_INDEX" val="6"/>
  <p:tag name="KSO_WM_UNIT_FILL_TYPE" val="1"/>
  <p:tag name="KSO_WM_UNIT_TEXT_FILL_FORE_SCHEMECOLOR_INDEX" val="13"/>
  <p:tag name="KSO_WM_UNIT_TEXT_FILL_TYPE" val="1"/>
  <p:tag name="KSO_WM_UNIT_USESOURCEFORMAT_APPLY" val="1"/>
</p:tagLst>
</file>

<file path=ppt/tags/tag80.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i"/>
  <p:tag name="KSO_WM_UNIT_INDEX" val="1_12"/>
  <p:tag name="KSO_WM_UNIT_ID" val="custom160596_16*l_i*1_12"/>
  <p:tag name="KSO_WM_UNIT_LAYERLEVEL" val="1_1"/>
  <p:tag name="KSO_WM_DIAGRAM_GROUP_CODE" val="l1-5"/>
  <p:tag name="KSO_WM_UNIT_FILL_FORE_SCHEMECOLOR_INDEX" val="14"/>
  <p:tag name="KSO_WM_UNIT_FILL_TYPE" val="1"/>
  <p:tag name="KSO_WM_UNIT_TEXT_FILL_FORE_SCHEMECOLOR_INDEX" val="13"/>
  <p:tag name="KSO_WM_UNIT_TEXT_FILL_TYPE" val="1"/>
  <p:tag name="KSO_WM_UNIT_USESOURCEFORMAT_APPLY" val="1"/>
</p:tagLst>
</file>

<file path=ppt/tags/tag81.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i"/>
  <p:tag name="KSO_WM_UNIT_INDEX" val="1_13"/>
  <p:tag name="KSO_WM_UNIT_ID" val="custom160596_16*l_i*1_13"/>
  <p:tag name="KSO_WM_UNIT_LAYERLEVEL" val="1_1"/>
  <p:tag name="KSO_WM_DIAGRAM_GROUP_CODE" val="l1-5"/>
  <p:tag name="KSO_WM_UNIT_FILL_FORE_SCHEMECOLOR_INDEX" val="5"/>
  <p:tag name="KSO_WM_UNIT_FILL_TYPE" val="1"/>
  <p:tag name="KSO_WM_UNIT_TEXT_FILL_FORE_SCHEMECOLOR_INDEX" val="13"/>
  <p:tag name="KSO_WM_UNIT_TEXT_FILL_TYPE" val="1"/>
  <p:tag name="KSO_WM_UNIT_USESOURCEFORMAT_APPLY" val="1"/>
</p:tagLst>
</file>

<file path=ppt/tags/tag82.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i"/>
  <p:tag name="KSO_WM_UNIT_INDEX" val="1_14"/>
  <p:tag name="KSO_WM_UNIT_ID" val="custom160596_16*l_i*1_14"/>
  <p:tag name="KSO_WM_UNIT_LAYERLEVEL" val="1_1"/>
  <p:tag name="KSO_WM_DIAGRAM_GROUP_CODE" val="l1-5"/>
  <p:tag name="KSO_WM_UNIT_FILL_FORE_SCHEMECOLOR_INDEX" val="14"/>
  <p:tag name="KSO_WM_UNIT_FILL_TYPE" val="1"/>
  <p:tag name="KSO_WM_UNIT_TEXT_FILL_FORE_SCHEMECOLOR_INDEX" val="13"/>
  <p:tag name="KSO_WM_UNIT_TEXT_FILL_TYPE" val="1"/>
  <p:tag name="KSO_WM_UNIT_USESOURCEFORMAT_APPLY" val="1"/>
</p:tagLst>
</file>

<file path=ppt/tags/tag83.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h_a"/>
  <p:tag name="KSO_WM_UNIT_INDEX" val="1_1_1"/>
  <p:tag name="KSO_WM_UNIT_ID" val="custom160596_16*l_h_a*1_1_1"/>
  <p:tag name="KSO_WM_UNIT_LAYERLEVEL" val="1_1_1"/>
  <p:tag name="KSO_WM_UNIT_VALUE" val="6"/>
  <p:tag name="KSO_WM_UNIT_HIGHLIGHT" val="0"/>
  <p:tag name="KSO_WM_UNIT_COMPATIBLE" val="0"/>
  <p:tag name="KSO_WM_UNIT_CLEAR" val="0"/>
  <p:tag name="KSO_WM_DIAGRAM_GROUP_CODE" val="l1-5"/>
  <p:tag name="KSO_WM_UNIT_PRESET_TEXT" val="您的标题"/>
  <p:tag name="KSO_WM_UNIT_TEXT_FILL_FORE_SCHEMECOLOR_INDEX" val="13"/>
  <p:tag name="KSO_WM_UNIT_TEXT_FILL_TYPE" val="1"/>
  <p:tag name="KSO_WM_UNIT_USESOURCEFORMAT_APPLY" val="1"/>
</p:tagLst>
</file>

<file path=ppt/tags/tag84.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h_a"/>
  <p:tag name="KSO_WM_UNIT_INDEX" val="1_3_1"/>
  <p:tag name="KSO_WM_UNIT_ID" val="custom160596_16*l_h_a*1_3_1"/>
  <p:tag name="KSO_WM_UNIT_LAYERLEVEL" val="1_1_1"/>
  <p:tag name="KSO_WM_UNIT_VALUE" val="6"/>
  <p:tag name="KSO_WM_UNIT_HIGHLIGHT" val="0"/>
  <p:tag name="KSO_WM_UNIT_COMPATIBLE" val="0"/>
  <p:tag name="KSO_WM_UNIT_CLEAR" val="0"/>
  <p:tag name="KSO_WM_DIAGRAM_GROUP_CODE" val="l1-5"/>
  <p:tag name="KSO_WM_UNIT_PRESET_TEXT" val="您的&#10;标题"/>
  <p:tag name="KSO_WM_UNIT_TEXT_FILL_FORE_SCHEMECOLOR_INDEX" val="13"/>
  <p:tag name="KSO_WM_UNIT_TEXT_FILL_TYPE" val="1"/>
  <p:tag name="KSO_WM_UNIT_USESOURCEFORMAT_APPLY" val="1"/>
</p:tagLst>
</file>

<file path=ppt/tags/tag85.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h_a"/>
  <p:tag name="KSO_WM_UNIT_INDEX" val="1_5_1"/>
  <p:tag name="KSO_WM_UNIT_ID" val="custom160596_16*l_h_a*1_5_1"/>
  <p:tag name="KSO_WM_UNIT_LAYERLEVEL" val="1_1_1"/>
  <p:tag name="KSO_WM_UNIT_VALUE" val="4"/>
  <p:tag name="KSO_WM_UNIT_HIGHLIGHT" val="0"/>
  <p:tag name="KSO_WM_UNIT_COMPATIBLE" val="0"/>
  <p:tag name="KSO_WM_UNIT_CLEAR" val="0"/>
  <p:tag name="KSO_WM_DIAGRAM_GROUP_CODE" val="l1-5"/>
  <p:tag name="KSO_WM_UNIT_PRESET_TEXT" val="您的&#10;标题"/>
  <p:tag name="KSO_WM_UNIT_TEXT_FILL_FORE_SCHEMECOLOR_INDEX" val="13"/>
  <p:tag name="KSO_WM_UNIT_TEXT_FILL_TYPE" val="1"/>
  <p:tag name="KSO_WM_UNIT_USESOURCEFORMAT_APPLY" val="1"/>
</p:tagLst>
</file>

<file path=ppt/tags/tag86.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h_a"/>
  <p:tag name="KSO_WM_UNIT_INDEX" val="1_2_1"/>
  <p:tag name="KSO_WM_UNIT_ID" val="custom160596_16*l_h_a*1_2_1"/>
  <p:tag name="KSO_WM_UNIT_LAYERLEVEL" val="1_1_1"/>
  <p:tag name="KSO_WM_UNIT_VALUE" val="6"/>
  <p:tag name="KSO_WM_UNIT_HIGHLIGHT" val="0"/>
  <p:tag name="KSO_WM_UNIT_COMPATIBLE" val="0"/>
  <p:tag name="KSO_WM_UNIT_CLEAR" val="0"/>
  <p:tag name="KSO_WM_DIAGRAM_GROUP_CODE" val="l1-5"/>
  <p:tag name="KSO_WM_UNIT_PRESET_TEXT" val="您的&#10;标题"/>
  <p:tag name="KSO_WM_UNIT_TEXT_FILL_FORE_SCHEMECOLOR_INDEX" val="13"/>
  <p:tag name="KSO_WM_UNIT_TEXT_FILL_TYPE" val="1"/>
  <p:tag name="KSO_WM_UNIT_USESOURCEFORMAT_APPLY" val="1"/>
</p:tagLst>
</file>

<file path=ppt/tags/tag87.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h_a"/>
  <p:tag name="KSO_WM_UNIT_INDEX" val="1_4_1"/>
  <p:tag name="KSO_WM_UNIT_ID" val="custom160596_16*l_h_a*1_4_1"/>
  <p:tag name="KSO_WM_UNIT_LAYERLEVEL" val="1_1_1"/>
  <p:tag name="KSO_WM_UNIT_VALUE" val="4"/>
  <p:tag name="KSO_WM_UNIT_HIGHLIGHT" val="0"/>
  <p:tag name="KSO_WM_UNIT_COMPATIBLE" val="0"/>
  <p:tag name="KSO_WM_UNIT_CLEAR" val="0"/>
  <p:tag name="KSO_WM_DIAGRAM_GROUP_CODE" val="l1-5"/>
  <p:tag name="KSO_WM_UNIT_PRESET_TEXT" val="您的&#10;标题"/>
  <p:tag name="KSO_WM_UNIT_TEXT_FILL_FORE_SCHEMECOLOR_INDEX" val="13"/>
  <p:tag name="KSO_WM_UNIT_TEXT_FILL_TYPE" val="1"/>
  <p:tag name="KSO_WM_UNIT_USESOURCEFORMAT_APPLY" val="1"/>
</p:tagLst>
</file>

<file path=ppt/tags/tag88.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h_a"/>
  <p:tag name="KSO_WM_UNIT_INDEX" val="1_6_1"/>
  <p:tag name="KSO_WM_UNIT_ID" val="custom160596_16*l_h_a*1_6_1"/>
  <p:tag name="KSO_WM_UNIT_LAYERLEVEL" val="1_1_1"/>
  <p:tag name="KSO_WM_UNIT_VALUE" val="4"/>
  <p:tag name="KSO_WM_UNIT_HIGHLIGHT" val="0"/>
  <p:tag name="KSO_WM_UNIT_COMPATIBLE" val="0"/>
  <p:tag name="KSO_WM_UNIT_CLEAR" val="0"/>
  <p:tag name="KSO_WM_DIAGRAM_GROUP_CODE" val="l1-5"/>
  <p:tag name="KSO_WM_UNIT_PRESET_TEXT" val="您的&#10;标题"/>
  <p:tag name="KSO_WM_UNIT_TEXT_FILL_FORE_SCHEMECOLOR_INDEX" val="13"/>
  <p:tag name="KSO_WM_UNIT_TEXT_FILL_TYPE" val="1"/>
  <p:tag name="KSO_WM_UNIT_USESOURCEFORMAT_APPLY" val="1"/>
</p:tagLst>
</file>

<file path=ppt/tags/tag89.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h_a"/>
  <p:tag name="KSO_WM_UNIT_INDEX" val="1_7_1"/>
  <p:tag name="KSO_WM_UNIT_ID" val="custom160596_16*l_h_a*1_7_1"/>
  <p:tag name="KSO_WM_UNIT_LAYERLEVEL" val="1_1_1"/>
  <p:tag name="KSO_WM_UNIT_VALUE" val="4"/>
  <p:tag name="KSO_WM_UNIT_HIGHLIGHT" val="0"/>
  <p:tag name="KSO_WM_UNIT_COMPATIBLE" val="0"/>
  <p:tag name="KSO_WM_UNIT_CLEAR" val="0"/>
  <p:tag name="KSO_WM_DIAGRAM_GROUP_CODE" val="l1-5"/>
  <p:tag name="KSO_WM_UNIT_PRESET_TEXT" val="您的&#10;标题"/>
  <p:tag name="KSO_WM_UNIT_TEXT_FILL_FORE_SCHEMECOLOR_INDEX" val="13"/>
  <p:tag name="KSO_WM_UNIT_TEXT_FILL_TYPE" val="1"/>
  <p:tag name="KSO_WM_UNIT_USESOURCEFORMAT_APPLY" val="1"/>
</p:tagLst>
</file>

<file path=ppt/tags/tag90.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i"/>
  <p:tag name="KSO_WM_UNIT_INDEX" val="1_11"/>
  <p:tag name="KSO_WM_UNIT_ID" val="custom160596_16*l_i*1_11"/>
  <p:tag name="KSO_WM_UNIT_LAYERLEVEL" val="1_1"/>
  <p:tag name="KSO_WM_DIAGRAM_GROUP_CODE" val="l1-5"/>
  <p:tag name="KSO_WM_UNIT_FILL_FORE_SCHEMECOLOR_INDEX" val="6"/>
  <p:tag name="KSO_WM_UNIT_FILL_TYPE" val="1"/>
  <p:tag name="KSO_WM_UNIT_TEXT_FILL_FORE_SCHEMECOLOR_INDEX" val="13"/>
  <p:tag name="KSO_WM_UNIT_TEXT_FILL_TYPE" val="1"/>
  <p:tag name="KSO_WM_UNIT_USESOURCEFORMAT_APPLY" val="1"/>
</p:tagLst>
</file>

<file path=ppt/tags/tag91.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i"/>
  <p:tag name="KSO_WM_UNIT_INDEX" val="1_12"/>
  <p:tag name="KSO_WM_UNIT_ID" val="custom160596_16*l_i*1_12"/>
  <p:tag name="KSO_WM_UNIT_LAYERLEVEL" val="1_1"/>
  <p:tag name="KSO_WM_DIAGRAM_GROUP_CODE" val="l1-5"/>
  <p:tag name="KSO_WM_UNIT_FILL_FORE_SCHEMECOLOR_INDEX" val="14"/>
  <p:tag name="KSO_WM_UNIT_FILL_TYPE" val="1"/>
  <p:tag name="KSO_WM_UNIT_TEXT_FILL_FORE_SCHEMECOLOR_INDEX" val="13"/>
  <p:tag name="KSO_WM_UNIT_TEXT_FILL_TYPE" val="1"/>
  <p:tag name="KSO_WM_UNIT_USESOURCEFORMAT_APPLY" val="1"/>
</p:tagLst>
</file>

<file path=ppt/tags/tag92.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h_a"/>
  <p:tag name="KSO_WM_UNIT_INDEX" val="1_2_1"/>
  <p:tag name="KSO_WM_UNIT_ID" val="custom160596_16*l_h_a*1_2_1"/>
  <p:tag name="KSO_WM_UNIT_LAYERLEVEL" val="1_1_1"/>
  <p:tag name="KSO_WM_UNIT_VALUE" val="6"/>
  <p:tag name="KSO_WM_UNIT_HIGHLIGHT" val="0"/>
  <p:tag name="KSO_WM_UNIT_COMPATIBLE" val="0"/>
  <p:tag name="KSO_WM_UNIT_CLEAR" val="0"/>
  <p:tag name="KSO_WM_DIAGRAM_GROUP_CODE" val="l1-5"/>
  <p:tag name="KSO_WM_UNIT_PRESET_TEXT" val="您的&#10;标题"/>
  <p:tag name="KSO_WM_UNIT_TEXT_FILL_FORE_SCHEMECOLOR_INDEX" val="13"/>
  <p:tag name="KSO_WM_UNIT_TEXT_FILL_TYPE" val="1"/>
  <p:tag name="KSO_WM_UNIT_USESOURCEFORMAT_APPLY" val="1"/>
</p:tagLst>
</file>

<file path=ppt/tags/tag93.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i"/>
  <p:tag name="KSO_WM_UNIT_INDEX" val="1_11"/>
  <p:tag name="KSO_WM_UNIT_ID" val="custom160596_16*l_i*1_11"/>
  <p:tag name="KSO_WM_UNIT_LAYERLEVEL" val="1_1"/>
  <p:tag name="KSO_WM_DIAGRAM_GROUP_CODE" val="l1-5"/>
  <p:tag name="KSO_WM_UNIT_FILL_FORE_SCHEMECOLOR_INDEX" val="6"/>
  <p:tag name="KSO_WM_UNIT_FILL_TYPE" val="1"/>
  <p:tag name="KSO_WM_UNIT_TEXT_FILL_FORE_SCHEMECOLOR_INDEX" val="13"/>
  <p:tag name="KSO_WM_UNIT_TEXT_FILL_TYPE" val="1"/>
  <p:tag name="KSO_WM_UNIT_USESOURCEFORMAT_APPLY" val="1"/>
</p:tagLst>
</file>

<file path=ppt/tags/tag94.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i"/>
  <p:tag name="KSO_WM_UNIT_INDEX" val="1_12"/>
  <p:tag name="KSO_WM_UNIT_ID" val="custom160596_16*l_i*1_12"/>
  <p:tag name="KSO_WM_UNIT_LAYERLEVEL" val="1_1"/>
  <p:tag name="KSO_WM_DIAGRAM_GROUP_CODE" val="l1-5"/>
  <p:tag name="KSO_WM_UNIT_FILL_FORE_SCHEMECOLOR_INDEX" val="14"/>
  <p:tag name="KSO_WM_UNIT_FILL_TYPE" val="1"/>
  <p:tag name="KSO_WM_UNIT_TEXT_FILL_FORE_SCHEMECOLOR_INDEX" val="13"/>
  <p:tag name="KSO_WM_UNIT_TEXT_FILL_TYPE" val="1"/>
  <p:tag name="KSO_WM_UNIT_USESOURCEFORMAT_APPLY" val="1"/>
</p:tagLst>
</file>

<file path=ppt/tags/tag95.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h_a"/>
  <p:tag name="KSO_WM_UNIT_INDEX" val="1_2_1"/>
  <p:tag name="KSO_WM_UNIT_ID" val="custom160596_16*l_h_a*1_2_1"/>
  <p:tag name="KSO_WM_UNIT_LAYERLEVEL" val="1_1_1"/>
  <p:tag name="KSO_WM_UNIT_VALUE" val="6"/>
  <p:tag name="KSO_WM_UNIT_HIGHLIGHT" val="0"/>
  <p:tag name="KSO_WM_UNIT_COMPATIBLE" val="0"/>
  <p:tag name="KSO_WM_UNIT_CLEAR" val="0"/>
  <p:tag name="KSO_WM_DIAGRAM_GROUP_CODE" val="l1-5"/>
  <p:tag name="KSO_WM_UNIT_PRESET_TEXT" val="您的&#10;标题"/>
  <p:tag name="KSO_WM_UNIT_TEXT_FILL_FORE_SCHEMECOLOR_INDEX" val="13"/>
  <p:tag name="KSO_WM_UNIT_TEXT_FILL_TYPE" val="1"/>
  <p:tag name="KSO_WM_UNIT_USESOURCEFORMAT_APPLY" val="1"/>
</p:tagLst>
</file>

<file path=ppt/tags/tag96.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i"/>
  <p:tag name="KSO_WM_UNIT_INDEX" val="1_11"/>
  <p:tag name="KSO_WM_UNIT_ID" val="custom160596_16*l_i*1_11"/>
  <p:tag name="KSO_WM_UNIT_LAYERLEVEL" val="1_1"/>
  <p:tag name="KSO_WM_DIAGRAM_GROUP_CODE" val="l1-5"/>
  <p:tag name="KSO_WM_UNIT_FILL_FORE_SCHEMECOLOR_INDEX" val="6"/>
  <p:tag name="KSO_WM_UNIT_FILL_TYPE" val="1"/>
  <p:tag name="KSO_WM_UNIT_TEXT_FILL_FORE_SCHEMECOLOR_INDEX" val="13"/>
  <p:tag name="KSO_WM_UNIT_TEXT_FILL_TYPE" val="1"/>
  <p:tag name="KSO_WM_UNIT_USESOURCEFORMAT_APPLY" val="1"/>
</p:tagLst>
</file>

<file path=ppt/tags/tag97.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i"/>
  <p:tag name="KSO_WM_UNIT_INDEX" val="1_12"/>
  <p:tag name="KSO_WM_UNIT_ID" val="custom160596_16*l_i*1_12"/>
  <p:tag name="KSO_WM_UNIT_LAYERLEVEL" val="1_1"/>
  <p:tag name="KSO_WM_DIAGRAM_GROUP_CODE" val="l1-5"/>
  <p:tag name="KSO_WM_UNIT_FILL_FORE_SCHEMECOLOR_INDEX" val="14"/>
  <p:tag name="KSO_WM_UNIT_FILL_TYPE" val="1"/>
  <p:tag name="KSO_WM_UNIT_TEXT_FILL_FORE_SCHEMECOLOR_INDEX" val="13"/>
  <p:tag name="KSO_WM_UNIT_TEXT_FILL_TYPE" val="1"/>
  <p:tag name="KSO_WM_UNIT_USESOURCEFORMAT_APPLY" val="1"/>
</p:tagLst>
</file>

<file path=ppt/tags/tag98.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h_a"/>
  <p:tag name="KSO_WM_UNIT_INDEX" val="1_2_1"/>
  <p:tag name="KSO_WM_UNIT_ID" val="custom160596_16*l_h_a*1_2_1"/>
  <p:tag name="KSO_WM_UNIT_LAYERLEVEL" val="1_1_1"/>
  <p:tag name="KSO_WM_UNIT_VALUE" val="6"/>
  <p:tag name="KSO_WM_UNIT_HIGHLIGHT" val="0"/>
  <p:tag name="KSO_WM_UNIT_COMPATIBLE" val="0"/>
  <p:tag name="KSO_WM_UNIT_CLEAR" val="0"/>
  <p:tag name="KSO_WM_DIAGRAM_GROUP_CODE" val="l1-5"/>
  <p:tag name="KSO_WM_UNIT_PRESET_TEXT" val="您的&#10;标题"/>
  <p:tag name="KSO_WM_UNIT_TEXT_FILL_FORE_SCHEMECOLOR_INDEX" val="13"/>
  <p:tag name="KSO_WM_UNIT_TEXT_FILL_TYPE" val="1"/>
  <p:tag name="KSO_WM_UNIT_USESOURCEFORMAT_APPLY" val="1"/>
</p:tagLst>
</file>

<file path=ppt/tags/tag99.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i"/>
  <p:tag name="KSO_WM_UNIT_INDEX" val="1_11"/>
  <p:tag name="KSO_WM_UNIT_ID" val="custom160596_16*l_i*1_11"/>
  <p:tag name="KSO_WM_UNIT_LAYERLEVEL" val="1_1"/>
  <p:tag name="KSO_WM_DIAGRAM_GROUP_CODE" val="l1-5"/>
  <p:tag name="KSO_WM_UNIT_FILL_FORE_SCHEMECOLOR_INDEX" val="6"/>
  <p:tag name="KSO_WM_UNIT_FILL_TYPE" val="1"/>
  <p:tag name="KSO_WM_UNIT_TEXT_FILL_FORE_SCHEMECOLOR_INDEX" val="13"/>
  <p:tag name="KSO_WM_UNIT_TEXT_FILL_TYPE" val="1"/>
  <p:tag name="KSO_WM_UNIT_USESOURCEFORMAT_APPLY" val="1"/>
</p:tagLst>
</file>

<file path=ppt/tags/tag100.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i"/>
  <p:tag name="KSO_WM_UNIT_INDEX" val="1_12"/>
  <p:tag name="KSO_WM_UNIT_ID" val="custom160596_16*l_i*1_12"/>
  <p:tag name="KSO_WM_UNIT_LAYERLEVEL" val="1_1"/>
  <p:tag name="KSO_WM_DIAGRAM_GROUP_CODE" val="l1-5"/>
  <p:tag name="KSO_WM_UNIT_FILL_FORE_SCHEMECOLOR_INDEX" val="14"/>
  <p:tag name="KSO_WM_UNIT_FILL_TYPE" val="1"/>
  <p:tag name="KSO_WM_UNIT_TEXT_FILL_FORE_SCHEMECOLOR_INDEX" val="13"/>
  <p:tag name="KSO_WM_UNIT_TEXT_FILL_TYPE" val="1"/>
  <p:tag name="KSO_WM_UNIT_USESOURCEFORMAT_APPLY" val="1"/>
</p:tagLst>
</file>

<file path=ppt/tags/tag101.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h_a"/>
  <p:tag name="KSO_WM_UNIT_INDEX" val="1_2_1"/>
  <p:tag name="KSO_WM_UNIT_ID" val="custom160596_16*l_h_a*1_2_1"/>
  <p:tag name="KSO_WM_UNIT_LAYERLEVEL" val="1_1_1"/>
  <p:tag name="KSO_WM_UNIT_VALUE" val="6"/>
  <p:tag name="KSO_WM_UNIT_HIGHLIGHT" val="0"/>
  <p:tag name="KSO_WM_UNIT_COMPATIBLE" val="0"/>
  <p:tag name="KSO_WM_UNIT_CLEAR" val="0"/>
  <p:tag name="KSO_WM_DIAGRAM_GROUP_CODE" val="l1-5"/>
  <p:tag name="KSO_WM_UNIT_PRESET_TEXT" val="您的&#10;标题"/>
  <p:tag name="KSO_WM_UNIT_TEXT_FILL_FORE_SCHEMECOLOR_INDEX" val="13"/>
  <p:tag name="KSO_WM_UNIT_TEXT_FILL_TYPE" val="1"/>
  <p:tag name="KSO_WM_UNIT_USESOURCEFORMAT_APPLY" val="1"/>
</p:tagLst>
</file>

<file path=ppt/tags/tag102.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i"/>
  <p:tag name="KSO_WM_UNIT_INDEX" val="1_11"/>
  <p:tag name="KSO_WM_UNIT_ID" val="custom160596_16*l_i*1_11"/>
  <p:tag name="KSO_WM_UNIT_LAYERLEVEL" val="1_1"/>
  <p:tag name="KSO_WM_DIAGRAM_GROUP_CODE" val="l1-5"/>
  <p:tag name="KSO_WM_UNIT_FILL_FORE_SCHEMECOLOR_INDEX" val="6"/>
  <p:tag name="KSO_WM_UNIT_FILL_TYPE" val="1"/>
  <p:tag name="KSO_WM_UNIT_TEXT_FILL_FORE_SCHEMECOLOR_INDEX" val="13"/>
  <p:tag name="KSO_WM_UNIT_TEXT_FILL_TYPE" val="1"/>
  <p:tag name="KSO_WM_UNIT_USESOURCEFORMAT_APPLY" val="1"/>
</p:tagLst>
</file>

<file path=ppt/tags/tag103.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i"/>
  <p:tag name="KSO_WM_UNIT_INDEX" val="1_12"/>
  <p:tag name="KSO_WM_UNIT_ID" val="custom160596_16*l_i*1_12"/>
  <p:tag name="KSO_WM_UNIT_LAYERLEVEL" val="1_1"/>
  <p:tag name="KSO_WM_DIAGRAM_GROUP_CODE" val="l1-5"/>
  <p:tag name="KSO_WM_UNIT_FILL_FORE_SCHEMECOLOR_INDEX" val="14"/>
  <p:tag name="KSO_WM_UNIT_FILL_TYPE" val="1"/>
  <p:tag name="KSO_WM_UNIT_TEXT_FILL_FORE_SCHEMECOLOR_INDEX" val="13"/>
  <p:tag name="KSO_WM_UNIT_TEXT_FILL_TYPE" val="1"/>
  <p:tag name="KSO_WM_UNIT_USESOURCEFORMAT_APPLY" val="1"/>
</p:tagLst>
</file>

<file path=ppt/tags/tag104.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h_a"/>
  <p:tag name="KSO_WM_UNIT_INDEX" val="1_2_1"/>
  <p:tag name="KSO_WM_UNIT_ID" val="custom160596_16*l_h_a*1_2_1"/>
  <p:tag name="KSO_WM_UNIT_LAYERLEVEL" val="1_1_1"/>
  <p:tag name="KSO_WM_UNIT_VALUE" val="6"/>
  <p:tag name="KSO_WM_UNIT_HIGHLIGHT" val="0"/>
  <p:tag name="KSO_WM_UNIT_COMPATIBLE" val="0"/>
  <p:tag name="KSO_WM_UNIT_CLEAR" val="0"/>
  <p:tag name="KSO_WM_DIAGRAM_GROUP_CODE" val="l1-5"/>
  <p:tag name="KSO_WM_UNIT_PRESET_TEXT" val="您的&#10;标题"/>
  <p:tag name="KSO_WM_UNIT_TEXT_FILL_FORE_SCHEMECOLOR_INDEX" val="13"/>
  <p:tag name="KSO_WM_UNIT_TEXT_FILL_TYPE" val="1"/>
  <p:tag name="KSO_WM_UNIT_USESOURCEFORMAT_APPLY" val="1"/>
</p:tagLst>
</file>

<file path=ppt/tags/tag105.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SubTitle"/>
  <p:tag name="MH_ORDER" val="2"/>
</p:tagLst>
</file>

<file path=ppt/tags/tag106.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Other"/>
  <p:tag name="MH_ORDER" val="5"/>
</p:tagLst>
</file>

<file path=ppt/tags/tag107.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Other"/>
  <p:tag name="MH_ORDER" val="6"/>
</p:tagLst>
</file>

<file path=ppt/tags/tag108.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1"/>
</p:tagLst>
</file>

<file path=ppt/tags/tag109.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2"/>
</p:tagLst>
</file>

<file path=ppt/tags/tag110.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3"/>
</p:tagLst>
</file>

<file path=ppt/tags/tag111.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4"/>
</p:tagLst>
</file>

<file path=ppt/tags/tag112.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5"/>
</p:tagLst>
</file>

<file path=ppt/tags/tag113.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6"/>
</p:tagLst>
</file>

<file path=ppt/tags/tag114.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7"/>
</p:tagLst>
</file>

<file path=ppt/tags/tag115.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Text"/>
  <p:tag name="MH_ORDER" val="1"/>
</p:tagLst>
</file>

<file path=ppt/tags/tag116.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i"/>
  <p:tag name="KSO_WM_UNIT_INDEX" val="1_11"/>
  <p:tag name="KSO_WM_UNIT_ID" val="custom160596_16*l_i*1_11"/>
  <p:tag name="KSO_WM_UNIT_LAYERLEVEL" val="1_1"/>
  <p:tag name="KSO_WM_DIAGRAM_GROUP_CODE" val="l1-5"/>
  <p:tag name="KSO_WM_UNIT_FILL_FORE_SCHEMECOLOR_INDEX" val="6"/>
  <p:tag name="KSO_WM_UNIT_FILL_TYPE" val="1"/>
  <p:tag name="KSO_WM_UNIT_TEXT_FILL_FORE_SCHEMECOLOR_INDEX" val="13"/>
  <p:tag name="KSO_WM_UNIT_TEXT_FILL_TYPE" val="1"/>
  <p:tag name="KSO_WM_UNIT_USESOURCEFORMAT_APPLY" val="1"/>
</p:tagLst>
</file>

<file path=ppt/tags/tag117.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i"/>
  <p:tag name="KSO_WM_UNIT_INDEX" val="1_12"/>
  <p:tag name="KSO_WM_UNIT_ID" val="custom160596_16*l_i*1_12"/>
  <p:tag name="KSO_WM_UNIT_LAYERLEVEL" val="1_1"/>
  <p:tag name="KSO_WM_DIAGRAM_GROUP_CODE" val="l1-5"/>
  <p:tag name="KSO_WM_UNIT_FILL_FORE_SCHEMECOLOR_INDEX" val="14"/>
  <p:tag name="KSO_WM_UNIT_FILL_TYPE" val="1"/>
  <p:tag name="KSO_WM_UNIT_TEXT_FILL_FORE_SCHEMECOLOR_INDEX" val="13"/>
  <p:tag name="KSO_WM_UNIT_TEXT_FILL_TYPE" val="1"/>
  <p:tag name="KSO_WM_UNIT_USESOURCEFORMAT_APPLY" val="1"/>
</p:tagLst>
</file>

<file path=ppt/tags/tag118.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h_a"/>
  <p:tag name="KSO_WM_UNIT_INDEX" val="1_2_1"/>
  <p:tag name="KSO_WM_UNIT_ID" val="custom160596_16*l_h_a*1_2_1"/>
  <p:tag name="KSO_WM_UNIT_LAYERLEVEL" val="1_1_1"/>
  <p:tag name="KSO_WM_UNIT_VALUE" val="6"/>
  <p:tag name="KSO_WM_UNIT_HIGHLIGHT" val="0"/>
  <p:tag name="KSO_WM_UNIT_COMPATIBLE" val="0"/>
  <p:tag name="KSO_WM_UNIT_CLEAR" val="0"/>
  <p:tag name="KSO_WM_DIAGRAM_GROUP_CODE" val="l1-5"/>
  <p:tag name="KSO_WM_UNIT_PRESET_TEXT" val="您的&#10;标题"/>
  <p:tag name="KSO_WM_UNIT_TEXT_FILL_FORE_SCHEMECOLOR_INDEX" val="13"/>
  <p:tag name="KSO_WM_UNIT_TEXT_FILL_TYPE" val="1"/>
  <p:tag name="KSO_WM_UNIT_USESOURCEFORMAT_APPLY" val="1"/>
</p:tagLst>
</file>

<file path=ppt/tags/tag119.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SubTitle"/>
  <p:tag name="MH_ORDER" val="2"/>
</p:tagLst>
</file>

<file path=ppt/tags/tag120.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Other"/>
  <p:tag name="MH_ORDER" val="5"/>
</p:tagLst>
</file>

<file path=ppt/tags/tag121.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Other"/>
  <p:tag name="MH_ORDER" val="6"/>
</p:tagLst>
</file>

<file path=ppt/tags/tag122.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1"/>
</p:tagLst>
</file>

<file path=ppt/tags/tag123.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2"/>
</p:tagLst>
</file>

<file path=ppt/tags/tag124.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3"/>
</p:tagLst>
</file>

<file path=ppt/tags/tag125.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4"/>
</p:tagLst>
</file>

<file path=ppt/tags/tag126.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5"/>
</p:tagLst>
</file>

<file path=ppt/tags/tag127.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6"/>
</p:tagLst>
</file>

<file path=ppt/tags/tag128.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7"/>
</p:tagLst>
</file>

<file path=ppt/tags/tag129.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Text"/>
  <p:tag name="MH_ORDER" val="1"/>
</p:tagLst>
</file>

<file path=ppt/tags/tag130.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i"/>
  <p:tag name="KSO_WM_UNIT_INDEX" val="1_11"/>
  <p:tag name="KSO_WM_UNIT_ID" val="custom160596_16*l_i*1_11"/>
  <p:tag name="KSO_WM_UNIT_LAYERLEVEL" val="1_1"/>
  <p:tag name="KSO_WM_DIAGRAM_GROUP_CODE" val="l1-5"/>
  <p:tag name="KSO_WM_UNIT_FILL_FORE_SCHEMECOLOR_INDEX" val="6"/>
  <p:tag name="KSO_WM_UNIT_FILL_TYPE" val="1"/>
  <p:tag name="KSO_WM_UNIT_TEXT_FILL_FORE_SCHEMECOLOR_INDEX" val="13"/>
  <p:tag name="KSO_WM_UNIT_TEXT_FILL_TYPE" val="1"/>
  <p:tag name="KSO_WM_UNIT_USESOURCEFORMAT_APPLY" val="1"/>
</p:tagLst>
</file>

<file path=ppt/tags/tag131.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i"/>
  <p:tag name="KSO_WM_UNIT_INDEX" val="1_12"/>
  <p:tag name="KSO_WM_UNIT_ID" val="custom160596_16*l_i*1_12"/>
  <p:tag name="KSO_WM_UNIT_LAYERLEVEL" val="1_1"/>
  <p:tag name="KSO_WM_DIAGRAM_GROUP_CODE" val="l1-5"/>
  <p:tag name="KSO_WM_UNIT_FILL_FORE_SCHEMECOLOR_INDEX" val="14"/>
  <p:tag name="KSO_WM_UNIT_FILL_TYPE" val="1"/>
  <p:tag name="KSO_WM_UNIT_TEXT_FILL_FORE_SCHEMECOLOR_INDEX" val="13"/>
  <p:tag name="KSO_WM_UNIT_TEXT_FILL_TYPE" val="1"/>
  <p:tag name="KSO_WM_UNIT_USESOURCEFORMAT_APPLY" val="1"/>
</p:tagLst>
</file>

<file path=ppt/tags/tag132.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h_a"/>
  <p:tag name="KSO_WM_UNIT_INDEX" val="1_2_1"/>
  <p:tag name="KSO_WM_UNIT_ID" val="custom160596_16*l_h_a*1_2_1"/>
  <p:tag name="KSO_WM_UNIT_LAYERLEVEL" val="1_1_1"/>
  <p:tag name="KSO_WM_UNIT_VALUE" val="6"/>
  <p:tag name="KSO_WM_UNIT_HIGHLIGHT" val="0"/>
  <p:tag name="KSO_WM_UNIT_COMPATIBLE" val="0"/>
  <p:tag name="KSO_WM_UNIT_CLEAR" val="0"/>
  <p:tag name="KSO_WM_DIAGRAM_GROUP_CODE" val="l1-5"/>
  <p:tag name="KSO_WM_UNIT_PRESET_TEXT" val="您的&#10;标题"/>
  <p:tag name="KSO_WM_UNIT_TEXT_FILL_FORE_SCHEMECOLOR_INDEX" val="13"/>
  <p:tag name="KSO_WM_UNIT_TEXT_FILL_TYPE" val="1"/>
  <p:tag name="KSO_WM_UNIT_USESOURCEFORMAT_APPLY" val="1"/>
</p:tagLst>
</file>

<file path=ppt/tags/tag133.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SubTitle"/>
  <p:tag name="MH_ORDER" val="2"/>
</p:tagLst>
</file>

<file path=ppt/tags/tag134.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Other"/>
  <p:tag name="MH_ORDER" val="5"/>
</p:tagLst>
</file>

<file path=ppt/tags/tag135.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Other"/>
  <p:tag name="MH_ORDER" val="6"/>
</p:tagLst>
</file>

<file path=ppt/tags/tag136.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1"/>
</p:tagLst>
</file>

<file path=ppt/tags/tag137.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2"/>
</p:tagLst>
</file>

<file path=ppt/tags/tag138.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3"/>
</p:tagLst>
</file>

<file path=ppt/tags/tag139.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4"/>
</p:tagLst>
</file>

<file path=ppt/tags/tag140.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5"/>
</p:tagLst>
</file>

<file path=ppt/tags/tag141.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6"/>
</p:tagLst>
</file>

<file path=ppt/tags/tag142.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7"/>
</p:tagLst>
</file>

<file path=ppt/tags/tag143.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Text"/>
  <p:tag name="MH_ORDER" val="1"/>
</p:tagLst>
</file>

<file path=ppt/tags/tag144.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1"/>
</p:tagLst>
</file>

<file path=ppt/tags/tag145.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2"/>
</p:tagLst>
</file>

<file path=ppt/tags/tag146.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3"/>
</p:tagLst>
</file>

<file path=ppt/tags/tag147.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4"/>
</p:tagLst>
</file>

<file path=ppt/tags/tag148.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SubTitle"/>
  <p:tag name="MH_ORDER" val="1"/>
</p:tagLst>
</file>

<file path=ppt/tags/tag149.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5"/>
</p:tagLst>
</file>

<file path=ppt/tags/tag150.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6"/>
</p:tagLst>
</file>

<file path=ppt/tags/tag151.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7"/>
</p:tagLst>
</file>

<file path=ppt/tags/tag152.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8"/>
</p:tagLst>
</file>

<file path=ppt/tags/tag153.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SubTitle"/>
  <p:tag name="MH_ORDER" val="3"/>
</p:tagLst>
</file>

<file path=ppt/tags/tag154.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9"/>
</p:tagLst>
</file>

<file path=ppt/tags/tag155.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10"/>
</p:tagLst>
</file>

<file path=ppt/tags/tag156.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11"/>
</p:tagLst>
</file>

<file path=ppt/tags/tag157.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12"/>
</p:tagLst>
</file>

<file path=ppt/tags/tag158.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SubTitle"/>
  <p:tag name="MH_ORDER" val="2"/>
</p:tagLst>
</file>

<file path=ppt/tags/tag159.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i"/>
  <p:tag name="KSO_WM_UNIT_INDEX" val="1_11"/>
  <p:tag name="KSO_WM_UNIT_ID" val="custom160596_16*l_i*1_11"/>
  <p:tag name="KSO_WM_UNIT_LAYERLEVEL" val="1_1"/>
  <p:tag name="KSO_WM_DIAGRAM_GROUP_CODE" val="l1-5"/>
  <p:tag name="KSO_WM_UNIT_FILL_FORE_SCHEMECOLOR_INDEX" val="6"/>
  <p:tag name="KSO_WM_UNIT_FILL_TYPE" val="1"/>
  <p:tag name="KSO_WM_UNIT_TEXT_FILL_FORE_SCHEMECOLOR_INDEX" val="13"/>
  <p:tag name="KSO_WM_UNIT_TEXT_FILL_TYPE" val="1"/>
  <p:tag name="KSO_WM_UNIT_USESOURCEFORMAT_APPLY" val="1"/>
</p:tagLst>
</file>

<file path=ppt/tags/tag160.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i"/>
  <p:tag name="KSO_WM_UNIT_INDEX" val="1_12"/>
  <p:tag name="KSO_WM_UNIT_ID" val="custom160596_16*l_i*1_12"/>
  <p:tag name="KSO_WM_UNIT_LAYERLEVEL" val="1_1"/>
  <p:tag name="KSO_WM_DIAGRAM_GROUP_CODE" val="l1-5"/>
  <p:tag name="KSO_WM_UNIT_FILL_FORE_SCHEMECOLOR_INDEX" val="14"/>
  <p:tag name="KSO_WM_UNIT_FILL_TYPE" val="1"/>
  <p:tag name="KSO_WM_UNIT_TEXT_FILL_FORE_SCHEMECOLOR_INDEX" val="13"/>
  <p:tag name="KSO_WM_UNIT_TEXT_FILL_TYPE" val="1"/>
  <p:tag name="KSO_WM_UNIT_USESOURCEFORMAT_APPLY" val="1"/>
</p:tagLst>
</file>

<file path=ppt/tags/tag161.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h_a"/>
  <p:tag name="KSO_WM_UNIT_INDEX" val="1_2_1"/>
  <p:tag name="KSO_WM_UNIT_ID" val="custom160596_16*l_h_a*1_2_1"/>
  <p:tag name="KSO_WM_UNIT_LAYERLEVEL" val="1_1_1"/>
  <p:tag name="KSO_WM_UNIT_VALUE" val="6"/>
  <p:tag name="KSO_WM_UNIT_HIGHLIGHT" val="0"/>
  <p:tag name="KSO_WM_UNIT_COMPATIBLE" val="0"/>
  <p:tag name="KSO_WM_UNIT_CLEAR" val="0"/>
  <p:tag name="KSO_WM_DIAGRAM_GROUP_CODE" val="l1-5"/>
  <p:tag name="KSO_WM_UNIT_PRESET_TEXT" val="您的&#10;标题"/>
  <p:tag name="KSO_WM_UNIT_TEXT_FILL_FORE_SCHEMECOLOR_INDEX" val="13"/>
  <p:tag name="KSO_WM_UNIT_TEXT_FILL_TYPE" val="1"/>
  <p:tag name="KSO_WM_UNIT_USESOURCEFORMAT_APPLY" val="1"/>
</p:tagLst>
</file>

<file path=ppt/tags/tag162.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i"/>
  <p:tag name="KSO_WM_UNIT_INDEX" val="1_11"/>
  <p:tag name="KSO_WM_UNIT_ID" val="custom160596_16*l_i*1_11"/>
  <p:tag name="KSO_WM_UNIT_LAYERLEVEL" val="1_1"/>
  <p:tag name="KSO_WM_DIAGRAM_GROUP_CODE" val="l1-5"/>
  <p:tag name="KSO_WM_UNIT_FILL_FORE_SCHEMECOLOR_INDEX" val="6"/>
  <p:tag name="KSO_WM_UNIT_FILL_TYPE" val="1"/>
  <p:tag name="KSO_WM_UNIT_TEXT_FILL_FORE_SCHEMECOLOR_INDEX" val="13"/>
  <p:tag name="KSO_WM_UNIT_TEXT_FILL_TYPE" val="1"/>
  <p:tag name="KSO_WM_UNIT_USESOURCEFORMAT_APPLY" val="1"/>
</p:tagLst>
</file>

<file path=ppt/tags/tag163.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i"/>
  <p:tag name="KSO_WM_UNIT_INDEX" val="1_12"/>
  <p:tag name="KSO_WM_UNIT_ID" val="custom160596_16*l_i*1_12"/>
  <p:tag name="KSO_WM_UNIT_LAYERLEVEL" val="1_1"/>
  <p:tag name="KSO_WM_DIAGRAM_GROUP_CODE" val="l1-5"/>
  <p:tag name="KSO_WM_UNIT_FILL_FORE_SCHEMECOLOR_INDEX" val="14"/>
  <p:tag name="KSO_WM_UNIT_FILL_TYPE" val="1"/>
  <p:tag name="KSO_WM_UNIT_TEXT_FILL_FORE_SCHEMECOLOR_INDEX" val="13"/>
  <p:tag name="KSO_WM_UNIT_TEXT_FILL_TYPE" val="1"/>
  <p:tag name="KSO_WM_UNIT_USESOURCEFORMAT_APPLY" val="1"/>
</p:tagLst>
</file>

<file path=ppt/tags/tag164.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h_a"/>
  <p:tag name="KSO_WM_UNIT_INDEX" val="1_2_1"/>
  <p:tag name="KSO_WM_UNIT_ID" val="custom160596_16*l_h_a*1_2_1"/>
  <p:tag name="KSO_WM_UNIT_LAYERLEVEL" val="1_1_1"/>
  <p:tag name="KSO_WM_UNIT_VALUE" val="6"/>
  <p:tag name="KSO_WM_UNIT_HIGHLIGHT" val="0"/>
  <p:tag name="KSO_WM_UNIT_COMPATIBLE" val="0"/>
  <p:tag name="KSO_WM_UNIT_CLEAR" val="0"/>
  <p:tag name="KSO_WM_DIAGRAM_GROUP_CODE" val="l1-5"/>
  <p:tag name="KSO_WM_UNIT_PRESET_TEXT" val="您的&#10;标题"/>
  <p:tag name="KSO_WM_UNIT_TEXT_FILL_FORE_SCHEMECOLOR_INDEX" val="13"/>
  <p:tag name="KSO_WM_UNIT_TEXT_FILL_TYPE" val="1"/>
  <p:tag name="KSO_WM_UNIT_USESOURCEFORMAT_APPLY" val="1"/>
</p:tagLst>
</file>

<file path=ppt/tags/tag165.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Desc"/>
  <p:tag name="MH_ORDER" val="1"/>
</p:tagLst>
</file>

<file path=ppt/tags/tag166.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i"/>
  <p:tag name="KSO_WM_UNIT_INDEX" val="1_11"/>
  <p:tag name="KSO_WM_UNIT_ID" val="custom160596_16*l_i*1_11"/>
  <p:tag name="KSO_WM_UNIT_LAYERLEVEL" val="1_1"/>
  <p:tag name="KSO_WM_DIAGRAM_GROUP_CODE" val="l1-5"/>
  <p:tag name="KSO_WM_UNIT_FILL_FORE_SCHEMECOLOR_INDEX" val="6"/>
  <p:tag name="KSO_WM_UNIT_FILL_TYPE" val="1"/>
  <p:tag name="KSO_WM_UNIT_TEXT_FILL_FORE_SCHEMECOLOR_INDEX" val="13"/>
  <p:tag name="KSO_WM_UNIT_TEXT_FILL_TYPE" val="1"/>
  <p:tag name="KSO_WM_UNIT_USESOURCEFORMAT_APPLY" val="1"/>
</p:tagLst>
</file>

<file path=ppt/tags/tag167.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i"/>
  <p:tag name="KSO_WM_UNIT_INDEX" val="1_12"/>
  <p:tag name="KSO_WM_UNIT_ID" val="custom160596_16*l_i*1_12"/>
  <p:tag name="KSO_WM_UNIT_LAYERLEVEL" val="1_1"/>
  <p:tag name="KSO_WM_DIAGRAM_GROUP_CODE" val="l1-5"/>
  <p:tag name="KSO_WM_UNIT_FILL_FORE_SCHEMECOLOR_INDEX" val="14"/>
  <p:tag name="KSO_WM_UNIT_FILL_TYPE" val="1"/>
  <p:tag name="KSO_WM_UNIT_TEXT_FILL_FORE_SCHEMECOLOR_INDEX" val="13"/>
  <p:tag name="KSO_WM_UNIT_TEXT_FILL_TYPE" val="1"/>
  <p:tag name="KSO_WM_UNIT_USESOURCEFORMAT_APPLY" val="1"/>
</p:tagLst>
</file>

<file path=ppt/tags/tag168.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h_a"/>
  <p:tag name="KSO_WM_UNIT_INDEX" val="1_2_1"/>
  <p:tag name="KSO_WM_UNIT_ID" val="custom160596_16*l_h_a*1_2_1"/>
  <p:tag name="KSO_WM_UNIT_LAYERLEVEL" val="1_1_1"/>
  <p:tag name="KSO_WM_UNIT_VALUE" val="6"/>
  <p:tag name="KSO_WM_UNIT_HIGHLIGHT" val="0"/>
  <p:tag name="KSO_WM_UNIT_COMPATIBLE" val="0"/>
  <p:tag name="KSO_WM_UNIT_CLEAR" val="0"/>
  <p:tag name="KSO_WM_DIAGRAM_GROUP_CODE" val="l1-5"/>
  <p:tag name="KSO_WM_UNIT_PRESET_TEXT" val="您的&#10;标题"/>
  <p:tag name="KSO_WM_UNIT_TEXT_FILL_FORE_SCHEMECOLOR_INDEX" val="13"/>
  <p:tag name="KSO_WM_UNIT_TEXT_FILL_TYPE" val="1"/>
  <p:tag name="KSO_WM_UNIT_USESOURCEFORMAT_APPLY" val="1"/>
</p:tagLst>
</file>

<file path=ppt/tags/tag169.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Desc"/>
  <p:tag name="MH_ORDER" val="1"/>
</p:tagLst>
</file>

<file path=ppt/tags/tag170.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i"/>
  <p:tag name="KSO_WM_UNIT_INDEX" val="1_11"/>
  <p:tag name="KSO_WM_UNIT_ID" val="custom160596_16*l_i*1_11"/>
  <p:tag name="KSO_WM_UNIT_LAYERLEVEL" val="1_1"/>
  <p:tag name="KSO_WM_DIAGRAM_GROUP_CODE" val="l1-5"/>
  <p:tag name="KSO_WM_UNIT_FILL_FORE_SCHEMECOLOR_INDEX" val="6"/>
  <p:tag name="KSO_WM_UNIT_FILL_TYPE" val="1"/>
  <p:tag name="KSO_WM_UNIT_TEXT_FILL_FORE_SCHEMECOLOR_INDEX" val="13"/>
  <p:tag name="KSO_WM_UNIT_TEXT_FILL_TYPE" val="1"/>
  <p:tag name="KSO_WM_UNIT_USESOURCEFORMAT_APPLY" val="1"/>
</p:tagLst>
</file>

<file path=ppt/tags/tag171.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i"/>
  <p:tag name="KSO_WM_UNIT_INDEX" val="1_12"/>
  <p:tag name="KSO_WM_UNIT_ID" val="custom160596_16*l_i*1_12"/>
  <p:tag name="KSO_WM_UNIT_LAYERLEVEL" val="1_1"/>
  <p:tag name="KSO_WM_DIAGRAM_GROUP_CODE" val="l1-5"/>
  <p:tag name="KSO_WM_UNIT_FILL_FORE_SCHEMECOLOR_INDEX" val="14"/>
  <p:tag name="KSO_WM_UNIT_FILL_TYPE" val="1"/>
  <p:tag name="KSO_WM_UNIT_TEXT_FILL_FORE_SCHEMECOLOR_INDEX" val="13"/>
  <p:tag name="KSO_WM_UNIT_TEXT_FILL_TYPE" val="1"/>
  <p:tag name="KSO_WM_UNIT_USESOURCEFORMAT_APPLY" val="1"/>
</p:tagLst>
</file>

<file path=ppt/tags/tag172.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h_a"/>
  <p:tag name="KSO_WM_UNIT_INDEX" val="1_2_1"/>
  <p:tag name="KSO_WM_UNIT_ID" val="custom160596_16*l_h_a*1_2_1"/>
  <p:tag name="KSO_WM_UNIT_LAYERLEVEL" val="1_1_1"/>
  <p:tag name="KSO_WM_UNIT_VALUE" val="6"/>
  <p:tag name="KSO_WM_UNIT_HIGHLIGHT" val="0"/>
  <p:tag name="KSO_WM_UNIT_COMPATIBLE" val="0"/>
  <p:tag name="KSO_WM_UNIT_CLEAR" val="0"/>
  <p:tag name="KSO_WM_DIAGRAM_GROUP_CODE" val="l1-5"/>
  <p:tag name="KSO_WM_UNIT_PRESET_TEXT" val="您的&#10;标题"/>
  <p:tag name="KSO_WM_UNIT_TEXT_FILL_FORE_SCHEMECOLOR_INDEX" val="13"/>
  <p:tag name="KSO_WM_UNIT_TEXT_FILL_TYPE" val="1"/>
  <p:tag name="KSO_WM_UNIT_USESOURCEFORMAT_APPLY" val="1"/>
</p:tagLst>
</file>

<file path=ppt/tags/tag173.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i"/>
  <p:tag name="KSO_WM_UNIT_INDEX" val="1_11"/>
  <p:tag name="KSO_WM_UNIT_ID" val="custom160596_16*l_i*1_11"/>
  <p:tag name="KSO_WM_UNIT_LAYERLEVEL" val="1_1"/>
  <p:tag name="KSO_WM_DIAGRAM_GROUP_CODE" val="l1-5"/>
  <p:tag name="KSO_WM_UNIT_FILL_FORE_SCHEMECOLOR_INDEX" val="6"/>
  <p:tag name="KSO_WM_UNIT_FILL_TYPE" val="1"/>
  <p:tag name="KSO_WM_UNIT_TEXT_FILL_FORE_SCHEMECOLOR_INDEX" val="13"/>
  <p:tag name="KSO_WM_UNIT_TEXT_FILL_TYPE" val="1"/>
  <p:tag name="KSO_WM_UNIT_USESOURCEFORMAT_APPLY" val="1"/>
</p:tagLst>
</file>

<file path=ppt/tags/tag174.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i"/>
  <p:tag name="KSO_WM_UNIT_INDEX" val="1_12"/>
  <p:tag name="KSO_WM_UNIT_ID" val="custom160596_16*l_i*1_12"/>
  <p:tag name="KSO_WM_UNIT_LAYERLEVEL" val="1_1"/>
  <p:tag name="KSO_WM_DIAGRAM_GROUP_CODE" val="l1-5"/>
  <p:tag name="KSO_WM_UNIT_FILL_FORE_SCHEMECOLOR_INDEX" val="14"/>
  <p:tag name="KSO_WM_UNIT_FILL_TYPE" val="1"/>
  <p:tag name="KSO_WM_UNIT_TEXT_FILL_FORE_SCHEMECOLOR_INDEX" val="13"/>
  <p:tag name="KSO_WM_UNIT_TEXT_FILL_TYPE" val="1"/>
  <p:tag name="KSO_WM_UNIT_USESOURCEFORMAT_APPLY" val="1"/>
</p:tagLst>
</file>

<file path=ppt/tags/tag175.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h_a"/>
  <p:tag name="KSO_WM_UNIT_INDEX" val="1_2_1"/>
  <p:tag name="KSO_WM_UNIT_ID" val="custom160596_16*l_h_a*1_2_1"/>
  <p:tag name="KSO_WM_UNIT_LAYERLEVEL" val="1_1_1"/>
  <p:tag name="KSO_WM_UNIT_VALUE" val="6"/>
  <p:tag name="KSO_WM_UNIT_HIGHLIGHT" val="0"/>
  <p:tag name="KSO_WM_UNIT_COMPATIBLE" val="0"/>
  <p:tag name="KSO_WM_UNIT_CLEAR" val="0"/>
  <p:tag name="KSO_WM_DIAGRAM_GROUP_CODE" val="l1-5"/>
  <p:tag name="KSO_WM_UNIT_PRESET_TEXT" val="您的&#10;标题"/>
  <p:tag name="KSO_WM_UNIT_TEXT_FILL_FORE_SCHEMECOLOR_INDEX" val="13"/>
  <p:tag name="KSO_WM_UNIT_TEXT_FILL_TYPE" val="1"/>
  <p:tag name="KSO_WM_UNIT_USESOURCEFORMAT_APPLY" val="1"/>
</p:tagLst>
</file>

<file path=ppt/tags/tag176.xml><?xml version="1.0" encoding="utf-8"?>
<p:tagLst xmlns:a="http://schemas.openxmlformats.org/drawingml/2006/main" xmlns:r="http://schemas.openxmlformats.org/officeDocument/2006/relationships" xmlns:p="http://schemas.openxmlformats.org/presentationml/2006/main">
  <p:tag name="MH" val="20150917114454"/>
  <p:tag name="MH_LIBRARY" val="GRAPHIC"/>
  <p:tag name="MH_TYPE" val="Other"/>
  <p:tag name="MH_ORDER" val="1"/>
</p:tagLst>
</file>

<file path=ppt/tags/tag177.xml><?xml version="1.0" encoding="utf-8"?>
<p:tagLst xmlns:a="http://schemas.openxmlformats.org/drawingml/2006/main" xmlns:r="http://schemas.openxmlformats.org/officeDocument/2006/relationships" xmlns:p="http://schemas.openxmlformats.org/presentationml/2006/main">
  <p:tag name="MH" val="20150917114454"/>
  <p:tag name="MH_LIBRARY" val="GRAPHIC"/>
  <p:tag name="MH_TYPE" val="Title"/>
  <p:tag name="MH_ORDER" val="1"/>
</p:tagLst>
</file>

<file path=ppt/tags/tag178.xml><?xml version="1.0" encoding="utf-8"?>
<p:tagLst xmlns:a="http://schemas.openxmlformats.org/drawingml/2006/main" xmlns:r="http://schemas.openxmlformats.org/officeDocument/2006/relationships" xmlns:p="http://schemas.openxmlformats.org/presentationml/2006/main">
  <p:tag name="MH" val="20150917114454"/>
  <p:tag name="MH_LIBRARY" val="GRAPHIC"/>
  <p:tag name="MH_TYPE" val="SubTitle"/>
  <p:tag name="MH_ORDER" val="1"/>
</p:tagLst>
</file>

<file path=ppt/tags/tag179.xml><?xml version="1.0" encoding="utf-8"?>
<p:tagLst xmlns:a="http://schemas.openxmlformats.org/drawingml/2006/main" xmlns:r="http://schemas.openxmlformats.org/officeDocument/2006/relationships" xmlns:p="http://schemas.openxmlformats.org/presentationml/2006/main">
  <p:tag name="MH" val="20150917114454"/>
  <p:tag name="MH_LIBRARY" val="GRAPHIC"/>
  <p:tag name="MH_TYPE" val="SubTitle"/>
  <p:tag name="MH_ORDER" val="1"/>
</p:tagLst>
</file>

<file path=ppt/tags/tag180.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i"/>
  <p:tag name="KSO_WM_UNIT_INDEX" val="1_11"/>
  <p:tag name="KSO_WM_UNIT_ID" val="custom160596_16*l_i*1_11"/>
  <p:tag name="KSO_WM_UNIT_LAYERLEVEL" val="1_1"/>
  <p:tag name="KSO_WM_DIAGRAM_GROUP_CODE" val="l1-5"/>
  <p:tag name="KSO_WM_UNIT_FILL_FORE_SCHEMECOLOR_INDEX" val="6"/>
  <p:tag name="KSO_WM_UNIT_FILL_TYPE" val="1"/>
  <p:tag name="KSO_WM_UNIT_TEXT_FILL_FORE_SCHEMECOLOR_INDEX" val="13"/>
  <p:tag name="KSO_WM_UNIT_TEXT_FILL_TYPE" val="1"/>
  <p:tag name="KSO_WM_UNIT_USESOURCEFORMAT_APPLY" val="1"/>
</p:tagLst>
</file>

<file path=ppt/tags/tag181.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i"/>
  <p:tag name="KSO_WM_UNIT_INDEX" val="1_12"/>
  <p:tag name="KSO_WM_UNIT_ID" val="custom160596_16*l_i*1_12"/>
  <p:tag name="KSO_WM_UNIT_LAYERLEVEL" val="1_1"/>
  <p:tag name="KSO_WM_DIAGRAM_GROUP_CODE" val="l1-5"/>
  <p:tag name="KSO_WM_UNIT_FILL_FORE_SCHEMECOLOR_INDEX" val="14"/>
  <p:tag name="KSO_WM_UNIT_FILL_TYPE" val="1"/>
  <p:tag name="KSO_WM_UNIT_TEXT_FILL_FORE_SCHEMECOLOR_INDEX" val="13"/>
  <p:tag name="KSO_WM_UNIT_TEXT_FILL_TYPE" val="1"/>
  <p:tag name="KSO_WM_UNIT_USESOURCEFORMAT_APPLY" val="1"/>
</p:tagLst>
</file>

<file path=ppt/tags/tag182.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h_a"/>
  <p:tag name="KSO_WM_UNIT_INDEX" val="1_2_1"/>
  <p:tag name="KSO_WM_UNIT_ID" val="custom160596_16*l_h_a*1_2_1"/>
  <p:tag name="KSO_WM_UNIT_LAYERLEVEL" val="1_1_1"/>
  <p:tag name="KSO_WM_UNIT_VALUE" val="6"/>
  <p:tag name="KSO_WM_UNIT_HIGHLIGHT" val="0"/>
  <p:tag name="KSO_WM_UNIT_COMPATIBLE" val="0"/>
  <p:tag name="KSO_WM_UNIT_CLEAR" val="0"/>
  <p:tag name="KSO_WM_DIAGRAM_GROUP_CODE" val="l1-5"/>
  <p:tag name="KSO_WM_UNIT_PRESET_TEXT" val="您的&#10;标题"/>
  <p:tag name="KSO_WM_UNIT_TEXT_FILL_FORE_SCHEMECOLOR_INDEX" val="13"/>
  <p:tag name="KSO_WM_UNIT_TEXT_FILL_TYPE" val="1"/>
  <p:tag name="KSO_WM_UNIT_USESOURCEFORMAT_APPLY" val="1"/>
</p:tagLst>
</file>

<file path=ppt/tags/tag183.xml><?xml version="1.0" encoding="utf-8"?>
<p:tagLst xmlns:a="http://schemas.openxmlformats.org/drawingml/2006/main" xmlns:r="http://schemas.openxmlformats.org/officeDocument/2006/relationships" xmlns:p="http://schemas.openxmlformats.org/presentationml/2006/main">
  <p:tag name="MH" val="20161213153337"/>
  <p:tag name="MH_LIBRARY" val="GRAPHIC"/>
  <p:tag name="MH_ORDER" val="任意多边形 17"/>
</p:tagLst>
</file>

<file path=ppt/tags/tag184.xml><?xml version="1.0" encoding="utf-8"?>
<p:tagLst xmlns:a="http://schemas.openxmlformats.org/drawingml/2006/main" xmlns:r="http://schemas.openxmlformats.org/officeDocument/2006/relationships" xmlns:p="http://schemas.openxmlformats.org/presentationml/2006/main">
  <p:tag name="MH" val="20161215112950"/>
  <p:tag name="MH_LIBRARY" val="GRAPHIC"/>
  <p:tag name="MH_TYPE" val="Other"/>
  <p:tag name="MH_ORDER" val="1"/>
</p:tagLst>
</file>

<file path=ppt/tags/tag185.xml><?xml version="1.0" encoding="utf-8"?>
<p:tagLst xmlns:a="http://schemas.openxmlformats.org/drawingml/2006/main" xmlns:r="http://schemas.openxmlformats.org/officeDocument/2006/relationships" xmlns:p="http://schemas.openxmlformats.org/presentationml/2006/main">
  <p:tag name="MH" val="20161215112950"/>
  <p:tag name="MH_LIBRARY" val="GRAPHIC"/>
  <p:tag name="MH_TYPE" val="Text"/>
  <p:tag name="MH_ORDER" val="1"/>
</p:tagLst>
</file>

<file path=ppt/tags/tag186.xml><?xml version="1.0" encoding="utf-8"?>
<p:tagLst xmlns:a="http://schemas.openxmlformats.org/drawingml/2006/main" xmlns:r="http://schemas.openxmlformats.org/officeDocument/2006/relationships" xmlns:p="http://schemas.openxmlformats.org/presentationml/2006/main">
  <p:tag name="MH" val="20161215112950"/>
  <p:tag name="MH_LIBRARY" val="GRAPHIC"/>
  <p:tag name="MH_TYPE" val="Text"/>
  <p:tag name="MH_ORDER" val="2"/>
</p:tagLst>
</file>

<file path=ppt/tags/tag187.xml><?xml version="1.0" encoding="utf-8"?>
<p:tagLst xmlns:a="http://schemas.openxmlformats.org/drawingml/2006/main" xmlns:r="http://schemas.openxmlformats.org/officeDocument/2006/relationships" xmlns:p="http://schemas.openxmlformats.org/presentationml/2006/main">
  <p:tag name="MH" val="20161215112950"/>
  <p:tag name="MH_LIBRARY" val="GRAPHIC"/>
  <p:tag name="MH_TYPE" val="Other"/>
  <p:tag name="MH_ORDER" val="2"/>
</p:tagLst>
</file>

<file path=ppt/tags/tag188.xml><?xml version="1.0" encoding="utf-8"?>
<p:tagLst xmlns:a="http://schemas.openxmlformats.org/drawingml/2006/main" xmlns:r="http://schemas.openxmlformats.org/officeDocument/2006/relationships" xmlns:p="http://schemas.openxmlformats.org/presentationml/2006/main">
  <p:tag name="MH" val="20161215112950"/>
  <p:tag name="MH_LIBRARY" val="GRAPHIC"/>
  <p:tag name="MH_TYPE" val="Other"/>
  <p:tag name="MH_ORDER" val="1"/>
</p:tagLst>
</file>

<file path=ppt/tags/tag189.xml><?xml version="1.0" encoding="utf-8"?>
<p:tagLst xmlns:a="http://schemas.openxmlformats.org/drawingml/2006/main" xmlns:r="http://schemas.openxmlformats.org/officeDocument/2006/relationships" xmlns:p="http://schemas.openxmlformats.org/presentationml/2006/main">
  <p:tag name="MH" val="20161215112950"/>
  <p:tag name="MH_LIBRARY" val="GRAPHIC"/>
  <p:tag name="MH_TYPE" val="Text"/>
  <p:tag name="MH_ORDER" val="1"/>
</p:tagLst>
</file>

<file path=ppt/tags/tag190.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5"/>
</p:tagLst>
</file>

<file path=ppt/tags/tag191.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6"/>
</p:tagLst>
</file>

<file path=ppt/tags/tag192.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7"/>
</p:tagLst>
</file>

<file path=ppt/tags/tag193.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8"/>
</p:tagLst>
</file>

<file path=ppt/tags/tag194.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SubTitle"/>
  <p:tag name="MH_ORDER" val="3"/>
</p:tagLst>
</file>

<file path=ppt/tags/tag195.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9"/>
</p:tagLst>
</file>

<file path=ppt/tags/tag196.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10"/>
</p:tagLst>
</file>

<file path=ppt/tags/tag197.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11"/>
</p:tagLst>
</file>

<file path=ppt/tags/tag198.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12"/>
</p:tagLst>
</file>

<file path=ppt/tags/tag199.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SubTitle"/>
  <p:tag name="MH_ORDER" val="2"/>
</p:tagLst>
</file>

<file path=ppt/tags/tag200.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5"/>
</p:tagLst>
</file>

<file path=ppt/tags/tag201.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6"/>
</p:tagLst>
</file>

<file path=ppt/tags/tag202.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7"/>
</p:tagLst>
</file>

<file path=ppt/tags/tag203.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8"/>
</p:tagLst>
</file>

<file path=ppt/tags/tag204.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SubTitle"/>
  <p:tag name="MH_ORDER" val="3"/>
</p:tagLst>
</file>

<file path=ppt/tags/tag205.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1"/>
</p:tagLst>
</file>

<file path=ppt/tags/tag206.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2"/>
</p:tagLst>
</file>

<file path=ppt/tags/tag207.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3"/>
</p:tagLst>
</file>

<file path=ppt/tags/tag208.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4"/>
</p:tagLst>
</file>

<file path=ppt/tags/tag209.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SubTitle"/>
  <p:tag name="MH_ORDER" val="1"/>
</p:tagLst>
</file>

<file path=ppt/tags/tag210.xml><?xml version="1.0" encoding="utf-8"?>
<p:tagLst xmlns:a="http://schemas.openxmlformats.org/drawingml/2006/main" xmlns:r="http://schemas.openxmlformats.org/officeDocument/2006/relationships" xmlns:p="http://schemas.openxmlformats.org/presentationml/2006/main">
  <p:tag name="MH" val="20150917102857"/>
  <p:tag name="MH_LIBRARY" val="GRAPHIC"/>
  <p:tag name="MH_TYPE" val="Other"/>
  <p:tag name="MH_ORDER" val="5"/>
</p:tagLst>
</file>

<file path=ppt/tags/tag211.xml><?xml version="1.0" encoding="utf-8"?>
<p:tagLst xmlns:a="http://schemas.openxmlformats.org/drawingml/2006/main" xmlns:r="http://schemas.openxmlformats.org/officeDocument/2006/relationships" xmlns:p="http://schemas.openxmlformats.org/presentationml/2006/main">
  <p:tag name="MH" val="20150917102857"/>
  <p:tag name="MH_LIBRARY" val="GRAPHIC"/>
  <p:tag name="MH_TYPE" val="SubTitle"/>
  <p:tag name="MH_ORDER" val="1"/>
</p:tagLst>
</file>

<file path=ppt/tags/tag212.xml><?xml version="1.0" encoding="utf-8"?>
<p:tagLst xmlns:a="http://schemas.openxmlformats.org/drawingml/2006/main" xmlns:r="http://schemas.openxmlformats.org/officeDocument/2006/relationships" xmlns:p="http://schemas.openxmlformats.org/presentationml/2006/main">
  <p:tag name="MH" val="20150917102857"/>
  <p:tag name="MH_LIBRARY" val="GRAPHIC"/>
  <p:tag name="MH_TYPE" val="Other"/>
  <p:tag name="MH_ORDER" val="4"/>
</p:tagLst>
</file>

<file path=ppt/tags/tag213.xml><?xml version="1.0" encoding="utf-8"?>
<p:tagLst xmlns:a="http://schemas.openxmlformats.org/drawingml/2006/main" xmlns:r="http://schemas.openxmlformats.org/officeDocument/2006/relationships" xmlns:p="http://schemas.openxmlformats.org/presentationml/2006/main">
  <p:tag name="MH" val="20150917102857"/>
  <p:tag name="MH_LIBRARY" val="GRAPHIC"/>
  <p:tag name="MH_TYPE" val="Other"/>
  <p:tag name="MH_ORDER" val="4"/>
</p:tagLst>
</file>

<file path=ppt/tags/tag214.xml><?xml version="1.0" encoding="utf-8"?>
<p:tagLst xmlns:a="http://schemas.openxmlformats.org/drawingml/2006/main" xmlns:r="http://schemas.openxmlformats.org/officeDocument/2006/relationships" xmlns:p="http://schemas.openxmlformats.org/presentationml/2006/main">
  <p:tag name="MH" val="20150917102857"/>
  <p:tag name="MH_LIBRARY" val="GRAPHIC"/>
  <p:tag name="MH_TYPE" val="Other"/>
  <p:tag name="MH_ORDER" val="4"/>
</p:tagLst>
</file>

<file path=ppt/tags/tag215.xml><?xml version="1.0" encoding="utf-8"?>
<p:tagLst xmlns:a="http://schemas.openxmlformats.org/drawingml/2006/main" xmlns:r="http://schemas.openxmlformats.org/officeDocument/2006/relationships" xmlns:p="http://schemas.openxmlformats.org/presentationml/2006/main">
  <p:tag name="MH" val="20150917102857"/>
  <p:tag name="MH_LIBRARY" val="GRAPHIC"/>
  <p:tag name="MH_TYPE" val="Other"/>
  <p:tag name="MH_ORDER" val="4"/>
</p:tagLst>
</file>

<file path=ppt/tags/tag216.xml><?xml version="1.0" encoding="utf-8"?>
<p:tagLst xmlns:a="http://schemas.openxmlformats.org/drawingml/2006/main" xmlns:r="http://schemas.openxmlformats.org/officeDocument/2006/relationships" xmlns:p="http://schemas.openxmlformats.org/presentationml/2006/main">
  <p:tag name="MH" val="20150917102857"/>
  <p:tag name="MH_LIBRARY" val="GRAPHIC"/>
  <p:tag name="MH_TYPE" val="Other"/>
  <p:tag name="MH_ORDER" val="4"/>
</p:tagLst>
</file>

<file path=ppt/tags/tag217.xml><?xml version="1.0" encoding="utf-8"?>
<p:tagLst xmlns:a="http://schemas.openxmlformats.org/drawingml/2006/main" xmlns:r="http://schemas.openxmlformats.org/officeDocument/2006/relationships" xmlns:p="http://schemas.openxmlformats.org/presentationml/2006/main">
  <p:tag name="MH" val="20150917102857"/>
  <p:tag name="MH_LIBRARY" val="GRAPHIC"/>
  <p:tag name="MH_TYPE" val="Title"/>
  <p:tag name="MH_ORDER" val="1"/>
</p:tagLst>
</file>

<file path=ppt/tags/tag218.xml><?xml version="1.0" encoding="utf-8"?>
<p:tagLst xmlns:a="http://schemas.openxmlformats.org/drawingml/2006/main" xmlns:r="http://schemas.openxmlformats.org/officeDocument/2006/relationships" xmlns:p="http://schemas.openxmlformats.org/presentationml/2006/main">
  <p:tag name="MH" val="20150917102857"/>
  <p:tag name="MH_LIBRARY" val="GRAPHIC"/>
  <p:tag name="MH_TYPE" val="Other"/>
  <p:tag name="MH_ORDER" val="5"/>
</p:tagLst>
</file>

<file path=ppt/tags/tag219.xml><?xml version="1.0" encoding="utf-8"?>
<p:tagLst xmlns:a="http://schemas.openxmlformats.org/drawingml/2006/main" xmlns:r="http://schemas.openxmlformats.org/officeDocument/2006/relationships" xmlns:p="http://schemas.openxmlformats.org/presentationml/2006/main">
  <p:tag name="MH" val="20150917102857"/>
  <p:tag name="MH_LIBRARY" val="GRAPHIC"/>
  <p:tag name="MH_TYPE" val="SubTitle"/>
  <p:tag name="MH_ORDER" val="1"/>
</p:tagLst>
</file>

<file path=ppt/tags/tag220.xml><?xml version="1.0" encoding="utf-8"?>
<p:tagLst xmlns:a="http://schemas.openxmlformats.org/drawingml/2006/main" xmlns:r="http://schemas.openxmlformats.org/officeDocument/2006/relationships" xmlns:p="http://schemas.openxmlformats.org/presentationml/2006/main">
  <p:tag name="MH" val="20150917102857"/>
  <p:tag name="MH_LIBRARY" val="GRAPHIC"/>
  <p:tag name="MH_TYPE" val="Other"/>
  <p:tag name="MH_ORDER" val="5"/>
</p:tagLst>
</file>

<file path=ppt/tags/tag221.xml><?xml version="1.0" encoding="utf-8"?>
<p:tagLst xmlns:a="http://schemas.openxmlformats.org/drawingml/2006/main" xmlns:r="http://schemas.openxmlformats.org/officeDocument/2006/relationships" xmlns:p="http://schemas.openxmlformats.org/presentationml/2006/main">
  <p:tag name="MH" val="20150917102857"/>
  <p:tag name="MH_LIBRARY" val="GRAPHIC"/>
  <p:tag name="MH_TYPE" val="SubTitle"/>
  <p:tag name="MH_ORDER" val="1"/>
</p:tagLst>
</file>

<file path=ppt/tags/tag222.xml><?xml version="1.0" encoding="utf-8"?>
<p:tagLst xmlns:a="http://schemas.openxmlformats.org/drawingml/2006/main" xmlns:r="http://schemas.openxmlformats.org/officeDocument/2006/relationships" xmlns:p="http://schemas.openxmlformats.org/presentationml/2006/main">
  <p:tag name="MH" val="20150917102857"/>
  <p:tag name="MH_LIBRARY" val="GRAPHIC"/>
  <p:tag name="MH_TYPE" val="Other"/>
  <p:tag name="MH_ORDER" val="5"/>
</p:tagLst>
</file>

<file path=ppt/tags/tag223.xml><?xml version="1.0" encoding="utf-8"?>
<p:tagLst xmlns:a="http://schemas.openxmlformats.org/drawingml/2006/main" xmlns:r="http://schemas.openxmlformats.org/officeDocument/2006/relationships" xmlns:p="http://schemas.openxmlformats.org/presentationml/2006/main">
  <p:tag name="MH" val="20150917102857"/>
  <p:tag name="MH_LIBRARY" val="GRAPHIC"/>
  <p:tag name="MH_TYPE" val="SubTitle"/>
  <p:tag name="MH_ORDER" val="1"/>
</p:tagLst>
</file>

<file path=ppt/tags/tag224.xml><?xml version="1.0" encoding="utf-8"?>
<p:tagLst xmlns:a="http://schemas.openxmlformats.org/drawingml/2006/main" xmlns:r="http://schemas.openxmlformats.org/officeDocument/2006/relationships" xmlns:p="http://schemas.openxmlformats.org/presentationml/2006/main">
  <p:tag name="MH" val="20150917102857"/>
  <p:tag name="MH_LIBRARY" val="GRAPHIC"/>
  <p:tag name="MH_TYPE" val="Other"/>
  <p:tag name="MH_ORDER" val="5"/>
</p:tagLst>
</file>

<file path=ppt/tags/tag225.xml><?xml version="1.0" encoding="utf-8"?>
<p:tagLst xmlns:a="http://schemas.openxmlformats.org/drawingml/2006/main" xmlns:r="http://schemas.openxmlformats.org/officeDocument/2006/relationships" xmlns:p="http://schemas.openxmlformats.org/presentationml/2006/main">
  <p:tag name="MH" val="20150917102857"/>
  <p:tag name="MH_LIBRARY" val="GRAPHIC"/>
  <p:tag name="MH_TYPE" val="SubTitle"/>
  <p:tag name="MH_ORDER" val="1"/>
</p:tagLst>
</file>

<file path=ppt/tags/tag226.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r_i"/>
  <p:tag name="KSO_WM_UNIT_INDEX" val="1_1"/>
  <p:tag name="KSO_WM_UNIT_ID" val="custom160596_38*r_i*1_1"/>
  <p:tag name="KSO_WM_UNIT_LAYERLEVEL" val="1_1"/>
  <p:tag name="KSO_WM_DIAGRAM_GROUP_CODE" val="r1-1"/>
  <p:tag name="KSO_WM_UNIT_DIAGRAM_CONTRAST_TITLE_CNT" val="5"/>
  <p:tag name="KSO_WM_UNIT_DIAGRAM_DIMENSION_TITLE_CNT" val="2"/>
  <p:tag name="KSO_WM_UNIT_FILL_FORE_SCHEMECOLOR_INDEX" val="5"/>
  <p:tag name="KSO_WM_UNIT_FILL_TYPE" val="1"/>
  <p:tag name="KSO_WM_UNIT_TEXT_FILL_FORE_SCHEMECOLOR_INDEX" val="13"/>
  <p:tag name="KSO_WM_UNIT_TEXT_FILL_TYPE" val="1"/>
  <p:tag name="KSO_WM_UNIT_USESOURCEFORMAT_APPLY" val="1"/>
</p:tagLst>
</file>

<file path=ppt/tags/tag227.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r_i"/>
  <p:tag name="KSO_WM_UNIT_INDEX" val="1_2"/>
  <p:tag name="KSO_WM_UNIT_ID" val="custom160596_38*r_i*1_2"/>
  <p:tag name="KSO_WM_UNIT_LAYERLEVEL" val="1_1"/>
  <p:tag name="KSO_WM_DIAGRAM_GROUP_CODE" val="r1-1"/>
  <p:tag name="KSO_WM_UNIT_DIAGRAM_CONTRAST_TITLE_CNT" val="5"/>
  <p:tag name="KSO_WM_UNIT_DIAGRAM_DIMENSION_TITLE_CNT" val="2"/>
  <p:tag name="KSO_WM_UNIT_FILL_FORE_SCHEMECOLOR_INDEX" val="7"/>
  <p:tag name="KSO_WM_UNIT_FILL_TYPE" val="1"/>
  <p:tag name="KSO_WM_UNIT_TEXT_FILL_FORE_SCHEMECOLOR_INDEX" val="13"/>
  <p:tag name="KSO_WM_UNIT_TEXT_FILL_TYPE" val="1"/>
  <p:tag name="KSO_WM_UNIT_USESOURCEFORMAT_APPLY" val="1"/>
</p:tagLst>
</file>

<file path=ppt/tags/tag228.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r_i"/>
  <p:tag name="KSO_WM_UNIT_INDEX" val="1_3"/>
  <p:tag name="KSO_WM_UNIT_ID" val="custom160596_38*r_i*1_3"/>
  <p:tag name="KSO_WM_UNIT_LAYERLEVEL" val="1_1"/>
  <p:tag name="KSO_WM_DIAGRAM_GROUP_CODE" val="r1-1"/>
  <p:tag name="KSO_WM_UNIT_DIAGRAM_CONTRAST_TITLE_CNT" val="5"/>
  <p:tag name="KSO_WM_UNIT_DIAGRAM_DIMENSION_TITLE_CNT" val="2"/>
  <p:tag name="KSO_WM_UNIT_FILL_FORE_SCHEMECOLOR_INDEX" val="14"/>
  <p:tag name="KSO_WM_UNIT_FILL_TYPE" val="1"/>
  <p:tag name="KSO_WM_UNIT_LINE_FORE_SCHEMECOLOR_INDEX" val="5"/>
  <p:tag name="KSO_WM_UNIT_LINE_FILL_TYPE" val="2"/>
  <p:tag name="KSO_WM_UNIT_TEXT_FILL_FORE_SCHEMECOLOR_INDEX" val="13"/>
  <p:tag name="KSO_WM_UNIT_TEXT_FILL_TYPE" val="1"/>
  <p:tag name="KSO_WM_UNIT_USESOURCEFORMAT_APPLY" val="1"/>
</p:tagLst>
</file>

<file path=ppt/tags/tag229.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r_i"/>
  <p:tag name="KSO_WM_UNIT_INDEX" val="1_4"/>
  <p:tag name="KSO_WM_UNIT_ID" val="custom160596_38*r_i*1_4"/>
  <p:tag name="KSO_WM_UNIT_LAYERLEVEL" val="1_1"/>
  <p:tag name="KSO_WM_DIAGRAM_GROUP_CODE" val="r1-1"/>
  <p:tag name="KSO_WM_UNIT_DIAGRAM_CONTRAST_TITLE_CNT" val="5"/>
  <p:tag name="KSO_WM_UNIT_DIAGRAM_DIMENSION_TITLE_CNT" val="2"/>
  <p:tag name="KSO_WM_UNIT_FILL_FORE_SCHEMECOLOR_INDEX" val="5"/>
  <p:tag name="KSO_WM_UNIT_FILL_TYPE" val="1"/>
  <p:tag name="KSO_WM_UNIT_TEXT_FILL_FORE_SCHEMECOLOR_INDEX" val="13"/>
  <p:tag name="KSO_WM_UNIT_TEXT_FILL_TYPE" val="1"/>
  <p:tag name="KSO_WM_UNIT_USESOURCEFORMAT_APPLY" val="1"/>
</p:tagLst>
</file>

<file path=ppt/tags/tag230.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r_v"/>
  <p:tag name="KSO_WM_UNIT_INDEX" val="1_2"/>
  <p:tag name="KSO_WM_UNIT_ID" val="custom160596_38*r_v*1_2"/>
  <p:tag name="KSO_WM_UNIT_LAYERLEVEL" val="1_1"/>
  <p:tag name="KSO_WM_UNIT_DIAGRAM_CONTRAST_TITLE_CNT" val="5"/>
  <p:tag name="KSO_WM_UNIT_DIAGRAM_DIMENSION_TITLE_CNT" val="2"/>
  <p:tag name="KSO_WM_UNIT_VALUE" val="11"/>
  <p:tag name="KSO_WM_UNIT_HIGHLIGHT" val="0"/>
  <p:tag name="KSO_WM_UNIT_COMPATIBLE" val="0"/>
  <p:tag name="KSO_WM_UNIT_CLEAR" val="0"/>
  <p:tag name="KSO_WM_UNIT_PRESET_TEXT_INDEX" val="2"/>
  <p:tag name="KSO_WM_UNIT_PRESET_TEXT_LEN" val="10"/>
  <p:tag name="KSO_WM_DIAGRAM_GROUP_CODE" val="r1-1"/>
  <p:tag name="KSO_WM_UNIT_TEXT_FILL_FORE_SCHEMECOLOR_INDEX" val="13"/>
  <p:tag name="KSO_WM_UNIT_TEXT_FILL_TYPE" val="1"/>
  <p:tag name="KSO_WM_UNIT_USESOURCEFORMAT_APPLY" val="1"/>
</p:tagLst>
</file>

<file path=ppt/tags/tag231.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r_i"/>
  <p:tag name="KSO_WM_UNIT_INDEX" val="1_5"/>
  <p:tag name="KSO_WM_UNIT_ID" val="custom160596_38*r_i*1_5"/>
  <p:tag name="KSO_WM_UNIT_LAYERLEVEL" val="1_1"/>
  <p:tag name="KSO_WM_DIAGRAM_GROUP_CODE" val="r1-1"/>
  <p:tag name="KSO_WM_UNIT_DIAGRAM_CONTRAST_TITLE_CNT" val="5"/>
  <p:tag name="KSO_WM_UNIT_DIAGRAM_DIMENSION_TITLE_CNT" val="2"/>
  <p:tag name="KSO_WM_UNIT_FILL_FORE_SCHEMECOLOR_INDEX" val="14"/>
  <p:tag name="KSO_WM_UNIT_FILL_TYPE" val="1"/>
  <p:tag name="KSO_WM_UNIT_LINE_FORE_SCHEMECOLOR_INDEX" val="5"/>
  <p:tag name="KSO_WM_UNIT_LINE_FILL_TYPE" val="2"/>
  <p:tag name="KSO_WM_UNIT_TEXT_FILL_FORE_SCHEMECOLOR_INDEX" val="13"/>
  <p:tag name="KSO_WM_UNIT_TEXT_FILL_TYPE" val="1"/>
  <p:tag name="KSO_WM_UNIT_USESOURCEFORMAT_APPLY" val="1"/>
</p:tagLst>
</file>

<file path=ppt/tags/tag232.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r_i"/>
  <p:tag name="KSO_WM_UNIT_INDEX" val="1_6"/>
  <p:tag name="KSO_WM_UNIT_ID" val="custom160596_38*r_i*1_6"/>
  <p:tag name="KSO_WM_UNIT_LAYERLEVEL" val="1_1"/>
  <p:tag name="KSO_WM_DIAGRAM_GROUP_CODE" val="r1-1"/>
  <p:tag name="KSO_WM_UNIT_DIAGRAM_CONTRAST_TITLE_CNT" val="5"/>
  <p:tag name="KSO_WM_UNIT_DIAGRAM_DIMENSION_TITLE_CNT" val="2"/>
  <p:tag name="KSO_WM_UNIT_FILL_FORE_SCHEMECOLOR_INDEX" val="5"/>
  <p:tag name="KSO_WM_UNIT_FILL_TYPE" val="1"/>
  <p:tag name="KSO_WM_UNIT_TEXT_FILL_FORE_SCHEMECOLOR_INDEX" val="13"/>
  <p:tag name="KSO_WM_UNIT_TEXT_FILL_TYPE" val="1"/>
  <p:tag name="KSO_WM_UNIT_USESOURCEFORMAT_APPLY" val="1"/>
</p:tagLst>
</file>

<file path=ppt/tags/tag233.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r_v"/>
  <p:tag name="KSO_WM_UNIT_INDEX" val="1_4"/>
  <p:tag name="KSO_WM_UNIT_ID" val="custom160596_38*r_v*1_4"/>
  <p:tag name="KSO_WM_UNIT_LAYERLEVEL" val="1_1"/>
  <p:tag name="KSO_WM_UNIT_DIAGRAM_CONTRAST_TITLE_CNT" val="5"/>
  <p:tag name="KSO_WM_UNIT_DIAGRAM_DIMENSION_TITLE_CNT" val="2"/>
  <p:tag name="KSO_WM_UNIT_VALUE" val="11"/>
  <p:tag name="KSO_WM_UNIT_HIGHLIGHT" val="0"/>
  <p:tag name="KSO_WM_UNIT_COMPATIBLE" val="0"/>
  <p:tag name="KSO_WM_UNIT_CLEAR" val="0"/>
  <p:tag name="KSO_WM_UNIT_PRESET_TEXT_INDEX" val="2"/>
  <p:tag name="KSO_WM_UNIT_PRESET_TEXT_LEN" val="10"/>
  <p:tag name="KSO_WM_DIAGRAM_GROUP_CODE" val="r1-1"/>
  <p:tag name="KSO_WM_UNIT_TEXT_FILL_FORE_SCHEMECOLOR_INDEX" val="13"/>
  <p:tag name="KSO_WM_UNIT_TEXT_FILL_TYPE" val="1"/>
  <p:tag name="KSO_WM_UNIT_USESOURCEFORMAT_APPLY" val="1"/>
</p:tagLst>
</file>

<file path=ppt/tags/tag234.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r_i"/>
  <p:tag name="KSO_WM_UNIT_INDEX" val="1_7"/>
  <p:tag name="KSO_WM_UNIT_ID" val="custom160596_38*r_i*1_7"/>
  <p:tag name="KSO_WM_UNIT_LAYERLEVEL" val="1_1"/>
  <p:tag name="KSO_WM_DIAGRAM_GROUP_CODE" val="r1-1"/>
  <p:tag name="KSO_WM_UNIT_DIAGRAM_CONTRAST_TITLE_CNT" val="5"/>
  <p:tag name="KSO_WM_UNIT_DIAGRAM_DIMENSION_TITLE_CNT" val="2"/>
  <p:tag name="KSO_WM_UNIT_FILL_FORE_SCHEMECOLOR_INDEX" val="14"/>
  <p:tag name="KSO_WM_UNIT_FILL_TYPE" val="1"/>
  <p:tag name="KSO_WM_UNIT_LINE_FORE_SCHEMECOLOR_INDEX" val="5"/>
  <p:tag name="KSO_WM_UNIT_LINE_FILL_TYPE" val="2"/>
  <p:tag name="KSO_WM_UNIT_TEXT_FILL_FORE_SCHEMECOLOR_INDEX" val="13"/>
  <p:tag name="KSO_WM_UNIT_TEXT_FILL_TYPE" val="1"/>
  <p:tag name="KSO_WM_UNIT_USESOURCEFORMAT_APPLY" val="1"/>
</p:tagLst>
</file>

<file path=ppt/tags/tag235.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r_i"/>
  <p:tag name="KSO_WM_UNIT_INDEX" val="1_8"/>
  <p:tag name="KSO_WM_UNIT_ID" val="custom160596_38*r_i*1_8"/>
  <p:tag name="KSO_WM_UNIT_LAYERLEVEL" val="1_1"/>
  <p:tag name="KSO_WM_DIAGRAM_GROUP_CODE" val="r1-1"/>
  <p:tag name="KSO_WM_UNIT_DIAGRAM_CONTRAST_TITLE_CNT" val="5"/>
  <p:tag name="KSO_WM_UNIT_DIAGRAM_DIMENSION_TITLE_CNT" val="2"/>
  <p:tag name="KSO_WM_UNIT_FILL_FORE_SCHEMECOLOR_INDEX" val="5"/>
  <p:tag name="KSO_WM_UNIT_FILL_TYPE" val="1"/>
  <p:tag name="KSO_WM_UNIT_TEXT_FILL_FORE_SCHEMECOLOR_INDEX" val="13"/>
  <p:tag name="KSO_WM_UNIT_TEXT_FILL_TYPE" val="1"/>
  <p:tag name="KSO_WM_UNIT_USESOURCEFORMAT_APPLY" val="1"/>
</p:tagLst>
</file>

<file path=ppt/tags/tag236.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r_v"/>
  <p:tag name="KSO_WM_UNIT_INDEX" val="1_6"/>
  <p:tag name="KSO_WM_UNIT_ID" val="custom160596_38*r_v*1_6"/>
  <p:tag name="KSO_WM_UNIT_LAYERLEVEL" val="1_1"/>
  <p:tag name="KSO_WM_UNIT_DIAGRAM_CONTRAST_TITLE_CNT" val="5"/>
  <p:tag name="KSO_WM_UNIT_DIAGRAM_DIMENSION_TITLE_CNT" val="2"/>
  <p:tag name="KSO_WM_UNIT_VALUE" val="11"/>
  <p:tag name="KSO_WM_UNIT_HIGHLIGHT" val="0"/>
  <p:tag name="KSO_WM_UNIT_COMPATIBLE" val="0"/>
  <p:tag name="KSO_WM_UNIT_CLEAR" val="0"/>
  <p:tag name="KSO_WM_UNIT_PRESET_TEXT_INDEX" val="2"/>
  <p:tag name="KSO_WM_UNIT_PRESET_TEXT_LEN" val="10"/>
  <p:tag name="KSO_WM_DIAGRAM_GROUP_CODE" val="r1-1"/>
  <p:tag name="KSO_WM_UNIT_TEXT_FILL_FORE_SCHEMECOLOR_INDEX" val="13"/>
  <p:tag name="KSO_WM_UNIT_TEXT_FILL_TYPE" val="1"/>
  <p:tag name="KSO_WM_UNIT_USESOURCEFORMAT_APPLY" val="1"/>
</p:tagLst>
</file>

<file path=ppt/tags/tag237.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r_i"/>
  <p:tag name="KSO_WM_UNIT_INDEX" val="1_9"/>
  <p:tag name="KSO_WM_UNIT_ID" val="custom160596_38*r_i*1_9"/>
  <p:tag name="KSO_WM_UNIT_LAYERLEVEL" val="1_1"/>
  <p:tag name="KSO_WM_DIAGRAM_GROUP_CODE" val="r1-1"/>
  <p:tag name="KSO_WM_UNIT_DIAGRAM_CONTRAST_TITLE_CNT" val="5"/>
  <p:tag name="KSO_WM_UNIT_DIAGRAM_DIMENSION_TITLE_CNT" val="2"/>
  <p:tag name="KSO_WM_UNIT_FILL_FORE_SCHEMECOLOR_INDEX" val="14"/>
  <p:tag name="KSO_WM_UNIT_FILL_TYPE" val="1"/>
  <p:tag name="KSO_WM_UNIT_LINE_FORE_SCHEMECOLOR_INDEX" val="5"/>
  <p:tag name="KSO_WM_UNIT_LINE_FILL_TYPE" val="2"/>
  <p:tag name="KSO_WM_UNIT_TEXT_FILL_FORE_SCHEMECOLOR_INDEX" val="13"/>
  <p:tag name="KSO_WM_UNIT_TEXT_FILL_TYPE" val="1"/>
  <p:tag name="KSO_WM_UNIT_USESOURCEFORMAT_APPLY" val="1"/>
</p:tagLst>
</file>

<file path=ppt/tags/tag238.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r_i"/>
  <p:tag name="KSO_WM_UNIT_INDEX" val="1_10"/>
  <p:tag name="KSO_WM_UNIT_ID" val="custom160596_38*r_i*1_10"/>
  <p:tag name="KSO_WM_UNIT_LAYERLEVEL" val="1_1"/>
  <p:tag name="KSO_WM_DIAGRAM_GROUP_CODE" val="r1-1"/>
  <p:tag name="KSO_WM_UNIT_DIAGRAM_CONTRAST_TITLE_CNT" val="5"/>
  <p:tag name="KSO_WM_UNIT_DIAGRAM_DIMENSION_TITLE_CNT" val="2"/>
  <p:tag name="KSO_WM_UNIT_FILL_FORE_SCHEMECOLOR_INDEX" val="5"/>
  <p:tag name="KSO_WM_UNIT_FILL_TYPE" val="1"/>
  <p:tag name="KSO_WM_UNIT_TEXT_FILL_FORE_SCHEMECOLOR_INDEX" val="13"/>
  <p:tag name="KSO_WM_UNIT_TEXT_FILL_TYPE" val="1"/>
  <p:tag name="KSO_WM_UNIT_USESOURCEFORMAT_APPLY" val="1"/>
</p:tagLst>
</file>

<file path=ppt/tags/tag239.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r_v"/>
  <p:tag name="KSO_WM_UNIT_INDEX" val="1_8"/>
  <p:tag name="KSO_WM_UNIT_ID" val="custom160596_38*r_v*1_8"/>
  <p:tag name="KSO_WM_UNIT_LAYERLEVEL" val="1_1"/>
  <p:tag name="KSO_WM_UNIT_DIAGRAM_CONTRAST_TITLE_CNT" val="5"/>
  <p:tag name="KSO_WM_UNIT_DIAGRAM_DIMENSION_TITLE_CNT" val="2"/>
  <p:tag name="KSO_WM_UNIT_VALUE" val="11"/>
  <p:tag name="KSO_WM_UNIT_HIGHLIGHT" val="0"/>
  <p:tag name="KSO_WM_UNIT_COMPATIBLE" val="0"/>
  <p:tag name="KSO_WM_UNIT_CLEAR" val="0"/>
  <p:tag name="KSO_WM_UNIT_PRESET_TEXT_INDEX" val="2"/>
  <p:tag name="KSO_WM_UNIT_PRESET_TEXT_LEN" val="10"/>
  <p:tag name="KSO_WM_DIAGRAM_GROUP_CODE" val="r1-1"/>
  <p:tag name="KSO_WM_UNIT_TEXT_FILL_FORE_SCHEMECOLOR_INDEX" val="13"/>
  <p:tag name="KSO_WM_UNIT_TEXT_FILL_TYPE" val="1"/>
  <p:tag name="KSO_WM_UNIT_USESOURCEFORMAT_APPLY" val="1"/>
</p:tagLst>
</file>

<file path=ppt/tags/tag240.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r_i"/>
  <p:tag name="KSO_WM_UNIT_INDEX" val="1_21"/>
  <p:tag name="KSO_WM_UNIT_ID" val="custom160596_38*r_i*1_21"/>
  <p:tag name="KSO_WM_UNIT_LAYERLEVEL" val="1_1"/>
  <p:tag name="KSO_WM_DIAGRAM_GROUP_CODE" val="r1-1"/>
  <p:tag name="KSO_WM_UNIT_DIAGRAM_CONTRAST_TITLE_CNT" val="5"/>
  <p:tag name="KSO_WM_UNIT_DIAGRAM_DIMENSION_TITLE_CNT" val="2"/>
  <p:tag name="KSO_WM_UNIT_FILL_FORE_SCHEMECOLOR_INDEX" val="14"/>
  <p:tag name="KSO_WM_UNIT_FILL_TYPE" val="1"/>
  <p:tag name="KSO_WM_UNIT_LINE_FORE_SCHEMECOLOR_INDEX" val="7"/>
  <p:tag name="KSO_WM_UNIT_LINE_FILL_TYPE" val="2"/>
  <p:tag name="KSO_WM_UNIT_TEXT_FILL_FORE_SCHEMECOLOR_INDEX" val="13"/>
  <p:tag name="KSO_WM_UNIT_TEXT_FILL_TYPE" val="1"/>
  <p:tag name="KSO_WM_UNIT_USESOURCEFORMAT_APPLY" val="1"/>
</p:tagLst>
</file>

<file path=ppt/tags/tag241.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r_i"/>
  <p:tag name="KSO_WM_UNIT_INDEX" val="1_22"/>
  <p:tag name="KSO_WM_UNIT_ID" val="custom160596_38*r_i*1_22"/>
  <p:tag name="KSO_WM_UNIT_LAYERLEVEL" val="1_1"/>
  <p:tag name="KSO_WM_DIAGRAM_GROUP_CODE" val="r1-1"/>
  <p:tag name="KSO_WM_UNIT_DIAGRAM_CONTRAST_TITLE_CNT" val="5"/>
  <p:tag name="KSO_WM_UNIT_DIAGRAM_DIMENSION_TITLE_CNT" val="2"/>
  <p:tag name="KSO_WM_UNIT_FILL_FORE_SCHEMECOLOR_INDEX" val="7"/>
  <p:tag name="KSO_WM_UNIT_FILL_TYPE" val="1"/>
  <p:tag name="KSO_WM_UNIT_TEXT_FILL_FORE_SCHEMECOLOR_INDEX" val="13"/>
  <p:tag name="KSO_WM_UNIT_TEXT_FILL_TYPE" val="1"/>
  <p:tag name="KSO_WM_UNIT_USESOURCEFORMAT_APPLY" val="1"/>
</p:tagLst>
</file>

<file path=ppt/tags/tag242.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r_v"/>
  <p:tag name="KSO_WM_UNIT_INDEX" val="1_1"/>
  <p:tag name="KSO_WM_UNIT_ID" val="custom160596_38*r_v*1_1"/>
  <p:tag name="KSO_WM_UNIT_LAYERLEVEL" val="1_1"/>
  <p:tag name="KSO_WM_UNIT_DIAGRAM_CONTRAST_TITLE_CNT" val="5"/>
  <p:tag name="KSO_WM_UNIT_DIAGRAM_DIMENSION_TITLE_CNT" val="2"/>
  <p:tag name="KSO_WM_UNIT_VALUE" val="11"/>
  <p:tag name="KSO_WM_UNIT_HIGHLIGHT" val="0"/>
  <p:tag name="KSO_WM_UNIT_COMPATIBLE" val="0"/>
  <p:tag name="KSO_WM_UNIT_CLEAR" val="0"/>
  <p:tag name="KSO_WM_UNIT_PRESET_TEXT_INDEX" val="2"/>
  <p:tag name="KSO_WM_UNIT_PRESET_TEXT_LEN" val="10"/>
  <p:tag name="KSO_WM_DIAGRAM_GROUP_CODE" val="r1-1"/>
  <p:tag name="KSO_WM_UNIT_TEXT_FILL_FORE_SCHEMECOLOR_INDEX" val="13"/>
  <p:tag name="KSO_WM_UNIT_TEXT_FILL_TYPE" val="1"/>
  <p:tag name="KSO_WM_UNIT_USESOURCEFORMAT_APPLY" val="1"/>
</p:tagLst>
</file>

<file path=ppt/tags/tag243.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r_i"/>
  <p:tag name="KSO_WM_UNIT_INDEX" val="1_19"/>
  <p:tag name="KSO_WM_UNIT_ID" val="custom160596_38*r_i*1_19"/>
  <p:tag name="KSO_WM_UNIT_LAYERLEVEL" val="1_1"/>
  <p:tag name="KSO_WM_DIAGRAM_GROUP_CODE" val="r1-1"/>
  <p:tag name="KSO_WM_UNIT_DIAGRAM_CONTRAST_TITLE_CNT" val="5"/>
  <p:tag name="KSO_WM_UNIT_DIAGRAM_DIMENSION_TITLE_CNT" val="2"/>
  <p:tag name="KSO_WM_UNIT_FILL_FORE_SCHEMECOLOR_INDEX" val="14"/>
  <p:tag name="KSO_WM_UNIT_FILL_TYPE" val="1"/>
  <p:tag name="KSO_WM_UNIT_LINE_FORE_SCHEMECOLOR_INDEX" val="7"/>
  <p:tag name="KSO_WM_UNIT_LINE_FILL_TYPE" val="2"/>
  <p:tag name="KSO_WM_UNIT_TEXT_FILL_FORE_SCHEMECOLOR_INDEX" val="13"/>
  <p:tag name="KSO_WM_UNIT_TEXT_FILL_TYPE" val="1"/>
  <p:tag name="KSO_WM_UNIT_USESOURCEFORMAT_APPLY" val="1"/>
</p:tagLst>
</file>

<file path=ppt/tags/tag244.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r_i"/>
  <p:tag name="KSO_WM_UNIT_INDEX" val="1_20"/>
  <p:tag name="KSO_WM_UNIT_ID" val="custom160596_38*r_i*1_20"/>
  <p:tag name="KSO_WM_UNIT_LAYERLEVEL" val="1_1"/>
  <p:tag name="KSO_WM_DIAGRAM_GROUP_CODE" val="r1-1"/>
  <p:tag name="KSO_WM_UNIT_DIAGRAM_CONTRAST_TITLE_CNT" val="5"/>
  <p:tag name="KSO_WM_UNIT_DIAGRAM_DIMENSION_TITLE_CNT" val="2"/>
  <p:tag name="KSO_WM_UNIT_FILL_FORE_SCHEMECOLOR_INDEX" val="7"/>
  <p:tag name="KSO_WM_UNIT_FILL_TYPE" val="1"/>
  <p:tag name="KSO_WM_UNIT_TEXT_FILL_FORE_SCHEMECOLOR_INDEX" val="13"/>
  <p:tag name="KSO_WM_UNIT_TEXT_FILL_TYPE" val="1"/>
  <p:tag name="KSO_WM_UNIT_USESOURCEFORMAT_APPLY" val="1"/>
</p:tagLst>
</file>

<file path=ppt/tags/tag245.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r_v"/>
  <p:tag name="KSO_WM_UNIT_INDEX" val="1_3"/>
  <p:tag name="KSO_WM_UNIT_ID" val="custom160596_38*r_v*1_3"/>
  <p:tag name="KSO_WM_UNIT_LAYERLEVEL" val="1_1"/>
  <p:tag name="KSO_WM_UNIT_DIAGRAM_CONTRAST_TITLE_CNT" val="5"/>
  <p:tag name="KSO_WM_UNIT_DIAGRAM_DIMENSION_TITLE_CNT" val="2"/>
  <p:tag name="KSO_WM_UNIT_VALUE" val="11"/>
  <p:tag name="KSO_WM_UNIT_HIGHLIGHT" val="0"/>
  <p:tag name="KSO_WM_UNIT_COMPATIBLE" val="0"/>
  <p:tag name="KSO_WM_UNIT_CLEAR" val="0"/>
  <p:tag name="KSO_WM_UNIT_PRESET_TEXT_INDEX" val="2"/>
  <p:tag name="KSO_WM_UNIT_PRESET_TEXT_LEN" val="10"/>
  <p:tag name="KSO_WM_DIAGRAM_GROUP_CODE" val="r1-1"/>
  <p:tag name="KSO_WM_UNIT_TEXT_FILL_FORE_SCHEMECOLOR_INDEX" val="13"/>
  <p:tag name="KSO_WM_UNIT_TEXT_FILL_TYPE" val="1"/>
  <p:tag name="KSO_WM_UNIT_USESOURCEFORMAT_APPLY" val="1"/>
</p:tagLst>
</file>

<file path=ppt/tags/tag246.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r_i"/>
  <p:tag name="KSO_WM_UNIT_INDEX" val="1_17"/>
  <p:tag name="KSO_WM_UNIT_ID" val="custom160596_38*r_i*1_17"/>
  <p:tag name="KSO_WM_UNIT_LAYERLEVEL" val="1_1"/>
  <p:tag name="KSO_WM_DIAGRAM_GROUP_CODE" val="r1-1"/>
  <p:tag name="KSO_WM_UNIT_DIAGRAM_CONTRAST_TITLE_CNT" val="5"/>
  <p:tag name="KSO_WM_UNIT_DIAGRAM_DIMENSION_TITLE_CNT" val="2"/>
  <p:tag name="KSO_WM_UNIT_FILL_FORE_SCHEMECOLOR_INDEX" val="14"/>
  <p:tag name="KSO_WM_UNIT_FILL_TYPE" val="1"/>
  <p:tag name="KSO_WM_UNIT_LINE_FORE_SCHEMECOLOR_INDEX" val="7"/>
  <p:tag name="KSO_WM_UNIT_LINE_FILL_TYPE" val="2"/>
  <p:tag name="KSO_WM_UNIT_TEXT_FILL_FORE_SCHEMECOLOR_INDEX" val="13"/>
  <p:tag name="KSO_WM_UNIT_TEXT_FILL_TYPE" val="1"/>
  <p:tag name="KSO_WM_UNIT_USESOURCEFORMAT_APPLY" val="1"/>
</p:tagLst>
</file>

<file path=ppt/tags/tag247.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r_i"/>
  <p:tag name="KSO_WM_UNIT_INDEX" val="1_18"/>
  <p:tag name="KSO_WM_UNIT_ID" val="custom160596_38*r_i*1_18"/>
  <p:tag name="KSO_WM_UNIT_LAYERLEVEL" val="1_1"/>
  <p:tag name="KSO_WM_DIAGRAM_GROUP_CODE" val="r1-1"/>
  <p:tag name="KSO_WM_UNIT_DIAGRAM_CONTRAST_TITLE_CNT" val="5"/>
  <p:tag name="KSO_WM_UNIT_DIAGRAM_DIMENSION_TITLE_CNT" val="2"/>
  <p:tag name="KSO_WM_UNIT_FILL_FORE_SCHEMECOLOR_INDEX" val="7"/>
  <p:tag name="KSO_WM_UNIT_FILL_TYPE" val="1"/>
  <p:tag name="KSO_WM_UNIT_TEXT_FILL_FORE_SCHEMECOLOR_INDEX" val="13"/>
  <p:tag name="KSO_WM_UNIT_TEXT_FILL_TYPE" val="1"/>
  <p:tag name="KSO_WM_UNIT_USESOURCEFORMAT_APPLY" val="1"/>
</p:tagLst>
</file>

<file path=ppt/tags/tag248.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r_v"/>
  <p:tag name="KSO_WM_UNIT_INDEX" val="1_5"/>
  <p:tag name="KSO_WM_UNIT_ID" val="custom160596_38*r_v*1_5"/>
  <p:tag name="KSO_WM_UNIT_LAYERLEVEL" val="1_1"/>
  <p:tag name="KSO_WM_UNIT_DIAGRAM_CONTRAST_TITLE_CNT" val="5"/>
  <p:tag name="KSO_WM_UNIT_DIAGRAM_DIMENSION_TITLE_CNT" val="2"/>
  <p:tag name="KSO_WM_UNIT_VALUE" val="11"/>
  <p:tag name="KSO_WM_UNIT_HIGHLIGHT" val="0"/>
  <p:tag name="KSO_WM_UNIT_COMPATIBLE" val="0"/>
  <p:tag name="KSO_WM_UNIT_CLEAR" val="0"/>
  <p:tag name="KSO_WM_UNIT_PRESET_TEXT_INDEX" val="2"/>
  <p:tag name="KSO_WM_UNIT_PRESET_TEXT_LEN" val="10"/>
  <p:tag name="KSO_WM_DIAGRAM_GROUP_CODE" val="r1-1"/>
  <p:tag name="KSO_WM_UNIT_TEXT_FILL_FORE_SCHEMECOLOR_INDEX" val="13"/>
  <p:tag name="KSO_WM_UNIT_TEXT_FILL_TYPE" val="1"/>
  <p:tag name="KSO_WM_UNIT_USESOURCEFORMAT_APPLY" val="1"/>
</p:tagLst>
</file>

<file path=ppt/tags/tag249.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r_i"/>
  <p:tag name="KSO_WM_UNIT_INDEX" val="1_15"/>
  <p:tag name="KSO_WM_UNIT_ID" val="custom160596_38*r_i*1_15"/>
  <p:tag name="KSO_WM_UNIT_LAYERLEVEL" val="1_1"/>
  <p:tag name="KSO_WM_DIAGRAM_GROUP_CODE" val="r1-1"/>
  <p:tag name="KSO_WM_UNIT_DIAGRAM_CONTRAST_TITLE_CNT" val="5"/>
  <p:tag name="KSO_WM_UNIT_DIAGRAM_DIMENSION_TITLE_CNT" val="2"/>
  <p:tag name="KSO_WM_UNIT_FILL_FORE_SCHEMECOLOR_INDEX" val="14"/>
  <p:tag name="KSO_WM_UNIT_FILL_TYPE" val="1"/>
  <p:tag name="KSO_WM_UNIT_LINE_FORE_SCHEMECOLOR_INDEX" val="7"/>
  <p:tag name="KSO_WM_UNIT_LINE_FILL_TYPE" val="2"/>
  <p:tag name="KSO_WM_UNIT_TEXT_FILL_FORE_SCHEMECOLOR_INDEX" val="13"/>
  <p:tag name="KSO_WM_UNIT_TEXT_FILL_TYPE" val="1"/>
  <p:tag name="KSO_WM_UNIT_USESOURCEFORMAT_APPLY" val="1"/>
</p:tagLst>
</file>

<file path=ppt/tags/tag250.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r_i"/>
  <p:tag name="KSO_WM_UNIT_INDEX" val="1_16"/>
  <p:tag name="KSO_WM_UNIT_ID" val="custom160596_38*r_i*1_16"/>
  <p:tag name="KSO_WM_UNIT_LAYERLEVEL" val="1_1"/>
  <p:tag name="KSO_WM_DIAGRAM_GROUP_CODE" val="r1-1"/>
  <p:tag name="KSO_WM_UNIT_DIAGRAM_CONTRAST_TITLE_CNT" val="5"/>
  <p:tag name="KSO_WM_UNIT_DIAGRAM_DIMENSION_TITLE_CNT" val="2"/>
  <p:tag name="KSO_WM_UNIT_FILL_FORE_SCHEMECOLOR_INDEX" val="7"/>
  <p:tag name="KSO_WM_UNIT_FILL_TYPE" val="1"/>
  <p:tag name="KSO_WM_UNIT_TEXT_FILL_FORE_SCHEMECOLOR_INDEX" val="13"/>
  <p:tag name="KSO_WM_UNIT_TEXT_FILL_TYPE" val="1"/>
  <p:tag name="KSO_WM_UNIT_USESOURCEFORMAT_APPLY" val="1"/>
</p:tagLst>
</file>

<file path=ppt/tags/tag251.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r_v"/>
  <p:tag name="KSO_WM_UNIT_INDEX" val="1_7"/>
  <p:tag name="KSO_WM_UNIT_ID" val="custom160596_38*r_v*1_7"/>
  <p:tag name="KSO_WM_UNIT_LAYERLEVEL" val="1_1"/>
  <p:tag name="KSO_WM_UNIT_DIAGRAM_CONTRAST_TITLE_CNT" val="5"/>
  <p:tag name="KSO_WM_UNIT_DIAGRAM_DIMENSION_TITLE_CNT" val="2"/>
  <p:tag name="KSO_WM_UNIT_VALUE" val="11"/>
  <p:tag name="KSO_WM_UNIT_HIGHLIGHT" val="0"/>
  <p:tag name="KSO_WM_UNIT_COMPATIBLE" val="0"/>
  <p:tag name="KSO_WM_UNIT_CLEAR" val="0"/>
  <p:tag name="KSO_WM_UNIT_PRESET_TEXT_INDEX" val="2"/>
  <p:tag name="KSO_WM_UNIT_PRESET_TEXT_LEN" val="10"/>
  <p:tag name="KSO_WM_DIAGRAM_GROUP_CODE" val="r1-1"/>
  <p:tag name="KSO_WM_UNIT_TEXT_FILL_FORE_SCHEMECOLOR_INDEX" val="13"/>
  <p:tag name="KSO_WM_UNIT_TEXT_FILL_TYPE" val="1"/>
  <p:tag name="KSO_WM_UNIT_USESOURCEFORMAT_APPLY" val="1"/>
</p:tagLst>
</file>

<file path=ppt/tags/tag252.xml><?xml version="1.0" encoding="utf-8"?>
<p:tagLst xmlns:a="http://schemas.openxmlformats.org/drawingml/2006/main" xmlns:r="http://schemas.openxmlformats.org/officeDocument/2006/relationships" xmlns:p="http://schemas.openxmlformats.org/presentationml/2006/main">
  <p:tag name="MH" val="20161215143848"/>
  <p:tag name="MH_LIBRARY" val="GRAPHIC"/>
  <p:tag name="MH_TYPE" val="Other"/>
  <p:tag name="MH_ORDER" val="1"/>
</p:tagLst>
</file>

<file path=ppt/tags/tag253.xml><?xml version="1.0" encoding="utf-8"?>
<p:tagLst xmlns:a="http://schemas.openxmlformats.org/drawingml/2006/main" xmlns:r="http://schemas.openxmlformats.org/officeDocument/2006/relationships" xmlns:p="http://schemas.openxmlformats.org/presentationml/2006/main">
  <p:tag name="MH" val="20161215143848"/>
  <p:tag name="MH_LIBRARY" val="GRAPHIC"/>
  <p:tag name="MH_TYPE" val="Other"/>
  <p:tag name="MH_ORDER" val="2"/>
</p:tagLst>
</file>

<file path=ppt/tags/tag254.xml><?xml version="1.0" encoding="utf-8"?>
<p:tagLst xmlns:a="http://schemas.openxmlformats.org/drawingml/2006/main" xmlns:r="http://schemas.openxmlformats.org/officeDocument/2006/relationships" xmlns:p="http://schemas.openxmlformats.org/presentationml/2006/main">
  <p:tag name="MH" val="20161215143848"/>
  <p:tag name="MH_LIBRARY" val="GRAPHIC"/>
  <p:tag name="MH_TYPE" val="Other"/>
  <p:tag name="MH_ORDER" val="3"/>
</p:tagLst>
</file>

<file path=ppt/tags/tag255.xml><?xml version="1.0" encoding="utf-8"?>
<p:tagLst xmlns:a="http://schemas.openxmlformats.org/drawingml/2006/main" xmlns:r="http://schemas.openxmlformats.org/officeDocument/2006/relationships" xmlns:p="http://schemas.openxmlformats.org/presentationml/2006/main">
  <p:tag name="MH" val="20161215143848"/>
  <p:tag name="MH_LIBRARY" val="GRAPHIC"/>
  <p:tag name="MH_TYPE" val="Other"/>
  <p:tag name="MH_ORDER" val="4"/>
</p:tagLst>
</file>

<file path=ppt/tags/tag256.xml><?xml version="1.0" encoding="utf-8"?>
<p:tagLst xmlns:a="http://schemas.openxmlformats.org/drawingml/2006/main" xmlns:r="http://schemas.openxmlformats.org/officeDocument/2006/relationships" xmlns:p="http://schemas.openxmlformats.org/presentationml/2006/main">
  <p:tag name="MH" val="20161215143848"/>
  <p:tag name="MH_LIBRARY" val="GRAPHIC"/>
  <p:tag name="MH_TYPE" val="Other"/>
  <p:tag name="MH_ORDER" val="5"/>
</p:tagLst>
</file>

<file path=ppt/tags/tag257.xml><?xml version="1.0" encoding="utf-8"?>
<p:tagLst xmlns:a="http://schemas.openxmlformats.org/drawingml/2006/main" xmlns:r="http://schemas.openxmlformats.org/officeDocument/2006/relationships" xmlns:p="http://schemas.openxmlformats.org/presentationml/2006/main">
  <p:tag name="MH" val="20161215143848"/>
  <p:tag name="MH_LIBRARY" val="GRAPHIC"/>
  <p:tag name="MH_TYPE" val="Text"/>
  <p:tag name="MH_ORDER" val="2"/>
</p:tagLst>
</file>

<file path=ppt/tags/tag258.xml><?xml version="1.0" encoding="utf-8"?>
<p:tagLst xmlns:a="http://schemas.openxmlformats.org/drawingml/2006/main" xmlns:r="http://schemas.openxmlformats.org/officeDocument/2006/relationships" xmlns:p="http://schemas.openxmlformats.org/presentationml/2006/main">
  <p:tag name="MH" val="20161215143848"/>
  <p:tag name="MH_LIBRARY" val="GRAPHIC"/>
  <p:tag name="MH_TYPE" val="Text"/>
  <p:tag name="MH_ORDER" val="1"/>
</p:tagLst>
</file>

<file path=ppt/tags/tag259.xml><?xml version="1.0" encoding="utf-8"?>
<p:tagLst xmlns:a="http://schemas.openxmlformats.org/drawingml/2006/main" xmlns:r="http://schemas.openxmlformats.org/officeDocument/2006/relationships" xmlns:p="http://schemas.openxmlformats.org/presentationml/2006/main">
  <p:tag name="MH" val="20161213153337"/>
  <p:tag name="MH_LIBRARY" val="GRAPHIC"/>
  <p:tag name="MH_ORDER" val="任意多边形 17"/>
</p:tagLst>
</file>

<file path=ppt/tags/tag260.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Desc"/>
  <p:tag name="MH_ORDER" val="1"/>
</p:tagLst>
</file>

<file path=ppt/tags/tag261.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i"/>
  <p:tag name="KSO_WM_UNIT_INDEX" val="1_1"/>
  <p:tag name="KSO_WM_UNIT_ID" val="custom160418_27*n_i*1_1"/>
  <p:tag name="KSO_WM_UNIT_CLEAR" val="1"/>
  <p:tag name="KSO_WM_UNIT_LAYERLEVEL" val="1_1"/>
  <p:tag name="KSO_WM_DIAGRAM_GROUP_CODE" val="n1-1"/>
  <p:tag name="KSO_WM_UNIT_LINE_FORE_SCHEMECOLOR_INDEX" val="5"/>
  <p:tag name="KSO_WM_UNIT_LINE_FILL_TYPE" val="2"/>
  <p:tag name="KSO_WM_UNIT_SHADOW_SCHEMECOLOR_INDEX" val="16"/>
  <p:tag name="KSO_WM_UNIT_USESOURCEFORMAT_APPLY" val="1"/>
</p:tagLst>
</file>

<file path=ppt/tags/tag262.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i"/>
  <p:tag name="KSO_WM_UNIT_INDEX" val="1_2"/>
  <p:tag name="KSO_WM_UNIT_ID" val="custom160418_27*n_i*1_2"/>
  <p:tag name="KSO_WM_UNIT_CLEAR" val="1"/>
  <p:tag name="KSO_WM_UNIT_LAYERLEVEL" val="1_1"/>
  <p:tag name="KSO_WM_DIAGRAM_GROUP_CODE" val="n1-1"/>
  <p:tag name="KSO_WM_UNIT_LINE_FORE_SCHEMECOLOR_INDEX" val="5"/>
  <p:tag name="KSO_WM_UNIT_LINE_FILL_TYPE" val="2"/>
  <p:tag name="KSO_WM_UNIT_SHADOW_SCHEMECOLOR_INDEX" val="16"/>
  <p:tag name="KSO_WM_UNIT_USESOURCEFORMAT_APPLY" val="1"/>
</p:tagLst>
</file>

<file path=ppt/tags/tag263.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i"/>
  <p:tag name="KSO_WM_UNIT_INDEX" val="1_3"/>
  <p:tag name="KSO_WM_UNIT_ID" val="custom160418_27*n_i*1_3"/>
  <p:tag name="KSO_WM_UNIT_CLEAR" val="1"/>
  <p:tag name="KSO_WM_UNIT_LAYERLEVEL" val="1_1"/>
  <p:tag name="KSO_WM_DIAGRAM_GROUP_CODE" val="n1-1"/>
  <p:tag name="KSO_WM_UNIT_LINE_FORE_SCHEMECOLOR_INDEX" val="5"/>
  <p:tag name="KSO_WM_UNIT_LINE_FILL_TYPE" val="2"/>
  <p:tag name="KSO_WM_UNIT_SHADOW_SCHEMECOLOR_INDEX" val="16"/>
  <p:tag name="KSO_WM_UNIT_USESOURCEFORMAT_APPLY" val="1"/>
</p:tagLst>
</file>

<file path=ppt/tags/tag264.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i"/>
  <p:tag name="KSO_WM_UNIT_INDEX" val="1_4"/>
  <p:tag name="KSO_WM_UNIT_ID" val="custom160418_27*n_i*1_4"/>
  <p:tag name="KSO_WM_UNIT_CLEAR" val="1"/>
  <p:tag name="KSO_WM_UNIT_LAYERLEVEL" val="1_1"/>
  <p:tag name="KSO_WM_DIAGRAM_GROUP_CODE" val="n1-1"/>
  <p:tag name="KSO_WM_UNIT_LINE_FORE_SCHEMECOLOR_INDEX" val="5"/>
  <p:tag name="KSO_WM_UNIT_LINE_FILL_TYPE" val="2"/>
  <p:tag name="KSO_WM_UNIT_SHADOW_SCHEMECOLOR_INDEX" val="16"/>
  <p:tag name="KSO_WM_UNIT_USESOURCEFORMAT_APPLY" val="1"/>
</p:tagLst>
</file>

<file path=ppt/tags/tag265.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i"/>
  <p:tag name="KSO_WM_UNIT_INDEX" val="1_5"/>
  <p:tag name="KSO_WM_UNIT_ID" val="custom160418_27*n_i*1_5"/>
  <p:tag name="KSO_WM_UNIT_CLEAR" val="1"/>
  <p:tag name="KSO_WM_UNIT_LAYERLEVEL" val="1_1"/>
  <p:tag name="KSO_WM_DIAGRAM_GROUP_CODE" val="n1-1"/>
  <p:tag name="KSO_WM_UNIT_FILL_FORE_SCHEMECOLOR_INDEX" val="5"/>
  <p:tag name="KSO_WM_UNIT_FILL_TYPE" val="1"/>
  <p:tag name="KSO_WM_UNIT_USESOURCEFORMAT_APPLY" val="1"/>
</p:tagLst>
</file>

<file path=ppt/tags/tag266.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h_a"/>
  <p:tag name="KSO_WM_UNIT_INDEX" val="1_1_1"/>
  <p:tag name="KSO_WM_UNIT_ID" val="custom160418_27*n_h_a*1_1_1"/>
  <p:tag name="KSO_WM_UNIT_CLEAR" val="1"/>
  <p:tag name="KSO_WM_UNIT_LAYERLEVEL" val="1_1_1"/>
  <p:tag name="KSO_WM_UNIT_VALUE" val="12"/>
  <p:tag name="KSO_WM_UNIT_HIGHLIGHT" val="0"/>
  <p:tag name="KSO_WM_UNIT_COMPATIBLE" val="0"/>
  <p:tag name="KSO_WM_UNIT_PRESET_TEXT_INDEX" val="3"/>
  <p:tag name="KSO_WM_UNIT_PRESET_TEXT_LEN" val="5"/>
  <p:tag name="KSO_WM_DIAGRAM_GROUP_CODE" val="n1-1"/>
  <p:tag name="KSO_WM_UNIT_FILL_FORE_SCHEMECOLOR_INDEX" val="5"/>
  <p:tag name="KSO_WM_UNIT_FILL_TYPE" val="1"/>
  <p:tag name="KSO_WM_UNIT_TEXT_FILL_FORE_SCHEMECOLOR_INDEX" val="14"/>
  <p:tag name="KSO_WM_UNIT_TEXT_FILL_TYPE" val="1"/>
  <p:tag name="KSO_WM_UNIT_USESOURCEFORMAT_APPLY" val="1"/>
</p:tagLst>
</file>

<file path=ppt/tags/tag267.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i"/>
  <p:tag name="KSO_WM_UNIT_INDEX" val="1_6"/>
  <p:tag name="KSO_WM_UNIT_ID" val="custom160418_27*n_i*1_6"/>
  <p:tag name="KSO_WM_UNIT_CLEAR" val="1"/>
  <p:tag name="KSO_WM_UNIT_LAYERLEVEL" val="1_1"/>
  <p:tag name="KSO_WM_DIAGRAM_GROUP_CODE" val="n1-1"/>
  <p:tag name="KSO_WM_UNIT_FILL_FORE_SCHEMECOLOR_INDEX" val="5"/>
  <p:tag name="KSO_WM_UNIT_FILL_TYPE" val="1"/>
  <p:tag name="KSO_WM_UNIT_LINE_FORE_SCHEMECOLOR_INDEX" val="14"/>
  <p:tag name="KSO_WM_UNIT_LINE_FILL_TYPE" val="2"/>
  <p:tag name="KSO_WM_UNIT_USESOURCEFORMAT_APPLY" val="1"/>
</p:tagLst>
</file>

<file path=ppt/tags/tag268.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h_f"/>
  <p:tag name="KSO_WM_UNIT_INDEX" val="1_2_1"/>
  <p:tag name="KSO_WM_UNIT_ID" val="custom160418_27*n_h_f*1_2_1"/>
  <p:tag name="KSO_WM_UNIT_CLEAR" val="1"/>
  <p:tag name="KSO_WM_UNIT_LAYERLEVEL" val="1_1_1"/>
  <p:tag name="KSO_WM_UNIT_VALUE" val="15"/>
  <p:tag name="KSO_WM_UNIT_HIGHLIGHT" val="0"/>
  <p:tag name="KSO_WM_UNIT_COMPATIBLE" val="0"/>
  <p:tag name="KSO_WM_UNIT_PRESET_TEXT_INDEX" val="4"/>
  <p:tag name="KSO_WM_UNIT_PRESET_TEXT_LEN" val="26"/>
  <p:tag name="KSO_WM_DIAGRAM_GROUP_CODE" val="n1-1"/>
  <p:tag name="KSO_WM_UNIT_TEXT_FILL_FORE_SCHEMECOLOR_INDEX" val="13"/>
  <p:tag name="KSO_WM_UNIT_TEXT_FILL_TYPE" val="1"/>
  <p:tag name="KSO_WM_UNIT_USESOURCEFORMAT_APPLY" val="1"/>
</p:tagLst>
</file>

<file path=ppt/tags/tag269.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i"/>
  <p:tag name="KSO_WM_UNIT_INDEX" val="1_7"/>
  <p:tag name="KSO_WM_UNIT_ID" val="custom160418_27*n_i*1_7"/>
  <p:tag name="KSO_WM_UNIT_CLEAR" val="1"/>
  <p:tag name="KSO_WM_UNIT_LAYERLEVEL" val="1_1"/>
  <p:tag name="KSO_WM_DIAGRAM_GROUP_CODE" val="n1-1"/>
  <p:tag name="KSO_WM_UNIT_FILL_FORE_SCHEMECOLOR_INDEX" val="5"/>
  <p:tag name="KSO_WM_UNIT_FILL_TYPE" val="1"/>
  <p:tag name="KSO_WM_UNIT_LINE_FORE_SCHEMECOLOR_INDEX" val="14"/>
  <p:tag name="KSO_WM_UNIT_LINE_FILL_TYPE" val="2"/>
  <p:tag name="KSO_WM_UNIT_USESOURCEFORMAT_APPLY" val="1"/>
</p:tagLst>
</file>

<file path=ppt/tags/tag270.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h_f"/>
  <p:tag name="KSO_WM_UNIT_INDEX" val="1_2_2"/>
  <p:tag name="KSO_WM_UNIT_ID" val="custom160418_27*n_h_f*1_2_2"/>
  <p:tag name="KSO_WM_UNIT_CLEAR" val="1"/>
  <p:tag name="KSO_WM_UNIT_LAYERLEVEL" val="1_1_1"/>
  <p:tag name="KSO_WM_UNIT_VALUE" val="15"/>
  <p:tag name="KSO_WM_UNIT_HIGHLIGHT" val="0"/>
  <p:tag name="KSO_WM_UNIT_COMPATIBLE" val="0"/>
  <p:tag name="KSO_WM_UNIT_PRESET_TEXT_INDEX" val="4"/>
  <p:tag name="KSO_WM_UNIT_PRESET_TEXT_LEN" val="26"/>
  <p:tag name="KSO_WM_DIAGRAM_GROUP_CODE" val="n1-1"/>
  <p:tag name="KSO_WM_UNIT_TEXT_FILL_FORE_SCHEMECOLOR_INDEX" val="13"/>
  <p:tag name="KSO_WM_UNIT_TEXT_FILL_TYPE" val="1"/>
  <p:tag name="KSO_WM_UNIT_USESOURCEFORMAT_APPLY" val="1"/>
</p:tagLst>
</file>

<file path=ppt/tags/tag271.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i"/>
  <p:tag name="KSO_WM_UNIT_INDEX" val="1_8"/>
  <p:tag name="KSO_WM_UNIT_ID" val="custom160418_27*n_i*1_8"/>
  <p:tag name="KSO_WM_UNIT_CLEAR" val="1"/>
  <p:tag name="KSO_WM_UNIT_LAYERLEVEL" val="1_1"/>
  <p:tag name="KSO_WM_DIAGRAM_GROUP_CODE" val="n1-1"/>
  <p:tag name="KSO_WM_UNIT_FILL_FORE_SCHEMECOLOR_INDEX" val="5"/>
  <p:tag name="KSO_WM_UNIT_FILL_TYPE" val="1"/>
  <p:tag name="KSO_WM_UNIT_LINE_FORE_SCHEMECOLOR_INDEX" val="14"/>
  <p:tag name="KSO_WM_UNIT_LINE_FILL_TYPE" val="2"/>
  <p:tag name="KSO_WM_UNIT_USESOURCEFORMAT_APPLY" val="1"/>
</p:tagLst>
</file>

<file path=ppt/tags/tag272.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h_f"/>
  <p:tag name="KSO_WM_UNIT_INDEX" val="1_2_3"/>
  <p:tag name="KSO_WM_UNIT_ID" val="custom160418_27*n_h_f*1_2_3"/>
  <p:tag name="KSO_WM_UNIT_CLEAR" val="1"/>
  <p:tag name="KSO_WM_UNIT_LAYERLEVEL" val="1_1_1"/>
  <p:tag name="KSO_WM_UNIT_VALUE" val="15"/>
  <p:tag name="KSO_WM_UNIT_HIGHLIGHT" val="0"/>
  <p:tag name="KSO_WM_UNIT_COMPATIBLE" val="0"/>
  <p:tag name="KSO_WM_UNIT_PRESET_TEXT_INDEX" val="4"/>
  <p:tag name="KSO_WM_UNIT_PRESET_TEXT_LEN" val="26"/>
  <p:tag name="KSO_WM_DIAGRAM_GROUP_CODE" val="n1-1"/>
  <p:tag name="KSO_WM_UNIT_TEXT_FILL_FORE_SCHEMECOLOR_INDEX" val="13"/>
  <p:tag name="KSO_WM_UNIT_TEXT_FILL_TYPE" val="1"/>
  <p:tag name="KSO_WM_UNIT_USESOURCEFORMAT_APPLY" val="1"/>
</p:tagLst>
</file>

<file path=ppt/tags/tag273.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i"/>
  <p:tag name="KSO_WM_UNIT_INDEX" val="1_9"/>
  <p:tag name="KSO_WM_UNIT_ID" val="custom160418_27*n_i*1_9"/>
  <p:tag name="KSO_WM_UNIT_CLEAR" val="1"/>
  <p:tag name="KSO_WM_UNIT_LAYERLEVEL" val="1_1"/>
  <p:tag name="KSO_WM_DIAGRAM_GROUP_CODE" val="n1-1"/>
  <p:tag name="KSO_WM_UNIT_FILL_FORE_SCHEMECOLOR_INDEX" val="5"/>
  <p:tag name="KSO_WM_UNIT_FILL_TYPE" val="1"/>
  <p:tag name="KSO_WM_UNIT_LINE_FORE_SCHEMECOLOR_INDEX" val="14"/>
  <p:tag name="KSO_WM_UNIT_LINE_FILL_TYPE" val="2"/>
  <p:tag name="KSO_WM_UNIT_USESOURCEFORMAT_APPLY" val="1"/>
</p:tagLst>
</file>

<file path=ppt/tags/tag274.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h_f"/>
  <p:tag name="KSO_WM_UNIT_INDEX" val="1_2_4"/>
  <p:tag name="KSO_WM_UNIT_ID" val="custom160418_27*n_h_f*1_2_4"/>
  <p:tag name="KSO_WM_UNIT_CLEAR" val="1"/>
  <p:tag name="KSO_WM_UNIT_LAYERLEVEL" val="1_1_1"/>
  <p:tag name="KSO_WM_UNIT_VALUE" val="15"/>
  <p:tag name="KSO_WM_UNIT_HIGHLIGHT" val="0"/>
  <p:tag name="KSO_WM_UNIT_COMPATIBLE" val="0"/>
  <p:tag name="KSO_WM_UNIT_PRESET_TEXT_INDEX" val="4"/>
  <p:tag name="KSO_WM_UNIT_PRESET_TEXT_LEN" val="26"/>
  <p:tag name="KSO_WM_DIAGRAM_GROUP_CODE" val="n1-1"/>
  <p:tag name="KSO_WM_UNIT_TEXT_FILL_FORE_SCHEMECOLOR_INDEX" val="13"/>
  <p:tag name="KSO_WM_UNIT_TEXT_FILL_TYPE" val="1"/>
  <p:tag name="KSO_WM_UNIT_USESOURCEFORMAT_APPLY" val="1"/>
</p:tagLst>
</file>

<file path=ppt/tags/tag275.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i"/>
  <p:tag name="KSO_WM_UNIT_INDEX" val="1_10"/>
  <p:tag name="KSO_WM_UNIT_ID" val="custom160418_27*n_i*1_10"/>
  <p:tag name="KSO_WM_UNIT_CLEAR" val="1"/>
  <p:tag name="KSO_WM_UNIT_LAYERLEVEL" val="1_1"/>
  <p:tag name="KSO_WM_DIAGRAM_GROUP_CODE" val="n1-1"/>
  <p:tag name="KSO_WM_UNIT_FILL_FORE_SCHEMECOLOR_INDEX" val="5"/>
  <p:tag name="KSO_WM_UNIT_FILL_TYPE" val="1"/>
  <p:tag name="KSO_WM_UNIT_LINE_FORE_SCHEMECOLOR_INDEX" val="14"/>
  <p:tag name="KSO_WM_UNIT_LINE_FILL_TYPE" val="2"/>
  <p:tag name="KSO_WM_UNIT_USESOURCEFORMAT_APPLY" val="1"/>
</p:tagLst>
</file>

<file path=ppt/tags/tag276.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h_f"/>
  <p:tag name="KSO_WM_UNIT_INDEX" val="1_2_5"/>
  <p:tag name="KSO_WM_UNIT_ID" val="custom160418_27*n_h_f*1_2_5"/>
  <p:tag name="KSO_WM_UNIT_CLEAR" val="1"/>
  <p:tag name="KSO_WM_UNIT_LAYERLEVEL" val="1_1_1"/>
  <p:tag name="KSO_WM_UNIT_VALUE" val="15"/>
  <p:tag name="KSO_WM_UNIT_HIGHLIGHT" val="0"/>
  <p:tag name="KSO_WM_UNIT_COMPATIBLE" val="0"/>
  <p:tag name="KSO_WM_UNIT_PRESET_TEXT_INDEX" val="4"/>
  <p:tag name="KSO_WM_UNIT_PRESET_TEXT_LEN" val="26"/>
  <p:tag name="KSO_WM_DIAGRAM_GROUP_CODE" val="n1-1"/>
  <p:tag name="KSO_WM_UNIT_TEXT_FILL_FORE_SCHEMECOLOR_INDEX" val="13"/>
  <p:tag name="KSO_WM_UNIT_TEXT_FILL_TYPE" val="1"/>
  <p:tag name="KSO_WM_UNIT_USESOURCEFORMAT_APPLY" val="1"/>
</p:tagLst>
</file>

<file path=ppt/tags/tag277.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i"/>
  <p:tag name="KSO_WM_UNIT_INDEX" val="1_1"/>
  <p:tag name="KSO_WM_UNIT_ID" val="custom160418_26*n_i*1_1"/>
  <p:tag name="KSO_WM_UNIT_CLEAR" val="1"/>
  <p:tag name="KSO_WM_UNIT_LAYERLEVEL" val="1_1"/>
  <p:tag name="KSO_WM_DIAGRAM_GROUP_CODE" val="n1-1"/>
  <p:tag name="KSO_WM_UNIT_LINE_FORE_SCHEMECOLOR_INDEX" val="5"/>
  <p:tag name="KSO_WM_UNIT_LINE_FILL_TYPE" val="2"/>
  <p:tag name="KSO_WM_UNIT_SHADOW_SCHEMECOLOR_INDEX" val="16"/>
  <p:tag name="KSO_WM_UNIT_USESOURCEFORMAT_APPLY" val="1"/>
</p:tagLst>
</file>

<file path=ppt/tags/tag278.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i"/>
  <p:tag name="KSO_WM_UNIT_INDEX" val="1_2"/>
  <p:tag name="KSO_WM_UNIT_ID" val="custom160418_26*n_i*1_2"/>
  <p:tag name="KSO_WM_UNIT_CLEAR" val="1"/>
  <p:tag name="KSO_WM_UNIT_LAYERLEVEL" val="1_1"/>
  <p:tag name="KSO_WM_DIAGRAM_GROUP_CODE" val="n1-1"/>
  <p:tag name="KSO_WM_UNIT_LINE_FORE_SCHEMECOLOR_INDEX" val="5"/>
  <p:tag name="KSO_WM_UNIT_LINE_FILL_TYPE" val="2"/>
  <p:tag name="KSO_WM_UNIT_SHADOW_SCHEMECOLOR_INDEX" val="16"/>
  <p:tag name="KSO_WM_UNIT_USESOURCEFORMAT_APPLY" val="1"/>
</p:tagLst>
</file>

<file path=ppt/tags/tag279.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i"/>
  <p:tag name="KSO_WM_UNIT_INDEX" val="1_3"/>
  <p:tag name="KSO_WM_UNIT_ID" val="custom160418_26*n_i*1_3"/>
  <p:tag name="KSO_WM_UNIT_CLEAR" val="1"/>
  <p:tag name="KSO_WM_UNIT_LAYERLEVEL" val="1_1"/>
  <p:tag name="KSO_WM_DIAGRAM_GROUP_CODE" val="n1-1"/>
  <p:tag name="KSO_WM_UNIT_LINE_FORE_SCHEMECOLOR_INDEX" val="5"/>
  <p:tag name="KSO_WM_UNIT_LINE_FILL_TYPE" val="2"/>
  <p:tag name="KSO_WM_UNIT_SHADOW_SCHEMECOLOR_INDEX" val="16"/>
  <p:tag name="KSO_WM_UNIT_USESOURCEFORMAT_APPLY" val="1"/>
</p:tagLst>
</file>

<file path=ppt/tags/tag280.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i"/>
  <p:tag name="KSO_WM_UNIT_INDEX" val="1_4"/>
  <p:tag name="KSO_WM_UNIT_ID" val="custom160418_26*n_i*1_4"/>
  <p:tag name="KSO_WM_UNIT_CLEAR" val="1"/>
  <p:tag name="KSO_WM_UNIT_LAYERLEVEL" val="1_1"/>
  <p:tag name="KSO_WM_DIAGRAM_GROUP_CODE" val="n1-1"/>
  <p:tag name="KSO_WM_UNIT_LINE_FORE_SCHEMECOLOR_INDEX" val="5"/>
  <p:tag name="KSO_WM_UNIT_LINE_FILL_TYPE" val="2"/>
  <p:tag name="KSO_WM_UNIT_SHADOW_SCHEMECOLOR_INDEX" val="16"/>
  <p:tag name="KSO_WM_UNIT_USESOURCEFORMAT_APPLY" val="1"/>
</p:tagLst>
</file>

<file path=ppt/tags/tag281.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i"/>
  <p:tag name="KSO_WM_UNIT_INDEX" val="1_5"/>
  <p:tag name="KSO_WM_UNIT_ID" val="custom160418_26*n_i*1_5"/>
  <p:tag name="KSO_WM_UNIT_CLEAR" val="1"/>
  <p:tag name="KSO_WM_UNIT_LAYERLEVEL" val="1_1"/>
  <p:tag name="KSO_WM_DIAGRAM_GROUP_CODE" val="n1-1"/>
  <p:tag name="KSO_WM_UNIT_FILL_FORE_SCHEMECOLOR_INDEX" val="5"/>
  <p:tag name="KSO_WM_UNIT_FILL_TYPE" val="1"/>
  <p:tag name="KSO_WM_UNIT_USESOURCEFORMAT_APPLY" val="1"/>
</p:tagLst>
</file>

<file path=ppt/tags/tag282.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h_a"/>
  <p:tag name="KSO_WM_UNIT_INDEX" val="1_1_1"/>
  <p:tag name="KSO_WM_UNIT_ID" val="custom160418_26*n_h_a*1_1_1"/>
  <p:tag name="KSO_WM_UNIT_CLEAR" val="1"/>
  <p:tag name="KSO_WM_UNIT_LAYERLEVEL" val="1_1_1"/>
  <p:tag name="KSO_WM_UNIT_VALUE" val="12"/>
  <p:tag name="KSO_WM_UNIT_HIGHLIGHT" val="0"/>
  <p:tag name="KSO_WM_UNIT_COMPATIBLE" val="0"/>
  <p:tag name="KSO_WM_UNIT_PRESET_TEXT_INDEX" val="3"/>
  <p:tag name="KSO_WM_UNIT_PRESET_TEXT_LEN" val="5"/>
  <p:tag name="KSO_WM_DIAGRAM_GROUP_CODE" val="n1-1"/>
  <p:tag name="KSO_WM_UNIT_FILL_FORE_SCHEMECOLOR_INDEX" val="5"/>
  <p:tag name="KSO_WM_UNIT_FILL_TYPE" val="1"/>
  <p:tag name="KSO_WM_UNIT_TEXT_FILL_FORE_SCHEMECOLOR_INDEX" val="14"/>
  <p:tag name="KSO_WM_UNIT_TEXT_FILL_TYPE" val="1"/>
  <p:tag name="KSO_WM_UNIT_USESOURCEFORMAT_APPLY" val="1"/>
</p:tagLst>
</file>

<file path=ppt/tags/tag283.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i"/>
  <p:tag name="KSO_WM_UNIT_INDEX" val="1_6"/>
  <p:tag name="KSO_WM_UNIT_ID" val="custom160418_26*n_i*1_6"/>
  <p:tag name="KSO_WM_UNIT_CLEAR" val="1"/>
  <p:tag name="KSO_WM_UNIT_LAYERLEVEL" val="1_1"/>
  <p:tag name="KSO_WM_DIAGRAM_GROUP_CODE" val="n1-1"/>
  <p:tag name="KSO_WM_UNIT_FILL_FORE_SCHEMECOLOR_INDEX" val="5"/>
  <p:tag name="KSO_WM_UNIT_FILL_TYPE" val="1"/>
  <p:tag name="KSO_WM_UNIT_LINE_FORE_SCHEMECOLOR_INDEX" val="14"/>
  <p:tag name="KSO_WM_UNIT_LINE_FILL_TYPE" val="2"/>
  <p:tag name="KSO_WM_UNIT_USESOURCEFORMAT_APPLY" val="1"/>
</p:tagLst>
</file>

<file path=ppt/tags/tag284.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h_f"/>
  <p:tag name="KSO_WM_UNIT_INDEX" val="1_2_1"/>
  <p:tag name="KSO_WM_UNIT_ID" val="custom160418_26*n_h_f*1_2_1"/>
  <p:tag name="KSO_WM_UNIT_CLEAR" val="1"/>
  <p:tag name="KSO_WM_UNIT_LAYERLEVEL" val="1_1_1"/>
  <p:tag name="KSO_WM_UNIT_VALUE" val="15"/>
  <p:tag name="KSO_WM_UNIT_HIGHLIGHT" val="0"/>
  <p:tag name="KSO_WM_UNIT_COMPATIBLE" val="0"/>
  <p:tag name="KSO_WM_UNIT_PRESET_TEXT_INDEX" val="4"/>
  <p:tag name="KSO_WM_UNIT_PRESET_TEXT_LEN" val="26"/>
  <p:tag name="KSO_WM_DIAGRAM_GROUP_CODE" val="n1-1"/>
  <p:tag name="KSO_WM_UNIT_TEXT_FILL_FORE_SCHEMECOLOR_INDEX" val="13"/>
  <p:tag name="KSO_WM_UNIT_TEXT_FILL_TYPE" val="1"/>
  <p:tag name="KSO_WM_UNIT_USESOURCEFORMAT_APPLY" val="1"/>
</p:tagLst>
</file>

<file path=ppt/tags/tag285.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i"/>
  <p:tag name="KSO_WM_UNIT_INDEX" val="1_7"/>
  <p:tag name="KSO_WM_UNIT_ID" val="custom160418_26*n_i*1_7"/>
  <p:tag name="KSO_WM_UNIT_CLEAR" val="1"/>
  <p:tag name="KSO_WM_UNIT_LAYERLEVEL" val="1_1"/>
  <p:tag name="KSO_WM_DIAGRAM_GROUP_CODE" val="n1-1"/>
  <p:tag name="KSO_WM_UNIT_FILL_FORE_SCHEMECOLOR_INDEX" val="5"/>
  <p:tag name="KSO_WM_UNIT_FILL_TYPE" val="1"/>
  <p:tag name="KSO_WM_UNIT_LINE_FORE_SCHEMECOLOR_INDEX" val="14"/>
  <p:tag name="KSO_WM_UNIT_LINE_FILL_TYPE" val="2"/>
  <p:tag name="KSO_WM_UNIT_USESOURCEFORMAT_APPLY" val="1"/>
</p:tagLst>
</file>

<file path=ppt/tags/tag286.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h_f"/>
  <p:tag name="KSO_WM_UNIT_INDEX" val="1_2_2"/>
  <p:tag name="KSO_WM_UNIT_ID" val="custom160418_26*n_h_f*1_2_2"/>
  <p:tag name="KSO_WM_UNIT_CLEAR" val="1"/>
  <p:tag name="KSO_WM_UNIT_LAYERLEVEL" val="1_1_1"/>
  <p:tag name="KSO_WM_UNIT_VALUE" val="15"/>
  <p:tag name="KSO_WM_UNIT_HIGHLIGHT" val="0"/>
  <p:tag name="KSO_WM_UNIT_COMPATIBLE" val="0"/>
  <p:tag name="KSO_WM_UNIT_PRESET_TEXT_INDEX" val="4"/>
  <p:tag name="KSO_WM_UNIT_PRESET_TEXT_LEN" val="26"/>
  <p:tag name="KSO_WM_DIAGRAM_GROUP_CODE" val="n1-1"/>
  <p:tag name="KSO_WM_UNIT_TEXT_FILL_FORE_SCHEMECOLOR_INDEX" val="13"/>
  <p:tag name="KSO_WM_UNIT_TEXT_FILL_TYPE" val="1"/>
  <p:tag name="KSO_WM_UNIT_USESOURCEFORMAT_APPLY" val="1"/>
</p:tagLst>
</file>

<file path=ppt/tags/tag287.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i"/>
  <p:tag name="KSO_WM_UNIT_INDEX" val="1_9"/>
  <p:tag name="KSO_WM_UNIT_ID" val="custom160418_26*n_i*1_9"/>
  <p:tag name="KSO_WM_UNIT_CLEAR" val="1"/>
  <p:tag name="KSO_WM_UNIT_LAYERLEVEL" val="1_1"/>
  <p:tag name="KSO_WM_DIAGRAM_GROUP_CODE" val="n1-1"/>
  <p:tag name="KSO_WM_UNIT_FILL_FORE_SCHEMECOLOR_INDEX" val="5"/>
  <p:tag name="KSO_WM_UNIT_FILL_TYPE" val="1"/>
  <p:tag name="KSO_WM_UNIT_LINE_FORE_SCHEMECOLOR_INDEX" val="14"/>
  <p:tag name="KSO_WM_UNIT_LINE_FILL_TYPE" val="2"/>
  <p:tag name="KSO_WM_UNIT_USESOURCEFORMAT_APPLY" val="1"/>
</p:tagLst>
</file>

<file path=ppt/tags/tag288.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h_f"/>
  <p:tag name="KSO_WM_UNIT_INDEX" val="1_2_4"/>
  <p:tag name="KSO_WM_UNIT_ID" val="custom160418_26*n_h_f*1_2_4"/>
  <p:tag name="KSO_WM_UNIT_CLEAR" val="1"/>
  <p:tag name="KSO_WM_UNIT_LAYERLEVEL" val="1_1_1"/>
  <p:tag name="KSO_WM_UNIT_VALUE" val="15"/>
  <p:tag name="KSO_WM_UNIT_HIGHLIGHT" val="0"/>
  <p:tag name="KSO_WM_UNIT_COMPATIBLE" val="0"/>
  <p:tag name="KSO_WM_UNIT_PRESET_TEXT_INDEX" val="4"/>
  <p:tag name="KSO_WM_UNIT_PRESET_TEXT_LEN" val="26"/>
  <p:tag name="KSO_WM_DIAGRAM_GROUP_CODE" val="n1-1"/>
  <p:tag name="KSO_WM_UNIT_TEXT_FILL_FORE_SCHEMECOLOR_INDEX" val="13"/>
  <p:tag name="KSO_WM_UNIT_TEXT_FILL_TYPE" val="1"/>
  <p:tag name="KSO_WM_UNIT_USESOURCEFORMAT_APPLY" val="1"/>
</p:tagLst>
</file>

<file path=ppt/tags/tag289.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i"/>
  <p:tag name="KSO_WM_UNIT_INDEX" val="1_10"/>
  <p:tag name="KSO_WM_UNIT_ID" val="custom160418_26*n_i*1_10"/>
  <p:tag name="KSO_WM_UNIT_CLEAR" val="1"/>
  <p:tag name="KSO_WM_UNIT_LAYERLEVEL" val="1_1"/>
  <p:tag name="KSO_WM_DIAGRAM_GROUP_CODE" val="n1-1"/>
  <p:tag name="KSO_WM_UNIT_FILL_FORE_SCHEMECOLOR_INDEX" val="5"/>
  <p:tag name="KSO_WM_UNIT_FILL_TYPE" val="1"/>
  <p:tag name="KSO_WM_UNIT_LINE_FORE_SCHEMECOLOR_INDEX" val="14"/>
  <p:tag name="KSO_WM_UNIT_LINE_FILL_TYPE" val="2"/>
  <p:tag name="KSO_WM_UNIT_USESOURCEFORMAT_APPLY" val="1"/>
</p:tagLst>
</file>

<file path=ppt/tags/tag290.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h_f"/>
  <p:tag name="KSO_WM_UNIT_INDEX" val="1_2_5"/>
  <p:tag name="KSO_WM_UNIT_ID" val="custom160418_26*n_h_f*1_2_5"/>
  <p:tag name="KSO_WM_UNIT_CLEAR" val="1"/>
  <p:tag name="KSO_WM_UNIT_LAYERLEVEL" val="1_1_1"/>
  <p:tag name="KSO_WM_UNIT_VALUE" val="15"/>
  <p:tag name="KSO_WM_UNIT_HIGHLIGHT" val="0"/>
  <p:tag name="KSO_WM_UNIT_COMPATIBLE" val="0"/>
  <p:tag name="KSO_WM_UNIT_PRESET_TEXT_INDEX" val="4"/>
  <p:tag name="KSO_WM_UNIT_PRESET_TEXT_LEN" val="26"/>
  <p:tag name="KSO_WM_DIAGRAM_GROUP_CODE" val="n1-1"/>
  <p:tag name="KSO_WM_UNIT_TEXT_FILL_FORE_SCHEMECOLOR_INDEX" val="13"/>
  <p:tag name="KSO_WM_UNIT_TEXT_FILL_TYPE" val="1"/>
  <p:tag name="KSO_WM_UNIT_USESOURCEFORMAT_APPLY" val="1"/>
</p:tagLst>
</file>

<file path=ppt/tags/tag291.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SubTitle"/>
  <p:tag name="MH_ORDER" val="1"/>
</p:tagLst>
</file>

<file path=ppt/tags/tag292.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Other"/>
  <p:tag name="MH_ORDER" val="1"/>
</p:tagLst>
</file>

<file path=ppt/tags/tag293.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Other"/>
  <p:tag name="MH_ORDER" val="2"/>
</p:tagLst>
</file>

<file path=ppt/tags/tag294.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Desc"/>
  <p:tag name="MH_ORDER" val="1"/>
</p:tagLst>
</file>

<file path=ppt/tags/tag295.xml><?xml version="1.0" encoding="utf-8"?>
<p:tagLst xmlns:a="http://schemas.openxmlformats.org/drawingml/2006/main" xmlns:r="http://schemas.openxmlformats.org/officeDocument/2006/relationships" xmlns:p="http://schemas.openxmlformats.org/presentationml/2006/main">
  <p:tag name="MH" val="20161215105341"/>
  <p:tag name="MH_LIBRARY" val="GRAPHIC"/>
  <p:tag name="MH_TYPE" val="Text"/>
  <p:tag name="MH_ORDER" val="1"/>
</p:tagLst>
</file>

<file path=ppt/tags/tag296.xml><?xml version="1.0" encoding="utf-8"?>
<p:tagLst xmlns:a="http://schemas.openxmlformats.org/drawingml/2006/main" xmlns:r="http://schemas.openxmlformats.org/officeDocument/2006/relationships" xmlns:p="http://schemas.openxmlformats.org/presentationml/2006/main">
  <p:tag name="MH" val="20161215105341"/>
  <p:tag name="MH_LIBRARY" val="GRAPHIC"/>
  <p:tag name="MH_TYPE" val="SubTitle"/>
  <p:tag name="MH_ORDER" val="1"/>
</p:tagLst>
</file>

<file path=ppt/tags/tag297.xml><?xml version="1.0" encoding="utf-8"?>
<p:tagLst xmlns:a="http://schemas.openxmlformats.org/drawingml/2006/main" xmlns:r="http://schemas.openxmlformats.org/officeDocument/2006/relationships" xmlns:p="http://schemas.openxmlformats.org/presentationml/2006/main">
  <p:tag name="MH" val="20161215105341"/>
  <p:tag name="MH_LIBRARY" val="GRAPHIC"/>
  <p:tag name="MH_TYPE" val="Other"/>
  <p:tag name="MH_ORDER" val="11"/>
</p:tagLst>
</file>

<file path=ppt/tags/tag298.xml><?xml version="1.0" encoding="utf-8"?>
<p:tagLst xmlns:a="http://schemas.openxmlformats.org/drawingml/2006/main" xmlns:r="http://schemas.openxmlformats.org/officeDocument/2006/relationships" xmlns:p="http://schemas.openxmlformats.org/presentationml/2006/main">
  <p:tag name="MH" val="20161215105341"/>
  <p:tag name="MH_LIBRARY" val="GRAPHIC"/>
  <p:tag name="MH_TYPE" val="Other"/>
  <p:tag name="MH_ORDER" val="12"/>
</p:tagLst>
</file>

<file path=ppt/tags/tag299.xml><?xml version="1.0" encoding="utf-8"?>
<p:tagLst xmlns:a="http://schemas.openxmlformats.org/drawingml/2006/main" xmlns:r="http://schemas.openxmlformats.org/officeDocument/2006/relationships" xmlns:p="http://schemas.openxmlformats.org/presentationml/2006/main">
  <p:tag name="MH" val="20161215105341"/>
  <p:tag name="MH_LIBRARY" val="GRAPHIC"/>
  <p:tag name="MH_TYPE" val="Other"/>
  <p:tag name="MH_ORDER" val="13"/>
</p:tagLst>
</file>

<file path=ppt/tags/tag300.xml><?xml version="1.0" encoding="utf-8"?>
<p:tagLst xmlns:a="http://schemas.openxmlformats.org/drawingml/2006/main" xmlns:r="http://schemas.openxmlformats.org/officeDocument/2006/relationships" xmlns:p="http://schemas.openxmlformats.org/presentationml/2006/main">
  <p:tag name="MH" val="20161215105341"/>
  <p:tag name="MH_LIBRARY" val="GRAPHIC"/>
  <p:tag name="MH_TYPE" val="Other"/>
  <p:tag name="MH_ORDER" val="14"/>
</p:tagLst>
</file>

<file path=ppt/tags/tag301.xml><?xml version="1.0" encoding="utf-8"?>
<p:tagLst xmlns:a="http://schemas.openxmlformats.org/drawingml/2006/main" xmlns:r="http://schemas.openxmlformats.org/officeDocument/2006/relationships" xmlns:p="http://schemas.openxmlformats.org/presentationml/2006/main">
  <p:tag name="MH" val="20161215105341"/>
  <p:tag name="MH_LIBRARY" val="GRAPHIC"/>
  <p:tag name="MH_TYPE" val="Other"/>
  <p:tag name="MH_ORDER" val="15"/>
</p:tagLst>
</file>

<file path=ppt/tags/tag302.xml><?xml version="1.0" encoding="utf-8"?>
<p:tagLst xmlns:a="http://schemas.openxmlformats.org/drawingml/2006/main" xmlns:r="http://schemas.openxmlformats.org/officeDocument/2006/relationships" xmlns:p="http://schemas.openxmlformats.org/presentationml/2006/main">
  <p:tag name="MH" val="20161215105341"/>
  <p:tag name="MH_LIBRARY" val="GRAPHIC"/>
  <p:tag name="MH_TYPE" val="Text"/>
  <p:tag name="MH_ORDER" val="2"/>
</p:tagLst>
</file>

<file path=ppt/tags/tag303.xml><?xml version="1.0" encoding="utf-8"?>
<p:tagLst xmlns:a="http://schemas.openxmlformats.org/drawingml/2006/main" xmlns:r="http://schemas.openxmlformats.org/officeDocument/2006/relationships" xmlns:p="http://schemas.openxmlformats.org/presentationml/2006/main">
  <p:tag name="MH" val="20161215105341"/>
  <p:tag name="MH_LIBRARY" val="GRAPHIC"/>
  <p:tag name="MH_TYPE" val="SubTitle"/>
  <p:tag name="MH_ORDER" val="2"/>
</p:tagLst>
</file>

<file path=ppt/tags/tag304.xml><?xml version="1.0" encoding="utf-8"?>
<p:tagLst xmlns:a="http://schemas.openxmlformats.org/drawingml/2006/main" xmlns:r="http://schemas.openxmlformats.org/officeDocument/2006/relationships" xmlns:p="http://schemas.openxmlformats.org/presentationml/2006/main">
  <p:tag name="MH" val="20161215105341"/>
  <p:tag name="MH_LIBRARY" val="GRAPHIC"/>
  <p:tag name="MH_TYPE" val="Other"/>
  <p:tag name="MH_ORDER" val="1"/>
</p:tagLst>
</file>

<file path=ppt/tags/tag305.xml><?xml version="1.0" encoding="utf-8"?>
<p:tagLst xmlns:a="http://schemas.openxmlformats.org/drawingml/2006/main" xmlns:r="http://schemas.openxmlformats.org/officeDocument/2006/relationships" xmlns:p="http://schemas.openxmlformats.org/presentationml/2006/main">
  <p:tag name="MH" val="20161215105341"/>
  <p:tag name="MH_LIBRARY" val="GRAPHIC"/>
  <p:tag name="MH_TYPE" val="Other"/>
  <p:tag name="MH_ORDER" val="2"/>
</p:tagLst>
</file>

<file path=ppt/tags/tag306.xml><?xml version="1.0" encoding="utf-8"?>
<p:tagLst xmlns:a="http://schemas.openxmlformats.org/drawingml/2006/main" xmlns:r="http://schemas.openxmlformats.org/officeDocument/2006/relationships" xmlns:p="http://schemas.openxmlformats.org/presentationml/2006/main">
  <p:tag name="MH" val="20161215105341"/>
  <p:tag name="MH_LIBRARY" val="GRAPHIC"/>
  <p:tag name="MH_TYPE" val="Other"/>
  <p:tag name="MH_ORDER" val="3"/>
</p:tagLst>
</file>

<file path=ppt/tags/tag307.xml><?xml version="1.0" encoding="utf-8"?>
<p:tagLst xmlns:a="http://schemas.openxmlformats.org/drawingml/2006/main" xmlns:r="http://schemas.openxmlformats.org/officeDocument/2006/relationships" xmlns:p="http://schemas.openxmlformats.org/presentationml/2006/main">
  <p:tag name="MH" val="20161215105341"/>
  <p:tag name="MH_LIBRARY" val="GRAPHIC"/>
  <p:tag name="MH_TYPE" val="Other"/>
  <p:tag name="MH_ORDER" val="4"/>
</p:tagLst>
</file>

<file path=ppt/tags/tag308.xml><?xml version="1.0" encoding="utf-8"?>
<p:tagLst xmlns:a="http://schemas.openxmlformats.org/drawingml/2006/main" xmlns:r="http://schemas.openxmlformats.org/officeDocument/2006/relationships" xmlns:p="http://schemas.openxmlformats.org/presentationml/2006/main">
  <p:tag name="MH" val="20161215105341"/>
  <p:tag name="MH_LIBRARY" val="GRAPHIC"/>
  <p:tag name="MH_TYPE" val="Other"/>
  <p:tag name="MH_ORDER" val="5"/>
</p:tagLst>
</file>

<file path=ppt/tags/tag309.xml><?xml version="1.0" encoding="utf-8"?>
<p:tagLst xmlns:a="http://schemas.openxmlformats.org/drawingml/2006/main" xmlns:r="http://schemas.openxmlformats.org/officeDocument/2006/relationships" xmlns:p="http://schemas.openxmlformats.org/presentationml/2006/main">
  <p:tag name="MH" val="20161215105341"/>
  <p:tag name="MH_LIBRARY" val="GRAPHIC"/>
  <p:tag name="MH_TYPE" val="SubTitle"/>
  <p:tag name="MH_ORDER" val="3"/>
</p:tagLst>
</file>

<file path=ppt/tags/tag310.xml><?xml version="1.0" encoding="utf-8"?>
<p:tagLst xmlns:a="http://schemas.openxmlformats.org/drawingml/2006/main" xmlns:r="http://schemas.openxmlformats.org/officeDocument/2006/relationships" xmlns:p="http://schemas.openxmlformats.org/presentationml/2006/main">
  <p:tag name="MH" val="20161215105341"/>
  <p:tag name="MH_LIBRARY" val="GRAPHIC"/>
  <p:tag name="MH_TYPE" val="Text"/>
  <p:tag name="MH_ORDER" val="2"/>
</p:tagLst>
</file>

<file path=ppt/tags/tag311.xml><?xml version="1.0" encoding="utf-8"?>
<p:tagLst xmlns:a="http://schemas.openxmlformats.org/drawingml/2006/main" xmlns:r="http://schemas.openxmlformats.org/officeDocument/2006/relationships" xmlns:p="http://schemas.openxmlformats.org/presentationml/2006/main">
  <p:tag name="MH" val="20161215105341"/>
  <p:tag name="MH_LIBRARY" val="GRAPHIC"/>
  <p:tag name="MH_TYPE" val="Other"/>
  <p:tag name="MH_ORDER" val="6"/>
</p:tagLst>
</file>

<file path=ppt/tags/tag312.xml><?xml version="1.0" encoding="utf-8"?>
<p:tagLst xmlns:a="http://schemas.openxmlformats.org/drawingml/2006/main" xmlns:r="http://schemas.openxmlformats.org/officeDocument/2006/relationships" xmlns:p="http://schemas.openxmlformats.org/presentationml/2006/main">
  <p:tag name="MH" val="20161215105341"/>
  <p:tag name="MH_LIBRARY" val="GRAPHIC"/>
  <p:tag name="MH_TYPE" val="Other"/>
  <p:tag name="MH_ORDER" val="7"/>
</p:tagLst>
</file>

<file path=ppt/tags/tag313.xml><?xml version="1.0" encoding="utf-8"?>
<p:tagLst xmlns:a="http://schemas.openxmlformats.org/drawingml/2006/main" xmlns:r="http://schemas.openxmlformats.org/officeDocument/2006/relationships" xmlns:p="http://schemas.openxmlformats.org/presentationml/2006/main">
  <p:tag name="MH" val="20161215105341"/>
  <p:tag name="MH_LIBRARY" val="GRAPHIC"/>
  <p:tag name="MH_TYPE" val="Other"/>
  <p:tag name="MH_ORDER" val="8"/>
</p:tagLst>
</file>

<file path=ppt/tags/tag314.xml><?xml version="1.0" encoding="utf-8"?>
<p:tagLst xmlns:a="http://schemas.openxmlformats.org/drawingml/2006/main" xmlns:r="http://schemas.openxmlformats.org/officeDocument/2006/relationships" xmlns:p="http://schemas.openxmlformats.org/presentationml/2006/main">
  <p:tag name="MH" val="20161215105341"/>
  <p:tag name="MH_LIBRARY" val="GRAPHIC"/>
  <p:tag name="MH_TYPE" val="Other"/>
  <p:tag name="MH_ORDER" val="9"/>
</p:tagLst>
</file>

<file path=ppt/tags/tag315.xml><?xml version="1.0" encoding="utf-8"?>
<p:tagLst xmlns:a="http://schemas.openxmlformats.org/drawingml/2006/main" xmlns:r="http://schemas.openxmlformats.org/officeDocument/2006/relationships" xmlns:p="http://schemas.openxmlformats.org/presentationml/2006/main">
  <p:tag name="MH" val="20161215105341"/>
  <p:tag name="MH_LIBRARY" val="GRAPHIC"/>
  <p:tag name="MH_TYPE" val="Other"/>
  <p:tag name="MH_ORDER" val="10"/>
</p:tagLst>
</file>

<file path=ppt/tags/tag316.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SubTitle"/>
  <p:tag name="MH_ORDER" val="2"/>
</p:tagLst>
</file>

<file path=ppt/tags/tag317.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Other"/>
  <p:tag name="MH_ORDER" val="5"/>
</p:tagLst>
</file>

<file path=ppt/tags/tag318.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Other"/>
  <p:tag name="MH_ORDER" val="6"/>
</p:tagLst>
</file>

<file path=ppt/tags/tag319.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SubTitle"/>
  <p:tag name="MH_ORDER" val="2"/>
</p:tagLst>
</file>

<file path=ppt/tags/tag320.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SubTitle"/>
  <p:tag name="MH_ORDER" val="2"/>
</p:tagLst>
</file>

<file path=ppt/tags/tag321.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Other"/>
  <p:tag name="MH_ORDER" val="5"/>
</p:tagLst>
</file>

<file path=ppt/tags/tag322.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Other"/>
  <p:tag name="MH_ORDER" val="6"/>
</p:tagLst>
</file>

<file path=ppt/tags/tag323.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SubTitle"/>
  <p:tag name="MH_ORDER" val="2"/>
</p:tagLst>
</file>

<file path=ppt/tags/tag324.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SubTitle"/>
  <p:tag name="MH_ORDER" val="2"/>
</p:tagLst>
</file>

<file path=ppt/tags/tag325.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Other"/>
  <p:tag name="MH_ORDER" val="5"/>
</p:tagLst>
</file>

<file path=ppt/tags/tag326.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Other"/>
  <p:tag name="MH_ORDER" val="6"/>
</p:tagLst>
</file>

<file path=ppt/tags/tag327.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SubTitle"/>
  <p:tag name="MH_ORDER" val="2"/>
</p:tagLst>
</file>

<file path=ppt/tags/tag328.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SubTitle"/>
  <p:tag name="MH_ORDER" val="2"/>
</p:tagLst>
</file>

<file path=ppt/tags/tag329.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Other"/>
  <p:tag name="MH_ORDER" val="5"/>
</p:tagLst>
</file>

<file path=ppt/tags/tag330.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Other"/>
  <p:tag name="MH_ORDER" val="6"/>
</p:tagLst>
</file>

<file path=ppt/tags/tag331.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SubTitle"/>
  <p:tag name="MH_ORDER" val="2"/>
</p:tagLst>
</file>

<file path=ppt/tags/tag332.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SubTitle"/>
  <p:tag name="MH_ORDER" val="2"/>
</p:tagLst>
</file>

<file path=ppt/tags/tag333.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Other"/>
  <p:tag name="MH_ORDER" val="5"/>
</p:tagLst>
</file>

<file path=ppt/tags/tag334.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Other"/>
  <p:tag name="MH_ORDER" val="6"/>
</p:tagLst>
</file>

<file path=ppt/tags/tag335.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SubTitle"/>
  <p:tag name="MH_ORDER" val="2"/>
</p:tagLst>
</file>

<file path=ppt/tags/tag336.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SubTitle"/>
  <p:tag name="MH_ORDER" val="2"/>
</p:tagLst>
</file>

<file path=ppt/tags/tag337.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Other"/>
  <p:tag name="MH_ORDER" val="5"/>
</p:tagLst>
</file>

<file path=ppt/tags/tag338.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Other"/>
  <p:tag name="MH_ORDER" val="6"/>
</p:tagLst>
</file>

<file path=ppt/tags/tag339.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SubTitle"/>
  <p:tag name="MH_ORDER" val="2"/>
</p:tagLst>
</file>

<file path=ppt/tags/tag340.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SubTitle"/>
  <p:tag name="MH_ORDER" val="2"/>
</p:tagLst>
</file>

<file path=ppt/tags/tag341.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Other"/>
  <p:tag name="MH_ORDER" val="5"/>
</p:tagLst>
</file>

<file path=ppt/tags/tag342.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Other"/>
  <p:tag name="MH_ORDER" val="6"/>
</p:tagLst>
</file>

<file path=ppt/tags/tag343.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Desc"/>
  <p:tag name="MH_ORDER" val="1"/>
</p:tagLst>
</file>

<file path=ppt/tags/tag344.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SubTitle"/>
  <p:tag name="MH_ORDER" val="2"/>
</p:tagLst>
</file>

<file path=ppt/tags/tag345.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SubTitle"/>
  <p:tag name="MH_ORDER" val="2"/>
</p:tagLst>
</file>

<file path=ppt/tags/tag346.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Other"/>
  <p:tag name="MH_ORDER" val="5"/>
</p:tagLst>
</file>

<file path=ppt/tags/tag347.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Other"/>
  <p:tag name="MH_ORDER" val="6"/>
</p:tagLst>
</file>

<file path=ppt/tags/tag348.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Desc"/>
  <p:tag name="MH_ORDER" val="1"/>
</p:tagLst>
</file>

<file path=ppt/tags/tag349.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SubTitle"/>
  <p:tag name="MH_ORDER" val="2"/>
</p:tagLst>
</file>

<file path=ppt/tags/tag350.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SubTitle"/>
  <p:tag name="MH_ORDER" val="2"/>
</p:tagLst>
</file>

<file path=ppt/tags/tag351.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Other"/>
  <p:tag name="MH_ORDER" val="5"/>
</p:tagLst>
</file>

<file path=ppt/tags/tag352.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Other"/>
  <p:tag name="MH_ORDER" val="6"/>
</p:tagLst>
</file>

<file path=ppt/tags/tag353.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SubTitle"/>
  <p:tag name="MH_ORDER" val="2"/>
</p:tagLst>
</file>

<file path=ppt/tags/tag354.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Desc"/>
  <p:tag name="MH_ORDER" val="1"/>
</p:tagLst>
</file>

<file path=ppt/tags/tag355.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SubTitle"/>
  <p:tag name="MH_ORDER" val="2"/>
</p:tagLst>
</file>

<file path=ppt/tags/tag356.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Desc"/>
  <p:tag name="MH_ORDER" val="1"/>
</p:tagLst>
</file>

<file path=ppt/tags/tag357.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Desc"/>
  <p:tag name="MH_ORDER" val="1"/>
</p:tagLst>
</file>

<file path=ppt/tags/tag358.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SubTitle"/>
  <p:tag name="MH_ORDER" val="2"/>
</p:tagLst>
</file>

<file path=ppt/tags/tag359.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Desc"/>
  <p:tag name="MH_ORDER" val="1"/>
</p:tagLst>
</file>

<file path=ppt/tags/tag360.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SubTitle"/>
  <p:tag name="MH_ORDER" val="1"/>
</p:tagLst>
</file>

<file path=ppt/tags/tag361.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Other"/>
  <p:tag name="MH_ORDER" val="1"/>
</p:tagLst>
</file>

<file path=ppt/tags/tag362.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Other"/>
  <p:tag name="MH_ORDER" val="2"/>
</p:tagLst>
</file>

<file path=ppt/tags/tag363.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Desc"/>
  <p:tag name="MH_ORDER" val="1"/>
</p:tagLst>
</file>

<file path=ppt/tags/tag364.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SubTitle"/>
  <p:tag name="MH_ORDER" val="1"/>
</p:tagLst>
</file>

<file path=ppt/tags/tag365.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Other"/>
  <p:tag name="MH_ORDER" val="1"/>
</p:tagLst>
</file>

<file path=ppt/tags/tag366.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Other"/>
  <p:tag name="MH_ORDER" val="2"/>
</p:tagLst>
</file>

<file path=ppt/tags/tag367.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Desc"/>
  <p:tag name="MH_ORDER" val="1"/>
</p:tagLst>
</file>

<file path=ppt/tags/tag368.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SubTitle"/>
  <p:tag name="MH_ORDER" val="1"/>
</p:tagLst>
</file>

<file path=ppt/tags/tag369.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Other"/>
  <p:tag name="MH_ORDER" val="1"/>
</p:tagLst>
</file>

<file path=ppt/tags/tag370.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Other"/>
  <p:tag name="MH_ORDER" val="2"/>
</p:tagLst>
</file>

<file path=ppt/tags/tag371.xml><?xml version="1.0" encoding="utf-8"?>
<p:tagLst xmlns:a="http://schemas.openxmlformats.org/drawingml/2006/main" xmlns:r="http://schemas.openxmlformats.org/officeDocument/2006/relationships" xmlns:p="http://schemas.openxmlformats.org/presentationml/2006/main">
  <p:tag name="MH" val="20150914085001"/>
  <p:tag name="MH_LIBRARY" val="GRAPHIC"/>
  <p:tag name="MH_TYPE" val="Other"/>
  <p:tag name="MH_ORDER" val="2"/>
</p:tagLst>
</file>

<file path=ppt/tags/tag372.xml><?xml version="1.0" encoding="utf-8"?>
<p:tagLst xmlns:a="http://schemas.openxmlformats.org/drawingml/2006/main" xmlns:r="http://schemas.openxmlformats.org/officeDocument/2006/relationships" xmlns:p="http://schemas.openxmlformats.org/presentationml/2006/main">
  <p:tag name="MH" val="20150914085001"/>
  <p:tag name="MH_LIBRARY" val="GRAPHIC"/>
  <p:tag name="MH_TYPE" val="SubTitle"/>
  <p:tag name="MH_ORDER" val="4"/>
</p:tagLst>
</file>

<file path=ppt/tags/tag373.xml><?xml version="1.0" encoding="utf-8"?>
<p:tagLst xmlns:a="http://schemas.openxmlformats.org/drawingml/2006/main" xmlns:r="http://schemas.openxmlformats.org/officeDocument/2006/relationships" xmlns:p="http://schemas.openxmlformats.org/presentationml/2006/main">
  <p:tag name="MH" val="20150914085001"/>
  <p:tag name="MH_LIBRARY" val="GRAPHIC"/>
  <p:tag name="MH_TYPE" val="Other"/>
  <p:tag name="MH_ORDER" val="2"/>
</p:tagLst>
</file>

<file path=ppt/tags/tag374.xml><?xml version="1.0" encoding="utf-8"?>
<p:tagLst xmlns:a="http://schemas.openxmlformats.org/drawingml/2006/main" xmlns:r="http://schemas.openxmlformats.org/officeDocument/2006/relationships" xmlns:p="http://schemas.openxmlformats.org/presentationml/2006/main">
  <p:tag name="MH" val="20150914085001"/>
  <p:tag name="MH_LIBRARY" val="GRAPHIC"/>
  <p:tag name="MH_TYPE" val="SubTitle"/>
  <p:tag name="MH_ORDER" val="4"/>
</p:tagLst>
</file>

<file path=ppt/tags/tag375.xml><?xml version="1.0" encoding="utf-8"?>
<p:tagLst xmlns:a="http://schemas.openxmlformats.org/drawingml/2006/main" xmlns:r="http://schemas.openxmlformats.org/officeDocument/2006/relationships" xmlns:p="http://schemas.openxmlformats.org/presentationml/2006/main">
  <p:tag name="MH" val="20150914085001"/>
  <p:tag name="MH_LIBRARY" val="GRAPHIC"/>
  <p:tag name="MH_TYPE" val="Other"/>
  <p:tag name="MH_ORDER" val="2"/>
</p:tagLst>
</file>

<file path=ppt/tags/tag376.xml><?xml version="1.0" encoding="utf-8"?>
<p:tagLst xmlns:a="http://schemas.openxmlformats.org/drawingml/2006/main" xmlns:r="http://schemas.openxmlformats.org/officeDocument/2006/relationships" xmlns:p="http://schemas.openxmlformats.org/presentationml/2006/main">
  <p:tag name="MH" val="20150914085001"/>
  <p:tag name="MH_LIBRARY" val="GRAPHIC"/>
  <p:tag name="MH_TYPE" val="SubTitle"/>
  <p:tag name="MH_ORDER" val="4"/>
</p:tagLst>
</file>

<file path=ppt/tags/tag377.xml><?xml version="1.0" encoding="utf-8"?>
<p:tagLst xmlns:a="http://schemas.openxmlformats.org/drawingml/2006/main" xmlns:r="http://schemas.openxmlformats.org/officeDocument/2006/relationships" xmlns:p="http://schemas.openxmlformats.org/presentationml/2006/main">
  <p:tag name="MH" val="20150917145043"/>
  <p:tag name="MH_LIBRARY" val="GRAPHIC"/>
  <p:tag name="MH_TYPE" val="SubTitle"/>
  <p:tag name="MH_ORDER" val="1"/>
</p:tagLst>
</file>

<file path=ppt/tags/tag378.xml><?xml version="1.0" encoding="utf-8"?>
<p:tagLst xmlns:a="http://schemas.openxmlformats.org/drawingml/2006/main" xmlns:r="http://schemas.openxmlformats.org/officeDocument/2006/relationships" xmlns:p="http://schemas.openxmlformats.org/presentationml/2006/main">
  <p:tag name="MH" val="20150917145043"/>
  <p:tag name="MH_LIBRARY" val="GRAPHIC"/>
  <p:tag name="MH_TYPE" val="SubTitle"/>
  <p:tag name="MH_ORDER" val="3"/>
</p:tagLst>
</file>

<file path=ppt/tags/tag379.xml><?xml version="1.0" encoding="utf-8"?>
<p:tagLst xmlns:a="http://schemas.openxmlformats.org/drawingml/2006/main" xmlns:r="http://schemas.openxmlformats.org/officeDocument/2006/relationships" xmlns:p="http://schemas.openxmlformats.org/presentationml/2006/main">
  <p:tag name="MH" val="20150917145043"/>
  <p:tag name="MH_LIBRARY" val="GRAPHIC"/>
  <p:tag name="MH_TYPE" val="Other"/>
  <p:tag name="MH_ORDER" val="1"/>
</p:tagLst>
</file>

<file path=ppt/tags/tag380.xml><?xml version="1.0" encoding="utf-8"?>
<p:tagLst xmlns:a="http://schemas.openxmlformats.org/drawingml/2006/main" xmlns:r="http://schemas.openxmlformats.org/officeDocument/2006/relationships" xmlns:p="http://schemas.openxmlformats.org/presentationml/2006/main">
  <p:tag name="MH" val="20150917145043"/>
  <p:tag name="MH_LIBRARY" val="GRAPHIC"/>
  <p:tag name="MH_TYPE" val="Title"/>
  <p:tag name="MH_ORDER" val="1"/>
</p:tagLst>
</file>

<file path=ppt/tags/tag381.xml><?xml version="1.0" encoding="utf-8"?>
<p:tagLst xmlns:a="http://schemas.openxmlformats.org/drawingml/2006/main" xmlns:r="http://schemas.openxmlformats.org/officeDocument/2006/relationships" xmlns:p="http://schemas.openxmlformats.org/presentationml/2006/main">
  <p:tag name="MH" val="20150917145043"/>
  <p:tag name="MH_LIBRARY" val="GRAPHIC"/>
  <p:tag name="MH_TYPE" val="SubTitle"/>
  <p:tag name="MH_ORDER" val="2"/>
</p:tagLst>
</file>

<file path=ppt/tags/tag382.xml><?xml version="1.0" encoding="utf-8"?>
<p:tagLst xmlns:a="http://schemas.openxmlformats.org/drawingml/2006/main" xmlns:r="http://schemas.openxmlformats.org/officeDocument/2006/relationships" xmlns:p="http://schemas.openxmlformats.org/presentationml/2006/main">
  <p:tag name="MH" val="20150917145043"/>
  <p:tag name="MH_LIBRARY" val="GRAPHIC"/>
  <p:tag name="MH_TYPE" val="Other"/>
  <p:tag name="MH_ORDER" val="2"/>
</p:tagLst>
</file>

<file path=ppt/tags/tag383.xml><?xml version="1.0" encoding="utf-8"?>
<p:tagLst xmlns:a="http://schemas.openxmlformats.org/drawingml/2006/main" xmlns:r="http://schemas.openxmlformats.org/officeDocument/2006/relationships" xmlns:p="http://schemas.openxmlformats.org/presentationml/2006/main">
  <p:tag name="MH" val="20150917145043"/>
  <p:tag name="MH_LIBRARY" val="GRAPHIC"/>
  <p:tag name="MH_TYPE" val="Other"/>
  <p:tag name="MH_ORDER" val="3"/>
</p:tagLst>
</file>

<file path=ppt/tags/tag384.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Desc"/>
  <p:tag name="MH_ORDER" val="1"/>
</p:tagLst>
</file>

<file path=ppt/tags/tag385.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SubTitle"/>
  <p:tag name="MH_ORDER" val="1"/>
</p:tagLst>
</file>

<file path=ppt/tags/tag386.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Other"/>
  <p:tag name="MH_ORDER" val="1"/>
</p:tagLst>
</file>

<file path=ppt/tags/tag387.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Other"/>
  <p:tag name="MH_ORDER" val="2"/>
</p:tagLst>
</file>

<file path=ppt/tags/tag388.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Desc"/>
  <p:tag name="MH_ORDER" val="1"/>
</p:tagLst>
</file>

<file path=ppt/tags/tag389.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SubTitle"/>
  <p:tag name="MH_ORDER" val="1"/>
</p:tagLst>
</file>

<file path=ppt/tags/tag390.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Other"/>
  <p:tag name="MH_ORDER" val="1"/>
</p:tagLst>
</file>

<file path=ppt/tags/tag391.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Other"/>
  <p:tag name="MH_ORDER" val="2"/>
</p:tagLst>
</file>

<file path=ppt/tags/tag392.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i"/>
  <p:tag name="KSO_WM_UNIT_INDEX" val="1_1"/>
  <p:tag name="KSO_WM_UNIT_ID" val="custom160596_94*l_i*1_1"/>
  <p:tag name="KSO_WM_UNIT_LAYERLEVEL" val="1_1"/>
  <p:tag name="KSO_WM_DIAGRAM_GROUP_CODE" val="l1-19"/>
  <p:tag name="KSO_WM_UNIT_FILL_FORE_SCHEMECOLOR_INDEX" val="7"/>
  <p:tag name="KSO_WM_UNIT_FILL_TYPE" val="1"/>
  <p:tag name="KSO_WM_UNIT_TEXT_FILL_FORE_SCHEMECOLOR_INDEX" val="13"/>
  <p:tag name="KSO_WM_UNIT_TEXT_FILL_TYPE" val="1"/>
  <p:tag name="KSO_WM_UNIT_USESOURCEFORMAT_APPLY" val="1"/>
</p:tagLst>
</file>

<file path=ppt/tags/tag393.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i"/>
  <p:tag name="KSO_WM_UNIT_INDEX" val="1_2"/>
  <p:tag name="KSO_WM_UNIT_ID" val="custom160596_94*l_i*1_2"/>
  <p:tag name="KSO_WM_UNIT_LAYERLEVEL" val="1_1"/>
  <p:tag name="KSO_WM_DIAGRAM_GROUP_CODE" val="l1-19"/>
  <p:tag name="KSO_WM_UNIT_FILL_FORE_SCHEMECOLOR_INDEX" val="14"/>
  <p:tag name="KSO_WM_UNIT_FILL_TYPE" val="1"/>
  <p:tag name="KSO_WM_UNIT_TEXT_FILL_FORE_SCHEMECOLOR_INDEX" val="13"/>
  <p:tag name="KSO_WM_UNIT_TEXT_FILL_TYPE" val="1"/>
  <p:tag name="KSO_WM_UNIT_USESOURCEFORMAT_APPLY" val="1"/>
</p:tagLst>
</file>

<file path=ppt/tags/tag394.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h_a"/>
  <p:tag name="KSO_WM_UNIT_INDEX" val="1_1_1"/>
  <p:tag name="KSO_WM_UNIT_ID" val="custom160596_94*l_h_a*1_1_1"/>
  <p:tag name="KSO_WM_UNIT_LAYERLEVEL" val="1_1_1"/>
  <p:tag name="KSO_WM_UNIT_VALUE" val="9"/>
  <p:tag name="KSO_WM_UNIT_HIGHLIGHT" val="0"/>
  <p:tag name="KSO_WM_UNIT_COMPATIBLE" val="0"/>
  <p:tag name="KSO_WM_UNIT_CLEAR" val="0"/>
  <p:tag name="KSO_WM_UNIT_PRESET_TEXT_INDEX" val="0"/>
  <p:tag name="KSO_WM_UNIT_PRESET_TEXT_LEN" val="9"/>
  <p:tag name="KSO_WM_DIAGRAM_GROUP_CODE" val="l1-19"/>
  <p:tag name="KSO_WM_UNIT_TEXT_FILL_FORE_SCHEMECOLOR_INDEX" val="13"/>
  <p:tag name="KSO_WM_UNIT_TEXT_FILL_TYPE" val="1"/>
  <p:tag name="KSO_WM_UNIT_USESOURCEFORMAT_APPLY" val="1"/>
</p:tagLst>
</file>

<file path=ppt/tags/tag395.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h_f"/>
  <p:tag name="KSO_WM_UNIT_INDEX" val="1_1_1"/>
  <p:tag name="KSO_WM_UNIT_ID" val="custom160596_94*l_h_f*1_1_1"/>
  <p:tag name="KSO_WM_UNIT_LAYERLEVEL" val="1_1_1"/>
  <p:tag name="KSO_WM_UNIT_VALUE" val="34"/>
  <p:tag name="KSO_WM_UNIT_HIGHLIGHT" val="0"/>
  <p:tag name="KSO_WM_UNIT_COMPATIBLE" val="0"/>
  <p:tag name="KSO_WM_UNIT_CLEAR" val="0"/>
  <p:tag name="KSO_WM_UNIT_PRESET_TEXT_INDEX" val="2"/>
  <p:tag name="KSO_WM_UNIT_PRESET_TEXT_LEN" val="20"/>
  <p:tag name="KSO_WM_DIAGRAM_GROUP_CODE" val="l1-19"/>
  <p:tag name="KSO_WM_UNIT_TEXT_FILL_FORE_SCHEMECOLOR_INDEX" val="13"/>
  <p:tag name="KSO_WM_UNIT_TEXT_FILL_TYPE" val="1"/>
  <p:tag name="KSO_WM_UNIT_USESOURCEFORMAT_APPLY" val="1"/>
</p:tagLst>
</file>

<file path=ppt/tags/tag396.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i"/>
  <p:tag name="KSO_WM_UNIT_INDEX" val="1_1"/>
  <p:tag name="KSO_WM_UNIT_ID" val="custom160596_94*l_i*1_1"/>
  <p:tag name="KSO_WM_UNIT_LAYERLEVEL" val="1_1"/>
  <p:tag name="KSO_WM_DIAGRAM_GROUP_CODE" val="l1-19"/>
  <p:tag name="KSO_WM_UNIT_FILL_FORE_SCHEMECOLOR_INDEX" val="7"/>
  <p:tag name="KSO_WM_UNIT_FILL_TYPE" val="1"/>
  <p:tag name="KSO_WM_UNIT_TEXT_FILL_FORE_SCHEMECOLOR_INDEX" val="13"/>
  <p:tag name="KSO_WM_UNIT_TEXT_FILL_TYPE" val="1"/>
  <p:tag name="KSO_WM_UNIT_USESOURCEFORMAT_APPLY" val="1"/>
</p:tagLst>
</file>

<file path=ppt/tags/tag397.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i"/>
  <p:tag name="KSO_WM_UNIT_INDEX" val="1_2"/>
  <p:tag name="KSO_WM_UNIT_ID" val="custom160596_94*l_i*1_2"/>
  <p:tag name="KSO_WM_UNIT_LAYERLEVEL" val="1_1"/>
  <p:tag name="KSO_WM_DIAGRAM_GROUP_CODE" val="l1-19"/>
  <p:tag name="KSO_WM_UNIT_FILL_FORE_SCHEMECOLOR_INDEX" val="14"/>
  <p:tag name="KSO_WM_UNIT_FILL_TYPE" val="1"/>
  <p:tag name="KSO_WM_UNIT_TEXT_FILL_FORE_SCHEMECOLOR_INDEX" val="13"/>
  <p:tag name="KSO_WM_UNIT_TEXT_FILL_TYPE" val="1"/>
  <p:tag name="KSO_WM_UNIT_USESOURCEFORMAT_APPLY" val="1"/>
</p:tagLst>
</file>

<file path=ppt/tags/tag398.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h_a"/>
  <p:tag name="KSO_WM_UNIT_INDEX" val="1_1_1"/>
  <p:tag name="KSO_WM_UNIT_ID" val="custom160596_94*l_h_a*1_1_1"/>
  <p:tag name="KSO_WM_UNIT_LAYERLEVEL" val="1_1_1"/>
  <p:tag name="KSO_WM_UNIT_VALUE" val="9"/>
  <p:tag name="KSO_WM_UNIT_HIGHLIGHT" val="0"/>
  <p:tag name="KSO_WM_UNIT_COMPATIBLE" val="0"/>
  <p:tag name="KSO_WM_UNIT_CLEAR" val="0"/>
  <p:tag name="KSO_WM_UNIT_PRESET_TEXT_INDEX" val="0"/>
  <p:tag name="KSO_WM_UNIT_PRESET_TEXT_LEN" val="9"/>
  <p:tag name="KSO_WM_DIAGRAM_GROUP_CODE" val="l1-19"/>
  <p:tag name="KSO_WM_UNIT_TEXT_FILL_FORE_SCHEMECOLOR_INDEX" val="13"/>
  <p:tag name="KSO_WM_UNIT_TEXT_FILL_TYPE" val="1"/>
  <p:tag name="KSO_WM_UNIT_USESOURCEFORMAT_APPLY" val="1"/>
</p:tagLst>
</file>

<file path=ppt/tags/tag399.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h_f"/>
  <p:tag name="KSO_WM_UNIT_INDEX" val="1_1_1"/>
  <p:tag name="KSO_WM_UNIT_ID" val="custom160596_94*l_h_f*1_1_1"/>
  <p:tag name="KSO_WM_UNIT_LAYERLEVEL" val="1_1_1"/>
  <p:tag name="KSO_WM_UNIT_VALUE" val="34"/>
  <p:tag name="KSO_WM_UNIT_HIGHLIGHT" val="0"/>
  <p:tag name="KSO_WM_UNIT_COMPATIBLE" val="0"/>
  <p:tag name="KSO_WM_UNIT_CLEAR" val="0"/>
  <p:tag name="KSO_WM_UNIT_PRESET_TEXT_INDEX" val="2"/>
  <p:tag name="KSO_WM_UNIT_PRESET_TEXT_LEN" val="20"/>
  <p:tag name="KSO_WM_DIAGRAM_GROUP_CODE" val="l1-19"/>
  <p:tag name="KSO_WM_UNIT_TEXT_FILL_FORE_SCHEMECOLOR_INDEX" val="13"/>
  <p:tag name="KSO_WM_UNIT_TEXT_FILL_TYPE" val="1"/>
  <p:tag name="KSO_WM_UNIT_USESOURCEFORMAT_APPLY" val="1"/>
</p:tagLst>
</file>

<file path=ppt/tags/tag400.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i"/>
  <p:tag name="KSO_WM_UNIT_INDEX" val="1_1"/>
  <p:tag name="KSO_WM_UNIT_ID" val="custom160596_94*l_i*1_1"/>
  <p:tag name="KSO_WM_UNIT_LAYERLEVEL" val="1_1"/>
  <p:tag name="KSO_WM_DIAGRAM_GROUP_CODE" val="l1-19"/>
  <p:tag name="KSO_WM_UNIT_FILL_FORE_SCHEMECOLOR_INDEX" val="7"/>
  <p:tag name="KSO_WM_UNIT_FILL_TYPE" val="1"/>
  <p:tag name="KSO_WM_UNIT_TEXT_FILL_FORE_SCHEMECOLOR_INDEX" val="13"/>
  <p:tag name="KSO_WM_UNIT_TEXT_FILL_TYPE" val="1"/>
  <p:tag name="KSO_WM_UNIT_USESOURCEFORMAT_APPLY" val="1"/>
</p:tagLst>
</file>

<file path=ppt/tags/tag401.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i"/>
  <p:tag name="KSO_WM_UNIT_INDEX" val="1_2"/>
  <p:tag name="KSO_WM_UNIT_ID" val="custom160596_94*l_i*1_2"/>
  <p:tag name="KSO_WM_UNIT_LAYERLEVEL" val="1_1"/>
  <p:tag name="KSO_WM_DIAGRAM_GROUP_CODE" val="l1-19"/>
  <p:tag name="KSO_WM_UNIT_FILL_FORE_SCHEMECOLOR_INDEX" val="14"/>
  <p:tag name="KSO_WM_UNIT_FILL_TYPE" val="1"/>
  <p:tag name="KSO_WM_UNIT_TEXT_FILL_FORE_SCHEMECOLOR_INDEX" val="13"/>
  <p:tag name="KSO_WM_UNIT_TEXT_FILL_TYPE" val="1"/>
  <p:tag name="KSO_WM_UNIT_USESOURCEFORMAT_APPLY" val="1"/>
</p:tagLst>
</file>

<file path=ppt/tags/tag402.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h_a"/>
  <p:tag name="KSO_WM_UNIT_INDEX" val="1_1_1"/>
  <p:tag name="KSO_WM_UNIT_ID" val="custom160596_94*l_h_a*1_1_1"/>
  <p:tag name="KSO_WM_UNIT_LAYERLEVEL" val="1_1_1"/>
  <p:tag name="KSO_WM_UNIT_VALUE" val="9"/>
  <p:tag name="KSO_WM_UNIT_HIGHLIGHT" val="0"/>
  <p:tag name="KSO_WM_UNIT_COMPATIBLE" val="0"/>
  <p:tag name="KSO_WM_UNIT_CLEAR" val="0"/>
  <p:tag name="KSO_WM_UNIT_PRESET_TEXT_INDEX" val="0"/>
  <p:tag name="KSO_WM_UNIT_PRESET_TEXT_LEN" val="9"/>
  <p:tag name="KSO_WM_DIAGRAM_GROUP_CODE" val="l1-19"/>
  <p:tag name="KSO_WM_UNIT_TEXT_FILL_FORE_SCHEMECOLOR_INDEX" val="13"/>
  <p:tag name="KSO_WM_UNIT_TEXT_FILL_TYPE" val="1"/>
  <p:tag name="KSO_WM_UNIT_USESOURCEFORMAT_APPLY" val="1"/>
</p:tagLst>
</file>

<file path=ppt/tags/tag403.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h_f"/>
  <p:tag name="KSO_WM_UNIT_INDEX" val="1_1_1"/>
  <p:tag name="KSO_WM_UNIT_ID" val="custom160596_94*l_h_f*1_1_1"/>
  <p:tag name="KSO_WM_UNIT_LAYERLEVEL" val="1_1_1"/>
  <p:tag name="KSO_WM_UNIT_VALUE" val="34"/>
  <p:tag name="KSO_WM_UNIT_HIGHLIGHT" val="0"/>
  <p:tag name="KSO_WM_UNIT_COMPATIBLE" val="0"/>
  <p:tag name="KSO_WM_UNIT_CLEAR" val="0"/>
  <p:tag name="KSO_WM_UNIT_PRESET_TEXT_INDEX" val="2"/>
  <p:tag name="KSO_WM_UNIT_PRESET_TEXT_LEN" val="20"/>
  <p:tag name="KSO_WM_DIAGRAM_GROUP_CODE" val="l1-19"/>
  <p:tag name="KSO_WM_UNIT_TEXT_FILL_FORE_SCHEMECOLOR_INDEX" val="13"/>
  <p:tag name="KSO_WM_UNIT_TEXT_FILL_TYPE" val="1"/>
  <p:tag name="KSO_WM_UNIT_USESOURCEFORMAT_APPLY" val="1"/>
</p:tagLst>
</file>

<file path=ppt/tags/tag404.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i"/>
  <p:tag name="KSO_WM_UNIT_INDEX" val="1_1"/>
  <p:tag name="KSO_WM_UNIT_ID" val="custom160596_94*l_i*1_1"/>
  <p:tag name="KSO_WM_UNIT_LAYERLEVEL" val="1_1"/>
  <p:tag name="KSO_WM_DIAGRAM_GROUP_CODE" val="l1-19"/>
  <p:tag name="KSO_WM_UNIT_FILL_FORE_SCHEMECOLOR_INDEX" val="7"/>
  <p:tag name="KSO_WM_UNIT_FILL_TYPE" val="1"/>
  <p:tag name="KSO_WM_UNIT_TEXT_FILL_FORE_SCHEMECOLOR_INDEX" val="13"/>
  <p:tag name="KSO_WM_UNIT_TEXT_FILL_TYPE" val="1"/>
  <p:tag name="KSO_WM_UNIT_USESOURCEFORMAT_APPLY" val="1"/>
</p:tagLst>
</file>

<file path=ppt/tags/tag405.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i"/>
  <p:tag name="KSO_WM_UNIT_INDEX" val="1_2"/>
  <p:tag name="KSO_WM_UNIT_ID" val="custom160596_94*l_i*1_2"/>
  <p:tag name="KSO_WM_UNIT_LAYERLEVEL" val="1_1"/>
  <p:tag name="KSO_WM_DIAGRAM_GROUP_CODE" val="l1-19"/>
  <p:tag name="KSO_WM_UNIT_FILL_FORE_SCHEMECOLOR_INDEX" val="14"/>
  <p:tag name="KSO_WM_UNIT_FILL_TYPE" val="1"/>
  <p:tag name="KSO_WM_UNIT_TEXT_FILL_FORE_SCHEMECOLOR_INDEX" val="13"/>
  <p:tag name="KSO_WM_UNIT_TEXT_FILL_TYPE" val="1"/>
  <p:tag name="KSO_WM_UNIT_USESOURCEFORMAT_APPLY" val="1"/>
</p:tagLst>
</file>

<file path=ppt/tags/tag406.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h_a"/>
  <p:tag name="KSO_WM_UNIT_INDEX" val="1_1_1"/>
  <p:tag name="KSO_WM_UNIT_ID" val="custom160596_94*l_h_a*1_1_1"/>
  <p:tag name="KSO_WM_UNIT_LAYERLEVEL" val="1_1_1"/>
  <p:tag name="KSO_WM_UNIT_VALUE" val="9"/>
  <p:tag name="KSO_WM_UNIT_HIGHLIGHT" val="0"/>
  <p:tag name="KSO_WM_UNIT_COMPATIBLE" val="0"/>
  <p:tag name="KSO_WM_UNIT_CLEAR" val="0"/>
  <p:tag name="KSO_WM_UNIT_PRESET_TEXT_INDEX" val="0"/>
  <p:tag name="KSO_WM_UNIT_PRESET_TEXT_LEN" val="9"/>
  <p:tag name="KSO_WM_DIAGRAM_GROUP_CODE" val="l1-19"/>
  <p:tag name="KSO_WM_UNIT_TEXT_FILL_FORE_SCHEMECOLOR_INDEX" val="13"/>
  <p:tag name="KSO_WM_UNIT_TEXT_FILL_TYPE" val="1"/>
  <p:tag name="KSO_WM_UNIT_USESOURCEFORMAT_APPLY" val="1"/>
</p:tagLst>
</file>

<file path=ppt/tags/tag407.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h_f"/>
  <p:tag name="KSO_WM_UNIT_INDEX" val="1_1_1"/>
  <p:tag name="KSO_WM_UNIT_ID" val="custom160596_94*l_h_f*1_1_1"/>
  <p:tag name="KSO_WM_UNIT_LAYERLEVEL" val="1_1_1"/>
  <p:tag name="KSO_WM_UNIT_VALUE" val="34"/>
  <p:tag name="KSO_WM_UNIT_HIGHLIGHT" val="0"/>
  <p:tag name="KSO_WM_UNIT_COMPATIBLE" val="0"/>
  <p:tag name="KSO_WM_UNIT_CLEAR" val="0"/>
  <p:tag name="KSO_WM_UNIT_PRESET_TEXT_INDEX" val="2"/>
  <p:tag name="KSO_WM_UNIT_PRESET_TEXT_LEN" val="20"/>
  <p:tag name="KSO_WM_DIAGRAM_GROUP_CODE" val="l1-19"/>
  <p:tag name="KSO_WM_UNIT_TEXT_FILL_FORE_SCHEMECOLOR_INDEX" val="13"/>
  <p:tag name="KSO_WM_UNIT_TEXT_FILL_TYPE" val="1"/>
  <p:tag name="KSO_WM_UNIT_USESOURCEFORMAT_APPLY" val="1"/>
</p:tagLst>
</file>

<file path=ppt/tags/tag408.xml><?xml version="1.0" encoding="utf-8"?>
<p:tagLst xmlns:a="http://schemas.openxmlformats.org/drawingml/2006/main" xmlns:r="http://schemas.openxmlformats.org/officeDocument/2006/relationships" xmlns:p="http://schemas.openxmlformats.org/presentationml/2006/main">
  <p:tag name="MH" val="20170104170807"/>
  <p:tag name="MH_LIBRARY" val="GRAPHIC"/>
  <p:tag name="MH_TYPE" val="Other"/>
  <p:tag name="MH_ORDER" val="1"/>
</p:tagLst>
</file>

<file path=ppt/tags/tag409.xml><?xml version="1.0" encoding="utf-8"?>
<p:tagLst xmlns:a="http://schemas.openxmlformats.org/drawingml/2006/main" xmlns:r="http://schemas.openxmlformats.org/officeDocument/2006/relationships" xmlns:p="http://schemas.openxmlformats.org/presentationml/2006/main">
  <p:tag name="MH" val="20170104162547"/>
  <p:tag name="MH_LIBRARY" val="GRAPHIC"/>
  <p:tag name="MH_TYPE" val="Picture"/>
  <p:tag name="MH_ORDER" val="1"/>
</p:tagLst>
</file>

<file path=ppt/tags/tag410.xml><?xml version="1.0" encoding="utf-8"?>
<p:tagLst xmlns:a="http://schemas.openxmlformats.org/drawingml/2006/main" xmlns:r="http://schemas.openxmlformats.org/officeDocument/2006/relationships" xmlns:p="http://schemas.openxmlformats.org/presentationml/2006/main">
  <p:tag name="MH" val="20170104162547"/>
  <p:tag name="MH_LIBRARY" val="GRAPHIC"/>
  <p:tag name="MH_TYPE" val="Picture"/>
  <p:tag name="MH_ORDER" val="2"/>
</p:tagLst>
</file>

<file path=ppt/tags/tag411.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9"/>
</p:tagLst>
</file>

<file path=ppt/tags/tag412.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10"/>
</p:tagLst>
</file>

<file path=ppt/tags/tag413.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11"/>
</p:tagLst>
</file>

<file path=ppt/tags/tag414.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12"/>
</p:tagLst>
</file>

<file path=ppt/tags/tag415.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SubTitle"/>
  <p:tag name="MH_ORDER" val="2"/>
</p:tagLst>
</file>

<file path=ppt/tags/tag416.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5"/>
</p:tagLst>
</file>

<file path=ppt/tags/tag417.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6"/>
</p:tagLst>
</file>

<file path=ppt/tags/tag418.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7"/>
</p:tagLst>
</file>

<file path=ppt/tags/tag419.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8"/>
</p:tagLst>
</file>

<file path=ppt/tags/tag420.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SubTitle"/>
  <p:tag name="MH_ORDER" val="3"/>
</p:tagLst>
</file>

<file path=ppt/tags/tag421.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1"/>
</p:tagLst>
</file>

<file path=ppt/tags/tag422.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2"/>
</p:tagLst>
</file>

<file path=ppt/tags/tag423.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3"/>
</p:tagLst>
</file>

<file path=ppt/tags/tag424.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4"/>
</p:tagLst>
</file>

<file path=ppt/tags/tag425.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SubTitle"/>
  <p:tag name="MH_ORDER" val="1"/>
</p:tagLst>
</file>

<file path=ppt/tags/tag426.xml><?xml version="1.0" encoding="utf-8"?>
<p:tagLst xmlns:a="http://schemas.openxmlformats.org/drawingml/2006/main" xmlns:r="http://schemas.openxmlformats.org/officeDocument/2006/relationships" xmlns:p="http://schemas.openxmlformats.org/presentationml/2006/main">
  <p:tag name="MH" val="20170104175020"/>
  <p:tag name="MH_LIBRARY" val="GRAPHIC"/>
  <p:tag name="MH_TYPE" val="Text"/>
  <p:tag name="MH_ORDER" val="1"/>
</p:tagLst>
</file>

<file path=ppt/tags/tag427.xml><?xml version="1.0" encoding="utf-8"?>
<p:tagLst xmlns:a="http://schemas.openxmlformats.org/drawingml/2006/main" xmlns:r="http://schemas.openxmlformats.org/officeDocument/2006/relationships" xmlns:p="http://schemas.openxmlformats.org/presentationml/2006/main">
  <p:tag name="MH" val="20170104175020"/>
  <p:tag name="MH_LIBRARY" val="GRAPHIC"/>
  <p:tag name="MH_TYPE" val="SubTitle"/>
  <p:tag name="MH_ORDER" val="1"/>
</p:tagLst>
</file>

<file path=ppt/tags/tag428.xml><?xml version="1.0" encoding="utf-8"?>
<p:tagLst xmlns:a="http://schemas.openxmlformats.org/drawingml/2006/main" xmlns:r="http://schemas.openxmlformats.org/officeDocument/2006/relationships" xmlns:p="http://schemas.openxmlformats.org/presentationml/2006/main">
  <p:tag name="MH" val="20170104175020"/>
  <p:tag name="MH_LIBRARY" val="GRAPHIC"/>
  <p:tag name="MH_TYPE" val="Text"/>
  <p:tag name="MH_ORDER" val="1"/>
</p:tagLst>
</file>

<file path=ppt/tags/tag429.xml><?xml version="1.0" encoding="utf-8"?>
<p:tagLst xmlns:a="http://schemas.openxmlformats.org/drawingml/2006/main" xmlns:r="http://schemas.openxmlformats.org/officeDocument/2006/relationships" xmlns:p="http://schemas.openxmlformats.org/presentationml/2006/main">
  <p:tag name="MH" val="20170104175020"/>
  <p:tag name="MH_LIBRARY" val="GRAPHIC"/>
  <p:tag name="MH_TYPE" val="SubTitle"/>
  <p:tag name="MH_ORDER" val="1"/>
</p:tagLst>
</file>

<file path=ppt/tags/tag430.xml><?xml version="1.0" encoding="utf-8"?>
<p:tagLst xmlns:a="http://schemas.openxmlformats.org/drawingml/2006/main" xmlns:r="http://schemas.openxmlformats.org/officeDocument/2006/relationships" xmlns:p="http://schemas.openxmlformats.org/presentationml/2006/main">
  <p:tag name="MH" val="20170104175020"/>
  <p:tag name="MH_LIBRARY" val="GRAPHIC"/>
  <p:tag name="MH_TYPE" val="Text"/>
  <p:tag name="MH_ORDER" val="1"/>
</p:tagLst>
</file>

<file path=ppt/tags/tag431.xml><?xml version="1.0" encoding="utf-8"?>
<p:tagLst xmlns:a="http://schemas.openxmlformats.org/drawingml/2006/main" xmlns:r="http://schemas.openxmlformats.org/officeDocument/2006/relationships" xmlns:p="http://schemas.openxmlformats.org/presentationml/2006/main">
  <p:tag name="MH" val="20170104175020"/>
  <p:tag name="MH_LIBRARY" val="GRAPHIC"/>
  <p:tag name="MH_TYPE" val="SubTitle"/>
  <p:tag name="MH_ORDER" val="1"/>
</p:tagLst>
</file>

<file path=ppt/tags/tag432.xml><?xml version="1.0" encoding="utf-8"?>
<p:tagLst xmlns:a="http://schemas.openxmlformats.org/drawingml/2006/main" xmlns:r="http://schemas.openxmlformats.org/officeDocument/2006/relationships" xmlns:p="http://schemas.openxmlformats.org/presentationml/2006/main">
  <p:tag name="MH" val="20161215143848"/>
  <p:tag name="MH_LIBRARY" val="GRAPHIC"/>
  <p:tag name="MH_TYPE" val="Other"/>
  <p:tag name="MH_ORDER" val="1"/>
</p:tagLst>
</file>

<file path=ppt/tags/tag433.xml><?xml version="1.0" encoding="utf-8"?>
<p:tagLst xmlns:a="http://schemas.openxmlformats.org/drawingml/2006/main" xmlns:r="http://schemas.openxmlformats.org/officeDocument/2006/relationships" xmlns:p="http://schemas.openxmlformats.org/presentationml/2006/main">
  <p:tag name="MH" val="20161215143848"/>
  <p:tag name="MH_LIBRARY" val="GRAPHIC"/>
  <p:tag name="MH_TYPE" val="Other"/>
  <p:tag name="MH_ORDER" val="2"/>
</p:tagLst>
</file>

<file path=ppt/tags/tag434.xml><?xml version="1.0" encoding="utf-8"?>
<p:tagLst xmlns:a="http://schemas.openxmlformats.org/drawingml/2006/main" xmlns:r="http://schemas.openxmlformats.org/officeDocument/2006/relationships" xmlns:p="http://schemas.openxmlformats.org/presentationml/2006/main">
  <p:tag name="MH" val="20161215143848"/>
  <p:tag name="MH_LIBRARY" val="GRAPHIC"/>
  <p:tag name="MH_TYPE" val="Other"/>
  <p:tag name="MH_ORDER" val="3"/>
</p:tagLst>
</file>

<file path=ppt/tags/tag435.xml><?xml version="1.0" encoding="utf-8"?>
<p:tagLst xmlns:a="http://schemas.openxmlformats.org/drawingml/2006/main" xmlns:r="http://schemas.openxmlformats.org/officeDocument/2006/relationships" xmlns:p="http://schemas.openxmlformats.org/presentationml/2006/main">
  <p:tag name="MH" val="20161215143848"/>
  <p:tag name="MH_LIBRARY" val="GRAPHIC"/>
  <p:tag name="MH_TYPE" val="Other"/>
  <p:tag name="MH_ORDER" val="4"/>
</p:tagLst>
</file>

<file path=ppt/tags/tag436.xml><?xml version="1.0" encoding="utf-8"?>
<p:tagLst xmlns:a="http://schemas.openxmlformats.org/drawingml/2006/main" xmlns:r="http://schemas.openxmlformats.org/officeDocument/2006/relationships" xmlns:p="http://schemas.openxmlformats.org/presentationml/2006/main">
  <p:tag name="MH" val="20161215143848"/>
  <p:tag name="MH_LIBRARY" val="GRAPHIC"/>
  <p:tag name="MH_TYPE" val="Other"/>
  <p:tag name="MH_ORDER" val="5"/>
</p:tagLst>
</file>

<file path=ppt/tags/tag437.xml><?xml version="1.0" encoding="utf-8"?>
<p:tagLst xmlns:a="http://schemas.openxmlformats.org/drawingml/2006/main" xmlns:r="http://schemas.openxmlformats.org/officeDocument/2006/relationships" xmlns:p="http://schemas.openxmlformats.org/presentationml/2006/main">
  <p:tag name="MH" val="20161215143848"/>
  <p:tag name="MH_LIBRARY" val="GRAPHIC"/>
  <p:tag name="MH_TYPE" val="Text"/>
  <p:tag name="MH_ORDER" val="2"/>
</p:tagLst>
</file>

<file path=ppt/tags/tag438.xml><?xml version="1.0" encoding="utf-8"?>
<p:tagLst xmlns:a="http://schemas.openxmlformats.org/drawingml/2006/main" xmlns:r="http://schemas.openxmlformats.org/officeDocument/2006/relationships" xmlns:p="http://schemas.openxmlformats.org/presentationml/2006/main">
  <p:tag name="MH" val="20161215143848"/>
  <p:tag name="MH_LIBRARY" val="GRAPHIC"/>
  <p:tag name="MH_TYPE" val="Text"/>
  <p:tag name="MH_ORDER" val="1"/>
</p:tagLst>
</file>

<file path=ppt/tags/tag439.xml><?xml version="1.0" encoding="utf-8"?>
<p:tagLst xmlns:a="http://schemas.openxmlformats.org/drawingml/2006/main" xmlns:r="http://schemas.openxmlformats.org/officeDocument/2006/relationships" xmlns:p="http://schemas.openxmlformats.org/presentationml/2006/main">
  <p:tag name="MH" val="20170105130131"/>
  <p:tag name="MH_LIBRARY" val="GRAPHIC"/>
  <p:tag name="MH_TYPE" val="Picture"/>
  <p:tag name="MH_ORDER" val="1"/>
</p:tagLst>
</file>

<file path=ppt/tags/tag440.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SubTitle"/>
  <p:tag name="MH_ORDER" val="2"/>
</p:tagLst>
</file>

<file path=ppt/tags/tag441.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Other"/>
  <p:tag name="MH_ORDER" val="5"/>
</p:tagLst>
</file>

<file path=ppt/tags/tag442.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Other"/>
  <p:tag name="MH_ORDER" val="6"/>
</p:tagLst>
</file>

<file path=ppt/tags/tag443.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1"/>
</p:tagLst>
</file>

<file path=ppt/tags/tag444.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2"/>
</p:tagLst>
</file>

<file path=ppt/tags/tag445.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3"/>
</p:tagLst>
</file>

<file path=ppt/tags/tag446.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4"/>
</p:tagLst>
</file>

<file path=ppt/tags/tag447.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5"/>
</p:tagLst>
</file>

<file path=ppt/tags/tag448.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6"/>
</p:tagLst>
</file>

<file path=ppt/tags/tag449.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7"/>
</p:tagLst>
</file>

<file path=ppt/tags/tag450.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Text"/>
  <p:tag name="MH_ORDER" val="1"/>
</p:tagLst>
</file>

<file path=ppt/tags/tag451.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SubTitle"/>
  <p:tag name="MH_ORDER" val="2"/>
</p:tagLst>
</file>

<file path=ppt/tags/tag452.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Other"/>
  <p:tag name="MH_ORDER" val="5"/>
</p:tagLst>
</file>

<file path=ppt/tags/tag453.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Other"/>
  <p:tag name="MH_ORDER" val="6"/>
</p:tagLst>
</file>

<file path=ppt/tags/tag454.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1"/>
</p:tagLst>
</file>

<file path=ppt/tags/tag455.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2"/>
</p:tagLst>
</file>

<file path=ppt/tags/tag456.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3"/>
</p:tagLst>
</file>

<file path=ppt/tags/tag457.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4"/>
</p:tagLst>
</file>

<file path=ppt/tags/tag458.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5"/>
</p:tagLst>
</file>

<file path=ppt/tags/tag459.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6"/>
</p:tagLst>
</file>

<file path=ppt/tags/tag460.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7"/>
</p:tagLst>
</file>

<file path=ppt/tags/tag461.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Text"/>
  <p:tag name="MH_ORDER" val="1"/>
</p:tagLst>
</file>

<file path=ppt/tags/tag462.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SubTitle"/>
  <p:tag name="MH_ORDER" val="2"/>
</p:tagLst>
</file>

<file path=ppt/tags/tag463.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Other"/>
  <p:tag name="MH_ORDER" val="5"/>
</p:tagLst>
</file>

<file path=ppt/tags/tag464.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Other"/>
  <p:tag name="MH_ORDER" val="6"/>
</p:tagLst>
</file>

<file path=ppt/tags/tag465.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1"/>
</p:tagLst>
</file>

<file path=ppt/tags/tag466.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2"/>
</p:tagLst>
</file>

<file path=ppt/tags/tag467.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3"/>
</p:tagLst>
</file>

<file path=ppt/tags/tag468.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4"/>
</p:tagLst>
</file>

<file path=ppt/tags/tag469.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5"/>
</p:tagLst>
</file>

<file path=ppt/tags/tag470.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6"/>
</p:tagLst>
</file>

<file path=ppt/tags/tag471.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7"/>
</p:tagLst>
</file>

<file path=ppt/tags/tag472.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Text"/>
  <p:tag name="MH_ORDER" val="1"/>
</p:tagLst>
</file>

<file path=ppt/tags/tag473.xml><?xml version="1.0" encoding="utf-8"?>
<p:tagLst xmlns:a="http://schemas.openxmlformats.org/drawingml/2006/main" xmlns:r="http://schemas.openxmlformats.org/officeDocument/2006/relationships" xmlns:p="http://schemas.openxmlformats.org/presentationml/2006/main">
  <p:tag name="MH" val="20161213153337"/>
  <p:tag name="MH_LIBRARY" val="GRAPHIC"/>
  <p:tag name="MH_ORDER" val="任意多边形 17"/>
</p:tagLst>
</file>

<file path=ppt/tags/tag474.xml><?xml version="1.0" encoding="utf-8"?>
<p:tagLst xmlns:a="http://schemas.openxmlformats.org/drawingml/2006/main" xmlns:r="http://schemas.openxmlformats.org/officeDocument/2006/relationships" xmlns:p="http://schemas.openxmlformats.org/presentationml/2006/main">
  <p:tag name="MH" val="20150917102857"/>
  <p:tag name="MH_LIBRARY" val="GRAPHIC"/>
  <p:tag name="MH_TYPE" val="Other"/>
  <p:tag name="MH_ORDER" val="5"/>
</p:tagLst>
</file>

<file path=ppt/tags/tag475.xml><?xml version="1.0" encoding="utf-8"?>
<p:tagLst xmlns:a="http://schemas.openxmlformats.org/drawingml/2006/main" xmlns:r="http://schemas.openxmlformats.org/officeDocument/2006/relationships" xmlns:p="http://schemas.openxmlformats.org/presentationml/2006/main">
  <p:tag name="MH" val="20150917102857"/>
  <p:tag name="MH_LIBRARY" val="GRAPHIC"/>
  <p:tag name="MH_TYPE" val="SubTitle"/>
  <p:tag name="MH_ORDER" val="1"/>
</p:tagLst>
</file>

<file path=ppt/tags/tag476.xml><?xml version="1.0" encoding="utf-8"?>
<p:tagLst xmlns:a="http://schemas.openxmlformats.org/drawingml/2006/main" xmlns:r="http://schemas.openxmlformats.org/officeDocument/2006/relationships" xmlns:p="http://schemas.openxmlformats.org/presentationml/2006/main">
  <p:tag name="MH" val="20150917102857"/>
  <p:tag name="MH_LIBRARY" val="GRAPHIC"/>
  <p:tag name="MH_TYPE" val="Other"/>
  <p:tag name="MH_ORDER" val="5"/>
</p:tagLst>
</file>

<file path=ppt/tags/tag477.xml><?xml version="1.0" encoding="utf-8"?>
<p:tagLst xmlns:a="http://schemas.openxmlformats.org/drawingml/2006/main" xmlns:r="http://schemas.openxmlformats.org/officeDocument/2006/relationships" xmlns:p="http://schemas.openxmlformats.org/presentationml/2006/main">
  <p:tag name="MH" val="20150917102857"/>
  <p:tag name="MH_LIBRARY" val="GRAPHIC"/>
  <p:tag name="MH_TYPE" val="SubTitle"/>
  <p:tag name="MH_ORDER" val="1"/>
</p:tagLst>
</file>

<file path=ppt/tags/tag478.xml><?xml version="1.0" encoding="utf-8"?>
<p:tagLst xmlns:a="http://schemas.openxmlformats.org/drawingml/2006/main" xmlns:r="http://schemas.openxmlformats.org/officeDocument/2006/relationships" xmlns:p="http://schemas.openxmlformats.org/presentationml/2006/main">
  <p:tag name="MH" val="20150917102857"/>
  <p:tag name="MH_LIBRARY" val="GRAPHIC"/>
  <p:tag name="MH_TYPE" val="Other"/>
  <p:tag name="MH_ORDER" val="5"/>
</p:tagLst>
</file>

<file path=ppt/tags/tag479.xml><?xml version="1.0" encoding="utf-8"?>
<p:tagLst xmlns:a="http://schemas.openxmlformats.org/drawingml/2006/main" xmlns:r="http://schemas.openxmlformats.org/officeDocument/2006/relationships" xmlns:p="http://schemas.openxmlformats.org/presentationml/2006/main">
  <p:tag name="MH" val="20150917102857"/>
  <p:tag name="MH_LIBRARY" val="GRAPHIC"/>
  <p:tag name="MH_TYPE" val="SubTitle"/>
  <p:tag name="MH_ORDER" val="1"/>
</p:tagLst>
</file>

<file path=ppt/tags/tag480.xml><?xml version="1.0" encoding="utf-8"?>
<p:tagLst xmlns:a="http://schemas.openxmlformats.org/drawingml/2006/main" xmlns:r="http://schemas.openxmlformats.org/officeDocument/2006/relationships" xmlns:p="http://schemas.openxmlformats.org/presentationml/2006/main">
  <p:tag name="MH" val="20150917102857"/>
  <p:tag name="MH_LIBRARY" val="GRAPHIC"/>
  <p:tag name="MH_TYPE" val="Other"/>
  <p:tag name="MH_ORDER" val="1"/>
</p:tagLst>
</file>

<file path=ppt/tags/tag481.xml><?xml version="1.0" encoding="utf-8"?>
<p:tagLst xmlns:a="http://schemas.openxmlformats.org/drawingml/2006/main" xmlns:r="http://schemas.openxmlformats.org/officeDocument/2006/relationships" xmlns:p="http://schemas.openxmlformats.org/presentationml/2006/main">
  <p:tag name="MH" val="20150917102857"/>
  <p:tag name="MH_LIBRARY" val="GRAPHIC"/>
  <p:tag name="MH_TYPE" val="Other"/>
  <p:tag name="MH_ORDER" val="2"/>
</p:tagLst>
</file>

<file path=ppt/tags/tag482.xml><?xml version="1.0" encoding="utf-8"?>
<p:tagLst xmlns:a="http://schemas.openxmlformats.org/drawingml/2006/main" xmlns:r="http://schemas.openxmlformats.org/officeDocument/2006/relationships" xmlns:p="http://schemas.openxmlformats.org/presentationml/2006/main">
  <p:tag name="MH" val="20150917102857"/>
  <p:tag name="MH_LIBRARY" val="GRAPHIC"/>
  <p:tag name="MH_TYPE" val="Other"/>
  <p:tag name="MH_ORDER" val="3"/>
</p:tagLst>
</file>

<file path=ppt/tags/tag483.xml><?xml version="1.0" encoding="utf-8"?>
<p:tagLst xmlns:a="http://schemas.openxmlformats.org/drawingml/2006/main" xmlns:r="http://schemas.openxmlformats.org/officeDocument/2006/relationships" xmlns:p="http://schemas.openxmlformats.org/presentationml/2006/main">
  <p:tag name="MH" val="20150917102857"/>
  <p:tag name="MH_LIBRARY" val="GRAPHIC"/>
  <p:tag name="MH_TYPE" val="Other"/>
  <p:tag name="MH_ORDER" val="4"/>
</p:tagLst>
</file>

<file path=ppt/tags/tag484.xml><?xml version="1.0" encoding="utf-8"?>
<p:tagLst xmlns:a="http://schemas.openxmlformats.org/drawingml/2006/main" xmlns:r="http://schemas.openxmlformats.org/officeDocument/2006/relationships" xmlns:p="http://schemas.openxmlformats.org/presentationml/2006/main">
  <p:tag name="MH" val="20150917102857"/>
  <p:tag name="MH_LIBRARY" val="GRAPHIC"/>
  <p:tag name="MH_TYPE" val="Title"/>
  <p:tag name="MH_ORDER" val="1"/>
</p:tagLst>
</file>

<file path=ppt/tags/tag485.xml><?xml version="1.0" encoding="utf-8"?>
<p:tagLst xmlns:a="http://schemas.openxmlformats.org/drawingml/2006/main" xmlns:r="http://schemas.openxmlformats.org/officeDocument/2006/relationships" xmlns:p="http://schemas.openxmlformats.org/presentationml/2006/main">
  <p:tag name="MH" val="20150917102857"/>
  <p:tag name="MH_LIBRARY" val="GRAPHIC"/>
  <p:tag name="MH_TYPE" val="Other"/>
  <p:tag name="MH_ORDER" val="5"/>
</p:tagLst>
</file>

<file path=ppt/tags/tag486.xml><?xml version="1.0" encoding="utf-8"?>
<p:tagLst xmlns:a="http://schemas.openxmlformats.org/drawingml/2006/main" xmlns:r="http://schemas.openxmlformats.org/officeDocument/2006/relationships" xmlns:p="http://schemas.openxmlformats.org/presentationml/2006/main">
  <p:tag name="MH" val="20150917102857"/>
  <p:tag name="MH_LIBRARY" val="GRAPHIC"/>
  <p:tag name="MH_TYPE" val="SubTitle"/>
  <p:tag name="MH_ORDER" val="1"/>
</p:tagLst>
</file>

<file path=ppt/tags/tag487.xml><?xml version="1.0" encoding="utf-8"?>
<p:tagLst xmlns:a="http://schemas.openxmlformats.org/drawingml/2006/main" xmlns:r="http://schemas.openxmlformats.org/officeDocument/2006/relationships" xmlns:p="http://schemas.openxmlformats.org/presentationml/2006/main">
  <p:tag name="MH" val="20161215143848"/>
  <p:tag name="MH_LIBRARY" val="GRAPHIC"/>
  <p:tag name="MH_TYPE" val="Other"/>
  <p:tag name="MH_ORDER" val="1"/>
</p:tagLst>
</file>

<file path=ppt/tags/tag488.xml><?xml version="1.0" encoding="utf-8"?>
<p:tagLst xmlns:a="http://schemas.openxmlformats.org/drawingml/2006/main" xmlns:r="http://schemas.openxmlformats.org/officeDocument/2006/relationships" xmlns:p="http://schemas.openxmlformats.org/presentationml/2006/main">
  <p:tag name="MH" val="20161215143848"/>
  <p:tag name="MH_LIBRARY" val="GRAPHIC"/>
  <p:tag name="MH_TYPE" val="Other"/>
  <p:tag name="MH_ORDER" val="2"/>
</p:tagLst>
</file>

<file path=ppt/tags/tag489.xml><?xml version="1.0" encoding="utf-8"?>
<p:tagLst xmlns:a="http://schemas.openxmlformats.org/drawingml/2006/main" xmlns:r="http://schemas.openxmlformats.org/officeDocument/2006/relationships" xmlns:p="http://schemas.openxmlformats.org/presentationml/2006/main">
  <p:tag name="MH" val="20161215143848"/>
  <p:tag name="MH_LIBRARY" val="GRAPHIC"/>
  <p:tag name="MH_TYPE" val="Other"/>
  <p:tag name="MH_ORDER" val="3"/>
</p:tagLst>
</file>

<file path=ppt/tags/tag490.xml><?xml version="1.0" encoding="utf-8"?>
<p:tagLst xmlns:a="http://schemas.openxmlformats.org/drawingml/2006/main" xmlns:r="http://schemas.openxmlformats.org/officeDocument/2006/relationships" xmlns:p="http://schemas.openxmlformats.org/presentationml/2006/main">
  <p:tag name="MH" val="20161215143848"/>
  <p:tag name="MH_LIBRARY" val="GRAPHIC"/>
  <p:tag name="MH_TYPE" val="Other"/>
  <p:tag name="MH_ORDER" val="4"/>
</p:tagLst>
</file>

<file path=ppt/tags/tag491.xml><?xml version="1.0" encoding="utf-8"?>
<p:tagLst xmlns:a="http://schemas.openxmlformats.org/drawingml/2006/main" xmlns:r="http://schemas.openxmlformats.org/officeDocument/2006/relationships" xmlns:p="http://schemas.openxmlformats.org/presentationml/2006/main">
  <p:tag name="MH" val="20161215143848"/>
  <p:tag name="MH_LIBRARY" val="GRAPHIC"/>
  <p:tag name="MH_TYPE" val="Other"/>
  <p:tag name="MH_ORDER" val="5"/>
</p:tagLst>
</file>

<file path=ppt/tags/tag492.xml><?xml version="1.0" encoding="utf-8"?>
<p:tagLst xmlns:a="http://schemas.openxmlformats.org/drawingml/2006/main" xmlns:r="http://schemas.openxmlformats.org/officeDocument/2006/relationships" xmlns:p="http://schemas.openxmlformats.org/presentationml/2006/main">
  <p:tag name="MH" val="20161215143848"/>
  <p:tag name="MH_LIBRARY" val="GRAPHIC"/>
  <p:tag name="MH_TYPE" val="Text"/>
  <p:tag name="MH_ORDER" val="2"/>
</p:tagLst>
</file>

<file path=ppt/tags/tag493.xml><?xml version="1.0" encoding="utf-8"?>
<p:tagLst xmlns:a="http://schemas.openxmlformats.org/drawingml/2006/main" xmlns:r="http://schemas.openxmlformats.org/officeDocument/2006/relationships" xmlns:p="http://schemas.openxmlformats.org/presentationml/2006/main">
  <p:tag name="MH" val="20161215143848"/>
  <p:tag name="MH_LIBRARY" val="GRAPHIC"/>
  <p:tag name="MH_TYPE" val="Text"/>
  <p:tag name="MH_ORDER" val="1"/>
</p:tagLst>
</file>

<file path=ppt/tags/tag494.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9"/>
</p:tagLst>
</file>

<file path=ppt/tags/tag495.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10"/>
</p:tagLst>
</file>

<file path=ppt/tags/tag496.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11"/>
</p:tagLst>
</file>

<file path=ppt/tags/tag497.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12"/>
</p:tagLst>
</file>

<file path=ppt/tags/tag498.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SubTitle"/>
  <p:tag name="MH_ORDER" val="2"/>
</p:tagLst>
</file>

<file path=ppt/tags/tag499.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5"/>
</p:tagLst>
</file>

<file path=ppt/tags/tag500.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6"/>
</p:tagLst>
</file>

<file path=ppt/tags/tag501.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7"/>
</p:tagLst>
</file>

<file path=ppt/tags/tag502.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8"/>
</p:tagLst>
</file>

<file path=ppt/tags/tag503.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SubTitle"/>
  <p:tag name="MH_ORDER" val="3"/>
</p:tagLst>
</file>

<file path=ppt/tags/tag504.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1"/>
</p:tagLst>
</file>

<file path=ppt/tags/tag505.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2"/>
</p:tagLst>
</file>

<file path=ppt/tags/tag506.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3"/>
</p:tagLst>
</file>

<file path=ppt/tags/tag507.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4"/>
</p:tagLst>
</file>

<file path=ppt/tags/tag508.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SubTitle"/>
  <p:tag name="MH_ORDER" val="1"/>
</p:tagLst>
</file>

<file path=ppt/tags/tag509.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SubTitle"/>
  <p:tag name="MH_ORDER" val="1"/>
</p:tagLst>
</file>

<file path=ppt/tags/tag510.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SubTitle"/>
  <p:tag name="MH_ORDER" val="3"/>
</p:tagLst>
</file>

<file path=ppt/tags/tag511.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SubTitle"/>
  <p:tag name="MH_ORDER" val="2"/>
</p:tagLst>
</file>

<file path=ppt/tags/tag512.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SubTitle"/>
  <p:tag name="MH_ORDER" val="3"/>
</p:tagLst>
</file>

<file path=ppt/tags/tag513.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SubTitle"/>
  <p:tag name="MH_ORDER" val="3"/>
</p:tagLst>
</file>

<file path=ppt/tags/tag514.xml><?xml version="1.0" encoding="utf-8"?>
<p:tagLst xmlns:a="http://schemas.openxmlformats.org/drawingml/2006/main" xmlns:r="http://schemas.openxmlformats.org/officeDocument/2006/relationships" xmlns:p="http://schemas.openxmlformats.org/presentationml/2006/main">
  <p:tag name="MH" val="20161215143848"/>
  <p:tag name="MH_LIBRARY" val="GRAPHIC"/>
  <p:tag name="MH_TYPE" val="Other"/>
  <p:tag name="MH_ORDER" val="1"/>
</p:tagLst>
</file>

<file path=ppt/tags/tag515.xml><?xml version="1.0" encoding="utf-8"?>
<p:tagLst xmlns:a="http://schemas.openxmlformats.org/drawingml/2006/main" xmlns:r="http://schemas.openxmlformats.org/officeDocument/2006/relationships" xmlns:p="http://schemas.openxmlformats.org/presentationml/2006/main">
  <p:tag name="MH" val="20161215143848"/>
  <p:tag name="MH_LIBRARY" val="GRAPHIC"/>
  <p:tag name="MH_TYPE" val="Other"/>
  <p:tag name="MH_ORDER" val="2"/>
</p:tagLst>
</file>

<file path=ppt/tags/tag516.xml><?xml version="1.0" encoding="utf-8"?>
<p:tagLst xmlns:a="http://schemas.openxmlformats.org/drawingml/2006/main" xmlns:r="http://schemas.openxmlformats.org/officeDocument/2006/relationships" xmlns:p="http://schemas.openxmlformats.org/presentationml/2006/main">
  <p:tag name="MH" val="20161215143848"/>
  <p:tag name="MH_LIBRARY" val="GRAPHIC"/>
  <p:tag name="MH_TYPE" val="Other"/>
  <p:tag name="MH_ORDER" val="3"/>
</p:tagLst>
</file>

<file path=ppt/tags/tag517.xml><?xml version="1.0" encoding="utf-8"?>
<p:tagLst xmlns:a="http://schemas.openxmlformats.org/drawingml/2006/main" xmlns:r="http://schemas.openxmlformats.org/officeDocument/2006/relationships" xmlns:p="http://schemas.openxmlformats.org/presentationml/2006/main">
  <p:tag name="MH" val="20161215143848"/>
  <p:tag name="MH_LIBRARY" val="GRAPHIC"/>
  <p:tag name="MH_TYPE" val="Other"/>
  <p:tag name="MH_ORDER" val="4"/>
</p:tagLst>
</file>

<file path=ppt/tags/tag518.xml><?xml version="1.0" encoding="utf-8"?>
<p:tagLst xmlns:a="http://schemas.openxmlformats.org/drawingml/2006/main" xmlns:r="http://schemas.openxmlformats.org/officeDocument/2006/relationships" xmlns:p="http://schemas.openxmlformats.org/presentationml/2006/main">
  <p:tag name="MH" val="20161215143848"/>
  <p:tag name="MH_LIBRARY" val="GRAPHIC"/>
  <p:tag name="MH_TYPE" val="Other"/>
  <p:tag name="MH_ORDER" val="5"/>
</p:tagLst>
</file>

<file path=ppt/tags/tag519.xml><?xml version="1.0" encoding="utf-8"?>
<p:tagLst xmlns:a="http://schemas.openxmlformats.org/drawingml/2006/main" xmlns:r="http://schemas.openxmlformats.org/officeDocument/2006/relationships" xmlns:p="http://schemas.openxmlformats.org/presentationml/2006/main">
  <p:tag name="MH" val="20161215143848"/>
  <p:tag name="MH_LIBRARY" val="GRAPHIC"/>
  <p:tag name="MH_TYPE" val="Text"/>
  <p:tag name="MH_ORDER" val="2"/>
</p:tagLst>
</file>

<file path=ppt/tags/tag520.xml><?xml version="1.0" encoding="utf-8"?>
<p:tagLst xmlns:a="http://schemas.openxmlformats.org/drawingml/2006/main" xmlns:r="http://schemas.openxmlformats.org/officeDocument/2006/relationships" xmlns:p="http://schemas.openxmlformats.org/presentationml/2006/main">
  <p:tag name="MH" val="20161215143848"/>
  <p:tag name="MH_LIBRARY" val="GRAPHIC"/>
  <p:tag name="MH_TYPE" val="Text"/>
  <p:tag name="MH_ORDER" val="1"/>
</p:tagLst>
</file>

<file path=ppt/tags/tag521.xml><?xml version="1.0" encoding="utf-8"?>
<p:tagLst xmlns:a="http://schemas.openxmlformats.org/drawingml/2006/main" xmlns:r="http://schemas.openxmlformats.org/officeDocument/2006/relationships" xmlns:p="http://schemas.openxmlformats.org/presentationml/2006/main">
  <p:tag name="MH" val="20170104170807"/>
  <p:tag name="MH_LIBRARY" val="GRAPHIC"/>
  <p:tag name="MH_TYPE" val="Other"/>
  <p:tag name="MH_ORDER" val="1"/>
</p:tagLst>
</file>

<file path=ppt/tags/tag522.xml><?xml version="1.0" encoding="utf-8"?>
<p:tagLst xmlns:a="http://schemas.openxmlformats.org/drawingml/2006/main" xmlns:r="http://schemas.openxmlformats.org/officeDocument/2006/relationships" xmlns:p="http://schemas.openxmlformats.org/presentationml/2006/main">
  <p:tag name="MH" val="20150914085001"/>
  <p:tag name="MH_LIBRARY" val="GRAPHIC"/>
  <p:tag name="MH_TYPE" val="Other"/>
  <p:tag name="MH_ORDER" val="2"/>
</p:tagLst>
</file>

<file path=ppt/tags/tag523.xml><?xml version="1.0" encoding="utf-8"?>
<p:tagLst xmlns:a="http://schemas.openxmlformats.org/drawingml/2006/main" xmlns:r="http://schemas.openxmlformats.org/officeDocument/2006/relationships" xmlns:p="http://schemas.openxmlformats.org/presentationml/2006/main">
  <p:tag name="MH" val="20150914085001"/>
  <p:tag name="MH_LIBRARY" val="GRAPHIC"/>
  <p:tag name="MH_TYPE" val="SubTitle"/>
  <p:tag name="MH_ORDER" val="4"/>
</p:tagLst>
</file>

<file path=ppt/tags/tag524.xml><?xml version="1.0" encoding="utf-8"?>
<p:tagLst xmlns:a="http://schemas.openxmlformats.org/drawingml/2006/main" xmlns:r="http://schemas.openxmlformats.org/officeDocument/2006/relationships" xmlns:p="http://schemas.openxmlformats.org/presentationml/2006/main">
  <p:tag name="MH" val="20150914085001"/>
  <p:tag name="MH_LIBRARY" val="GRAPHIC"/>
  <p:tag name="MH_TYPE" val="Other"/>
  <p:tag name="MH_ORDER" val="2"/>
</p:tagLst>
</file>

<file path=ppt/tags/tag525.xml><?xml version="1.0" encoding="utf-8"?>
<p:tagLst xmlns:a="http://schemas.openxmlformats.org/drawingml/2006/main" xmlns:r="http://schemas.openxmlformats.org/officeDocument/2006/relationships" xmlns:p="http://schemas.openxmlformats.org/presentationml/2006/main">
  <p:tag name="MH" val="20150914085001"/>
  <p:tag name="MH_LIBRARY" val="GRAPHIC"/>
  <p:tag name="MH_TYPE" val="SubTitle"/>
  <p:tag name="MH_ORDER" val="4"/>
</p:tagLst>
</file>

<file path=ppt/tags/tag526.xml><?xml version="1.0" encoding="utf-8"?>
<p:tagLst xmlns:a="http://schemas.openxmlformats.org/drawingml/2006/main" xmlns:r="http://schemas.openxmlformats.org/officeDocument/2006/relationships" xmlns:p="http://schemas.openxmlformats.org/presentationml/2006/main">
  <p:tag name="MH" val="20150914085001"/>
  <p:tag name="MH_LIBRARY" val="GRAPHIC"/>
  <p:tag name="MH_TYPE" val="Other"/>
  <p:tag name="MH_ORDER" val="2"/>
</p:tagLst>
</file>

<file path=ppt/tags/tag527.xml><?xml version="1.0" encoding="utf-8"?>
<p:tagLst xmlns:a="http://schemas.openxmlformats.org/drawingml/2006/main" xmlns:r="http://schemas.openxmlformats.org/officeDocument/2006/relationships" xmlns:p="http://schemas.openxmlformats.org/presentationml/2006/main">
  <p:tag name="MH" val="20150914085001"/>
  <p:tag name="MH_LIBRARY" val="GRAPHIC"/>
  <p:tag name="MH_TYPE" val="SubTitle"/>
  <p:tag name="MH_ORDER" val="4"/>
</p:tagLst>
</file>

<file path=ppt/tags/tag528.xml><?xml version="1.0" encoding="utf-8"?>
<p:tagLst xmlns:a="http://schemas.openxmlformats.org/drawingml/2006/main" xmlns:r="http://schemas.openxmlformats.org/officeDocument/2006/relationships" xmlns:p="http://schemas.openxmlformats.org/presentationml/2006/main">
  <p:tag name="MH" val="20150917145043"/>
  <p:tag name="MH_LIBRARY" val="GRAPHIC"/>
  <p:tag name="MH_TYPE" val="SubTitle"/>
  <p:tag name="MH_ORDER" val="1"/>
</p:tagLst>
</file>

<file path=ppt/tags/tag529.xml><?xml version="1.0" encoding="utf-8"?>
<p:tagLst xmlns:a="http://schemas.openxmlformats.org/drawingml/2006/main" xmlns:r="http://schemas.openxmlformats.org/officeDocument/2006/relationships" xmlns:p="http://schemas.openxmlformats.org/presentationml/2006/main">
  <p:tag name="MH" val="20150917145043"/>
  <p:tag name="MH_LIBRARY" val="GRAPHIC"/>
  <p:tag name="MH_TYPE" val="SubTitle"/>
  <p:tag name="MH_ORDER" val="3"/>
</p:tagLst>
</file>

<file path=ppt/tags/tag530.xml><?xml version="1.0" encoding="utf-8"?>
<p:tagLst xmlns:a="http://schemas.openxmlformats.org/drawingml/2006/main" xmlns:r="http://schemas.openxmlformats.org/officeDocument/2006/relationships" xmlns:p="http://schemas.openxmlformats.org/presentationml/2006/main">
  <p:tag name="MH" val="20150917145043"/>
  <p:tag name="MH_LIBRARY" val="GRAPHIC"/>
  <p:tag name="MH_TYPE" val="Other"/>
  <p:tag name="MH_ORDER" val="1"/>
</p:tagLst>
</file>

<file path=ppt/tags/tag531.xml><?xml version="1.0" encoding="utf-8"?>
<p:tagLst xmlns:a="http://schemas.openxmlformats.org/drawingml/2006/main" xmlns:r="http://schemas.openxmlformats.org/officeDocument/2006/relationships" xmlns:p="http://schemas.openxmlformats.org/presentationml/2006/main">
  <p:tag name="MH" val="20150917145043"/>
  <p:tag name="MH_LIBRARY" val="GRAPHIC"/>
  <p:tag name="MH_TYPE" val="Title"/>
  <p:tag name="MH_ORDER" val="1"/>
</p:tagLst>
</file>

<file path=ppt/tags/tag532.xml><?xml version="1.0" encoding="utf-8"?>
<p:tagLst xmlns:a="http://schemas.openxmlformats.org/drawingml/2006/main" xmlns:r="http://schemas.openxmlformats.org/officeDocument/2006/relationships" xmlns:p="http://schemas.openxmlformats.org/presentationml/2006/main">
  <p:tag name="MH" val="20150917145043"/>
  <p:tag name="MH_LIBRARY" val="GRAPHIC"/>
  <p:tag name="MH_TYPE" val="SubTitle"/>
  <p:tag name="MH_ORDER" val="2"/>
</p:tagLst>
</file>

<file path=ppt/tags/tag533.xml><?xml version="1.0" encoding="utf-8"?>
<p:tagLst xmlns:a="http://schemas.openxmlformats.org/drawingml/2006/main" xmlns:r="http://schemas.openxmlformats.org/officeDocument/2006/relationships" xmlns:p="http://schemas.openxmlformats.org/presentationml/2006/main">
  <p:tag name="MH" val="20150917145043"/>
  <p:tag name="MH_LIBRARY" val="GRAPHIC"/>
  <p:tag name="MH_TYPE" val="Other"/>
  <p:tag name="MH_ORDER" val="2"/>
</p:tagLst>
</file>

<file path=ppt/tags/tag534.xml><?xml version="1.0" encoding="utf-8"?>
<p:tagLst xmlns:a="http://schemas.openxmlformats.org/drawingml/2006/main" xmlns:r="http://schemas.openxmlformats.org/officeDocument/2006/relationships" xmlns:p="http://schemas.openxmlformats.org/presentationml/2006/main">
  <p:tag name="MH" val="20150917145043"/>
  <p:tag name="MH_LIBRARY" val="GRAPHIC"/>
  <p:tag name="MH_TYPE" val="Other"/>
  <p:tag name="MH_ORDER" val="3"/>
</p:tagLst>
</file>

<file path=ppt/tags/tag535.xml><?xml version="1.0" encoding="utf-8"?>
<p:tagLst xmlns:a="http://schemas.openxmlformats.org/drawingml/2006/main" xmlns:r="http://schemas.openxmlformats.org/officeDocument/2006/relationships" xmlns:p="http://schemas.openxmlformats.org/presentationml/2006/main">
  <p:tag name="MH" val="20150917100832"/>
  <p:tag name="MH_LIBRARY" val="GRAPHIC"/>
  <p:tag name="MH_TYPE" val="SubTitle"/>
  <p:tag name="MH_ORDER" val="2"/>
</p:tagLst>
</file>

<file path=ppt/tags/tag536.xml><?xml version="1.0" encoding="utf-8"?>
<p:tagLst xmlns:a="http://schemas.openxmlformats.org/drawingml/2006/main" xmlns:r="http://schemas.openxmlformats.org/officeDocument/2006/relationships" xmlns:p="http://schemas.openxmlformats.org/presentationml/2006/main">
  <p:tag name="MH" val="20150917100832"/>
  <p:tag name="MH_LIBRARY" val="GRAPHIC"/>
  <p:tag name="MH_TYPE" val="Other"/>
  <p:tag name="MH_ORDER" val="6"/>
</p:tagLst>
</file>

<file path=ppt/tags/tag537.xml><?xml version="1.0" encoding="utf-8"?>
<p:tagLst xmlns:a="http://schemas.openxmlformats.org/drawingml/2006/main" xmlns:r="http://schemas.openxmlformats.org/officeDocument/2006/relationships" xmlns:p="http://schemas.openxmlformats.org/presentationml/2006/main">
  <p:tag name="MH" val="20150917100832"/>
  <p:tag name="MH_LIBRARY" val="GRAPHIC"/>
  <p:tag name="MH_TYPE" val="Other"/>
  <p:tag name="MH_ORDER" val="7"/>
</p:tagLst>
</file>

<file path=ppt/tags/tag538.xml><?xml version="1.0" encoding="utf-8"?>
<p:tagLst xmlns:a="http://schemas.openxmlformats.org/drawingml/2006/main" xmlns:r="http://schemas.openxmlformats.org/officeDocument/2006/relationships" xmlns:p="http://schemas.openxmlformats.org/presentationml/2006/main">
  <p:tag name="MH" val="20150917100832"/>
  <p:tag name="MH_LIBRARY" val="GRAPHIC"/>
  <p:tag name="MH_TYPE" val="Other"/>
  <p:tag name="MH_ORDER" val="8"/>
</p:tagLst>
</file>

<file path=ppt/tags/tag539.xml><?xml version="1.0" encoding="utf-8"?>
<p:tagLst xmlns:a="http://schemas.openxmlformats.org/drawingml/2006/main" xmlns:r="http://schemas.openxmlformats.org/officeDocument/2006/relationships" xmlns:p="http://schemas.openxmlformats.org/presentationml/2006/main">
  <p:tag name="MH" val="20150917100832"/>
  <p:tag name="MH_LIBRARY" val="GRAPHIC"/>
  <p:tag name="MH_TYPE" val="Other"/>
  <p:tag name="MH_ORDER" val="9"/>
</p:tagLst>
</file>

<file path=ppt/tags/tag540.xml><?xml version="1.0" encoding="utf-8"?>
<p:tagLst xmlns:a="http://schemas.openxmlformats.org/drawingml/2006/main" xmlns:r="http://schemas.openxmlformats.org/officeDocument/2006/relationships" xmlns:p="http://schemas.openxmlformats.org/presentationml/2006/main">
  <p:tag name="MH" val="20150917100832"/>
  <p:tag name="MH_LIBRARY" val="GRAPHIC"/>
  <p:tag name="MH_TYPE" val="Other"/>
  <p:tag name="MH_ORDER" val="10"/>
</p:tagLst>
</file>

<file path=ppt/tags/tag541.xml><?xml version="1.0" encoding="utf-8"?>
<p:tagLst xmlns:a="http://schemas.openxmlformats.org/drawingml/2006/main" xmlns:r="http://schemas.openxmlformats.org/officeDocument/2006/relationships" xmlns:p="http://schemas.openxmlformats.org/presentationml/2006/main">
  <p:tag name="MH" val="20150917100832"/>
  <p:tag name="MH_LIBRARY" val="GRAPHIC"/>
  <p:tag name="MH_TYPE" val="Text"/>
  <p:tag name="MH_ORDER" val="2"/>
</p:tagLst>
</file>

<file path=ppt/tags/tag542.xml><?xml version="1.0" encoding="utf-8"?>
<p:tagLst xmlns:a="http://schemas.openxmlformats.org/drawingml/2006/main" xmlns:r="http://schemas.openxmlformats.org/officeDocument/2006/relationships" xmlns:p="http://schemas.openxmlformats.org/presentationml/2006/main">
  <p:tag name="MH" val="20150917100832"/>
  <p:tag name="MH_LIBRARY" val="GRAPHIC"/>
  <p:tag name="MH_TYPE" val="Text"/>
  <p:tag name="MH_ORDER" val="4"/>
</p:tagLst>
</file>

<file path=ppt/tags/tag543.xml><?xml version="1.0" encoding="utf-8"?>
<p:tagLst xmlns:a="http://schemas.openxmlformats.org/drawingml/2006/main" xmlns:r="http://schemas.openxmlformats.org/officeDocument/2006/relationships" xmlns:p="http://schemas.openxmlformats.org/presentationml/2006/main">
  <p:tag name="MH" val="20150917100832"/>
  <p:tag name="MH_LIBRARY" val="GRAPHIC"/>
  <p:tag name="MH_TYPE" val="Text"/>
  <p:tag name="MH_ORDER" val="6"/>
</p:tagLst>
</file>

<file path=ppt/tags/tag544.xml><?xml version="1.0" encoding="utf-8"?>
<p:tagLst xmlns:a="http://schemas.openxmlformats.org/drawingml/2006/main" xmlns:r="http://schemas.openxmlformats.org/officeDocument/2006/relationships" xmlns:p="http://schemas.openxmlformats.org/presentationml/2006/main">
  <p:tag name="MH" val="20150917100832"/>
  <p:tag name="MH_LIBRARY" val="GRAPHIC"/>
  <p:tag name="MH_TYPE" val="Text"/>
  <p:tag name="MH_ORDER" val="8"/>
</p:tagLst>
</file>

<file path=ppt/tags/tag545.xml><?xml version="1.0" encoding="utf-8"?>
<p:tagLst xmlns:a="http://schemas.openxmlformats.org/drawingml/2006/main" xmlns:r="http://schemas.openxmlformats.org/officeDocument/2006/relationships" xmlns:p="http://schemas.openxmlformats.org/presentationml/2006/main">
  <p:tag name="MH" val="20150917093948"/>
  <p:tag name="MH_LIBRARY" val="GRAPHIC"/>
  <p:tag name="MH_TYPE" val="Text"/>
  <p:tag name="MH_ORDER" val="2"/>
</p:tagLst>
</file>

<file path=ppt/tags/tag546.xml><?xml version="1.0" encoding="utf-8"?>
<p:tagLst xmlns:a="http://schemas.openxmlformats.org/drawingml/2006/main" xmlns:r="http://schemas.openxmlformats.org/officeDocument/2006/relationships" xmlns:p="http://schemas.openxmlformats.org/presentationml/2006/main">
  <p:tag name="MH" val="20150917093948"/>
  <p:tag name="MH_LIBRARY" val="GRAPHIC"/>
  <p:tag name="MH_TYPE" val="Text"/>
  <p:tag name="MH_ORDER" val="2"/>
</p:tagLst>
</file>

<file path=ppt/tags/tag547.xml><?xml version="1.0" encoding="utf-8"?>
<p:tagLst xmlns:a="http://schemas.openxmlformats.org/drawingml/2006/main" xmlns:r="http://schemas.openxmlformats.org/officeDocument/2006/relationships" xmlns:p="http://schemas.openxmlformats.org/presentationml/2006/main">
  <p:tag name="MH" val="20150917093948"/>
  <p:tag name="MH_LIBRARY" val="GRAPHIC"/>
  <p:tag name="MH_TYPE" val="Text"/>
  <p:tag name="MH_ORDER" val="2"/>
</p:tagLst>
</file>

<file path=ppt/tags/tag548.xml><?xml version="1.0" encoding="utf-8"?>
<p:tagLst xmlns:a="http://schemas.openxmlformats.org/drawingml/2006/main" xmlns:r="http://schemas.openxmlformats.org/officeDocument/2006/relationships" xmlns:p="http://schemas.openxmlformats.org/presentationml/2006/main">
  <p:tag name="MH" val="20150917093948"/>
  <p:tag name="MH_LIBRARY" val="GRAPHIC"/>
  <p:tag name="MH_TYPE" val="Text"/>
  <p:tag name="MH_ORDER" val="2"/>
</p:tagLst>
</file>

<file path=ppt/tags/tag549.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034"/>
  <p:tag name="KSO_WM_UNIT_TYPE" val="m_h_f"/>
  <p:tag name="KSO_WM_UNIT_INDEX" val="1_2_1"/>
  <p:tag name="KSO_WM_UNIT_CLEAR" val="1"/>
  <p:tag name="KSO_WM_UNIT_LAYERLEVEL" val="1_1_1"/>
  <p:tag name="KSO_WM_UNIT_VALUE" val="91"/>
  <p:tag name="KSO_WM_UNIT_HIGHLIGHT" val="0"/>
  <p:tag name="KSO_WM_UNIT_COMPATIBLE" val="0"/>
  <p:tag name="KSO_WM_UNIT_ID" val="custom160034_20*m_h_f*1_2_1"/>
  <p:tag name="KSO_WM_UNIT_PRESET_TEXT_INDEX" val="2"/>
  <p:tag name="KSO_WM_UNIT_PRESET_TEXT_LEN" val="20"/>
  <p:tag name="KSO_WM_DIAGRAM_GROUP_CODE" val="m1-1"/>
  <p:tag name="KSO_WM_UNIT_USESOURCEFORMAT_APPLY" val="1"/>
</p:tagLst>
</file>

<file path=ppt/tags/tag550.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034"/>
  <p:tag name="KSO_WM_UNIT_TYPE" val="m_h_f"/>
  <p:tag name="KSO_WM_UNIT_INDEX" val="1_3_1"/>
  <p:tag name="KSO_WM_UNIT_CLEAR" val="1"/>
  <p:tag name="KSO_WM_UNIT_LAYERLEVEL" val="1_1_1"/>
  <p:tag name="KSO_WM_UNIT_VALUE" val="91"/>
  <p:tag name="KSO_WM_UNIT_HIGHLIGHT" val="0"/>
  <p:tag name="KSO_WM_UNIT_COMPATIBLE" val="0"/>
  <p:tag name="KSO_WM_UNIT_ID" val="custom160034_20*m_h_f*1_3_1"/>
  <p:tag name="KSO_WM_UNIT_PRESET_TEXT_INDEX" val="2"/>
  <p:tag name="KSO_WM_UNIT_PRESET_TEXT_LEN" val="20"/>
  <p:tag name="KSO_WM_DIAGRAM_GROUP_CODE" val="m1-1"/>
  <p:tag name="KSO_WM_UNIT_USESOURCEFORMAT_APPLY" val="1"/>
</p:tagLst>
</file>

<file path=ppt/tags/tag551.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034"/>
  <p:tag name="KSO_WM_UNIT_TYPE" val="m_h_f"/>
  <p:tag name="KSO_WM_UNIT_INDEX" val="1_2_1"/>
  <p:tag name="KSO_WM_UNIT_CLEAR" val="1"/>
  <p:tag name="KSO_WM_UNIT_LAYERLEVEL" val="1_1_1"/>
  <p:tag name="KSO_WM_UNIT_VALUE" val="91"/>
  <p:tag name="KSO_WM_UNIT_HIGHLIGHT" val="0"/>
  <p:tag name="KSO_WM_UNIT_COMPATIBLE" val="0"/>
  <p:tag name="KSO_WM_UNIT_ID" val="custom160034_20*m_h_f*1_2_1"/>
  <p:tag name="KSO_WM_UNIT_PRESET_TEXT_INDEX" val="2"/>
  <p:tag name="KSO_WM_UNIT_PRESET_TEXT_LEN" val="20"/>
  <p:tag name="KSO_WM_DIAGRAM_GROUP_CODE" val="m1-1"/>
  <p:tag name="KSO_WM_UNIT_USESOURCEFORMAT_APPLY" val="1"/>
</p:tagLst>
</file>

<file path=ppt/tags/tag552.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034"/>
  <p:tag name="KSO_WM_UNIT_TYPE" val="m_i"/>
  <p:tag name="KSO_WM_UNIT_INDEX" val="1_1"/>
  <p:tag name="KSO_WM_UNIT_CLEAR" val="1"/>
  <p:tag name="KSO_WM_UNIT_LAYERLEVEL" val="1_1"/>
  <p:tag name="KSO_WM_UNIT_ID" val="custom160034_20*m_i*1_1"/>
  <p:tag name="KSO_WM_DIAGRAM_GROUP_CODE" val="m1-1"/>
  <p:tag name="KSO_WM_UNIT_USESOURCEFORMAT_APPLY" val="1"/>
</p:tagLst>
</file>

<file path=ppt/tags/tag553.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034"/>
  <p:tag name="KSO_WM_UNIT_TYPE" val="m_i"/>
  <p:tag name="KSO_WM_UNIT_INDEX" val="1_2"/>
  <p:tag name="KSO_WM_UNIT_CLEAR" val="1"/>
  <p:tag name="KSO_WM_UNIT_LAYERLEVEL" val="1_1"/>
  <p:tag name="KSO_WM_UNIT_ID" val="custom160034_20*m_i*1_2"/>
  <p:tag name="KSO_WM_DIAGRAM_GROUP_CODE" val="m1-1"/>
  <p:tag name="KSO_WM_UNIT_USESOURCEFORMAT_APPLY" val="1"/>
</p:tagLst>
</file>

<file path=ppt/tags/tag554.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034"/>
  <p:tag name="KSO_WM_UNIT_TYPE" val="m_i"/>
  <p:tag name="KSO_WM_UNIT_INDEX" val="1_3"/>
  <p:tag name="KSO_WM_UNIT_CLEAR" val="1"/>
  <p:tag name="KSO_WM_UNIT_LAYERLEVEL" val="1_1"/>
  <p:tag name="KSO_WM_UNIT_ID" val="custom160034_20*m_i*1_3"/>
  <p:tag name="KSO_WM_DIAGRAM_GROUP_CODE" val="m1-1"/>
  <p:tag name="KSO_WM_UNIT_USESOURCEFORMAT_APPLY" val="1"/>
</p:tagLst>
</file>

<file path=ppt/tags/tag555.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034"/>
  <p:tag name="KSO_WM_UNIT_TYPE" val="m_i"/>
  <p:tag name="KSO_WM_UNIT_INDEX" val="1_4"/>
  <p:tag name="KSO_WM_UNIT_CLEAR" val="1"/>
  <p:tag name="KSO_WM_UNIT_LAYERLEVEL" val="1_1"/>
  <p:tag name="KSO_WM_UNIT_ID" val="custom160034_20*m_i*1_4"/>
  <p:tag name="KSO_WM_DIAGRAM_GROUP_CODE" val="m1-1"/>
  <p:tag name="KSO_WM_UNIT_USESOURCEFORMAT_APPLY" val="1"/>
</p:tagLst>
</file>

<file path=ppt/tags/tag556.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034"/>
  <p:tag name="KSO_WM_UNIT_TYPE" val="m_i"/>
  <p:tag name="KSO_WM_UNIT_INDEX" val="1_5"/>
  <p:tag name="KSO_WM_UNIT_CLEAR" val="1"/>
  <p:tag name="KSO_WM_UNIT_LAYERLEVEL" val="1_1"/>
  <p:tag name="KSO_WM_UNIT_ID" val="custom160034_20*m_i*1_5"/>
  <p:tag name="KSO_WM_DIAGRAM_GROUP_CODE" val="m1-1"/>
  <p:tag name="KSO_WM_UNIT_USESOURCEFORMAT_APPLY" val="1"/>
</p:tagLst>
</file>

<file path=ppt/tags/tag557.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034"/>
  <p:tag name="KSO_WM_UNIT_TYPE" val="m_h_f"/>
  <p:tag name="KSO_WM_UNIT_INDEX" val="1_2_1"/>
  <p:tag name="KSO_WM_UNIT_CLEAR" val="1"/>
  <p:tag name="KSO_WM_UNIT_LAYERLEVEL" val="1_1_1"/>
  <p:tag name="KSO_WM_UNIT_VALUE" val="91"/>
  <p:tag name="KSO_WM_UNIT_HIGHLIGHT" val="0"/>
  <p:tag name="KSO_WM_UNIT_COMPATIBLE" val="0"/>
  <p:tag name="KSO_WM_UNIT_ID" val="custom160034_20*m_h_f*1_2_1"/>
  <p:tag name="KSO_WM_UNIT_PRESET_TEXT_INDEX" val="2"/>
  <p:tag name="KSO_WM_UNIT_PRESET_TEXT_LEN" val="20"/>
  <p:tag name="KSO_WM_DIAGRAM_GROUP_CODE" val="m1-1"/>
  <p:tag name="KSO_WM_UNIT_USESOURCEFORMAT_APPLY" val="1"/>
</p:tagLst>
</file>

<file path=ppt/tags/tag558.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034"/>
  <p:tag name="KSO_WM_UNIT_TYPE" val="m_i"/>
  <p:tag name="KSO_WM_UNIT_INDEX" val="1_1"/>
  <p:tag name="KSO_WM_UNIT_CLEAR" val="1"/>
  <p:tag name="KSO_WM_UNIT_LAYERLEVEL" val="1_1"/>
  <p:tag name="KSO_WM_UNIT_ID" val="custom160034_20*m_i*1_1"/>
  <p:tag name="KSO_WM_DIAGRAM_GROUP_CODE" val="m1-1"/>
  <p:tag name="KSO_WM_UNIT_USESOURCEFORMAT_APPLY" val="1"/>
</p:tagLst>
</file>

<file path=ppt/tags/tag559.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034"/>
  <p:tag name="KSO_WM_UNIT_TYPE" val="m_i"/>
  <p:tag name="KSO_WM_UNIT_INDEX" val="1_4"/>
  <p:tag name="KSO_WM_UNIT_CLEAR" val="1"/>
  <p:tag name="KSO_WM_UNIT_LAYERLEVEL" val="1_1"/>
  <p:tag name="KSO_WM_UNIT_ID" val="custom160034_20*m_i*1_4"/>
  <p:tag name="KSO_WM_DIAGRAM_GROUP_CODE" val="m1-1"/>
  <p:tag name="KSO_WM_UNIT_USESOURCEFORMAT_APPLY" val="1"/>
</p:tagLst>
</file>

<file path=ppt/tags/tag560.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034"/>
  <p:tag name="KSO_WM_UNIT_TYPE" val="m_i"/>
  <p:tag name="KSO_WM_UNIT_INDEX" val="1_5"/>
  <p:tag name="KSO_WM_UNIT_CLEAR" val="1"/>
  <p:tag name="KSO_WM_UNIT_LAYERLEVEL" val="1_1"/>
  <p:tag name="KSO_WM_UNIT_ID" val="custom160034_20*m_i*1_5"/>
  <p:tag name="KSO_WM_DIAGRAM_GROUP_CODE" val="m1-1"/>
  <p:tag name="KSO_WM_UNIT_USESOURCEFORMAT_APPLY" val="1"/>
</p:tagLst>
</file>

<file path=ppt/tags/tag561.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Desc"/>
  <p:tag name="MH_ORDER" val="1"/>
</p:tagLst>
</file>

<file path=ppt/tags/tag562.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SubTitle"/>
  <p:tag name="MH_ORDER" val="2"/>
</p:tagLst>
</file>

<file path=ppt/tags/tag563.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Other"/>
  <p:tag name="MH_ORDER" val="5"/>
</p:tagLst>
</file>

<file path=ppt/tags/tag564.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Other"/>
  <p:tag name="MH_ORDER" val="6"/>
</p:tagLst>
</file>

<file path=ppt/tags/tag565.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Desc"/>
  <p:tag name="MH_ORDER" val="1"/>
</p:tagLst>
</file>

<file path=ppt/tags/tag566.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SubTitle"/>
  <p:tag name="MH_ORDER" val="2"/>
</p:tagLst>
</file>

<file path=ppt/tags/tag567.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Other"/>
  <p:tag name="MH_ORDER" val="5"/>
</p:tagLst>
</file>

<file path=ppt/tags/tag568.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Other"/>
  <p:tag name="MH_ORDER" val="6"/>
</p:tagLst>
</file>

<file path=ppt/tags/tag569.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Desc"/>
  <p:tag name="MH_ORDER" val="1"/>
</p:tagLst>
</file>

<file path=ppt/tags/tag570.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SubTitle"/>
  <p:tag name="MH_ORDER" val="2"/>
</p:tagLst>
</file>

<file path=ppt/tags/tag571.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Other"/>
  <p:tag name="MH_ORDER" val="5"/>
</p:tagLst>
</file>

<file path=ppt/tags/tag572.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Other"/>
  <p:tag name="MH_ORDER" val="6"/>
</p:tagLst>
</file>

<file path=ppt/tags/tag573.xml><?xml version="1.0" encoding="utf-8"?>
<p:tagLst xmlns:a="http://schemas.openxmlformats.org/drawingml/2006/main" xmlns:r="http://schemas.openxmlformats.org/officeDocument/2006/relationships" xmlns:p="http://schemas.openxmlformats.org/presentationml/2006/main">
  <p:tag name="MH" val="20170104192538"/>
  <p:tag name="MH_LIBRARY" val="GRAPHIC"/>
  <p:tag name="MH_TYPE" val="Picture"/>
  <p:tag name="MH_ORDER" val="1"/>
</p:tagLst>
</file>

<file path=ppt/tags/tag574.xml><?xml version="1.0" encoding="utf-8"?>
<p:tagLst xmlns:a="http://schemas.openxmlformats.org/drawingml/2006/main" xmlns:r="http://schemas.openxmlformats.org/officeDocument/2006/relationships" xmlns:p="http://schemas.openxmlformats.org/presentationml/2006/main">
  <p:tag name="MH" val="20170104170807"/>
  <p:tag name="MH_LIBRARY" val="GRAPHIC"/>
  <p:tag name="MH_TYPE" val="Other"/>
  <p:tag name="MH_ORDER" val="1"/>
</p:tagLst>
</file>

<file path=ppt/theme/theme1.xml><?xml version="1.0" encoding="utf-8"?>
<a:theme xmlns:a="http://schemas.openxmlformats.org/drawingml/2006/main" name="1_A000120141119A01PPBG">
  <a:themeElements>
    <a:clrScheme name="自定义 49">
      <a:dk1>
        <a:srgbClr val="4D4D4D"/>
      </a:dk1>
      <a:lt1>
        <a:srgbClr val="FFFFFF"/>
      </a:lt1>
      <a:dk2>
        <a:srgbClr val="4D4D4D"/>
      </a:dk2>
      <a:lt2>
        <a:srgbClr val="FFFFFF"/>
      </a:lt2>
      <a:accent1>
        <a:srgbClr val="EF4150"/>
      </a:accent1>
      <a:accent2>
        <a:srgbClr val="FBAD24"/>
      </a:accent2>
      <a:accent3>
        <a:srgbClr val="58BDA8"/>
      </a:accent3>
      <a:accent4>
        <a:srgbClr val="E8766A"/>
      </a:accent4>
      <a:accent5>
        <a:srgbClr val="CCD373"/>
      </a:accent5>
      <a:accent6>
        <a:srgbClr val="E86ABB"/>
      </a:accent6>
      <a:hlink>
        <a:srgbClr val="447195"/>
      </a:hlink>
      <a:folHlink>
        <a:srgbClr val="7F7F7F"/>
      </a:folHlink>
    </a:clrScheme>
    <a:fontScheme name="glpla">
      <a:majorFont>
        <a:latin typeface="Times New Roman"/>
        <a:ea typeface="微软雅黑"/>
        <a:cs typeface=""/>
      </a:majorFont>
      <a:minorFont>
        <a:latin typeface="Times New Roman"/>
        <a:ea typeface="微软雅黑 Light"/>
        <a:cs typeface=""/>
      </a:minorFont>
    </a:fontScheme>
    <a:fmtScheme name="Office 主题">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ln>
          <a:solidFill>
            <a:schemeClr val="tx1"/>
          </a:solidFill>
        </a:ln>
      </a:spPr>
      <a:bodyPr/>
      <a:lstStyle/>
      <a:style>
        <a:lnRef idx="1">
          <a:schemeClr val="accent1"/>
        </a:lnRef>
        <a:fillRef idx="0">
          <a:schemeClr val="accent1"/>
        </a:fillRef>
        <a:effectRef idx="0">
          <a:schemeClr val="accent1"/>
        </a:effectRef>
        <a:fontRef idx="minor">
          <a:schemeClr val="tx1"/>
        </a:fontRef>
      </a:style>
    </a:lnDef>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
  <TotalTime>647</TotalTime>
  <Words>10078</Words>
  <Application>Microsoft Office PowerPoint</Application>
  <PresentationFormat>宽屏</PresentationFormat>
  <Paragraphs>1132</Paragraphs>
  <Slides>126</Slides>
  <Notes>5</Notes>
  <HiddenSlides>0</HiddenSlides>
  <MMClips>0</MMClips>
  <ScaleCrop>false</ScaleCrop>
  <HeadingPairs>
    <vt:vector size="8" baseType="variant">
      <vt:variant>
        <vt:lpstr>已用的字体</vt:lpstr>
      </vt:variant>
      <vt:variant>
        <vt:i4>10</vt:i4>
      </vt:variant>
      <vt:variant>
        <vt:lpstr>主题</vt:lpstr>
      </vt:variant>
      <vt:variant>
        <vt:i4>1</vt:i4>
      </vt:variant>
      <vt:variant>
        <vt:lpstr>嵌入 OLE 服务器</vt:lpstr>
      </vt:variant>
      <vt:variant>
        <vt:i4>1</vt:i4>
      </vt:variant>
      <vt:variant>
        <vt:lpstr>幻灯片标题</vt:lpstr>
      </vt:variant>
      <vt:variant>
        <vt:i4>126</vt:i4>
      </vt:variant>
    </vt:vector>
  </HeadingPairs>
  <TitlesOfParts>
    <vt:vector size="138" baseType="lpstr">
      <vt:lpstr>MS PMincho</vt:lpstr>
      <vt:lpstr>黑体</vt:lpstr>
      <vt:lpstr>微软雅黑</vt:lpstr>
      <vt:lpstr>微软雅黑 Light</vt:lpstr>
      <vt:lpstr>幼圆</vt:lpstr>
      <vt:lpstr>Arial</vt:lpstr>
      <vt:lpstr>Calibri</vt:lpstr>
      <vt:lpstr>Tempus Sans ITC</vt:lpstr>
      <vt:lpstr>Times New Roman</vt:lpstr>
      <vt:lpstr>Wingdings</vt:lpstr>
      <vt:lpstr>1_A000120141119A01PPBG</vt:lpstr>
      <vt:lpstr>Microsoft Word Document</vt:lpstr>
      <vt:lpstr>PowerPoint 演示文稿</vt:lpstr>
      <vt:lpstr>6 面向对象方法学与UML</vt:lpstr>
      <vt:lpstr>PowerPoint 演示文稿</vt:lpstr>
      <vt:lpstr>PowerPoint 演示文稿</vt:lpstr>
      <vt:lpstr>6.1 面向对象方法概述</vt:lpstr>
      <vt:lpstr>6.1 面向对象方法概述</vt:lpstr>
      <vt:lpstr>6.1 面向对象方法概述</vt:lpstr>
      <vt:lpstr>6.1 面向对象方法概述</vt:lpstr>
      <vt:lpstr>6.1 面向对象方法概述</vt:lpstr>
      <vt:lpstr>6.1 面向对象方法概述</vt:lpstr>
      <vt:lpstr>6.1 面向对象方法概述</vt:lpstr>
      <vt:lpstr>6.1 面向对象方法概述</vt:lpstr>
      <vt:lpstr>6.1 面向对象方法概述</vt:lpstr>
      <vt:lpstr>6.1 面向对象方法概述</vt:lpstr>
      <vt:lpstr>6.1 面向对象方法概述</vt:lpstr>
      <vt:lpstr>6.1 面向对象方法概述</vt:lpstr>
      <vt:lpstr>6.1 面向对象方法概述</vt:lpstr>
      <vt:lpstr>6.1 面向对象方法概述</vt:lpstr>
      <vt:lpstr>6.1 面向对象方法概述</vt:lpstr>
      <vt:lpstr>6.1 面向对象方法概述</vt:lpstr>
      <vt:lpstr>6.1 面向对象方法概述</vt:lpstr>
      <vt:lpstr>6.1 面向对象方法概述</vt:lpstr>
      <vt:lpstr>6.1 面向对象方法概述</vt:lpstr>
      <vt:lpstr>6.1 面向对象方法概述</vt:lpstr>
      <vt:lpstr>6.1 面向对象方法概述</vt:lpstr>
      <vt:lpstr>6.1 面向对象方法概述</vt:lpstr>
      <vt:lpstr>6.1 面向对象方法概述</vt:lpstr>
      <vt:lpstr>6.1 面向对象方法概述</vt:lpstr>
      <vt:lpstr>PowerPoint 演示文稿</vt:lpstr>
      <vt:lpstr>6.2 UML概述</vt:lpstr>
      <vt:lpstr>6.2 UML概述</vt:lpstr>
      <vt:lpstr>6.2 UML概述</vt:lpstr>
      <vt:lpstr>6.2 UML概述</vt:lpstr>
      <vt:lpstr>6.2 UML概述</vt:lpstr>
      <vt:lpstr>6.2 UML概述</vt:lpstr>
      <vt:lpstr>6.2 UML概述</vt:lpstr>
      <vt:lpstr>6.2 UML概述</vt:lpstr>
      <vt:lpstr>6.2 UML概述</vt:lpstr>
      <vt:lpstr>6.2 UML概述</vt:lpstr>
      <vt:lpstr>6.2 UML概述</vt:lpstr>
      <vt:lpstr>PowerPoint 演示文稿</vt:lpstr>
      <vt:lpstr>6.3 UML图</vt:lpstr>
      <vt:lpstr>6.3 UML图</vt:lpstr>
      <vt:lpstr>6.3 UML图</vt:lpstr>
      <vt:lpstr>6.3 UML图</vt:lpstr>
      <vt:lpstr>6.3 UML图</vt:lpstr>
      <vt:lpstr>6.3 UML图</vt:lpstr>
      <vt:lpstr>6.3 UML图</vt:lpstr>
      <vt:lpstr>6.3 UML图</vt:lpstr>
      <vt:lpstr>6.3 UML图</vt:lpstr>
      <vt:lpstr>6.3 UML图</vt:lpstr>
      <vt:lpstr>6.3 UML图</vt:lpstr>
      <vt:lpstr>6.3 UML图</vt:lpstr>
      <vt:lpstr>6.3 UML图</vt:lpstr>
      <vt:lpstr>6.3 UML图</vt:lpstr>
      <vt:lpstr>6.3 UML图</vt:lpstr>
      <vt:lpstr>6.3 UML图</vt:lpstr>
      <vt:lpstr>6.3 UML图</vt:lpstr>
      <vt:lpstr>6.3 UML图</vt:lpstr>
      <vt:lpstr>6.3 UML图</vt:lpstr>
      <vt:lpstr>6.3 UML图</vt:lpstr>
      <vt:lpstr>6.3 UML图</vt:lpstr>
      <vt:lpstr>6.3 UML图</vt:lpstr>
      <vt:lpstr>6.3 UML图</vt:lpstr>
      <vt:lpstr>6.3 UML图</vt:lpstr>
      <vt:lpstr>6.3 UML图</vt:lpstr>
      <vt:lpstr>6.3 UML图</vt:lpstr>
      <vt:lpstr>6.3 UML图</vt:lpstr>
      <vt:lpstr>6.3 UML图</vt:lpstr>
      <vt:lpstr>6.3 UML图</vt:lpstr>
      <vt:lpstr>6.3 UML图</vt:lpstr>
      <vt:lpstr>6.3 UML图</vt:lpstr>
      <vt:lpstr>6.3 UML图</vt:lpstr>
      <vt:lpstr>6.3 UML图</vt:lpstr>
      <vt:lpstr>6.3 UML图</vt:lpstr>
      <vt:lpstr>6.3 UML图</vt:lpstr>
      <vt:lpstr>6.3 UML图</vt:lpstr>
      <vt:lpstr>6.3 UML图</vt:lpstr>
      <vt:lpstr>6.3 UML图</vt:lpstr>
      <vt:lpstr>6.3 UML图</vt:lpstr>
      <vt:lpstr>6.3 UML图</vt:lpstr>
      <vt:lpstr>6.3 UML图</vt:lpstr>
      <vt:lpstr>6.3 UML图</vt:lpstr>
      <vt:lpstr>6.3 UML图</vt:lpstr>
      <vt:lpstr>6.3 UML图</vt:lpstr>
      <vt:lpstr>6.3 UML图</vt:lpstr>
      <vt:lpstr>6.3 UML图</vt:lpstr>
      <vt:lpstr>6.3 UML图</vt:lpstr>
      <vt:lpstr>6.3 UML图</vt:lpstr>
      <vt:lpstr>6.3 UML图</vt:lpstr>
      <vt:lpstr>6.3 UML图</vt:lpstr>
      <vt:lpstr>6.3 UML图</vt:lpstr>
      <vt:lpstr>6.3 UML图</vt:lpstr>
      <vt:lpstr>6.3 UML图</vt:lpstr>
      <vt:lpstr>6.3 UML图</vt:lpstr>
      <vt:lpstr>6.3 UML图</vt:lpstr>
      <vt:lpstr>6.3 UML图</vt:lpstr>
      <vt:lpstr>6.3 UML图</vt:lpstr>
      <vt:lpstr>6.3 UML图</vt:lpstr>
      <vt:lpstr>PowerPoint 演示文稿</vt:lpstr>
      <vt:lpstr>6.4 UML的应用</vt:lpstr>
      <vt:lpstr>6.4 UML的应用</vt:lpstr>
      <vt:lpstr>6.4 UML的应用</vt:lpstr>
      <vt:lpstr>6.4 UML的应用</vt:lpstr>
      <vt:lpstr>6.4 UML的应用</vt:lpstr>
      <vt:lpstr>6.4 UML的应用</vt:lpstr>
      <vt:lpstr>6.4 UML的应用</vt:lpstr>
      <vt:lpstr>6.4 UML的应用</vt:lpstr>
      <vt:lpstr>6.4 UML的应用</vt:lpstr>
      <vt:lpstr>6.4 UML的应用</vt:lpstr>
      <vt:lpstr>6.4 UML的应用</vt:lpstr>
      <vt:lpstr>6.4 UML的应用</vt:lpstr>
      <vt:lpstr>6.4 UML的应用</vt:lpstr>
      <vt:lpstr>6.4 UML的应用</vt:lpstr>
      <vt:lpstr>6.4 UML的应用</vt:lpstr>
      <vt:lpstr>6.4 UML的应用</vt:lpstr>
      <vt:lpstr>6.4 UML的应用</vt:lpstr>
      <vt:lpstr>6.4 UML的应用</vt:lpstr>
      <vt:lpstr>6.4 UML的应用</vt:lpstr>
      <vt:lpstr>6.4 UML的应用</vt:lpstr>
      <vt:lpstr>6.4 UML的应用</vt:lpstr>
      <vt:lpstr>6.4 UML的应用</vt:lpstr>
      <vt:lpstr>6.4 UML的应用</vt:lpstr>
      <vt:lpstr>本章小结</vt:lpstr>
      <vt:lpstr>本章小结</vt:lpstr>
      <vt:lpstr>PowerPoint 演示文稿</vt:lpstr>
    </vt:vector>
  </TitlesOfParts>
  <Manager>PLA</Manager>
  <Company>54414</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glplaman.github.io</dc:creator>
  <cp:lastModifiedBy>cn plaman</cp:lastModifiedBy>
  <cp:revision>142</cp:revision>
  <dcterms:created xsi:type="dcterms:W3CDTF">2017-01-19T17:11:00Z</dcterms:created>
  <dcterms:modified xsi:type="dcterms:W3CDTF">2026-05-09T13:57:33Z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KSOProductBuildVer">
    <vt:lpwstr>2052-10.1.0.6206</vt:lpwstr>
  </property>
</Properties>
</file>
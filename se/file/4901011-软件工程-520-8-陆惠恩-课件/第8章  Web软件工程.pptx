
<file path=[Content_Types].xml><?xml version="1.0" encoding="utf-8"?>
<Types xmlns="http://schemas.openxmlformats.org/package/2006/content-types">
  <Override PartName="/ppt/slides/slide94.xml" ContentType="application/vnd.openxmlformats-officedocument.presentationml.slide+xml"/>
  <Override PartName="/ppt/slides/slide142.xml" ContentType="application/vnd.openxmlformats-officedocument.presentationml.slide+xml"/>
  <Override PartName="/ppt/tags/tag8.xml" ContentType="application/vnd.openxmlformats-officedocument.presentationml.tags+xml"/>
  <Override PartName="/ppt/tags/tag238.xml" ContentType="application/vnd.openxmlformats-officedocument.presentationml.tags+xml"/>
  <Override PartName="/ppt/tags/tag569.xml" ContentType="application/vnd.openxmlformats-officedocument.presentationml.tags+xml"/>
  <Override PartName="/ppt/tags/tag424.xml" ContentType="application/vnd.openxmlformats-officedocument.presentationml.tags+xml"/>
  <Override PartName="/ppt/notesSlides/notesSlide85.xml" ContentType="application/vnd.openxmlformats-officedocument.presentationml.notesSlide+xml"/>
  <Override PartName="/ppt/tags/tag610.xml" ContentType="application/vnd.openxmlformats-officedocument.presentationml.tags+xml"/>
  <Override PartName="/ppt/tags/tag755.xml" ContentType="application/vnd.openxmlformats-officedocument.presentationml.tags+xml"/>
  <Override PartName="/ppt/notesSlides/notesSlide141.xml" ContentType="application/vnd.openxmlformats-officedocument.presentationml.notesSlide+xml"/>
  <Override PartName="/ppt/slides/slide25.xml" ContentType="application/vnd.openxmlformats-officedocument.presentationml.slide+xml"/>
  <Override PartName="/ppt/slideLayouts/slideLayout2.xml" ContentType="application/vnd.openxmlformats-officedocument.presentationml.slideLayout+xml"/>
  <Override PartName="/ppt/tags/tag263.xml" ContentType="application/vnd.openxmlformats-officedocument.presentationml.tags+xml"/>
  <Override PartName="/ppt/tags/tag594.xml" ContentType="application/vnd.openxmlformats-officedocument.presentationml.tags+xml"/>
  <Override PartName="/ppt/tags/tag780.xml" ContentType="application/vnd.openxmlformats-officedocument.presentationml.tags+xml"/>
  <Default Extension="xml" ContentType="application/xml"/>
  <Override PartName="/ppt/slides/slide50.xml" ContentType="application/vnd.openxmlformats-officedocument.presentationml.slide+xml"/>
  <Override PartName="/ppt/tags/tag38.xml" ContentType="application/vnd.openxmlformats-officedocument.presentationml.tags+xml"/>
  <Override PartName="/ppt/notesSlides/notesSlide16.xml" ContentType="application/vnd.openxmlformats-officedocument.presentationml.notesSlide+xml"/>
  <Override PartName="/ppt/tags/tag339.xml" ContentType="application/vnd.openxmlformats-officedocument.presentationml.tags+xml"/>
  <Override PartName="/ppt/tags/tag525.xml" ContentType="application/vnd.openxmlformats-officedocument.presentationml.tags+xml"/>
  <Override PartName="/ppt/tags/tag63.xml" ContentType="application/vnd.openxmlformats-officedocument.presentationml.tags+xml"/>
  <Override PartName="/ppt/tags/tag178.xml" ContentType="application/vnd.openxmlformats-officedocument.presentationml.tags+xml"/>
  <Override PartName="/ppt/notesSlides/notesSlide41.xml" ContentType="application/vnd.openxmlformats-officedocument.presentationml.notesSlide+xml"/>
  <Override PartName="/ppt/tags/tag364.xml" ContentType="application/vnd.openxmlformats-officedocument.presentationml.tags+xml"/>
  <Override PartName="/ppt/tags/tag711.xml" ContentType="application/vnd.openxmlformats-officedocument.presentationml.tags+xml"/>
  <Override PartName="/ppt/slides/slide158.xml" ContentType="application/vnd.openxmlformats-officedocument.presentationml.slide+xml"/>
  <Override PartName="/ppt/tags/tag109.xml" ContentType="application/vnd.openxmlformats-officedocument.presentationml.tags+xml"/>
  <Override PartName="/ppt/tags/tag550.xml" ContentType="application/vnd.openxmlformats-officedocument.presentationml.tags+xml"/>
  <Override PartName="/ppt/tags/tag695.xml" ContentType="application/vnd.openxmlformats-officedocument.presentationml.tags+xml"/>
  <Override PartName="/ppt/notesSlides/notesSlide7.xml" ContentType="application/vnd.openxmlformats-officedocument.presentationml.notesSlide+xml"/>
  <Override PartName="/ppt/tags/tag279.xml" ContentType="application/vnd.openxmlformats-officedocument.presentationml.tags+xml"/>
  <Override PartName="/ppt/tags/tag626.xml" ContentType="application/vnd.openxmlformats-officedocument.presentationml.tags+xml"/>
  <Override PartName="/ppt/notesSlides/notesSlide157.xml" ContentType="application/vnd.openxmlformats-officedocument.presentationml.notesSlide+xml"/>
  <Override PartName="/ppt/tags/tag134.xml" ContentType="application/vnd.openxmlformats-officedocument.presentationml.tags+xml"/>
  <Override PartName="/ppt/tags/tag320.xml" ContentType="application/vnd.openxmlformats-officedocument.presentationml.tags+xml"/>
  <Override PartName="/ppt/tags/tag465.xml" ContentType="application/vnd.openxmlformats-officedocument.presentationml.tags+xml"/>
  <Override PartName="/ppt/tags/tag796.xml" ContentType="application/vnd.openxmlformats-officedocument.presentationml.tags+xml"/>
  <Override PartName="/ppt/tags/tag812.xml" ContentType="application/vnd.openxmlformats-officedocument.presentationml.tags+xml"/>
  <Override PartName="/ppt/slides/slide66.xml" ContentType="application/vnd.openxmlformats-officedocument.presentationml.slide+xml"/>
  <Override PartName="/ppt/slides/slide114.xml" ContentType="application/vnd.openxmlformats-officedocument.presentationml.slide+xml"/>
  <Default Extension="png" ContentType="image/png"/>
  <Override PartName="/ppt/tags/tag651.xml" ContentType="application/vnd.openxmlformats-officedocument.presentationml.tags+xml"/>
  <Override PartName="/ppt/tags/tag5.xml" ContentType="application/vnd.openxmlformats-officedocument.presentationml.tags+xml"/>
  <Override PartName="/ppt/tags/tag79.xml" ContentType="application/vnd.openxmlformats-officedocument.presentationml.tags+xml"/>
  <Override PartName="/ppt/notesSlides/notesSlide57.xml" ContentType="application/vnd.openxmlformats-officedocument.presentationml.notesSlide+xml"/>
  <Override PartName="/ppt/tags/tag490.xml" ContentType="application/vnd.openxmlformats-officedocument.presentationml.tags+xml"/>
  <Override PartName="/ppt/notesSlides/notesSlide113.xml" ContentType="application/vnd.openxmlformats-officedocument.presentationml.notesSlide+xml"/>
  <Override PartName="/ppt/tags/tag727.xml" ContentType="application/vnd.openxmlformats-officedocument.presentationml.tags+xml"/>
  <Override PartName="/ppt/slides/slide91.xml" ContentType="application/vnd.openxmlformats-officedocument.presentationml.slide+xml"/>
  <Override PartName="/ppt/tags/tag235.xml" ContentType="application/vnd.openxmlformats-officedocument.presentationml.tags+xml"/>
  <Override PartName="/ppt/tags/tag421.xml" ContentType="application/vnd.openxmlformats-officedocument.presentationml.tags+xml"/>
  <Override PartName="/ppt/tags/tag566.xml" ContentType="application/vnd.openxmlformats-officedocument.presentationml.tags+xml"/>
  <Override PartName="/ppt/tags/tag752.xml" ContentType="application/vnd.openxmlformats-officedocument.presentationml.tags+xml"/>
  <Override PartName="/ppt/slides/slide22.xml" ContentType="application/vnd.openxmlformats-officedocument.presentationml.slide+xml"/>
  <Override PartName="/ppt/tags/tag260.xml" ContentType="application/vnd.openxmlformats-officedocument.presentationml.tags+xml"/>
  <Override PartName="/ppt/notesSlides/notesSlide82.xml" ContentType="application/vnd.openxmlformats-officedocument.presentationml.notesSlide+xml"/>
  <Override PartName="/ppt/tags/tag591.xml" ContentType="application/vnd.openxmlformats-officedocument.presentationml.tags+xml"/>
  <Override PartName="/ppt/tags/tag828.xml" ContentType="application/vnd.openxmlformats-officedocument.presentationml.tags+xml"/>
  <Override PartName="/ppt/slideLayouts/slideLayout21.xml" ContentType="application/vnd.openxmlformats-officedocument.presentationml.slideLayout+xml"/>
  <Override PartName="/ppt/tags/tag35.xml" ContentType="application/vnd.openxmlformats-officedocument.presentationml.tags+xml"/>
  <Override PartName="/ppt/notesSlides/notesSlide13.xml" ContentType="application/vnd.openxmlformats-officedocument.presentationml.notesSlide+xml"/>
  <Override PartName="/ppt/tags/tag336.xml" ContentType="application/vnd.openxmlformats-officedocument.presentationml.tags+xml"/>
  <Override PartName="/ppt/tags/tag667.xml" ContentType="application/vnd.openxmlformats-officedocument.presentationml.tags+xml"/>
  <Override PartName="/ppt/tags/tag175.xml" ContentType="application/vnd.openxmlformats-officedocument.presentationml.tags+xml"/>
  <Override PartName="/ppt/tags/tag522.xml" ContentType="application/vnd.openxmlformats-officedocument.presentationml.tags+xml"/>
  <Override PartName="/ppt/notesSlides/notesSlide129.xml" ContentType="application/vnd.openxmlformats-officedocument.presentationml.notesSlide+xml"/>
  <Override PartName="/ppt/slides/slide155.xml" ContentType="application/vnd.openxmlformats-officedocument.presentationml.slide+xml"/>
  <Override PartName="/ppt/tags/tag60.xml" ContentType="application/vnd.openxmlformats-officedocument.presentationml.tags+xml"/>
  <Override PartName="/ppt/tags/tag361.xml" ContentType="application/vnd.openxmlformats-officedocument.presentationml.tags+xml"/>
  <Override PartName="/ppt/tags/tag692.xml" ContentType="application/vnd.openxmlformats-officedocument.presentationml.tags+xml"/>
  <Override PartName="/ppt/notesSlides/notesSlide4.xml" ContentType="application/vnd.openxmlformats-officedocument.presentationml.notesSlide+xml"/>
  <Override PartName="/ppt/tags/tag106.xml" ContentType="application/vnd.openxmlformats-officedocument.presentationml.tags+xml"/>
  <Override PartName="/ppt/tags/tag437.xml" ContentType="application/vnd.openxmlformats-officedocument.presentationml.tags+xml"/>
  <Override PartName="/ppt/tags/tag623.xml" ContentType="application/vnd.openxmlformats-officedocument.presentationml.tags+xml"/>
  <Override PartName="/ppt/tags/tag768.xml" ContentType="application/vnd.openxmlformats-officedocument.presentationml.tags+xml"/>
  <Override PartName="/ppt/notesSlides/notesSlide154.xml" ContentType="application/vnd.openxmlformats-officedocument.presentationml.notesSlide+xml"/>
  <Override PartName="/ppt/slides/slide38.xml" ContentType="application/vnd.openxmlformats-officedocument.presentationml.slide+xml"/>
  <Override PartName="/ppt/tags/tag131.xml" ContentType="application/vnd.openxmlformats-officedocument.presentationml.tags+xml"/>
  <Override PartName="/ppt/tags/tag276.xml" ContentType="application/vnd.openxmlformats-officedocument.presentationml.tags+xml"/>
  <Override PartName="/ppt/tags/tag462.xml" ContentType="application/vnd.openxmlformats-officedocument.presentationml.tags+xml"/>
  <Override PartName="/ppt/notesSlides/notesSlide98.xml" ContentType="application/vnd.openxmlformats-officedocument.presentationml.notesSlide+xml"/>
  <Override PartName="/ppt/slides/slide111.xml" ContentType="application/vnd.openxmlformats-officedocument.presentationml.slide+xml"/>
  <Override PartName="/ppt/notesSlides/notesSlide29.xml" ContentType="application/vnd.openxmlformats-officedocument.presentationml.notesSlide+xml"/>
  <Override PartName="/ppt/tags/tag207.xml" ContentType="application/vnd.openxmlformats-officedocument.presentationml.tags+xml"/>
  <Override PartName="/ppt/tags/tag793.xml" ContentType="application/vnd.openxmlformats-officedocument.presentationml.tags+xml"/>
  <Override PartName="/ppt/slides/slide63.xml" ContentType="application/vnd.openxmlformats-officedocument.presentationml.slide+xml"/>
  <Override PartName="/ppt/tags/tag2.xml" ContentType="application/vnd.openxmlformats-officedocument.presentationml.tags+xml"/>
  <Override PartName="/ppt/tags/tag538.xml" ContentType="application/vnd.openxmlformats-officedocument.presentationml.tags+xml"/>
  <Override PartName="/ppt/notesSlides/notesSlide110.xml" ContentType="application/vnd.openxmlformats-officedocument.presentationml.notesSlide+xml"/>
  <Override PartName="/ppt/tags/tag724.xml" ContentType="application/vnd.openxmlformats-officedocument.presentationml.tags+xml"/>
  <Override PartName="/ppt/tags/tag76.xml" ContentType="application/vnd.openxmlformats-officedocument.presentationml.tags+xml"/>
  <Override PartName="/ppt/tags/tag232.xml" ContentType="application/vnd.openxmlformats-officedocument.presentationml.tags+xml"/>
  <Override PartName="/ppt/notesSlides/notesSlide54.xml" ContentType="application/vnd.openxmlformats-officedocument.presentationml.notesSlide+xml"/>
  <Override PartName="/ppt/tags/tag377.xml" ContentType="application/vnd.openxmlformats-officedocument.presentationml.tags+xml"/>
  <Override PartName="/ppt/tags/tag563.xml" ContentType="application/vnd.openxmlformats-officedocument.presentationml.tags+xml"/>
  <Override PartName="/ppt/tags/tag308.xml" ContentType="application/vnd.openxmlformats-officedocument.presentationml.tags+xml"/>
  <Override PartName="/ppt/tags/tag639.xml" ContentType="application/vnd.openxmlformats-officedocument.presentationml.tags+xml"/>
  <Override PartName="/ppt/tags/tag147.xml" ContentType="application/vnd.openxmlformats-officedocument.presentationml.tags+xml"/>
  <Override PartName="/ppt/tags/tag478.xml" ContentType="application/vnd.openxmlformats-officedocument.presentationml.tags+xml"/>
  <Override PartName="/ppt/tags/tag825.xml" ContentType="application/vnd.openxmlformats-officedocument.presentationml.tags+xml"/>
  <Override PartName="/ppt/slides/slide79.xml" ContentType="application/vnd.openxmlformats-officedocument.presentationml.slide+xml"/>
  <Override PartName="/ppt/slides/slide127.xml" ContentType="application/vnd.openxmlformats-officedocument.presentationml.slide+xml"/>
  <Override PartName="/ppt/tags/tag32.xml" ContentType="application/vnd.openxmlformats-officedocument.presentationml.tags+xml"/>
  <Override PartName="/ppt/notesSlides/notesSlide10.xml" ContentType="application/vnd.openxmlformats-officedocument.presentationml.notesSlide+xml"/>
  <Override PartName="/ppt/tags/tag333.xml" ContentType="application/vnd.openxmlformats-officedocument.presentationml.tags+xml"/>
  <Override PartName="/ppt/tags/tag664.xml" ContentType="application/vnd.openxmlformats-officedocument.presentationml.tags+xml"/>
  <Override PartName="/ppt/tags/tag172.xml" ContentType="application/vnd.openxmlformats-officedocument.presentationml.tags+xml"/>
  <Override PartName="/ppt/tags/tag409.xml" ContentType="application/vnd.openxmlformats-officedocument.presentationml.tags+xml"/>
  <Override PartName="/ppt/notesSlides/notesSlide126.xml" ContentType="application/vnd.openxmlformats-officedocument.presentationml.notesSlide+xml"/>
  <Override PartName="/ppt/slides/slide152.xml" ContentType="application/vnd.openxmlformats-officedocument.presentationml.slide+xml"/>
  <Override PartName="/ppt/notesSlides/notesSlide1.xml" ContentType="application/vnd.openxmlformats-officedocument.presentationml.notesSlide+xml"/>
  <Override PartName="/ppt/tags/tag103.xml" ContentType="application/vnd.openxmlformats-officedocument.presentationml.tags+xml"/>
  <Override PartName="/ppt/tags/tag248.xml" ContentType="application/vnd.openxmlformats-officedocument.presentationml.tags+xml"/>
  <Override PartName="/ppt/tags/tag434.xml" ContentType="application/vnd.openxmlformats-officedocument.presentationml.tags+xml"/>
  <Override PartName="/ppt/tags/tag579.xml" ContentType="application/vnd.openxmlformats-officedocument.presentationml.tags+xml"/>
  <Override PartName="/ppt/notesSlides/notesSlide151.xml" ContentType="application/vnd.openxmlformats-officedocument.presentationml.notesSlide+xml"/>
  <Override PartName="/ppt/tags/tag273.xml" ContentType="application/vnd.openxmlformats-officedocument.presentationml.tags+xml"/>
  <Override PartName="/ppt/notesSlides/notesSlide95.xml" ContentType="application/vnd.openxmlformats-officedocument.presentationml.notesSlide+xml"/>
  <Override PartName="/ppt/tags/tag620.xml" ContentType="application/vnd.openxmlformats-officedocument.presentationml.tags+xml"/>
  <Override PartName="/ppt/tags/tag765.xml" ContentType="application/vnd.openxmlformats-officedocument.presentationml.tags+xml"/>
  <Override PartName="/ppt/slides/slide35.xml" ContentType="application/vnd.openxmlformats-officedocument.presentationml.slide+xml"/>
  <Override PartName="/ppt/tags/tag790.xml" ContentType="application/vnd.openxmlformats-officedocument.presentationml.tags+xml"/>
  <Override PartName="/ppt/slides/slide60.xml" ContentType="application/vnd.openxmlformats-officedocument.presentationml.slide+xml"/>
  <Override PartName="/ppt/tags/tag48.xml" ContentType="application/vnd.openxmlformats-officedocument.presentationml.tags+xml"/>
  <Override PartName="/ppt/notesSlides/notesSlide26.xml" ContentType="application/vnd.openxmlformats-officedocument.presentationml.notesSlide+xml"/>
  <Override PartName="/ppt/tags/tag188.xml" ContentType="application/vnd.openxmlformats-officedocument.presentationml.tags+xml"/>
  <Override PartName="/ppt/tags/tag204.xml" ContentType="application/vnd.openxmlformats-officedocument.presentationml.tags+xml"/>
  <Override PartName="/ppt/tags/tag349.xml" ContentType="application/vnd.openxmlformats-officedocument.presentationml.tags+xml"/>
  <Override PartName="/ppt/tags/tag535.xml" ContentType="application/vnd.openxmlformats-officedocument.presentationml.tags+xml"/>
  <Override PartName="/ppt/slides/slide168.xml" ContentType="application/vnd.openxmlformats-officedocument.presentationml.slide+xml"/>
  <Override PartName="/ppt/tags/tag73.xml" ContentType="application/vnd.openxmlformats-officedocument.presentationml.tags+xml"/>
  <Override PartName="/ppt/notesSlides/notesSlide51.xml" ContentType="application/vnd.openxmlformats-officedocument.presentationml.notesSlide+xml"/>
  <Override PartName="/ppt/tags/tag374.xml" ContentType="application/vnd.openxmlformats-officedocument.presentationml.tags+xml"/>
  <Override PartName="/ppt/tags/tag721.xml" ContentType="application/vnd.openxmlformats-officedocument.presentationml.tags+xml"/>
  <Override PartName="/ppt/tags/tag119.xml" ContentType="application/vnd.openxmlformats-officedocument.presentationml.tags+xml"/>
  <Override PartName="/ppt/tags/tag560.xml" ContentType="application/vnd.openxmlformats-officedocument.presentationml.tags+xml"/>
  <Override PartName="/ppt/tags/tag289.xml" ContentType="application/vnd.openxmlformats-officedocument.presentationml.tags+xml"/>
  <Override PartName="/ppt/tags/tag305.xml" ContentType="application/vnd.openxmlformats-officedocument.presentationml.tags+xml"/>
  <Override PartName="/ppt/tags/tag636.xml" ContentType="application/vnd.openxmlformats-officedocument.presentationml.tags+xml"/>
  <Override PartName="/ppt/tags/tag822.xml" ContentType="application/vnd.openxmlformats-officedocument.presentationml.tags+xml"/>
  <Override PartName="/ppt/slides/slide124.xml" ContentType="application/vnd.openxmlformats-officedocument.presentationml.slide+xml"/>
  <Override PartName="/ppt/tags/tag144.xml" ContentType="application/vnd.openxmlformats-officedocument.presentationml.tags+xml"/>
  <Override PartName="/ppt/tags/tag330.xml" ContentType="application/vnd.openxmlformats-officedocument.presentationml.tags+xml"/>
  <Override PartName="/ppt/tags/tag475.xml" ContentType="application/vnd.openxmlformats-officedocument.presentationml.tags+xml"/>
  <Override PartName="/ppt/tags/tag661.xml" ContentType="application/vnd.openxmlformats-officedocument.presentationml.tags+xml"/>
  <Override PartName="/ppt/slides/slide76.xml" ContentType="application/vnd.openxmlformats-officedocument.presentationml.slide+xml"/>
  <Override PartName="/ppt/tags/tag406.xml" ContentType="application/vnd.openxmlformats-officedocument.presentationml.tags+xml"/>
  <Override PartName="/ppt/notesSlides/notesSlide123.xml" ContentType="application/vnd.openxmlformats-officedocument.presentationml.notesSlide+xml"/>
  <Override PartName="/ppt/tags/tag737.xml" ContentType="application/vnd.openxmlformats-officedocument.presentationml.tags+xml"/>
  <Override PartName="/ppt/tags/tag89.xml" ContentType="application/vnd.openxmlformats-officedocument.presentationml.tags+xml"/>
  <Override PartName="/ppt/tags/tag245.xml" ContentType="application/vnd.openxmlformats-officedocument.presentationml.tags+xml"/>
  <Override PartName="/ppt/notesSlides/notesSlide67.xml" ContentType="application/vnd.openxmlformats-officedocument.presentationml.notesSlide+xml"/>
  <Override PartName="/ppt/tags/tag576.xml" ContentType="application/vnd.openxmlformats-officedocument.presentationml.tags+xml"/>
  <Override PartName="/ppt/tags/tag100.xml" ContentType="application/vnd.openxmlformats-officedocument.presentationml.tags+xml"/>
  <Override PartName="/ppt/tags/tag431.xml" ContentType="application/vnd.openxmlformats-officedocument.presentationml.tags+xml"/>
  <Override PartName="/ppt/notesSlides/notesSlide92.xml" ContentType="application/vnd.openxmlformats-officedocument.presentationml.notesSlide+xml"/>
  <Override PartName="/ppt/tags/tag762.xml" ContentType="application/vnd.openxmlformats-officedocument.presentationml.tags+xml"/>
  <Override PartName="/ppt/slides/slide32.xml" ContentType="application/vnd.openxmlformats-officedocument.presentationml.slide+xml"/>
  <Override PartName="/ppt/tags/tag270.xml" ContentType="application/vnd.openxmlformats-officedocument.presentationml.tags+xml"/>
  <Override PartName="/ppt/tags/tag507.xml" ContentType="application/vnd.openxmlformats-officedocument.presentationml.tags+xml"/>
  <Override PartName="/ppt/tags/tag45.xml" ContentType="application/vnd.openxmlformats-officedocument.presentationml.tags+xml"/>
  <Override PartName="/ppt/notesSlides/notesSlide23.xml" ContentType="application/vnd.openxmlformats-officedocument.presentationml.notesSlide+xml"/>
  <Override PartName="/ppt/tags/tag201.xml" ContentType="application/vnd.openxmlformats-officedocument.presentationml.tags+xml"/>
  <Override PartName="/ppt/tags/tag346.xml" ContentType="application/vnd.openxmlformats-officedocument.presentationml.tags+xml"/>
  <Override PartName="/ppt/tags/tag532.xml" ContentType="application/vnd.openxmlformats-officedocument.presentationml.tags+xml"/>
  <Override PartName="/ppt/tags/tag677.xml" ContentType="application/vnd.openxmlformats-officedocument.presentationml.tags+xml"/>
  <Override PartName="/ppt/tags/tag185.xml" ContentType="application/vnd.openxmlformats-officedocument.presentationml.tags+xml"/>
  <Override PartName="/ppt/tags/tag371.xml" ContentType="application/vnd.openxmlformats-officedocument.presentationml.tags+xml"/>
  <Override PartName="/ppt/notesSlides/notesSlide139.xml" ContentType="application/vnd.openxmlformats-officedocument.presentationml.notesSlide+xml"/>
  <Override PartName="/ppt/slides/slide165.xml" ContentType="application/vnd.openxmlformats-officedocument.presentationml.slide+xml"/>
  <Override PartName="/ppt/tags/tag70.xml" ContentType="application/vnd.openxmlformats-officedocument.presentationml.tags+xml"/>
  <Override PartName="/ppt/tags/tag116.xml" ContentType="application/vnd.openxmlformats-officedocument.presentationml.tags+xml"/>
  <Override PartName="/ppt/tags/tag608.xml" ContentType="application/vnd.openxmlformats-officedocument.presentationml.tags+xml"/>
  <Override PartName="/ppt/tags/tag302.xml" ContentType="application/vnd.openxmlformats-officedocument.presentationml.tags+xml"/>
  <Override PartName="/ppt/tags/tag447.xml" ContentType="application/vnd.openxmlformats-officedocument.presentationml.tags+xml"/>
  <Override PartName="/ppt/tags/tag633.xml" ContentType="application/vnd.openxmlformats-officedocument.presentationml.tags+xml"/>
  <Override PartName="/ppt/tags/tag778.xml" ContentType="application/vnd.openxmlformats-officedocument.presentationml.tags+xml"/>
  <Override PartName="/ppt/slides/slide48.xml" ContentType="application/vnd.openxmlformats-officedocument.presentationml.slide+xml"/>
  <Override PartName="/ppt/tags/tag141.xml" ContentType="application/vnd.openxmlformats-officedocument.presentationml.tags+xml"/>
  <Override PartName="/ppt/tags/tag286.xml" ContentType="application/vnd.openxmlformats-officedocument.presentationml.tags+xml"/>
  <Override PartName="/ppt/tags/tag472.xml" ContentType="application/vnd.openxmlformats-officedocument.presentationml.tags+xml"/>
  <Override PartName="/ppt/tags/tag709.xml" ContentType="application/vnd.openxmlformats-officedocument.presentationml.tags+xml"/>
  <Override PartName="/ppt/slides/slide73.xml" ContentType="application/vnd.openxmlformats-officedocument.presentationml.slide+xml"/>
  <Override PartName="/ppt/slides/slide121.xml" ContentType="application/vnd.openxmlformats-officedocument.presentationml.slide+xml"/>
  <Override PartName="/ppt/notesSlides/notesSlide39.xml" ContentType="application/vnd.openxmlformats-officedocument.presentationml.notesSlide+xml"/>
  <Override PartName="/ppt/tags/tag217.xml" ContentType="application/vnd.openxmlformats-officedocument.presentationml.tags+xml"/>
  <Override PartName="/ppt/tags/tag548.xml" ContentType="application/vnd.openxmlformats-officedocument.presentationml.tags+xml"/>
  <Override PartName="/ppt/tags/tag86.xml" ContentType="application/vnd.openxmlformats-officedocument.presentationml.tags+xml"/>
  <Override PartName="/ppt/notesSlides/notesSlide64.xml" ContentType="application/vnd.openxmlformats-officedocument.presentationml.notesSlide+xml"/>
  <Override PartName="/ppt/tags/tag387.xml" ContentType="application/vnd.openxmlformats-officedocument.presentationml.tags+xml"/>
  <Override PartName="/ppt/tags/tag403.xml" ContentType="application/vnd.openxmlformats-officedocument.presentationml.tags+xml"/>
  <Override PartName="/ppt/notesSlides/notesSlide120.xml" ContentType="application/vnd.openxmlformats-officedocument.presentationml.notesSlide+xml"/>
  <Override PartName="/ppt/tags/tag734.xml" ContentType="application/vnd.openxmlformats-officedocument.presentationml.tags+xml"/>
  <Override PartName="/ppt/tags/tag242.xml" ContentType="application/vnd.openxmlformats-officedocument.presentationml.tags+xml"/>
  <Override PartName="/ppt/tags/tag573.xml" ContentType="application/vnd.openxmlformats-officedocument.presentationml.tags+xml"/>
  <Override PartName="/ppt/tags/tag17.xml" ContentType="application/vnd.openxmlformats-officedocument.presentationml.tags+xml"/>
  <Override PartName="/ppt/tags/tag318.xml" ContentType="application/vnd.openxmlformats-officedocument.presentationml.tags+xml"/>
  <Override PartName="/ppt/tags/tag504.xml" ContentType="application/vnd.openxmlformats-officedocument.presentationml.tags+xml"/>
  <Override PartName="/ppt/tags/tag649.xml" ContentType="application/vnd.openxmlformats-officedocument.presentationml.tags+xml"/>
  <Override PartName="/ppt/notesSlides/notesSlide20.xml" ContentType="application/vnd.openxmlformats-officedocument.presentationml.notesSlide+xml"/>
  <Override PartName="/ppt/tags/tag157.xml" ContentType="application/vnd.openxmlformats-officedocument.presentationml.tags+xml"/>
  <Override PartName="/ppt/tags/tag343.xml" ContentType="application/vnd.openxmlformats-officedocument.presentationml.tags+xml"/>
  <Override PartName="/ppt/tags/tag488.xml" ContentType="application/vnd.openxmlformats-officedocument.presentationml.tags+xml"/>
  <Override PartName="/ppt/tags/tag835.xml" ContentType="application/vnd.openxmlformats-officedocument.presentationml.tags+xml"/>
  <Override PartName="/ppt/slides/slide89.xml" ContentType="application/vnd.openxmlformats-officedocument.presentationml.slide+xml"/>
  <Override PartName="/ppt/slides/slide137.xml" ContentType="application/vnd.openxmlformats-officedocument.presentationml.slide+xml"/>
  <Override PartName="/ppt/tags/tag42.xml" ContentType="application/vnd.openxmlformats-officedocument.presentationml.tags+xml"/>
  <Override PartName="/ppt/tags/tag182.xml" ContentType="application/vnd.openxmlformats-officedocument.presentationml.tags+xml"/>
  <Override PartName="/ppt/tags/tag674.xml" ContentType="application/vnd.openxmlformats-officedocument.presentationml.tags+xml"/>
  <Override PartName="/ppt/slides/slide162.xml" ContentType="application/vnd.openxmlformats-officedocument.presentationml.slide+xml"/>
  <Override PartName="/ppt/tags/tag419.xml" ContentType="application/vnd.openxmlformats-officedocument.presentationml.tags+xml"/>
  <Override PartName="/ppt/tags/tag605.xml" ContentType="application/vnd.openxmlformats-officedocument.presentationml.tags+xml"/>
  <Override PartName="/ppt/notesSlides/notesSlide136.xml" ContentType="application/vnd.openxmlformats-officedocument.presentationml.notesSlide+xml"/>
  <Override PartName="/ppt/slideLayouts/slideLayout19.xml" ContentType="application/vnd.openxmlformats-officedocument.presentationml.slideLayout+xml"/>
  <Override PartName="/ppt/tags/tag113.xml" ContentType="application/vnd.openxmlformats-officedocument.presentationml.tags+xml"/>
  <Override PartName="/ppt/tags/tag258.xml" ContentType="application/vnd.openxmlformats-officedocument.presentationml.tags+xml"/>
  <Override PartName="/ppt/tags/tag444.xml" ContentType="application/vnd.openxmlformats-officedocument.presentationml.tags+xml"/>
  <Override PartName="/ppt/tags/tag589.xml" ContentType="application/vnd.openxmlformats-officedocument.presentationml.tags+xml"/>
  <Override PartName="/ppt/tags/tag775.xml" ContentType="application/vnd.openxmlformats-officedocument.presentationml.tags+xml"/>
  <Override PartName="/ppt/slides/slide45.xml" ContentType="application/vnd.openxmlformats-officedocument.presentationml.slide+xml"/>
  <Override PartName="/ppt/theme/theme3.xml" ContentType="application/vnd.openxmlformats-officedocument.theme+xml"/>
  <Override PartName="/ppt/tags/tag283.xml" ContentType="application/vnd.openxmlformats-officedocument.presentationml.tags+xml"/>
  <Override PartName="/ppt/tags/tag630.xml" ContentType="application/vnd.openxmlformats-officedocument.presentationml.tags+xml"/>
  <Override PartName="/ppt/tags/tag58.xml" ContentType="application/vnd.openxmlformats-officedocument.presentationml.tags+xml"/>
  <Override PartName="/ppt/notesSlides/notesSlide36.xml" ContentType="application/vnd.openxmlformats-officedocument.presentationml.notesSlide+xml"/>
  <Override PartName="/ppt/tags/tag359.xml" ContentType="application/vnd.openxmlformats-officedocument.presentationml.tags+xml"/>
  <Override PartName="/ppt/tags/tag706.xml" ContentType="application/vnd.openxmlformats-officedocument.presentationml.tags+xml"/>
  <Override PartName="/ppt/slides/slide70.xml" ContentType="application/vnd.openxmlformats-officedocument.presentationml.slide+xml"/>
  <Override PartName="/ppt/tags/tag198.xml" ContentType="application/vnd.openxmlformats-officedocument.presentationml.tags+xml"/>
  <Override PartName="/ppt/tags/tag214.xml" ContentType="application/vnd.openxmlformats-officedocument.presentationml.tags+xml"/>
  <Override PartName="/ppt/tags/tag400.xml" ContentType="application/vnd.openxmlformats-officedocument.presentationml.tags+xml"/>
  <Override PartName="/ppt/tags/tag545.xml" ContentType="application/vnd.openxmlformats-officedocument.presentationml.tags+xml"/>
  <Override PartName="/ppt/tags/tag731.xml" ContentType="application/vnd.openxmlformats-officedocument.presentationml.tags+xml"/>
  <Override PartName="/ppt/tags/tag83.xml" ContentType="application/vnd.openxmlformats-officedocument.presentationml.tags+xml"/>
  <Override PartName="/ppt/notesSlides/notesSlide61.xml" ContentType="application/vnd.openxmlformats-officedocument.presentationml.notesSlide+xml"/>
  <Override PartName="/ppt/tags/tag384.xml" ContentType="application/vnd.openxmlformats-officedocument.presentationml.tags+xml"/>
  <Override PartName="/ppt/tags/tag570.xml" ContentType="application/vnd.openxmlformats-officedocument.presentationml.tags+xml"/>
  <Override PartName="/ppt/tags/tag807.xml" ContentType="application/vnd.openxmlformats-officedocument.presentationml.tags+xml"/>
  <Override PartName="/ppt/tags/tag14.xml" ContentType="application/vnd.openxmlformats-officedocument.presentationml.tags+xml"/>
  <Override PartName="/ppt/tags/tag129.xml" ContentType="application/vnd.openxmlformats-officedocument.presentationml.tags+xml"/>
  <Override PartName="/ppt/tags/tag315.xml" ContentType="application/vnd.openxmlformats-officedocument.presentationml.tags+xml"/>
  <Override PartName="/ppt/tags/tag646.xml" ContentType="application/vnd.openxmlformats-officedocument.presentationml.tags+xml"/>
  <Override PartName="/ppt/slides/slide109.xml" ContentType="application/vnd.openxmlformats-officedocument.presentationml.slide+xml"/>
  <Override PartName="/ppt/tags/tag154.xml" ContentType="application/vnd.openxmlformats-officedocument.presentationml.tags+xml"/>
  <Override PartName="/ppt/tags/tag299.xml" ContentType="application/vnd.openxmlformats-officedocument.presentationml.tags+xml"/>
  <Override PartName="/ppt/tags/tag485.xml" ContentType="application/vnd.openxmlformats-officedocument.presentationml.tags+xml"/>
  <Override PartName="/ppt/tags/tag501.xml" ContentType="application/vnd.openxmlformats-officedocument.presentationml.tags+xml"/>
  <Override PartName="/ppt/notesSlides/notesSlide108.xml" ContentType="application/vnd.openxmlformats-officedocument.presentationml.notesSlide+xml"/>
  <Override PartName="/ppt/tags/tag832.xml" ContentType="application/vnd.openxmlformats-officedocument.presentationml.tags+xml"/>
  <Override PartName="/ppt/slides/slide134.xml" ContentType="application/vnd.openxmlformats-officedocument.presentationml.slide+xml"/>
  <Override PartName="/ppt/tags/tag340.xml" ContentType="application/vnd.openxmlformats-officedocument.presentationml.tags+xml"/>
  <Override PartName="/ppt/tags/tag671.xml" ContentType="application/vnd.openxmlformats-officedocument.presentationml.tags+xml"/>
  <Override PartName="/ppt/slides/slide86.xml" ContentType="application/vnd.openxmlformats-officedocument.presentationml.slide+xml"/>
  <Override PartName="/ppt/tags/tag416.xml" ContentType="application/vnd.openxmlformats-officedocument.presentationml.tags+xml"/>
  <Override PartName="/ppt/notesSlides/notesSlide133.xml" ContentType="application/vnd.openxmlformats-officedocument.presentationml.notesSlide+xml"/>
  <Override PartName="/ppt/tags/tag747.xml" ContentType="application/vnd.openxmlformats-officedocument.presentationml.tags+xml"/>
  <Override PartName="/ppt/slides/slide17.xml" ContentType="application/vnd.openxmlformats-officedocument.presentationml.slide+xml"/>
  <Override PartName="/ppt/tags/tag99.xml" ContentType="application/vnd.openxmlformats-officedocument.presentationml.tags+xml"/>
  <Override PartName="/ppt/tags/tag110.xml" ContentType="application/vnd.openxmlformats-officedocument.presentationml.tags+xml"/>
  <Override PartName="/ppt/tags/tag255.xml" ContentType="application/vnd.openxmlformats-officedocument.presentationml.tags+xml"/>
  <Override PartName="/ppt/notesSlides/notesSlide77.xml" ContentType="application/vnd.openxmlformats-officedocument.presentationml.notesSlide+xml"/>
  <Override PartName="/ppt/tags/tag586.xml" ContentType="application/vnd.openxmlformats-officedocument.presentationml.tags+xml"/>
  <Override PartName="/ppt/tags/tag602.xml" ContentType="application/vnd.openxmlformats-officedocument.presentationml.tags+xml"/>
  <Override PartName="/ppt/slideLayouts/slideLayout16.xml" ContentType="application/vnd.openxmlformats-officedocument.presentationml.slideLayout+xml"/>
  <Override PartName="/ppt/tags/tag280.xml" ContentType="application/vnd.openxmlformats-officedocument.presentationml.tags+xml"/>
  <Override PartName="/ppt/tags/tag441.xml" ContentType="application/vnd.openxmlformats-officedocument.presentationml.tags+xml"/>
  <Override PartName="/ppt/tags/tag772.xml" ContentType="application/vnd.openxmlformats-officedocument.presentationml.tags+xml"/>
  <Override PartName="/ppt/slides/slide42.xml" ContentType="application/vnd.openxmlformats-officedocument.presentationml.slide+xml"/>
  <Override PartName="/ppt/tags/tag517.xml" ContentType="application/vnd.openxmlformats-officedocument.presentationml.tags+xml"/>
  <Override PartName="/ppt/tags/tag703.xml" ContentType="application/vnd.openxmlformats-officedocument.presentationml.tags+xml"/>
  <Override PartName="/ppt/tags/tag55.xml" ContentType="application/vnd.openxmlformats-officedocument.presentationml.tags+xml"/>
  <Override PartName="/ppt/notesSlides/notesSlide33.xml" ContentType="application/vnd.openxmlformats-officedocument.presentationml.notesSlide+xml"/>
  <Override PartName="/ppt/tags/tag211.xml" ContentType="application/vnd.openxmlformats-officedocument.presentationml.tags+xml"/>
  <Override PartName="/ppt/tags/tag356.xml" ContentType="application/vnd.openxmlformats-officedocument.presentationml.tags+xml"/>
  <Override PartName="/ppt/tags/tag542.xml" ContentType="application/vnd.openxmlformats-officedocument.presentationml.tags+xml"/>
  <Override PartName="/ppt/tags/tag687.xml" ContentType="application/vnd.openxmlformats-officedocument.presentationml.tags+xml"/>
  <Override PartName="/ppt/tags/tag80.xml" ContentType="application/vnd.openxmlformats-officedocument.presentationml.tags+xml"/>
  <Override PartName="/ppt/tags/tag195.xml" ContentType="application/vnd.openxmlformats-officedocument.presentationml.tags+xml"/>
  <Override PartName="/ppt/tags/tag381.xml" ContentType="application/vnd.openxmlformats-officedocument.presentationml.tags+xml"/>
  <Override PartName="/ppt/tags/tag618.xml" ContentType="application/vnd.openxmlformats-officedocument.presentationml.tags+xml"/>
  <Override PartName="/ppt/notesSlides/notesSlide149.xml" ContentType="application/vnd.openxmlformats-officedocument.presentationml.notesSlide+xml"/>
  <Override PartName="/ppt/tags/tag126.xml" ContentType="application/vnd.openxmlformats-officedocument.presentationml.tags+xml"/>
  <Override PartName="/ppt/tags/tag457.xml" ContentType="application/vnd.openxmlformats-officedocument.presentationml.tags+xml"/>
  <Override PartName="/ppt/tags/tag804.xml" ContentType="application/vnd.openxmlformats-officedocument.presentationml.tags+xml"/>
  <Override PartName="/ppt/slides/slide8.xml" ContentType="application/vnd.openxmlformats-officedocument.presentationml.slide+xml"/>
  <Override PartName="/ppt/slides/slide106.xml" ContentType="application/vnd.openxmlformats-officedocument.presentationml.slide+xml"/>
  <Override PartName="/ppt/tags/tag11.xml" ContentType="application/vnd.openxmlformats-officedocument.presentationml.tags+xml"/>
  <Override PartName="/ppt/tags/tag296.xml" ContentType="application/vnd.openxmlformats-officedocument.presentationml.tags+xml"/>
  <Override PartName="/ppt/tags/tag312.xml" ContentType="application/vnd.openxmlformats-officedocument.presentationml.tags+xml"/>
  <Override PartName="/ppt/tags/tag643.xml" ContentType="application/vnd.openxmlformats-officedocument.presentationml.tags+xml"/>
  <Override PartName="/ppt/tags/tag788.xml" ContentType="application/vnd.openxmlformats-officedocument.presentationml.tags+xml"/>
  <Override PartName="/ppt/slides/slide58.xml" ContentType="application/vnd.openxmlformats-officedocument.presentationml.slide+xml"/>
  <Override PartName="/ppt/tags/tag151.xml" ContentType="application/vnd.openxmlformats-officedocument.presentationml.tags+xml"/>
  <Override PartName="/ppt/tags/tag482.xml" ContentType="application/vnd.openxmlformats-officedocument.presentationml.tags+xml"/>
  <Override PartName="/ppt/notesSlides/notesSlide105.xml" ContentType="application/vnd.openxmlformats-officedocument.presentationml.notesSlide+xml"/>
  <Override PartName="/ppt/tags/tag719.xml" ContentType="application/vnd.openxmlformats-officedocument.presentationml.tags+xml"/>
  <Override PartName="/ppt/slides/slide83.xml" ContentType="application/vnd.openxmlformats-officedocument.presentationml.slide+xml"/>
  <Override PartName="/ppt/slides/slide131.xml" ContentType="application/vnd.openxmlformats-officedocument.presentationml.slide+xml"/>
  <Override PartName="/ppt/tags/tag227.xml" ContentType="application/vnd.openxmlformats-officedocument.presentationml.tags+xml"/>
  <Override PartName="/ppt/notesSlides/notesSlide49.xml" ContentType="application/vnd.openxmlformats-officedocument.presentationml.notesSlide+xml"/>
  <Override PartName="/ppt/tags/tag413.xml" ContentType="application/vnd.openxmlformats-officedocument.presentationml.tags+xml"/>
  <Override PartName="/ppt/tags/tag558.xml" ContentType="application/vnd.openxmlformats-officedocument.presentationml.tags+xml"/>
  <Override PartName="/ppt/notesSlides/notesSlide130.xml" ContentType="application/vnd.openxmlformats-officedocument.presentationml.notesSlide+xml"/>
  <Override PartName="/ppt/tags/tag96.xml" ContentType="application/vnd.openxmlformats-officedocument.presentationml.tags+xml"/>
  <Override PartName="/ppt/tags/tag252.xml" ContentType="application/vnd.openxmlformats-officedocument.presentationml.tags+xml"/>
  <Override PartName="/ppt/notesSlides/notesSlide74.xml" ContentType="application/vnd.openxmlformats-officedocument.presentationml.notesSlide+xml"/>
  <Override PartName="/ppt/tags/tag397.xml" ContentType="application/vnd.openxmlformats-officedocument.presentationml.tags+xml"/>
  <Override PartName="/ppt/tags/tag744.xml" ContentType="application/vnd.openxmlformats-officedocument.presentationml.tags+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tags/tag583.xml" ContentType="application/vnd.openxmlformats-officedocument.presentationml.tags+xml"/>
  <Override PartName="/ppt/tags/tag27.xml" ContentType="application/vnd.openxmlformats-officedocument.presentationml.tags+xml"/>
  <Override PartName="/ppt/tags/tag328.xml" ContentType="application/vnd.openxmlformats-officedocument.presentationml.tags+xml"/>
  <Override PartName="/ppt/tags/tag514.xml" ContentType="application/vnd.openxmlformats-officedocument.presentationml.tags+xml"/>
  <Override PartName="/ppt/tags/tag659.xml" ContentType="application/vnd.openxmlformats-officedocument.presentationml.tags+xml"/>
  <Override PartName="/ppt/slides/slide147.xml" ContentType="application/vnd.openxmlformats-officedocument.presentationml.slide+xml"/>
  <Override PartName="/ppt/tags/tag52.xml" ContentType="application/vnd.openxmlformats-officedocument.presentationml.tags+xml"/>
  <Override PartName="/ppt/notesSlides/notesSlide30.xml" ContentType="application/vnd.openxmlformats-officedocument.presentationml.notesSlide+xml"/>
  <Override PartName="/ppt/tags/tag167.xml" ContentType="application/vnd.openxmlformats-officedocument.presentationml.tags+xml"/>
  <Override PartName="/ppt/tags/tag353.xml" ContentType="application/vnd.openxmlformats-officedocument.presentationml.tags+xml"/>
  <Override PartName="/ppt/tags/tag498.xml" ContentType="application/vnd.openxmlformats-officedocument.presentationml.tags+xml"/>
  <Override PartName="/ppt/tags/tag684.xml" ContentType="application/vnd.openxmlformats-officedocument.presentationml.tags+xml"/>
  <Override PartName="/ppt/tags/tag700.xml" ContentType="application/vnd.openxmlformats-officedocument.presentationml.tags+xml"/>
  <Override PartName="/ppt/slides/slide99.xml" ContentType="application/vnd.openxmlformats-officedocument.presentationml.slide+xml"/>
  <Override PartName="/ppt/tags/tag192.xml" ContentType="application/vnd.openxmlformats-officedocument.presentationml.tags+xml"/>
  <Override PartName="/ppt/tags/tag429.xml" ContentType="application/vnd.openxmlformats-officedocument.presentationml.tags+xml"/>
  <Override PartName="/ppt/notesSlides/notesSlide146.xml" ContentType="application/vnd.openxmlformats-officedocument.presentationml.notesSlide+xml"/>
  <Override PartName="/ppt/slides/slide172.xml" ContentType="application/vnd.openxmlformats-officedocument.presentationml.slide+xml"/>
  <Override PartName="/ppt/tags/tag268.xml" ContentType="application/vnd.openxmlformats-officedocument.presentationml.tags+xml"/>
  <Override PartName="/ppt/tags/tag599.xml" ContentType="application/vnd.openxmlformats-officedocument.presentationml.tags+xml"/>
  <Override PartName="/ppt/tags/tag615.xml" ContentType="application/vnd.openxmlformats-officedocument.presentationml.tags+xml"/>
  <Override PartName="/ppt/tags/tag801.xml" ContentType="application/vnd.openxmlformats-officedocument.presentationml.tags+xml"/>
  <Override PartName="/ppt/slides/slide5.xml" ContentType="application/vnd.openxmlformats-officedocument.presentationml.slide+xml"/>
  <Override PartName="/ppt/slides/slide103.xml" ContentType="application/vnd.openxmlformats-officedocument.presentationml.slide+xml"/>
  <Override PartName="/ppt/slideLayouts/slideLayout7.xml" ContentType="application/vnd.openxmlformats-officedocument.presentationml.slideLayout+xml"/>
  <Override PartName="/ppt/tags/tag123.xml" ContentType="application/vnd.openxmlformats-officedocument.presentationml.tags+xml"/>
  <Override PartName="/ppt/tags/tag454.xml" ContentType="application/vnd.openxmlformats-officedocument.presentationml.tags+xml"/>
  <Override PartName="/ppt/tags/tag640.xml" ContentType="application/vnd.openxmlformats-officedocument.presentationml.tags+xml"/>
  <Override PartName="/ppt/tags/tag785.xml" ContentType="application/vnd.openxmlformats-officedocument.presentationml.tags+xml"/>
  <Override PartName="/ppt/slides/slide55.xml" ContentType="application/vnd.openxmlformats-officedocument.presentationml.slide+xml"/>
  <Override PartName="/ppt/tags/tag101.xml" ContentType="application/vnd.openxmlformats-officedocument.presentationml.tags+xml"/>
  <Override PartName="/ppt/tags/tag246.xml" ContentType="application/vnd.openxmlformats-officedocument.presentationml.tags+xml"/>
  <Override PartName="/ppt/tags/tag293.xml" ContentType="application/vnd.openxmlformats-officedocument.presentationml.tags+xml"/>
  <Override PartName="/ppt/tags/tag432.xml" ContentType="application/vnd.openxmlformats-officedocument.presentationml.tags+xml"/>
  <Override PartName="/ppt/notesSlides/notesSlide102.xml" ContentType="application/vnd.openxmlformats-officedocument.presentationml.notesSlide+xml"/>
  <Override PartName="/ppt/tags/tag577.xml" ContentType="application/vnd.openxmlformats-officedocument.presentationml.tags+xml"/>
  <Override PartName="/ppt/tags/tag716.xml" ContentType="application/vnd.openxmlformats-officedocument.presentationml.tags+xml"/>
  <Override PartName="/ppt/slides/slide33.xml" ContentType="application/vnd.openxmlformats-officedocument.presentationml.slide+xml"/>
  <Override PartName="/ppt/slides/slide80.xml" ContentType="application/vnd.openxmlformats-officedocument.presentationml.slide+xml"/>
  <Override PartName="/ppt/tags/tag68.xml" ContentType="application/vnd.openxmlformats-officedocument.presentationml.tags+xml"/>
  <Override PartName="/ppt/tags/tag224.xml" ContentType="application/vnd.openxmlformats-officedocument.presentationml.tags+xml"/>
  <Override PartName="/ppt/notesSlides/notesSlide46.xml" ContentType="application/vnd.openxmlformats-officedocument.presentationml.notesSlide+xml"/>
  <Override PartName="/ppt/tags/tag271.xml" ContentType="application/vnd.openxmlformats-officedocument.presentationml.tags+xml"/>
  <Override PartName="/ppt/tags/tag369.xml" ContentType="application/vnd.openxmlformats-officedocument.presentationml.tags+xml"/>
  <Override PartName="/ppt/tags/tag508.xml" ContentType="application/vnd.openxmlformats-officedocument.presentationml.tags+xml"/>
  <Override PartName="/ppt/notesSlides/notesSlide93.xml" ContentType="application/vnd.openxmlformats-officedocument.presentationml.notesSlide+xml"/>
  <Override PartName="/ppt/tags/tag555.xml" ContentType="application/vnd.openxmlformats-officedocument.presentationml.tags+xml"/>
  <Override PartName="/ppt/tags/tag763.xml" ContentType="application/vnd.openxmlformats-officedocument.presentationml.tags+xml"/>
  <Override PartName="/ppt/presentation.xml" ContentType="application/vnd.openxmlformats-officedocument.presentationml.presentation.main+xml"/>
  <Override PartName="/ppt/notesSlides/notesSlide24.xml" ContentType="application/vnd.openxmlformats-officedocument.presentationml.notesSlide+xml"/>
  <Override PartName="/ppt/tags/tag347.xml" ContentType="application/vnd.openxmlformats-officedocument.presentationml.tags+xml"/>
  <Override PartName="/ppt/notesSlides/notesSlide71.xml" ContentType="application/vnd.openxmlformats-officedocument.presentationml.notesSlide+xml"/>
  <Override PartName="/ppt/tags/tag394.xml" ContentType="application/vnd.openxmlformats-officedocument.presentationml.tags+xml"/>
  <Override PartName="/ppt/tags/tag410.xml" ContentType="application/vnd.openxmlformats-officedocument.presentationml.tags+xml"/>
  <Override PartName="/ppt/tags/tag741.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tags/tag46.xml" ContentType="application/vnd.openxmlformats-officedocument.presentationml.tags+xml"/>
  <Override PartName="/ppt/tags/tag93.xml" ContentType="application/vnd.openxmlformats-officedocument.presentationml.tags+xml"/>
  <Override PartName="/ppt/tags/tag139.xml" ContentType="application/vnd.openxmlformats-officedocument.presentationml.tags+xml"/>
  <Override PartName="/ppt/tags/tag186.xml" ContentType="application/vnd.openxmlformats-officedocument.presentationml.tags+xml"/>
  <Override PartName="/ppt/tags/tag202.xml" ContentType="application/vnd.openxmlformats-officedocument.presentationml.tags+xml"/>
  <Override PartName="/ppt/tags/tag533.xml" ContentType="application/vnd.openxmlformats-officedocument.presentationml.tags+xml"/>
  <Override PartName="/ppt/tags/tag580.xml" ContentType="application/vnd.openxmlformats-officedocument.presentationml.tags+xml"/>
  <Override PartName="/ppt/tags/tag678.xml" ContentType="application/vnd.openxmlformats-officedocument.presentationml.tags+xml"/>
  <Override PartName="/ppt/tags/tag817.xml" ContentType="application/vnd.openxmlformats-officedocument.presentationml.tags+xml"/>
  <Override PartName="/ppt/slides/slide119.xml" ContentType="application/vnd.openxmlformats-officedocument.presentationml.slide+xml"/>
  <Override PartName="/ppt/slides/slide166.xml" ContentType="application/vnd.openxmlformats-officedocument.presentationml.slide+xml"/>
  <Override PartName="/ppt/slideLayouts/slideLayout10.xml" ContentType="application/vnd.openxmlformats-officedocument.presentationml.slideLayout+xml"/>
  <Override PartName="/ppt/tags/tag24.xml" ContentType="application/vnd.openxmlformats-officedocument.presentationml.tags+xml"/>
  <Override PartName="/ppt/tags/tag71.xml" ContentType="application/vnd.openxmlformats-officedocument.presentationml.tags+xml"/>
  <Override PartName="/ppt/tags/tag325.xml" ContentType="application/vnd.openxmlformats-officedocument.presentationml.tags+xml"/>
  <Override PartName="/ppt/tags/tag372.xml" ContentType="application/vnd.openxmlformats-officedocument.presentationml.tags+xml"/>
  <Override PartName="/ppt/tags/tag609.xml" ContentType="application/vnd.openxmlformats-officedocument.presentationml.tags+xml"/>
  <Override PartName="/ppt/tags/tag656.xml" ContentType="application/vnd.openxmlformats-officedocument.presentationml.tags+xml"/>
  <Override PartName="/ppt/tags/tag117.xml" ContentType="application/vnd.openxmlformats-officedocument.presentationml.tags+xml"/>
  <Override PartName="/ppt/tags/tag164.xml" ContentType="application/vnd.openxmlformats-officedocument.presentationml.tags+xml"/>
  <Override PartName="/ppt/tags/tag448.xml" ContentType="application/vnd.openxmlformats-officedocument.presentationml.tags+xml"/>
  <Override PartName="/ppt/tags/tag495.xml" ContentType="application/vnd.openxmlformats-officedocument.presentationml.tags+xml"/>
  <Override PartName="/ppt/tags/tag511.xml" ContentType="application/vnd.openxmlformats-officedocument.presentationml.tags+xml"/>
  <Override PartName="/ppt/notesSlides/notesSlide118.xml" ContentType="application/vnd.openxmlformats-officedocument.presentationml.notesSlide+xml"/>
  <Override PartName="/ppt/tags/tag779.xml" ContentType="application/vnd.openxmlformats-officedocument.presentationml.tags+xml"/>
  <Override PartName="/ppt/slides/slide49.xml" ContentType="application/vnd.openxmlformats-officedocument.presentationml.slide+xml"/>
  <Override PartName="/ppt/slides/slide96.xml" ContentType="application/vnd.openxmlformats-officedocument.presentationml.slide+xml"/>
  <Override PartName="/ppt/slides/slide144.xml" ContentType="application/vnd.openxmlformats-officedocument.presentationml.slide+xml"/>
  <Override PartName="/ppt/tags/tag142.xml" ContentType="application/vnd.openxmlformats-officedocument.presentationml.tags+xml"/>
  <Override PartName="/ppt/tags/tag287.xml" ContentType="application/vnd.openxmlformats-officedocument.presentationml.tags+xml"/>
  <Override PartName="/ppt/tags/tag303.xml" ContentType="application/vnd.openxmlformats-officedocument.presentationml.tags+xml"/>
  <Override PartName="/ppt/tags/tag350.xml" ContentType="application/vnd.openxmlformats-officedocument.presentationml.tags+xml"/>
  <Override PartName="/ppt/tags/tag634.xml" ContentType="application/vnd.openxmlformats-officedocument.presentationml.tags+xml"/>
  <Override PartName="/ppt/tags/tag681.xml" ContentType="application/vnd.openxmlformats-officedocument.presentationml.tags+xml"/>
  <Override PartName="/ppt/tags/tag820.xml" ContentType="application/vnd.openxmlformats-officedocument.presentationml.tags+xml"/>
  <Override PartName="/ppt/slides/slide122.xml" ContentType="application/vnd.openxmlformats-officedocument.presentationml.slide+xml"/>
  <Override PartName="/ppt/tags/tag426.xml" ContentType="application/vnd.openxmlformats-officedocument.presentationml.tags+xml"/>
  <Override PartName="/ppt/tags/tag473.xml" ContentType="application/vnd.openxmlformats-officedocument.presentationml.tags+xml"/>
  <Override PartName="/ppt/notesSlides/notesSlide87.xml" ContentType="application/vnd.openxmlformats-officedocument.presentationml.notesSlide+xml"/>
  <Override PartName="/ppt/tags/tag612.xml" ContentType="application/vnd.openxmlformats-officedocument.presentationml.tags+xml"/>
  <Override PartName="/ppt/tags/tag757.xml" ContentType="application/vnd.openxmlformats-officedocument.presentationml.tags+xml"/>
  <Override PartName="/ppt/notesSlides/notesSlide143.xml" ContentType="application/vnd.openxmlformats-officedocument.presentationml.notesSlide+xml"/>
  <Override PartName="/ppt/slides/slide27.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tags/tag120.xml" ContentType="application/vnd.openxmlformats-officedocument.presentationml.tags+xml"/>
  <Override PartName="/ppt/tags/tag218.xml" ContentType="application/vnd.openxmlformats-officedocument.presentationml.tags+xml"/>
  <Override PartName="/ppt/tags/tag265.xml" ContentType="application/vnd.openxmlformats-officedocument.presentationml.tags+xml"/>
  <Override PartName="/ppt/tags/tag404.xml" ContentType="application/vnd.openxmlformats-officedocument.presentationml.tags+xml"/>
  <Override PartName="/ppt/tags/tag451.xml" ContentType="application/vnd.openxmlformats-officedocument.presentationml.tags+xml"/>
  <Override PartName="/ppt/tags/tag549.xml" ContentType="application/vnd.openxmlformats-officedocument.presentationml.tags+xml"/>
  <Override PartName="/ppt/tags/tag596.xml" ContentType="application/vnd.openxmlformats-officedocument.presentationml.tags+xml"/>
  <Override PartName="/ppt/notesSlides/notesSlide121.xml" ContentType="application/vnd.openxmlformats-officedocument.presentationml.notesSlide+xml"/>
  <Override PartName="/ppt/tags/tag735.xml" ContentType="application/vnd.openxmlformats-officedocument.presentationml.tags+xml"/>
  <Override PartName="/ppt/tags/tag782.xml" ContentType="application/vnd.openxmlformats-officedocument.presentationml.tags+xml"/>
  <Override PartName="/ppt/slides/slide2.xml" ContentType="application/vnd.openxmlformats-officedocument.presentationml.slide+xml"/>
  <Override PartName="/ppt/slides/slide52.xml" ContentType="application/vnd.openxmlformats-officedocument.presentationml.slide+xml"/>
  <Override PartName="/ppt/slides/slide100.xml" ContentType="application/vnd.openxmlformats-officedocument.presentationml.slide+xml"/>
  <Override PartName="/ppt/tags/tag87.xml" ContentType="application/vnd.openxmlformats-officedocument.presentationml.tags+xml"/>
  <Override PartName="/ppt/notesSlides/notesSlide18.xml" ContentType="application/vnd.openxmlformats-officedocument.presentationml.notesSlide+xml"/>
  <Override PartName="/ppt/tags/tag243.xml" ContentType="application/vnd.openxmlformats-officedocument.presentationml.tags+xml"/>
  <Override PartName="/ppt/tags/tag290.xml" ContentType="application/vnd.openxmlformats-officedocument.presentationml.tags+xml"/>
  <Override PartName="/ppt/notesSlides/notesSlide65.xml" ContentType="application/vnd.openxmlformats-officedocument.presentationml.notesSlide+xml"/>
  <Override PartName="/ppt/tags/tag388.xml" ContentType="application/vnd.openxmlformats-officedocument.presentationml.tags+xml"/>
  <Override PartName="/ppt/tags/tag527.xml" ContentType="application/vnd.openxmlformats-officedocument.presentationml.tags+xml"/>
  <Override PartName="/ppt/tags/tag574.xml" ContentType="application/vnd.openxmlformats-officedocument.presentationml.tags+xml"/>
  <Override PartName="/ppt/notesSlides/notesSlide43.xml" ContentType="application/vnd.openxmlformats-officedocument.presentationml.notesSlide+xml"/>
  <Override PartName="/ppt/tags/tag319.xml" ContentType="application/vnd.openxmlformats-officedocument.presentationml.tags+xml"/>
  <Override PartName="/ppt/tags/tag366.xml" ContentType="application/vnd.openxmlformats-officedocument.presentationml.tags+xml"/>
  <Override PartName="/ppt/notesSlides/notesSlide90.xml" ContentType="application/vnd.openxmlformats-officedocument.presentationml.notesSlide+xml"/>
  <Override PartName="/ppt/tags/tag713.xml" ContentType="application/vnd.openxmlformats-officedocument.presentationml.tags+xml"/>
  <Override PartName="/ppt/tags/tag760.xml" ContentType="application/vnd.openxmlformats-officedocument.presentationml.tags+xml"/>
  <Override PartName="/ppt/slides/slide30.xml" ContentType="application/vnd.openxmlformats-officedocument.presentationml.slide+xml"/>
  <Override PartName="/ppt/tags/tag18.xml" ContentType="application/vnd.openxmlformats-officedocument.presentationml.tags+xml"/>
  <Override PartName="/ppt/tags/tag65.xml" ContentType="application/vnd.openxmlformats-officedocument.presentationml.tags+xml"/>
  <Override PartName="/ppt/tags/tag158.xml" ContentType="application/vnd.openxmlformats-officedocument.presentationml.tags+xml"/>
  <Override PartName="/ppt/tags/tag221.xml" ContentType="application/vnd.openxmlformats-officedocument.presentationml.tags+xml"/>
  <Override PartName="/ppt/tags/tag505.xml" ContentType="application/vnd.openxmlformats-officedocument.presentationml.tags+xml"/>
  <Override PartName="/ppt/tags/tag552.xml" ContentType="application/vnd.openxmlformats-officedocument.presentationml.tags+xml"/>
  <Override PartName="/ppt/tags/tag697.xml" ContentType="application/vnd.openxmlformats-officedocument.presentationml.tags+xml"/>
  <Override PartName="/ppt/tags/tag836.xml" ContentType="application/vnd.openxmlformats-officedocument.presentationml.tags+xml"/>
  <Override PartName="/ppt/slides/slide138.xml" ContentType="application/vnd.openxmlformats-officedocument.presentationml.slide+xml"/>
  <Override PartName="/ppt/tags/tag43.xml" ContentType="application/vnd.openxmlformats-officedocument.presentationml.tags+xml"/>
  <Override PartName="/ppt/notesSlides/notesSlide9.xml" ContentType="application/vnd.openxmlformats-officedocument.presentationml.notesSlide+xml"/>
  <Override PartName="/ppt/tags/tag90.xml" ContentType="application/vnd.openxmlformats-officedocument.presentationml.tags+xml"/>
  <Override PartName="/ppt/notesSlides/notesSlide21.xml" ContentType="application/vnd.openxmlformats-officedocument.presentationml.notesSlide+xml"/>
  <Override PartName="/ppt/tags/tag344.xml" ContentType="application/vnd.openxmlformats-officedocument.presentationml.tags+xml"/>
  <Override PartName="/ppt/tags/tag391.xml" ContentType="application/vnd.openxmlformats-officedocument.presentationml.tags+xml"/>
  <Override PartName="/ppt/tags/tag489.xml" ContentType="application/vnd.openxmlformats-officedocument.presentationml.tags+xml"/>
  <Override PartName="/ppt/tags/tag530.xml" ContentType="application/vnd.openxmlformats-officedocument.presentationml.tags+xml"/>
  <Override PartName="/ppt/tags/tag628.xml" ContentType="application/vnd.openxmlformats-officedocument.presentationml.tags+xml"/>
  <Override PartName="/ppt/tags/tag675.xml" ContentType="application/vnd.openxmlformats-officedocument.presentationml.tags+xml"/>
  <Override PartName="/ppt/tags/tag136.xml" ContentType="application/vnd.openxmlformats-officedocument.presentationml.tags+xml"/>
  <Override PartName="/ppt/tags/tag183.xml" ContentType="application/vnd.openxmlformats-officedocument.presentationml.tags+xml"/>
  <Override PartName="/ppt/tags/tag322.xml" ContentType="application/vnd.openxmlformats-officedocument.presentationml.tags+xml"/>
  <Override PartName="/ppt/tags/tag467.xml" ContentType="application/vnd.openxmlformats-officedocument.presentationml.tags+xml"/>
  <Override PartName="/ppt/notesSlides/notesSlide137.xml" ContentType="application/vnd.openxmlformats-officedocument.presentationml.notesSlide+xml"/>
  <Override PartName="/ppt/tags/tag798.xml" ContentType="application/vnd.openxmlformats-officedocument.presentationml.tags+xml"/>
  <Override PartName="/ppt/tags/tag814.xml" ContentType="application/vnd.openxmlformats-officedocument.presentationml.tags+xml"/>
  <Override PartName="/ppt/slides/slide68.xml" ContentType="application/vnd.openxmlformats-officedocument.presentationml.slide+xml"/>
  <Override PartName="/ppt/slides/slide116.xml" ContentType="application/vnd.openxmlformats-officedocument.presentationml.slide+xml"/>
  <Override PartName="/ppt/slides/slide163.xml" ContentType="application/vnd.openxmlformats-officedocument.presentationml.slide+xml"/>
  <Override PartName="/ppt/tags/tag21.xml" ContentType="application/vnd.openxmlformats-officedocument.presentationml.tags+xml"/>
  <Override PartName="/ppt/tags/tag114.xml" ContentType="application/vnd.openxmlformats-officedocument.presentationml.tags+xml"/>
  <Override PartName="/ppt/tags/tag161.xml" ContentType="application/vnd.openxmlformats-officedocument.presentationml.tags+xml"/>
  <Override PartName="/ppt/tags/tag259.xml" ContentType="application/vnd.openxmlformats-officedocument.presentationml.tags+xml"/>
  <Override PartName="/ppt/tags/tag606.xml" ContentType="application/vnd.openxmlformats-officedocument.presentationml.tags+xml"/>
  <Override PartName="/ppt/tags/tag653.xml" ContentType="application/vnd.openxmlformats-officedocument.presentationml.tags+xml"/>
  <Override PartName="/ppt/slides/slide141.xml" ContentType="application/vnd.openxmlformats-officedocument.presentationml.slide+xml"/>
  <Override PartName="/ppt/tags/tag7.xml" ContentType="application/vnd.openxmlformats-officedocument.presentationml.tags+xml"/>
  <Override PartName="/ppt/tags/tag300.xml" ContentType="application/vnd.openxmlformats-officedocument.presentationml.tags+xml"/>
  <Override PartName="/ppt/notesSlides/notesSlide59.xml" ContentType="application/vnd.openxmlformats-officedocument.presentationml.notesSlide+xml"/>
  <Override PartName="/ppt/tags/tag445.xml" ContentType="application/vnd.openxmlformats-officedocument.presentationml.tags+xml"/>
  <Override PartName="/ppt/tags/tag492.xml" ContentType="application/vnd.openxmlformats-officedocument.presentationml.tags+xml"/>
  <Override PartName="/ppt/notesSlides/notesSlide115.xml" ContentType="application/vnd.openxmlformats-officedocument.presentationml.notesSlide+xml"/>
  <Override PartName="/ppt/tags/tag631.xml" ContentType="application/vnd.openxmlformats-officedocument.presentationml.tags+xml"/>
  <Override PartName="/ppt/tags/tag729.xml" ContentType="application/vnd.openxmlformats-officedocument.presentationml.tags+xml"/>
  <Override PartName="/ppt/tags/tag776.xml" ContentType="application/vnd.openxmlformats-officedocument.presentationml.tags+xml"/>
  <Override PartName="/ppt/slides/slide46.xml" ContentType="application/vnd.openxmlformats-officedocument.presentationml.slide+xml"/>
  <Override PartName="/ppt/slides/slide93.xml" ContentType="application/vnd.openxmlformats-officedocument.presentationml.slide+xml"/>
  <Override PartName="/ppt/tags/tag237.xml" ContentType="application/vnd.openxmlformats-officedocument.presentationml.tags+xml"/>
  <Override PartName="/ppt/tags/tag284.xml" ContentType="application/vnd.openxmlformats-officedocument.presentationml.tags+xml"/>
  <Override PartName="/ppt/tags/tag423.xml" ContentType="application/vnd.openxmlformats-officedocument.presentationml.tags+xml"/>
  <Override PartName="/ppt/tags/tag470.xml" ContentType="application/vnd.openxmlformats-officedocument.presentationml.tags+xml"/>
  <Override PartName="/ppt/tags/tag568.xml" ContentType="application/vnd.openxmlformats-officedocument.presentationml.tags+xml"/>
  <Override PartName="/ppt/tags/tag707.xml" ContentType="application/vnd.openxmlformats-officedocument.presentationml.tags+xml"/>
  <Override PartName="/ppt/notesSlides/notesSlide140.xml" ContentType="application/vnd.openxmlformats-officedocument.presentationml.notesSlide+xml"/>
  <Override PartName="/ppt/tags/tag754.xml" ContentType="application/vnd.openxmlformats-officedocument.presentationml.tags+xml"/>
  <Override PartName="/ppt/slides/slide24.xml" ContentType="application/vnd.openxmlformats-officedocument.presentationml.slide+xml"/>
  <Override PartName="/ppt/slides/slide71.xml" ContentType="application/vnd.openxmlformats-officedocument.presentationml.slide+xml"/>
  <Override PartName="/ppt/tags/tag59.xml" ContentType="application/vnd.openxmlformats-officedocument.presentationml.tags+xml"/>
  <Override PartName="/ppt/notesSlides/notesSlide37.xml" ContentType="application/vnd.openxmlformats-officedocument.presentationml.notesSlide+xml"/>
  <Override PartName="/ppt/tags/tag215.xml" ContentType="application/vnd.openxmlformats-officedocument.presentationml.tags+xml"/>
  <Override PartName="/ppt/tags/tag262.xml" ContentType="application/vnd.openxmlformats-officedocument.presentationml.tags+xml"/>
  <Override PartName="/ppt/notesSlides/notesSlide84.xml" ContentType="application/vnd.openxmlformats-officedocument.presentationml.notesSlide+xml"/>
  <Override PartName="/ppt/tags/tag546.xml" ContentType="application/vnd.openxmlformats-officedocument.presentationml.tags+xml"/>
  <Override PartName="/ppt/tags/tag593.xml" ContentType="application/vnd.openxmlformats-officedocument.presentationml.tags+xml"/>
  <Override PartName="/ppt/slideLayouts/slideLayout1.xml" ContentType="application/vnd.openxmlformats-officedocument.presentationml.slideLayout+xml"/>
  <Override PartName="/ppt/tags/tag37.xml" ContentType="application/vnd.openxmlformats-officedocument.presentationml.tags+xml"/>
  <Override PartName="/ppt/notesSlides/notesSlide15.xml" ContentType="application/vnd.openxmlformats-officedocument.presentationml.notesSlide+xml"/>
  <Override PartName="/ppt/tags/tag84.xml" ContentType="application/vnd.openxmlformats-officedocument.presentationml.tags+xml"/>
  <Override PartName="/ppt/tags/tag199.xml" ContentType="application/vnd.openxmlformats-officedocument.presentationml.tags+xml"/>
  <Override PartName="/ppt/notesSlides/notesSlide62.xml" ContentType="application/vnd.openxmlformats-officedocument.presentationml.notesSlide+xml"/>
  <Override PartName="/ppt/tags/tag338.xml" ContentType="application/vnd.openxmlformats-officedocument.presentationml.tags+xml"/>
  <Override PartName="/ppt/tags/tag385.xml" ContentType="application/vnd.openxmlformats-officedocument.presentationml.tags+xml"/>
  <Override PartName="/ppt/tags/tag401.xml" ContentType="application/vnd.openxmlformats-officedocument.presentationml.tags+xml"/>
  <Override PartName="/ppt/tags/tag669.xml" ContentType="application/vnd.openxmlformats-officedocument.presentationml.tags+xml"/>
  <Override PartName="/ppt/tags/tag732.xml" ContentType="application/vnd.openxmlformats-officedocument.presentationml.tags+xml"/>
  <Override PartName="/ppt/tags/tag177.xml" ContentType="application/vnd.openxmlformats-officedocument.presentationml.tags+xml"/>
  <Override PartName="/ppt/tags/tag240.xml" ContentType="application/vnd.openxmlformats-officedocument.presentationml.tags+xml"/>
  <Override PartName="/ppt/tags/tag524.xml" ContentType="application/vnd.openxmlformats-officedocument.presentationml.tags+xml"/>
  <Override PartName="/ppt/tags/tag571.xml" ContentType="application/vnd.openxmlformats-officedocument.presentationml.tags+xml"/>
  <Override PartName="/ppt/tags/tag710.xml" ContentType="application/vnd.openxmlformats-officedocument.presentationml.tags+xml"/>
  <Override PartName="/ppt/tags/tag808.xml" ContentType="application/vnd.openxmlformats-officedocument.presentationml.tags+xml"/>
  <Override PartName="/ppt/slides/slide157.xml" ContentType="application/vnd.openxmlformats-officedocument.presentationml.slide+xml"/>
  <Override PartName="/ppt/tags/tag15.xml" ContentType="application/vnd.openxmlformats-officedocument.presentationml.tags+xml"/>
  <Override PartName="/ppt/tags/tag62.xml" ContentType="application/vnd.openxmlformats-officedocument.presentationml.tags+xml"/>
  <Override PartName="/ppt/notesSlides/notesSlide40.xml" ContentType="application/vnd.openxmlformats-officedocument.presentationml.notesSlide+xml"/>
  <Override PartName="/ppt/tags/tag316.xml" ContentType="application/vnd.openxmlformats-officedocument.presentationml.tags+xml"/>
  <Override PartName="/ppt/tags/tag363.xml" ContentType="application/vnd.openxmlformats-officedocument.presentationml.tags+xml"/>
  <Override PartName="/ppt/tags/tag502.xml" ContentType="application/vnd.openxmlformats-officedocument.presentationml.tags+xml"/>
  <Override PartName="/ppt/tags/tag647.xml" ContentType="application/vnd.openxmlformats-officedocument.presentationml.tags+xml"/>
  <Override PartName="/ppt/tags/tag694.xml" ContentType="application/vnd.openxmlformats-officedocument.presentationml.tags+xml"/>
  <Override PartName="/ppt/notesSlides/notesSlide6.xml" ContentType="application/vnd.openxmlformats-officedocument.presentationml.notesSlide+xml"/>
  <Override PartName="/ppt/tags/tag40.xml" ContentType="application/vnd.openxmlformats-officedocument.presentationml.tags+xml"/>
  <Override PartName="/ppt/tags/tag108.xml" ContentType="application/vnd.openxmlformats-officedocument.presentationml.tags+xml"/>
  <Override PartName="/ppt/tags/tag155.xml" ContentType="application/vnd.openxmlformats-officedocument.presentationml.tags+xml"/>
  <Override PartName="/ppt/tags/tag341.xml" ContentType="application/vnd.openxmlformats-officedocument.presentationml.tags+xml"/>
  <Override PartName="/ppt/tags/tag439.xml" ContentType="application/vnd.openxmlformats-officedocument.presentationml.tags+xml"/>
  <Override PartName="/ppt/tags/tag486.xml" ContentType="application/vnd.openxmlformats-officedocument.presentationml.tags+xml"/>
  <Override PartName="/ppt/notesSlides/notesSlide109.xml" ContentType="application/vnd.openxmlformats-officedocument.presentationml.notesSlide+xml"/>
  <Override PartName="/ppt/tags/tag833.xml" ContentType="application/vnd.openxmlformats-officedocument.presentationml.tags+xml"/>
  <Override PartName="/ppt/notesSlides/notesSlide156.xml" ContentType="application/vnd.openxmlformats-officedocument.presentationml.notesSlide+xml"/>
  <Override PartName="/ppt/slides/slide87.xml" ContentType="application/vnd.openxmlformats-officedocument.presentationml.slide+xml"/>
  <Override PartName="/ppt/slides/slide135.xml" ContentType="application/vnd.openxmlformats-officedocument.presentationml.slide+xml"/>
  <Override PartName="/ppt/tags/tag133.xml" ContentType="application/vnd.openxmlformats-officedocument.presentationml.tags+xml"/>
  <Override PartName="/ppt/tags/tag180.xml" ContentType="application/vnd.openxmlformats-officedocument.presentationml.tags+xml"/>
  <Override PartName="/ppt/tags/tag278.xml" ContentType="application/vnd.openxmlformats-officedocument.presentationml.tags+xml"/>
  <Override PartName="/ppt/tags/tag417.xml" ContentType="application/vnd.openxmlformats-officedocument.presentationml.tags+xml"/>
  <Override PartName="/ppt/tags/tag625.xml" ContentType="application/vnd.openxmlformats-officedocument.presentationml.tags+xml"/>
  <Override PartName="/ppt/tags/tag672.xml" ContentType="application/vnd.openxmlformats-officedocument.presentationml.tags+xml"/>
  <Override PartName="/ppt/tags/tag811.xml" ContentType="application/vnd.openxmlformats-officedocument.presentationml.tags+xml"/>
  <Override PartName="/ppt/slides/slide113.xml" ContentType="application/vnd.openxmlformats-officedocument.presentationml.slide+xml"/>
  <Override PartName="/ppt/slides/slide160.xml" ContentType="application/vnd.openxmlformats-officedocument.presentationml.slide+xml"/>
  <Override PartName="/ppt/tags/tag209.xml" ContentType="application/vnd.openxmlformats-officedocument.presentationml.tags+xml"/>
  <Override PartName="/ppt/tags/tag256.xml" ContentType="application/vnd.openxmlformats-officedocument.presentationml.tags+xml"/>
  <Override PartName="/ppt/notesSlides/notesSlide78.xml" ContentType="application/vnd.openxmlformats-officedocument.presentationml.notesSlide+xml"/>
  <Override PartName="/ppt/tags/tag464.xml" ContentType="application/vnd.openxmlformats-officedocument.presentationml.tags+xml"/>
  <Override PartName="/ppt/tags/tag603.xml" ContentType="application/vnd.openxmlformats-officedocument.presentationml.tags+xml"/>
  <Override PartName="/ppt/tags/tag650.xml" ContentType="application/vnd.openxmlformats-officedocument.presentationml.tags+xml"/>
  <Override PartName="/ppt/notesSlides/notesSlide134.xml" ContentType="application/vnd.openxmlformats-officedocument.presentationml.notesSlide+xml"/>
  <Override PartName="/ppt/tags/tag748.xml" ContentType="application/vnd.openxmlformats-officedocument.presentationml.tags+xml"/>
  <Override PartName="/ppt/tags/tag795.xml" ContentType="application/vnd.openxmlformats-officedocument.presentationml.tags+xml"/>
  <Override PartName="/ppt/slides/slide18.xml" ContentType="application/vnd.openxmlformats-officedocument.presentationml.slide+xml"/>
  <Override PartName="/ppt/slides/slide65.xml" ContentType="application/vnd.openxmlformats-officedocument.presentationml.slide+xml"/>
  <Override PartName="/ppt/slideLayouts/slideLayout17.xml" ContentType="application/vnd.openxmlformats-officedocument.presentationml.slideLayout+xml"/>
  <Override PartName="/ppt/tags/tag4.xml" ContentType="application/vnd.openxmlformats-officedocument.presentationml.tags+xml"/>
  <Override PartName="/ppt/tags/tag111.xml" ContentType="application/vnd.openxmlformats-officedocument.presentationml.tags+xml"/>
  <Override PartName="/ppt/tags/tag442.xml" ContentType="application/vnd.openxmlformats-officedocument.presentationml.tags+xml"/>
  <Override PartName="/ppt/notesSlides/notesSlide112.xml" ContentType="application/vnd.openxmlformats-officedocument.presentationml.notesSlide+xml"/>
  <Override PartName="/ppt/tags/tag587.xml" ContentType="application/vnd.openxmlformats-officedocument.presentationml.tags+xml"/>
  <Override PartName="/ppt/tags/tag726.xml" ContentType="application/vnd.openxmlformats-officedocument.presentationml.tags+xml"/>
  <Override PartName="/ppt/tags/tag773.xml" ContentType="application/vnd.openxmlformats-officedocument.presentationml.tags+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tags/tag78.xml" ContentType="application/vnd.openxmlformats-officedocument.presentationml.tags+xml"/>
  <Override PartName="/ppt/tags/tag234.xml" ContentType="application/vnd.openxmlformats-officedocument.presentationml.tags+xml"/>
  <Override PartName="/ppt/tags/tag281.xml" ContentType="application/vnd.openxmlformats-officedocument.presentationml.tags+xml"/>
  <Override PartName="/ppt/notesSlides/notesSlide56.xml" ContentType="application/vnd.openxmlformats-officedocument.presentationml.notesSlide+xml"/>
  <Override PartName="/ppt/tags/tag379.xml" ContentType="application/vnd.openxmlformats-officedocument.presentationml.tags+xml"/>
  <Override PartName="/ppt/tags/tag518.xml" ContentType="application/vnd.openxmlformats-officedocument.presentationml.tags+xml"/>
  <Override PartName="/ppt/tags/tag565.xml" ContentType="application/vnd.openxmlformats-officedocument.presentationml.tags+xml"/>
  <Override PartName="/ppt/tags/tag56.xml" ContentType="application/vnd.openxmlformats-officedocument.presentationml.tags+xml"/>
  <Override PartName="/ppt/notesSlides/notesSlide34.xml" ContentType="application/vnd.openxmlformats-officedocument.presentationml.notesSlide+xml"/>
  <Override PartName="/ppt/tags/tag357.xml" ContentType="application/vnd.openxmlformats-officedocument.presentationml.tags+xml"/>
  <Override PartName="/ppt/tags/tag420.xml" ContentType="application/vnd.openxmlformats-officedocument.presentationml.tags+xml"/>
  <Override PartName="/ppt/notesSlides/notesSlide81.xml" ContentType="application/vnd.openxmlformats-officedocument.presentationml.notesSlide+xml"/>
  <Override PartName="/ppt/tags/tag688.xml" ContentType="application/vnd.openxmlformats-officedocument.presentationml.tags+xml"/>
  <Override PartName="/ppt/tags/tag704.xml" ContentType="application/vnd.openxmlformats-officedocument.presentationml.tags+xml"/>
  <Override PartName="/ppt/tags/tag751.xml" ContentType="application/vnd.openxmlformats-officedocument.presentationml.tags+xml"/>
  <Override PartName="/ppt/slides/slide21.xml" ContentType="application/vnd.openxmlformats-officedocument.presentationml.slide+xml"/>
  <Override PartName="/ppt/slideLayouts/slideLayout20.xml" ContentType="application/vnd.openxmlformats-officedocument.presentationml.slideLayout+xml"/>
  <Override PartName="/ppt/tags/tag149.xml" ContentType="application/vnd.openxmlformats-officedocument.presentationml.tags+xml"/>
  <Override PartName="/ppt/tags/tag196.xml" ContentType="application/vnd.openxmlformats-officedocument.presentationml.tags+xml"/>
  <Override PartName="/ppt/tags/tag212.xml" ContentType="application/vnd.openxmlformats-officedocument.presentationml.tags+xml"/>
  <Override PartName="/ppt/tags/tag543.xml" ContentType="application/vnd.openxmlformats-officedocument.presentationml.tags+xml"/>
  <Override PartName="/ppt/tags/tag590.xml" ContentType="application/vnd.openxmlformats-officedocument.presentationml.tags+xml"/>
  <Override PartName="/ppt/tags/tag827.xml" ContentType="application/vnd.openxmlformats-officedocument.presentationml.tags+xml"/>
  <Override PartName="/docProps/custom.xml" ContentType="application/vnd.openxmlformats-officedocument.custom-properties+xml"/>
  <Override PartName="/ppt/slides/slide129.xml" ContentType="application/vnd.openxmlformats-officedocument.presentationml.slide+xml"/>
  <Override PartName="/ppt/tags/tag34.xml" ContentType="application/vnd.openxmlformats-officedocument.presentationml.tags+xml"/>
  <Override PartName="/ppt/notesSlides/notesSlide12.xml" ContentType="application/vnd.openxmlformats-officedocument.presentationml.notesSlide+xml"/>
  <Override PartName="/ppt/tags/tag81.xml" ContentType="application/vnd.openxmlformats-officedocument.presentationml.tags+xml"/>
  <Override PartName="/ppt/tags/tag335.xml" ContentType="application/vnd.openxmlformats-officedocument.presentationml.tags+xml"/>
  <Override PartName="/ppt/tags/tag382.xml" ContentType="application/vnd.openxmlformats-officedocument.presentationml.tags+xml"/>
  <Override PartName="/ppt/tags/tag521.xml" ContentType="application/vnd.openxmlformats-officedocument.presentationml.tags+xml"/>
  <Override PartName="/ppt/tags/tag619.xml" ContentType="application/vnd.openxmlformats-officedocument.presentationml.tags+xml"/>
  <Override PartName="/ppt/tags/tag666.xml" ContentType="application/vnd.openxmlformats-officedocument.presentationml.tags+xml"/>
  <Override PartName="/ppt/tags/tag805.xml" ContentType="application/vnd.openxmlformats-officedocument.presentationml.tags+xml"/>
  <Override PartName="/ppt/tags/tag12.xml" ContentType="application/vnd.openxmlformats-officedocument.presentationml.tags+xml"/>
  <Override PartName="/ppt/tags/tag127.xml" ContentType="application/vnd.openxmlformats-officedocument.presentationml.tags+xml"/>
  <Override PartName="/ppt/tags/tag174.xml" ContentType="application/vnd.openxmlformats-officedocument.presentationml.tags+xml"/>
  <Override PartName="/ppt/tags/tag313.xml" ContentType="application/vnd.openxmlformats-officedocument.presentationml.tags+xml"/>
  <Override PartName="/ppt/tags/tag360.xml" ContentType="application/vnd.openxmlformats-officedocument.presentationml.tags+xml"/>
  <Override PartName="/ppt/tags/tag458.xml" ContentType="application/vnd.openxmlformats-officedocument.presentationml.tags+xml"/>
  <Override PartName="/ppt/tags/tag644.xml" ContentType="application/vnd.openxmlformats-officedocument.presentationml.tags+xml"/>
  <Override PartName="/ppt/notesSlides/notesSlide128.xml" ContentType="application/vnd.openxmlformats-officedocument.presentationml.notesSlide+xml"/>
  <Override PartName="/ppt/tags/tag691.xml" ContentType="application/vnd.openxmlformats-officedocument.presentationml.tags+xml"/>
  <Override PartName="/ppt/tags/tag789.xml" ContentType="application/vnd.openxmlformats-officedocument.presentationml.tags+xml"/>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slides/slide154.xml" ContentType="application/vnd.openxmlformats-officedocument.presentationml.slide+xml"/>
  <Override PartName="/ppt/viewProps.xml" ContentType="application/vnd.openxmlformats-officedocument.presentationml.viewProps+xml"/>
  <Override PartName="/ppt/tags/tag105.xml" ContentType="application/vnd.openxmlformats-officedocument.presentationml.tags+xml"/>
  <Override PartName="/ppt/tags/tag152.xml" ContentType="application/vnd.openxmlformats-officedocument.presentationml.tags+xml"/>
  <Override PartName="/ppt/tags/tag297.xml" ContentType="application/vnd.openxmlformats-officedocument.presentationml.tags+xml"/>
  <Override PartName="/ppt/tags/tag436.xml" ContentType="application/vnd.openxmlformats-officedocument.presentationml.tags+xml"/>
  <Override PartName="/ppt/tags/tag483.xml" ContentType="application/vnd.openxmlformats-officedocument.presentationml.tags+xml"/>
  <Override PartName="/ppt/notesSlides/notesSlide106.xml" ContentType="application/vnd.openxmlformats-officedocument.presentationml.notesSlide+xml"/>
  <Override PartName="/ppt/notesSlides/notesSlide153.xml" ContentType="application/vnd.openxmlformats-officedocument.presentationml.notesSlide+xml"/>
  <Override PartName="/ppt/tags/tag830.xml" ContentType="application/vnd.openxmlformats-officedocument.presentationml.tags+xml"/>
  <Override PartName="/ppt/slides/slide132.xml" ContentType="application/vnd.openxmlformats-officedocument.presentationml.slide+xml"/>
  <Override PartName="/ppt/notesSlides/notesSlide3.xml" ContentType="application/vnd.openxmlformats-officedocument.presentationml.notesSlide+xml"/>
  <Override PartName="/ppt/tags/tag228.xml" ContentType="application/vnd.openxmlformats-officedocument.presentationml.tags+xml"/>
  <Override PartName="/ppt/tags/tag275.xml" ContentType="application/vnd.openxmlformats-officedocument.presentationml.tags+xml"/>
  <Override PartName="/ppt/notesSlides/notesSlide97.xml" ContentType="application/vnd.openxmlformats-officedocument.presentationml.notesSlide+xml"/>
  <Override PartName="/ppt/tags/tag622.xml" ContentType="application/vnd.openxmlformats-officedocument.presentationml.tags+xml"/>
  <Override PartName="/ppt/tags/tag767.xml" ContentType="application/vnd.openxmlformats-officedocument.presentationml.tags+xml"/>
  <Override PartName="/ppt/slides/slide37.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tags/tag130.xml" ContentType="application/vnd.openxmlformats-officedocument.presentationml.tags+xml"/>
  <Override PartName="/ppt/tags/tag414.xml" ContentType="application/vnd.openxmlformats-officedocument.presentationml.tags+xml"/>
  <Override PartName="/ppt/tags/tag461.xml" ContentType="application/vnd.openxmlformats-officedocument.presentationml.tags+xml"/>
  <Override PartName="/ppt/tags/tag559.xml" ContentType="application/vnd.openxmlformats-officedocument.presentationml.tags+xml"/>
  <Override PartName="/ppt/tags/tag600.xml" ContentType="application/vnd.openxmlformats-officedocument.presentationml.tags+xml"/>
  <Override PartName="/ppt/notesSlides/notesSlide131.xml" ContentType="application/vnd.openxmlformats-officedocument.presentationml.notesSlide+xml"/>
  <Override PartName="/ppt/tags/tag745.xml" ContentType="application/vnd.openxmlformats-officedocument.presentationml.tags+xml"/>
  <Override PartName="/ppt/tags/tag792.xml" ContentType="application/vnd.openxmlformats-officedocument.presentationml.tags+xml"/>
  <Override PartName="/ppt/slides/slide15.xml" ContentType="application/vnd.openxmlformats-officedocument.presentationml.slide+xml"/>
  <Override PartName="/ppt/slides/slide62.xml" ContentType="application/vnd.openxmlformats-officedocument.presentationml.slide+xml"/>
  <Override PartName="/ppt/slides/slide110.xml" ContentType="application/vnd.openxmlformats-officedocument.presentationml.slide+xml"/>
  <Override PartName="/ppt/tags/tag97.xml" ContentType="application/vnd.openxmlformats-officedocument.presentationml.tags+xml"/>
  <Override PartName="/ppt/notesSlides/notesSlide28.xml" ContentType="application/vnd.openxmlformats-officedocument.presentationml.notesSlide+xml"/>
  <Override PartName="/ppt/tags/tag206.xml" ContentType="application/vnd.openxmlformats-officedocument.presentationml.tags+xml"/>
  <Override PartName="/ppt/tags/tag253.xml" ContentType="application/vnd.openxmlformats-officedocument.presentationml.tags+xml"/>
  <Override PartName="/ppt/tags/tag398.xml" ContentType="application/vnd.openxmlformats-officedocument.presentationml.tags+xml"/>
  <Override PartName="/ppt/notesSlides/notesSlide75.xml" ContentType="application/vnd.openxmlformats-officedocument.presentationml.notesSlide+xml"/>
  <Override PartName="/ppt/tags/tag537.xml" ContentType="application/vnd.openxmlformats-officedocument.presentationml.tags+xml"/>
  <Override PartName="/ppt/tags/tag584.xml" ContentType="application/vnd.openxmlformats-officedocument.presentationml.tags+xml"/>
  <Override PartName="/ppt/slideLayouts/slideLayout14.xml" ContentType="application/vnd.openxmlformats-officedocument.presentationml.slideLayout+xml"/>
  <Override PartName="/ppt/tags/tag1.xml" ContentType="application/vnd.openxmlformats-officedocument.presentationml.tags+xml"/>
  <Override PartName="/ppt/tags/tag28.xml" ContentType="application/vnd.openxmlformats-officedocument.presentationml.tags+xml"/>
  <Override PartName="/ppt/tags/tag75.xml" ContentType="application/vnd.openxmlformats-officedocument.presentationml.tags+xml"/>
  <Override PartName="/ppt/tags/tag231.xml" ContentType="application/vnd.openxmlformats-officedocument.presentationml.tags+xml"/>
  <Override PartName="/ppt/notesSlides/notesSlide53.xml" ContentType="application/vnd.openxmlformats-officedocument.presentationml.notesSlide+xml"/>
  <Override PartName="/ppt/tags/tag329.xml" ContentType="application/vnd.openxmlformats-officedocument.presentationml.tags+xml"/>
  <Override PartName="/ppt/tags/tag376.xml" ContentType="application/vnd.openxmlformats-officedocument.presentationml.tags+xml"/>
  <Override PartName="/ppt/tags/tag723.xml" ContentType="application/vnd.openxmlformats-officedocument.presentationml.tags+xml"/>
  <Override PartName="/ppt/tags/tag770.xml" ContentType="application/vnd.openxmlformats-officedocument.presentationml.tags+xml"/>
  <Override PartName="/ppt/slides/slide40.xml" ContentType="application/vnd.openxmlformats-officedocument.presentationml.slide+xml"/>
  <Override PartName="/ppt/tags/tag168.xml" ContentType="application/vnd.openxmlformats-officedocument.presentationml.tags+xml"/>
  <Override PartName="/ppt/tags/tag499.xml" ContentType="application/vnd.openxmlformats-officedocument.presentationml.tags+xml"/>
  <Override PartName="/ppt/tags/tag515.xml" ContentType="application/vnd.openxmlformats-officedocument.presentationml.tags+xml"/>
  <Override PartName="/ppt/tags/tag562.xml" ContentType="application/vnd.openxmlformats-officedocument.presentationml.tags+xml"/>
  <Override PartName="/ppt/tags/tag701.xml" ContentType="application/vnd.openxmlformats-officedocument.presentationml.tags+xml"/>
  <Override PartName="/ppt/slides/slide148.xml" ContentType="application/vnd.openxmlformats-officedocument.presentationml.slide+xml"/>
  <Override PartName="/ppt/tags/tag53.xml" ContentType="application/vnd.openxmlformats-officedocument.presentationml.tags+xml"/>
  <Override PartName="/ppt/notesSlides/notesSlide31.xml" ContentType="application/vnd.openxmlformats-officedocument.presentationml.notesSlide+xml"/>
  <Override PartName="/ppt/tags/tag307.xml" ContentType="application/vnd.openxmlformats-officedocument.presentationml.tags+xml"/>
  <Override PartName="/ppt/tags/tag354.xml" ContentType="application/vnd.openxmlformats-officedocument.presentationml.tags+xml"/>
  <Override PartName="/ppt/tags/tag540.xml" ContentType="application/vnd.openxmlformats-officedocument.presentationml.tags+xml"/>
  <Override PartName="/ppt/tags/tag638.xml" ContentType="application/vnd.openxmlformats-officedocument.presentationml.tags+xml"/>
  <Override PartName="/ppt/tags/tag685.xml" ContentType="application/vnd.openxmlformats-officedocument.presentationml.tags+xml"/>
  <Override PartName="/ppt/tags/tag824.xml" ContentType="application/vnd.openxmlformats-officedocument.presentationml.tags+xml"/>
  <Override PartName="/ppt/slides/slide126.xml" ContentType="application/vnd.openxmlformats-officedocument.presentationml.slide+xml"/>
  <Override PartName="/ppt/slides/slide173.xml" ContentType="application/vnd.openxmlformats-officedocument.presentationml.slide+xml"/>
  <Override PartName="/ppt/tags/tag31.xml" ContentType="application/vnd.openxmlformats-officedocument.presentationml.tags+xml"/>
  <Override PartName="/ppt/tags/tag146.xml" ContentType="application/vnd.openxmlformats-officedocument.presentationml.tags+xml"/>
  <Override PartName="/ppt/tags/tag193.xml" ContentType="application/vnd.openxmlformats-officedocument.presentationml.tags+xml"/>
  <Override PartName="/ppt/tags/tag332.xml" ContentType="application/vnd.openxmlformats-officedocument.presentationml.tags+xml"/>
  <Override PartName="/ppt/tags/tag477.xml" ContentType="application/vnd.openxmlformats-officedocument.presentationml.tags+xml"/>
  <Override PartName="/ppt/tags/tag616.xml" ContentType="application/vnd.openxmlformats-officedocument.presentationml.tags+xml"/>
  <Override PartName="/ppt/tags/tag663.xml" ContentType="application/vnd.openxmlformats-officedocument.presentationml.tags+xml"/>
  <Override PartName="/ppt/notesSlides/notesSlide147.xml" ContentType="application/vnd.openxmlformats-officedocument.presentationml.notesSlide+xml"/>
  <Override PartName="/ppt/slides/slide78.xml" ContentType="application/vnd.openxmlformats-officedocument.presentationml.slide+xml"/>
  <Override PartName="/ppt/tags/tag124.xml" ContentType="application/vnd.openxmlformats-officedocument.presentationml.tags+xml"/>
  <Override PartName="/ppt/tags/tag171.xml" ContentType="application/vnd.openxmlformats-officedocument.presentationml.tags+xml"/>
  <Override PartName="/ppt/tags/tag269.xml" ContentType="application/vnd.openxmlformats-officedocument.presentationml.tags+xml"/>
  <Override PartName="/ppt/tags/tag408.xml" ContentType="application/vnd.openxmlformats-officedocument.presentationml.tags+xml"/>
  <Override PartName="/ppt/tags/tag455.xml" ContentType="application/vnd.openxmlformats-officedocument.presentationml.tags+xml"/>
  <Override PartName="/ppt/notesSlides/notesSlide125.xml" ContentType="application/vnd.openxmlformats-officedocument.presentationml.notesSlide+xml"/>
  <Override PartName="/ppt/tags/tag739.xml" ContentType="application/vnd.openxmlformats-officedocument.presentationml.tags+xml"/>
  <Override PartName="/ppt/tags/tag802.xml" ContentType="application/vnd.openxmlformats-officedocument.presentationml.tags+xml"/>
  <Override PartName="/docProps/core.xml" ContentType="application/vnd.openxmlformats-package.core-properties+xml"/>
  <Override PartName="/ppt/slides/slide6.xml" ContentType="application/vnd.openxmlformats-officedocument.presentationml.slide+xml"/>
  <Override PartName="/ppt/slides/slide56.xml" ContentType="application/vnd.openxmlformats-officedocument.presentationml.slide+xml"/>
  <Override PartName="/ppt/slides/slide104.xml" ContentType="application/vnd.openxmlformats-officedocument.presentationml.slide+xml"/>
  <Override PartName="/ppt/slides/slide151.xml" ContentType="application/vnd.openxmlformats-officedocument.presentationml.slide+xml"/>
  <Override PartName="/ppt/slideLayouts/slideLayout8.xml" ContentType="application/vnd.openxmlformats-officedocument.presentationml.slideLayout+xml"/>
  <Override PartName="/ppt/tags/tag247.xml" ContentType="application/vnd.openxmlformats-officedocument.presentationml.tags+xml"/>
  <Override PartName="/ppt/tags/tag294.xml" ContentType="application/vnd.openxmlformats-officedocument.presentationml.tags+xml"/>
  <Override PartName="/ppt/tags/tag310.xml" ContentType="application/vnd.openxmlformats-officedocument.presentationml.tags+xml"/>
  <Override PartName="/ppt/notesSlides/notesSlide69.xml" ContentType="application/vnd.openxmlformats-officedocument.presentationml.notesSlide+xml"/>
  <Override PartName="/ppt/tags/tag578.xml" ContentType="application/vnd.openxmlformats-officedocument.presentationml.tags+xml"/>
  <Override PartName="/ppt/tags/tag641.xml" ContentType="application/vnd.openxmlformats-officedocument.presentationml.tags+xml"/>
  <Override PartName="/ppt/tags/tag786.xml" ContentType="application/vnd.openxmlformats-officedocument.presentationml.tags+xml"/>
  <Override PartName="/ppt/slideMasters/slideMaster1.xml" ContentType="application/vnd.openxmlformats-officedocument.presentationml.slideMaster+xml"/>
  <Override PartName="/ppt/tags/tag102.xml" ContentType="application/vnd.openxmlformats-officedocument.presentationml.tags+xml"/>
  <Override PartName="/ppt/notesSlides/notesSlide47.xml" ContentType="application/vnd.openxmlformats-officedocument.presentationml.notesSlide+xml"/>
  <Override PartName="/ppt/tags/tag433.xml" ContentType="application/vnd.openxmlformats-officedocument.presentationml.tags+xml"/>
  <Override PartName="/ppt/tags/tag480.xml" ContentType="application/vnd.openxmlformats-officedocument.presentationml.tags+xml"/>
  <Override PartName="/ppt/notesSlides/notesSlide94.xml" ContentType="application/vnd.openxmlformats-officedocument.presentationml.notesSlide+xml"/>
  <Override PartName="/ppt/notesSlides/notesSlide103.xml" ContentType="application/vnd.openxmlformats-officedocument.presentationml.notesSlide+xml"/>
  <Override PartName="/ppt/tags/tag717.xml" ContentType="application/vnd.openxmlformats-officedocument.presentationml.tags+xml"/>
  <Override PartName="/ppt/tags/tag764.xml" ContentType="application/vnd.openxmlformats-officedocument.presentationml.tags+xml"/>
  <Override PartName="/ppt/notesSlides/notesSlide150.xml" ContentType="application/vnd.openxmlformats-officedocument.presentationml.notesSlide+xml"/>
  <Override PartName="/ppt/slides/slide34.xml" ContentType="application/vnd.openxmlformats-officedocument.presentationml.slide+xml"/>
  <Override PartName="/ppt/slides/slide81.xml" ContentType="application/vnd.openxmlformats-officedocument.presentationml.slide+xml"/>
  <Override PartName="/ppt/tags/tag69.xml" ContentType="application/vnd.openxmlformats-officedocument.presentationml.tags+xml"/>
  <Override PartName="/ppt/tags/tag225.xml" ContentType="application/vnd.openxmlformats-officedocument.presentationml.tags+xml"/>
  <Override PartName="/ppt/tags/tag272.xml" ContentType="application/vnd.openxmlformats-officedocument.presentationml.tags+xml"/>
  <Override PartName="/ppt/tags/tag411.xml" ContentType="application/vnd.openxmlformats-officedocument.presentationml.tags+xml"/>
  <Override PartName="/ppt/tags/tag509.xml" ContentType="application/vnd.openxmlformats-officedocument.presentationml.tags+xml"/>
  <Override PartName="/ppt/tags/tag556.xml" ContentType="application/vnd.openxmlformats-officedocument.presentationml.tags+xml"/>
  <Default Extension="rels" ContentType="application/vnd.openxmlformats-package.relationships+xml"/>
  <Override PartName="/ppt/tags/tag47.xml" ContentType="application/vnd.openxmlformats-officedocument.presentationml.tags+xml"/>
  <Override PartName="/ppt/tags/tag94.xml" ContentType="application/vnd.openxmlformats-officedocument.presentationml.tags+xml"/>
  <Override PartName="/ppt/notesSlides/notesSlide25.xml" ContentType="application/vnd.openxmlformats-officedocument.presentationml.notesSlide+xml"/>
  <Override PartName="/ppt/tags/tag203.xml" ContentType="application/vnd.openxmlformats-officedocument.presentationml.tags+xml"/>
  <Override PartName="/ppt/tags/tag250.xml" ContentType="application/vnd.openxmlformats-officedocument.presentationml.tags+xml"/>
  <Override PartName="/ppt/tags/tag348.xml" ContentType="application/vnd.openxmlformats-officedocument.presentationml.tags+xml"/>
  <Override PartName="/ppt/notesSlides/notesSlide72.xml" ContentType="application/vnd.openxmlformats-officedocument.presentationml.notesSlide+xml"/>
  <Override PartName="/ppt/tags/tag395.xml" ContentType="application/vnd.openxmlformats-officedocument.presentationml.tags+xml"/>
  <Override PartName="/ppt/tags/tag679.xml" ContentType="application/vnd.openxmlformats-officedocument.presentationml.tags+xml"/>
  <Override PartName="/ppt/tags/tag742.xml" ContentType="application/vnd.openxmlformats-officedocument.presentationml.tags+xml"/>
  <Override PartName="/ppt/slides/slide12.xml" ContentType="application/vnd.openxmlformats-officedocument.presentationml.slide+xml"/>
  <Override PartName="/ppt/slideLayouts/slideLayout11.xml" ContentType="application/vnd.openxmlformats-officedocument.presentationml.slideLayout+xml"/>
  <Override PartName="/ppt/tags/tag187.xml" ContentType="application/vnd.openxmlformats-officedocument.presentationml.tags+xml"/>
  <Override PartName="/ppt/tags/tag534.xml" ContentType="application/vnd.openxmlformats-officedocument.presentationml.tags+xml"/>
  <Override PartName="/ppt/tags/tag581.xml" ContentType="application/vnd.openxmlformats-officedocument.presentationml.tags+xml"/>
  <Override PartName="/ppt/tags/tag720.xml" ContentType="application/vnd.openxmlformats-officedocument.presentationml.tags+xml"/>
  <Override PartName="/ppt/tags/tag818.xml" ContentType="application/vnd.openxmlformats-officedocument.presentationml.tags+xml"/>
  <Override PartName="/ppt/slides/slide167.xml" ContentType="application/vnd.openxmlformats-officedocument.presentationml.slide+xml"/>
  <Override PartName="/ppt/tags/tag25.xml" ContentType="application/vnd.openxmlformats-officedocument.presentationml.tags+xml"/>
  <Override PartName="/ppt/tags/tag72.xml" ContentType="application/vnd.openxmlformats-officedocument.presentationml.tags+xml"/>
  <Override PartName="/ppt/tags/tag118.xml" ContentType="application/vnd.openxmlformats-officedocument.presentationml.tags+xml"/>
  <Override PartName="/ppt/tags/tag165.xml" ContentType="application/vnd.openxmlformats-officedocument.presentationml.tags+xml"/>
  <Override PartName="/ppt/notesSlides/notesSlide50.xml" ContentType="application/vnd.openxmlformats-officedocument.presentationml.notesSlide+xml"/>
  <Override PartName="/ppt/tags/tag326.xml" ContentType="application/vnd.openxmlformats-officedocument.presentationml.tags+xml"/>
  <Override PartName="/ppt/tags/tag373.xml" ContentType="application/vnd.openxmlformats-officedocument.presentationml.tags+xml"/>
  <Override PartName="/ppt/tags/tag512.xml" ContentType="application/vnd.openxmlformats-officedocument.presentationml.tags+xml"/>
  <Override PartName="/ppt/tags/tag657.xml" ContentType="application/vnd.openxmlformats-officedocument.presentationml.tags+xml"/>
  <Override PartName="/ppt/slides/slide145.xml" ContentType="application/vnd.openxmlformats-officedocument.presentationml.slide+xml"/>
  <Override PartName="/ppt/tags/tag50.xml" ContentType="application/vnd.openxmlformats-officedocument.presentationml.tags+xml"/>
  <Override PartName="/ppt/tags/tag304.xml" ContentType="application/vnd.openxmlformats-officedocument.presentationml.tags+xml"/>
  <Override PartName="/ppt/tags/tag351.xml" ContentType="application/vnd.openxmlformats-officedocument.presentationml.tags+xml"/>
  <Override PartName="/ppt/tags/tag449.xml" ContentType="application/vnd.openxmlformats-officedocument.presentationml.tags+xml"/>
  <Override PartName="/ppt/tags/tag496.xml" ContentType="application/vnd.openxmlformats-officedocument.presentationml.tags+xml"/>
  <Override PartName="/ppt/notesSlides/notesSlide119.xml" ContentType="application/vnd.openxmlformats-officedocument.presentationml.notesSlide+xml"/>
  <Override PartName="/ppt/tags/tag635.xml" ContentType="application/vnd.openxmlformats-officedocument.presentationml.tags+xml"/>
  <Override PartName="/ppt/tags/tag682.xml" ContentType="application/vnd.openxmlformats-officedocument.presentationml.tags+xml"/>
  <Override PartName="/ppt/slides/slide97.xml" ContentType="application/vnd.openxmlformats-officedocument.presentationml.slide+xml"/>
  <Override PartName="/ppt/tags/tag143.xml" ContentType="application/vnd.openxmlformats-officedocument.presentationml.tags+xml"/>
  <Override PartName="/ppt/tags/tag190.xml" ContentType="application/vnd.openxmlformats-officedocument.presentationml.tags+xml"/>
  <Override PartName="/ppt/tags/tag288.xml" ContentType="application/vnd.openxmlformats-officedocument.presentationml.tags+xml"/>
  <Override PartName="/ppt/tags/tag427.xml" ContentType="application/vnd.openxmlformats-officedocument.presentationml.tags+xml"/>
  <Override PartName="/ppt/tags/tag474.xml" ContentType="application/vnd.openxmlformats-officedocument.presentationml.tags+xml"/>
  <Override PartName="/ppt/tags/tag758.xml" ContentType="application/vnd.openxmlformats-officedocument.presentationml.tags+xml"/>
  <Override PartName="/ppt/notesSlides/notesSlide144.xml" ContentType="application/vnd.openxmlformats-officedocument.presentationml.notesSlide+xml"/>
  <Override PartName="/ppt/tags/tag821.xml" ContentType="application/vnd.openxmlformats-officedocument.presentationml.tags+xml"/>
  <Override PartName="/ppt/slides/slide28.xml" ContentType="application/vnd.openxmlformats-officedocument.presentationml.slide+xml"/>
  <Override PartName="/ppt/slides/slide75.xml" ContentType="application/vnd.openxmlformats-officedocument.presentationml.slide+xml"/>
  <Override PartName="/ppt/slides/slide123.xml" ContentType="application/vnd.openxmlformats-officedocument.presentationml.slide+xml"/>
  <Override PartName="/ppt/slides/slide170.xml" ContentType="application/vnd.openxmlformats-officedocument.presentationml.slide+xml"/>
  <Override PartName="/ppt/tags/tag219.xml" ContentType="application/vnd.openxmlformats-officedocument.presentationml.tags+xml"/>
  <Override PartName="/ppt/tags/tag266.xml" ContentType="application/vnd.openxmlformats-officedocument.presentationml.tags+xml"/>
  <Override PartName="/ppt/notesSlides/notesSlide88.xml" ContentType="application/vnd.openxmlformats-officedocument.presentationml.notesSlide+xml"/>
  <Override PartName="/ppt/tags/tag597.xml" ContentType="application/vnd.openxmlformats-officedocument.presentationml.tags+xml"/>
  <Override PartName="/ppt/tags/tag613.xml" ContentType="application/vnd.openxmlformats-officedocument.presentationml.tags+xml"/>
  <Override PartName="/ppt/tags/tag660.xml" ContentType="application/vnd.openxmlformats-officedocument.presentationml.tags+xml"/>
  <Override PartName="/ppt/slides/slide3.xml" ContentType="application/vnd.openxmlformats-officedocument.presentationml.slide+xml"/>
  <Override PartName="/ppt/slides/slide101.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tags/tag121.xml" ContentType="application/vnd.openxmlformats-officedocument.presentationml.tags+xml"/>
  <Override PartName="/ppt/notesSlides/notesSlide66.xml" ContentType="application/vnd.openxmlformats-officedocument.presentationml.notesSlide+xml"/>
  <Override PartName="/ppt/tags/tag389.xml" ContentType="application/vnd.openxmlformats-officedocument.presentationml.tags+xml"/>
  <Override PartName="/ppt/tags/tag405.xml" ContentType="application/vnd.openxmlformats-officedocument.presentationml.tags+xml"/>
  <Override PartName="/ppt/tags/tag452.xml" ContentType="application/vnd.openxmlformats-officedocument.presentationml.tags+xml"/>
  <Override PartName="/ppt/notesSlides/notesSlide122.xml" ContentType="application/vnd.openxmlformats-officedocument.presentationml.notesSlide+xml"/>
  <Override PartName="/ppt/tags/tag736.xml" ContentType="application/vnd.openxmlformats-officedocument.presentationml.tags+xml"/>
  <Override PartName="/ppt/tags/tag783.xml" ContentType="application/vnd.openxmlformats-officedocument.presentationml.tags+xml"/>
  <Override PartName="/ppt/slides/slide53.xml" ContentType="application/vnd.openxmlformats-officedocument.presentationml.slide+xml"/>
  <Default Extension="jpeg" ContentType="image/jpeg"/>
  <Override PartName="/ppt/tags/tag88.xml" ContentType="application/vnd.openxmlformats-officedocument.presentationml.tags+xml"/>
  <Override PartName="/ppt/tags/tag244.xml" ContentType="application/vnd.openxmlformats-officedocument.presentationml.tags+xml"/>
  <Override PartName="/ppt/tags/tag291.xml" ContentType="application/vnd.openxmlformats-officedocument.presentationml.tags+xml"/>
  <Override PartName="/ppt/tags/tag430.xml" ContentType="application/vnd.openxmlformats-officedocument.presentationml.tags+xml"/>
  <Override PartName="/ppt/tags/tag528.xml" ContentType="application/vnd.openxmlformats-officedocument.presentationml.tags+xml"/>
  <Override PartName="/ppt/notesSlides/notesSlide100.xml" ContentType="application/vnd.openxmlformats-officedocument.presentationml.notesSlide+xml"/>
  <Override PartName="/ppt/tags/tag575.xml" ContentType="application/vnd.openxmlformats-officedocument.presentationml.tags+xml"/>
  <Override PartName="/ppt/tags/tag714.xml" ContentType="application/vnd.openxmlformats-officedocument.presentationml.tags+xml"/>
  <Override PartName="/ppt/tags/tag761.xml" ContentType="application/vnd.openxmlformats-officedocument.presentationml.tags+xml"/>
  <Override PartName="/ppt/slides/slide31.xml" ContentType="application/vnd.openxmlformats-officedocument.presentationml.slide+xml"/>
  <Override PartName="/ppt/tags/tag19.xml" ContentType="application/vnd.openxmlformats-officedocument.presentationml.tags+xml"/>
  <Override PartName="/ppt/tags/tag66.xml" ContentType="application/vnd.openxmlformats-officedocument.presentationml.tags+xml"/>
  <Override PartName="/ppt/tags/tag222.xml" ContentType="application/vnd.openxmlformats-officedocument.presentationml.tags+xml"/>
  <Override PartName="/ppt/notesSlides/notesSlide44.xml" ContentType="application/vnd.openxmlformats-officedocument.presentationml.notesSlide+xml"/>
  <Override PartName="/ppt/tags/tag367.xml" ContentType="application/vnd.openxmlformats-officedocument.presentationml.tags+xml"/>
  <Override PartName="/ppt/notesSlides/notesSlide91.xml" ContentType="application/vnd.openxmlformats-officedocument.presentationml.notesSlide+xml"/>
  <Override PartName="/ppt/tags/tag506.xml" ContentType="application/vnd.openxmlformats-officedocument.presentationml.tags+xml"/>
  <Override PartName="/ppt/tags/tag553.xml" ContentType="application/vnd.openxmlformats-officedocument.presentationml.tags+xml"/>
  <Override PartName="/ppt/tags/tag698.xml" ContentType="application/vnd.openxmlformats-officedocument.presentationml.tags+xml"/>
  <Override PartName="/ppt/notesSlides/notesSlide22.xml" ContentType="application/vnd.openxmlformats-officedocument.presentationml.notesSlide+xml"/>
  <Override PartName="/ppt/tags/tag159.xml" ContentType="application/vnd.openxmlformats-officedocument.presentationml.tags+xml"/>
  <Override PartName="/ppt/tags/tag345.xml" ContentType="application/vnd.openxmlformats-officedocument.presentationml.tags+xml"/>
  <Override PartName="/ppt/tags/tag392.xml" ContentType="application/vnd.openxmlformats-officedocument.presentationml.tags+xml"/>
  <Override PartName="/ppt/slides/slide139.xml" ContentType="application/vnd.openxmlformats-officedocument.presentationml.slide+xml"/>
  <Override PartName="/ppt/tags/tag44.xml" ContentType="application/vnd.openxmlformats-officedocument.presentationml.tags+xml"/>
  <Override PartName="/ppt/tags/tag91.xml" ContentType="application/vnd.openxmlformats-officedocument.presentationml.tags+xml"/>
  <Override PartName="/ppt/tags/tag137.xml" ContentType="application/vnd.openxmlformats-officedocument.presentationml.tags+xml"/>
  <Override PartName="/ppt/tags/tag184.xml" ContentType="application/vnd.openxmlformats-officedocument.presentationml.tags+xml"/>
  <Override PartName="/ppt/tags/tag200.xml" ContentType="application/vnd.openxmlformats-officedocument.presentationml.tags+xml"/>
  <Override PartName="/ppt/tags/tag531.xml" ContentType="application/vnd.openxmlformats-officedocument.presentationml.tags+xml"/>
  <Override PartName="/ppt/tags/tag629.xml" ContentType="application/vnd.openxmlformats-officedocument.presentationml.tags+xml"/>
  <Override PartName="/ppt/tags/tag676.xml" ContentType="application/vnd.openxmlformats-officedocument.presentationml.tags+xml"/>
  <Override PartName="/ppt/tags/tag815.xml" ContentType="application/vnd.openxmlformats-officedocument.presentationml.tags+xml"/>
  <Override PartName="/ppt/slides/slide117.xml" ContentType="application/vnd.openxmlformats-officedocument.presentationml.slide+xml"/>
  <Override PartName="/ppt/slides/slide164.xml" ContentType="application/vnd.openxmlformats-officedocument.presentationml.slide+xml"/>
  <Override PartName="/ppt/tags/tag22.xml" ContentType="application/vnd.openxmlformats-officedocument.presentationml.tags+xml"/>
  <Override PartName="/ppt/tags/tag323.xml" ContentType="application/vnd.openxmlformats-officedocument.presentationml.tags+xml"/>
  <Override PartName="/ppt/tags/tag370.xml" ContentType="application/vnd.openxmlformats-officedocument.presentationml.tags+xml"/>
  <Override PartName="/ppt/tags/tag468.xml" ContentType="application/vnd.openxmlformats-officedocument.presentationml.tags+xml"/>
  <Override PartName="/ppt/tags/tag607.xml" ContentType="application/vnd.openxmlformats-officedocument.presentationml.tags+xml"/>
  <Override PartName="/ppt/tags/tag654.xml" ContentType="application/vnd.openxmlformats-officedocument.presentationml.tags+xml"/>
  <Override PartName="/ppt/notesSlides/notesSlide138.xml" ContentType="application/vnd.openxmlformats-officedocument.presentationml.notesSlide+xml"/>
  <Override PartName="/ppt/tags/tag799.xml" ContentType="application/vnd.openxmlformats-officedocument.presentationml.tags+xml"/>
  <Override PartName="/ppt/slides/slide69.xml" ContentType="application/vnd.openxmlformats-officedocument.presentationml.slide+xml"/>
  <Override PartName="/ppt/tags/tag115.xml" ContentType="application/vnd.openxmlformats-officedocument.presentationml.tags+xml"/>
  <Override PartName="/ppt/tags/tag162.xml" ContentType="application/vnd.openxmlformats-officedocument.presentationml.tags+xml"/>
  <Override PartName="/ppt/tags/tag301.xml" ContentType="application/vnd.openxmlformats-officedocument.presentationml.tags+xml"/>
  <Override PartName="/ppt/tags/tag446.xml" ContentType="application/vnd.openxmlformats-officedocument.presentationml.tags+xml"/>
  <Override PartName="/ppt/tags/tag493.xml" ContentType="application/vnd.openxmlformats-officedocument.presentationml.tags+xml"/>
  <Override PartName="/ppt/notesSlides/notesSlide116.xml" ContentType="application/vnd.openxmlformats-officedocument.presentationml.notesSlide+xml"/>
  <Override PartName="/ppt/tags/tag777.xml" ContentType="application/vnd.openxmlformats-officedocument.presentationml.tags+xml"/>
  <Override PartName="/ppt/slides/slide47.xml" ContentType="application/vnd.openxmlformats-officedocument.presentationml.slide+xml"/>
  <Override PartName="/ppt/tags/tag140.xml" ContentType="application/vnd.openxmlformats-officedocument.presentationml.tags+xml"/>
  <Override PartName="/ppt/tags/tag285.xml" ContentType="application/vnd.openxmlformats-officedocument.presentationml.tags+xml"/>
  <Override PartName="/ppt/tags/tag632.xml" ContentType="application/vnd.openxmlformats-officedocument.presentationml.tags+xml"/>
  <Override PartName="/ppt/slides/slide120.xml" ContentType="application/vnd.openxmlformats-officedocument.presentationml.slide+xml"/>
  <Override PartName="/ppt/notesSlides/notesSlide38.xml" ContentType="application/vnd.openxmlformats-officedocument.presentationml.notesSlide+xml"/>
  <Override PartName="/ppt/tags/tag471.xml" ContentType="application/vnd.openxmlformats-officedocument.presentationml.tags+xml"/>
  <Override PartName="/ppt/tags/tag708.xml" ContentType="application/vnd.openxmlformats-officedocument.presentationml.tags+xml"/>
  <Override PartName="/ppt/slides/slide72.xml" ContentType="application/vnd.openxmlformats-officedocument.presentationml.slide+xml"/>
  <Override PartName="/ppt/tags/tag216.xml" ContentType="application/vnd.openxmlformats-officedocument.presentationml.tags+xml"/>
  <Override PartName="/ppt/tags/tag402.xml" ContentType="application/vnd.openxmlformats-officedocument.presentationml.tags+xml"/>
  <Override PartName="/ppt/tags/tag547.xml" ContentType="application/vnd.openxmlformats-officedocument.presentationml.tags+xml"/>
  <Override PartName="/ppt/tags/tag733.xml" ContentType="application/vnd.openxmlformats-officedocument.presentationml.tags+xml"/>
  <Override PartName="/ppt/tags/tag85.xml" ContentType="application/vnd.openxmlformats-officedocument.presentationml.tags+xml"/>
  <Override PartName="/ppt/tags/tag241.xml" ContentType="application/vnd.openxmlformats-officedocument.presentationml.tags+xml"/>
  <Override PartName="/ppt/notesSlides/notesSlide63.xml" ContentType="application/vnd.openxmlformats-officedocument.presentationml.notesSlide+xml"/>
  <Override PartName="/ppt/tags/tag386.xml" ContentType="application/vnd.openxmlformats-officedocument.presentationml.tags+xml"/>
  <Override PartName="/ppt/tags/tag572.xml" ContentType="application/vnd.openxmlformats-officedocument.presentationml.tags+xml"/>
  <Override PartName="/ppt/tags/tag16.xml" ContentType="application/vnd.openxmlformats-officedocument.presentationml.tags+xml"/>
  <Override PartName="/ppt/tags/tag317.xml" ContentType="application/vnd.openxmlformats-officedocument.presentationml.tags+xml"/>
  <Override PartName="/ppt/tags/tag809.xml" ContentType="application/vnd.openxmlformats-officedocument.presentationml.tags+xml"/>
  <Override PartName="/ppt/tags/tag156.xml" ContentType="application/vnd.openxmlformats-officedocument.presentationml.tags+xml"/>
  <Override PartName="/ppt/tags/tag487.xml" ContentType="application/vnd.openxmlformats-officedocument.presentationml.tags+xml"/>
  <Override PartName="/ppt/tags/tag503.xml" ContentType="application/vnd.openxmlformats-officedocument.presentationml.tags+xml"/>
  <Override PartName="/ppt/tags/tag648.xml" ContentType="application/vnd.openxmlformats-officedocument.presentationml.tags+xml"/>
  <Override PartName="/ppt/tags/tag834.xml" ContentType="application/vnd.openxmlformats-officedocument.presentationml.tags+xml"/>
  <Override PartName="/ppt/slides/slide136.xml" ContentType="application/vnd.openxmlformats-officedocument.presentationml.slide+xml"/>
  <Override PartName="/ppt/tags/tag41.xml" ContentType="application/vnd.openxmlformats-officedocument.presentationml.tags+xml"/>
  <Override PartName="/ppt/tags/tag342.xml" ContentType="application/vnd.openxmlformats-officedocument.presentationml.tags+xml"/>
  <Override PartName="/ppt/tags/tag673.xml" ContentType="application/vnd.openxmlformats-officedocument.presentationml.tags+xml"/>
  <Override PartName="/ppt/slides/slide88.xml" ContentType="application/vnd.openxmlformats-officedocument.presentationml.slide+xml"/>
  <Override PartName="/ppt/tags/tag181.xml" ContentType="application/vnd.openxmlformats-officedocument.presentationml.tags+xml"/>
  <Override PartName="/ppt/tags/tag418.xml" ContentType="application/vnd.openxmlformats-officedocument.presentationml.tags+xml"/>
  <Override PartName="/ppt/notesSlides/notesSlide135.xml" ContentType="application/vnd.openxmlformats-officedocument.presentationml.notesSlide+xml"/>
  <Override PartName="/ppt/tags/tag749.xml" ContentType="application/vnd.openxmlformats-officedocument.presentationml.tags+xml"/>
  <Override PartName="/ppt/slides/slide19.xml" ContentType="application/vnd.openxmlformats-officedocument.presentationml.slide+xml"/>
  <Override PartName="/ppt/slides/slide161.xml" ContentType="application/vnd.openxmlformats-officedocument.presentationml.slide+xml"/>
  <Override PartName="/ppt/tags/tag112.xml" ContentType="application/vnd.openxmlformats-officedocument.presentationml.tags+xml"/>
  <Override PartName="/ppt/tags/tag257.xml" ContentType="application/vnd.openxmlformats-officedocument.presentationml.tags+xml"/>
  <Override PartName="/ppt/notesSlides/notesSlide79.xml" ContentType="application/vnd.openxmlformats-officedocument.presentationml.notesSlide+xml"/>
  <Override PartName="/ppt/tags/tag588.xml" ContentType="application/vnd.openxmlformats-officedocument.presentationml.tags+xml"/>
  <Override PartName="/ppt/tags/tag604.xml" ContentType="application/vnd.openxmlformats-officedocument.presentationml.tags+xml"/>
  <Override PartName="/ppt/slideLayouts/slideLayout18.xml" ContentType="application/vnd.openxmlformats-officedocument.presentationml.slideLayout+xml"/>
  <Override PartName="/ppt/theme/theme2.xml" ContentType="application/vnd.openxmlformats-officedocument.theme+xml"/>
  <Override PartName="/ppt/tags/tag443.xml" ContentType="application/vnd.openxmlformats-officedocument.presentationml.tags+xml"/>
  <Override PartName="/ppt/tags/tag774.xml" ContentType="application/vnd.openxmlformats-officedocument.presentationml.tags+xml"/>
  <Override PartName="/ppt/slides/slide44.xml" ContentType="application/vnd.openxmlformats-officedocument.presentationml.slide+xml"/>
  <Override PartName="/ppt/tags/tag282.xml" ContentType="application/vnd.openxmlformats-officedocument.presentationml.tags+xml"/>
  <Override PartName="/ppt/tags/tag519.xml" ContentType="application/vnd.openxmlformats-officedocument.presentationml.tags+xml"/>
  <Override PartName="/ppt/tags/tag705.xml" ContentType="application/vnd.openxmlformats-officedocument.presentationml.tags+xml"/>
  <Override PartName="/ppt/tags/tag57.xml" ContentType="application/vnd.openxmlformats-officedocument.presentationml.tags+xml"/>
  <Override PartName="/ppt/notesSlides/notesSlide35.xml" ContentType="application/vnd.openxmlformats-officedocument.presentationml.notesSlide+xml"/>
  <Override PartName="/ppt/tags/tag213.xml" ContentType="application/vnd.openxmlformats-officedocument.presentationml.tags+xml"/>
  <Override PartName="/ppt/tags/tag358.xml" ContentType="application/vnd.openxmlformats-officedocument.presentationml.tags+xml"/>
  <Override PartName="/ppt/tags/tag544.xml" ContentType="application/vnd.openxmlformats-officedocument.presentationml.tags+xml"/>
  <Override PartName="/ppt/tags/tag689.xml" ContentType="application/vnd.openxmlformats-officedocument.presentationml.tags+xml"/>
  <Override PartName="/ppt/tags/tag82.xml" ContentType="application/vnd.openxmlformats-officedocument.presentationml.tags+xml"/>
  <Override PartName="/ppt/tags/tag197.xml" ContentType="application/vnd.openxmlformats-officedocument.presentationml.tags+xml"/>
  <Override PartName="/ppt/notesSlides/notesSlide60.xml" ContentType="application/vnd.openxmlformats-officedocument.presentationml.notesSlide+xml"/>
  <Override PartName="/ppt/tags/tag383.xml" ContentType="application/vnd.openxmlformats-officedocument.presentationml.tags+xml"/>
  <Override PartName="/ppt/tags/tag730.xml" ContentType="application/vnd.openxmlformats-officedocument.presentationml.tags+xml"/>
  <Override PartName="/ppt/tags/tag128.xml" ContentType="application/vnd.openxmlformats-officedocument.presentationml.tags+xml"/>
  <Override PartName="/ppt/tags/tag459.xml" ContentType="application/vnd.openxmlformats-officedocument.presentationml.tags+xml"/>
  <Override PartName="/ppt/tags/tag806.xml" ContentType="application/vnd.openxmlformats-officedocument.presentationml.tags+xml"/>
  <Override PartName="/ppt/slides/slide108.xml" ContentType="application/vnd.openxmlformats-officedocument.presentationml.slide+xml"/>
  <Override PartName="/ppt/tags/tag13.xml" ContentType="application/vnd.openxmlformats-officedocument.presentationml.tags+xml"/>
  <Override PartName="/ppt/tags/tag298.xml" ContentType="application/vnd.openxmlformats-officedocument.presentationml.tags+xml"/>
  <Override PartName="/ppt/tags/tag314.xml" ContentType="application/vnd.openxmlformats-officedocument.presentationml.tags+xml"/>
  <Override PartName="/ppt/tags/tag500.xml" ContentType="application/vnd.openxmlformats-officedocument.presentationml.tags+xml"/>
  <Override PartName="/ppt/tags/tag645.xml" ContentType="application/vnd.openxmlformats-officedocument.presentationml.tags+xml"/>
  <Override PartName="/ppt/tags/tag831.xml" ContentType="application/vnd.openxmlformats-officedocument.presentationml.tags+xml"/>
  <Override PartName="/ppt/tags/tag153.xml" ContentType="application/vnd.openxmlformats-officedocument.presentationml.tags+xml"/>
  <Override PartName="/ppt/tags/tag484.xml" ContentType="application/vnd.openxmlformats-officedocument.presentationml.tags+xml"/>
  <Override PartName="/ppt/notesSlides/notesSlide107.xml" ContentType="application/vnd.openxmlformats-officedocument.presentationml.notesSlide+xml"/>
  <Override PartName="/ppt/tags/tag670.xml" ContentType="application/vnd.openxmlformats-officedocument.presentationml.tags+xml"/>
  <Override PartName="/ppt/slides/slide85.xml" ContentType="application/vnd.openxmlformats-officedocument.presentationml.slide+xml"/>
  <Override PartName="/ppt/slides/slide133.xml" ContentType="application/vnd.openxmlformats-officedocument.presentationml.slide+xml"/>
  <Override PartName="/ppt/tags/tag229.xml" ContentType="application/vnd.openxmlformats-officedocument.presentationml.tags+xml"/>
  <Override PartName="/ppt/tags/tag415.xml" ContentType="application/vnd.openxmlformats-officedocument.presentationml.tags+xml"/>
  <Override PartName="/ppt/notesSlides/notesSlide132.xml" ContentType="application/vnd.openxmlformats-officedocument.presentationml.notesSlide+xml"/>
  <Override PartName="/ppt/tags/tag98.xml" ContentType="application/vnd.openxmlformats-officedocument.presentationml.tags+xml"/>
  <Override PartName="/ppt/tags/tag254.xml" ContentType="application/vnd.openxmlformats-officedocument.presentationml.tags+xml"/>
  <Override PartName="/ppt/tags/tag399.xml" ContentType="application/vnd.openxmlformats-officedocument.presentationml.tags+xml"/>
  <Override PartName="/ppt/notesSlides/notesSlide76.xml" ContentType="application/vnd.openxmlformats-officedocument.presentationml.notesSlide+xml"/>
  <Override PartName="/ppt/tags/tag601.xml" ContentType="application/vnd.openxmlformats-officedocument.presentationml.tags+xml"/>
  <Override PartName="/ppt/tags/tag746.xml" ContentType="application/vnd.openxmlformats-officedocument.presentationml.tags+xml"/>
  <Override PartName="/ppt/slides/slide16.xml" ContentType="application/vnd.openxmlformats-officedocument.presentationml.slide+xml"/>
  <Override PartName="/ppt/slideLayouts/slideLayout15.xml" ContentType="application/vnd.openxmlformats-officedocument.presentationml.slideLayout+xml"/>
  <Override PartName="/ppt/tags/tag440.xml" ContentType="application/vnd.openxmlformats-officedocument.presentationml.tags+xml"/>
  <Override PartName="/ppt/tags/tag585.xml" ContentType="application/vnd.openxmlformats-officedocument.presentationml.tags+xml"/>
  <Override PartName="/ppt/tags/tag771.xml" ContentType="application/vnd.openxmlformats-officedocument.presentationml.tags+xml"/>
  <Override PartName="/ppt/slides/slide41.xml" ContentType="application/vnd.openxmlformats-officedocument.presentationml.slide+xml"/>
  <Override PartName="/ppt/tags/tag29.xml" ContentType="application/vnd.openxmlformats-officedocument.presentationml.tags+xml"/>
  <Override PartName="/ppt/tags/tag516.xml" ContentType="application/vnd.openxmlformats-officedocument.presentationml.tags+xml"/>
  <Override PartName="/ppt/slides/slide149.xml" ContentType="application/vnd.openxmlformats-officedocument.presentationml.slide+xml"/>
  <Override PartName="/ppt/tags/tag54.xml" ContentType="application/vnd.openxmlformats-officedocument.presentationml.tags+xml"/>
  <Override PartName="/ppt/notesSlides/notesSlide32.xml" ContentType="application/vnd.openxmlformats-officedocument.presentationml.notesSlide+xml"/>
  <Override PartName="/ppt/tags/tag169.xml" ContentType="application/vnd.openxmlformats-officedocument.presentationml.tags+xml"/>
  <Override PartName="/ppt/tags/tag210.xml" ContentType="application/vnd.openxmlformats-officedocument.presentationml.tags+xml"/>
  <Override PartName="/ppt/tags/tag355.xml" ContentType="application/vnd.openxmlformats-officedocument.presentationml.tags+xml"/>
  <Override PartName="/ppt/tags/tag686.xml" ContentType="application/vnd.openxmlformats-officedocument.presentationml.tags+xml"/>
  <Override PartName="/ppt/tags/tag702.xml" ContentType="application/vnd.openxmlformats-officedocument.presentationml.tags+xml"/>
  <Override PartName="/ppt/tags/tag194.xml" ContentType="application/vnd.openxmlformats-officedocument.presentationml.tags+xml"/>
  <Override PartName="/ppt/tags/tag541.xml" ContentType="application/vnd.openxmlformats-officedocument.presentationml.tags+xml"/>
  <Override PartName="/ppt/notesSlides/notesSlide148.xml" ContentType="application/vnd.openxmlformats-officedocument.presentationml.notesSlide+xml"/>
  <Override PartName="/ppt/slides/slide174.xml" ContentType="application/vnd.openxmlformats-officedocument.presentationml.slide+xml"/>
  <Override PartName="/ppt/tags/tag380.xml" ContentType="application/vnd.openxmlformats-officedocument.presentationml.tags+xml"/>
  <Override PartName="/ppt/tags/tag617.xml" ContentType="application/vnd.openxmlformats-officedocument.presentationml.tags+xml"/>
  <Override PartName="/ppt/tags/tag803.xml" ContentType="application/vnd.openxmlformats-officedocument.presentationml.tags+xml"/>
  <Override PartName="/ppt/slides/slide7.xml" ContentType="application/vnd.openxmlformats-officedocument.presentationml.slide+xml"/>
  <Override PartName="/ppt/slideLayouts/slideLayout9.xml" ContentType="application/vnd.openxmlformats-officedocument.presentationml.slideLayout+xml"/>
  <Override PartName="/ppt/tags/tag10.xml" ContentType="application/vnd.openxmlformats-officedocument.presentationml.tags+xml"/>
  <Override PartName="/ppt/tags/tag125.xml" ContentType="application/vnd.openxmlformats-officedocument.presentationml.tags+xml"/>
  <Override PartName="/ppt/tags/tag311.xml" ContentType="application/vnd.openxmlformats-officedocument.presentationml.tags+xml"/>
  <Override PartName="/ppt/tags/tag456.xml" ContentType="application/vnd.openxmlformats-officedocument.presentationml.tags+xml"/>
  <Override PartName="/ppt/tags/tag642.xml" ContentType="application/vnd.openxmlformats-officedocument.presentationml.tags+xml"/>
  <Override PartName="/ppt/tags/tag787.xml" ContentType="application/vnd.openxmlformats-officedocument.presentationml.tags+xml"/>
  <Override PartName="/ppt/slideMasters/slideMaster2.xml" ContentType="application/vnd.openxmlformats-officedocument.presentationml.slideMaster+xml"/>
  <Override PartName="/ppt/slides/slide57.xml" ContentType="application/vnd.openxmlformats-officedocument.presentationml.slide+xml"/>
  <Override PartName="/ppt/slides/slide105.xml" ContentType="application/vnd.openxmlformats-officedocument.presentationml.slide+xml"/>
  <Override PartName="/ppt/tags/tag150.xml" ContentType="application/vnd.openxmlformats-officedocument.presentationml.tags+xml"/>
  <Override PartName="/ppt/tags/tag295.xml" ContentType="application/vnd.openxmlformats-officedocument.presentationml.tags+xml"/>
  <Override PartName="/ppt/tags/tag481.xml" ContentType="application/vnd.openxmlformats-officedocument.presentationml.tags+xml"/>
  <Override PartName="/ppt/notesSlides/notesSlide104.xml" ContentType="application/vnd.openxmlformats-officedocument.presentationml.notesSlide+xml"/>
  <Override PartName="/ppt/slides/slide130.xml" ContentType="application/vnd.openxmlformats-officedocument.presentationml.slide+xml"/>
  <Override PartName="/ppt/tags/tag226.xml" ContentType="application/vnd.openxmlformats-officedocument.presentationml.tags+xml"/>
  <Override PartName="/ppt/notesSlides/notesSlide48.xml" ContentType="application/vnd.openxmlformats-officedocument.presentationml.notesSlide+xml"/>
  <Override PartName="/ppt/tags/tag718.xml" ContentType="application/vnd.openxmlformats-officedocument.presentationml.tags+xml"/>
  <Override PartName="/ppt/slides/slide82.xml" ContentType="application/vnd.openxmlformats-officedocument.presentationml.slide+xml"/>
  <Override PartName="/ppt/tags/tag412.xml" ContentType="application/vnd.openxmlformats-officedocument.presentationml.tags+xml"/>
  <Override PartName="/ppt/tags/tag557.xml" ContentType="application/vnd.openxmlformats-officedocument.presentationml.tags+xml"/>
  <Override PartName="/ppt/tags/tag743.xml" ContentType="application/vnd.openxmlformats-officedocument.presentationml.tags+xml"/>
  <Override PartName="/ppt/slides/slide13.xml" ContentType="application/vnd.openxmlformats-officedocument.presentationml.slide+xml"/>
  <Override PartName="/ppt/tags/tag95.xml" ContentType="application/vnd.openxmlformats-officedocument.presentationml.tags+xml"/>
  <Override PartName="/ppt/tags/tag251.xml" ContentType="application/vnd.openxmlformats-officedocument.presentationml.tags+xml"/>
  <Override PartName="/ppt/notesSlides/notesSlide73.xml" ContentType="application/vnd.openxmlformats-officedocument.presentationml.notesSlide+xml"/>
  <Override PartName="/ppt/tags/tag396.xml" ContentType="application/vnd.openxmlformats-officedocument.presentationml.tags+xml"/>
  <Override PartName="/ppt/tags/tag582.xml" ContentType="application/vnd.openxmlformats-officedocument.presentationml.tags+xml"/>
  <Override PartName="/ppt/tags/tag819.xml" ContentType="application/vnd.openxmlformats-officedocument.presentationml.tags+xml"/>
  <Override PartName="/ppt/slideLayouts/slideLayout12.xml" ContentType="application/vnd.openxmlformats-officedocument.presentationml.slideLayout+xml"/>
  <Override PartName="/ppt/tags/tag26.xml" ContentType="application/vnd.openxmlformats-officedocument.presentationml.tags+xml"/>
  <Override PartName="/ppt/tags/tag327.xml" ContentType="application/vnd.openxmlformats-officedocument.presentationml.tags+xml"/>
  <Override PartName="/ppt/tags/tag658.xml" ContentType="application/vnd.openxmlformats-officedocument.presentationml.tags+xml"/>
  <Override PartName="/ppt/tags/tag166.xml" ContentType="application/vnd.openxmlformats-officedocument.presentationml.tags+xml"/>
  <Override PartName="/ppt/tags/tag497.xml" ContentType="application/vnd.openxmlformats-officedocument.presentationml.tags+xml"/>
  <Override PartName="/ppt/tags/tag513.xml" ContentType="application/vnd.openxmlformats-officedocument.presentationml.tags+xml"/>
  <Override PartName="/ppt/slides/slide98.xml" ContentType="application/vnd.openxmlformats-officedocument.presentationml.slide+xml"/>
  <Override PartName="/ppt/slides/slide146.xml" ContentType="application/vnd.openxmlformats-officedocument.presentationml.slide+xml"/>
  <Override PartName="/ppt/tags/tag51.xml" ContentType="application/vnd.openxmlformats-officedocument.presentationml.tags+xml"/>
  <Override PartName="/ppt/tags/tag352.xml" ContentType="application/vnd.openxmlformats-officedocument.presentationml.tags+xml"/>
  <Override PartName="/ppt/tags/tag683.xml" ContentType="application/vnd.openxmlformats-officedocument.presentationml.tags+xml"/>
  <Override PartName="/ppt/slides/slide171.xml" ContentType="application/vnd.openxmlformats-officedocument.presentationml.slide+xml"/>
  <Override PartName="/ppt/tags/tag191.xml" ContentType="application/vnd.openxmlformats-officedocument.presentationml.tags+xml"/>
  <Override PartName="/ppt/tags/tag428.xml" ContentType="application/vnd.openxmlformats-officedocument.presentationml.tags+xml"/>
  <Override PartName="/ppt/notesSlides/notesSlide89.xml" ContentType="application/vnd.openxmlformats-officedocument.presentationml.notesSlide+xml"/>
  <Override PartName="/ppt/tags/tag614.xml" ContentType="application/vnd.openxmlformats-officedocument.presentationml.tags+xml"/>
  <Override PartName="/ppt/tags/tag759.xml" ContentType="application/vnd.openxmlformats-officedocument.presentationml.tags+xml"/>
  <Override PartName="/ppt/notesSlides/notesSlide145.xml" ContentType="application/vnd.openxmlformats-officedocument.presentationml.notesSlide+xml"/>
  <Override PartName="/ppt/slides/slide29.xml" ContentType="application/vnd.openxmlformats-officedocument.presentationml.slide+xml"/>
  <Override PartName="/ppt/tags/tag122.xml" ContentType="application/vnd.openxmlformats-officedocument.presentationml.tags+xml"/>
  <Override PartName="/ppt/tags/tag267.xml" ContentType="application/vnd.openxmlformats-officedocument.presentationml.tags+xml"/>
  <Override PartName="/ppt/tags/tag453.xml" ContentType="application/vnd.openxmlformats-officedocument.presentationml.tags+xml"/>
  <Override PartName="/ppt/tags/tag598.xml" ContentType="application/vnd.openxmlformats-officedocument.presentationml.tags+xml"/>
  <Override PartName="/ppt/tags/tag784.xml" ContentType="application/vnd.openxmlformats-officedocument.presentationml.tags+xml"/>
  <Override PartName="/ppt/tags/tag800.xml" ContentType="application/vnd.openxmlformats-officedocument.presentationml.tags+xml"/>
  <Override PartName="/ppt/slides/slide4.xml" ContentType="application/vnd.openxmlformats-officedocument.presentationml.slide+xml"/>
  <Override PartName="/ppt/slides/slide54.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tags/tag292.xml" ContentType="application/vnd.openxmlformats-officedocument.presentationml.tags+xml"/>
  <Override PartName="/ppt/tags/tag529.xml" ContentType="application/vnd.openxmlformats-officedocument.presentationml.tags+xml"/>
  <Override PartName="/ppt/notesSlides/notesSlide45.xml" ContentType="application/vnd.openxmlformats-officedocument.presentationml.notesSlide+xml"/>
  <Override PartName="/ppt/tags/tag368.xml" ContentType="application/vnd.openxmlformats-officedocument.presentationml.tags+xml"/>
  <Override PartName="/ppt/notesSlides/notesSlide101.xml" ContentType="application/vnd.openxmlformats-officedocument.presentationml.notesSlide+xml"/>
  <Override PartName="/ppt/tags/tag715.xml" ContentType="application/vnd.openxmlformats-officedocument.presentationml.tags+xml"/>
  <Override PartName="/ppt/tags/tag67.xml" ContentType="application/vnd.openxmlformats-officedocument.presentationml.tags+xml"/>
  <Override PartName="/ppt/tags/tag223.xml" ContentType="application/vnd.openxmlformats-officedocument.presentationml.tags+xml"/>
  <Override PartName="/ppt/tags/tag554.xml" ContentType="application/vnd.openxmlformats-officedocument.presentationml.tags+xml"/>
  <Override PartName="/ppt/tags/tag699.xml" ContentType="application/vnd.openxmlformats-officedocument.presentationml.tags+xml"/>
  <Override PartName="/ppt/slides/slide10.xml" ContentType="application/vnd.openxmlformats-officedocument.presentationml.slide+xml"/>
  <Override PartName="/ppt/tags/tag92.xml" ContentType="application/vnd.openxmlformats-officedocument.presentationml.tags+xml"/>
  <Override PartName="/ppt/notesSlides/notesSlide70.xml" ContentType="application/vnd.openxmlformats-officedocument.presentationml.notesSlide+xml"/>
  <Override PartName="/ppt/tags/tag393.xml" ContentType="application/vnd.openxmlformats-officedocument.presentationml.tags+xml"/>
  <Override PartName="/ppt/tags/tag740.xml" ContentType="application/vnd.openxmlformats-officedocument.presentationml.tags+xml"/>
  <Override PartName="/ppt/tags/tag138.xml" ContentType="application/vnd.openxmlformats-officedocument.presentationml.tags+xml"/>
  <Override PartName="/ppt/tags/tag324.xml" ContentType="application/vnd.openxmlformats-officedocument.presentationml.tags+xml"/>
  <Override PartName="/ppt/tags/tag469.xml" ContentType="application/vnd.openxmlformats-officedocument.presentationml.tags+xml"/>
  <Override PartName="/ppt/tags/tag816.xml" ContentType="application/vnd.openxmlformats-officedocument.presentationml.tags+xml"/>
  <Override PartName="/ppt/slides/slide118.xml" ContentType="application/vnd.openxmlformats-officedocument.presentationml.slide+xml"/>
  <Override PartName="/ppt/tags/tag23.xml" ContentType="application/vnd.openxmlformats-officedocument.presentationml.tags+xml"/>
  <Override PartName="/ppt/tags/tag163.xml" ContentType="application/vnd.openxmlformats-officedocument.presentationml.tags+xml"/>
  <Override PartName="/ppt/tags/tag510.xml" ContentType="application/vnd.openxmlformats-officedocument.presentationml.tags+xml"/>
  <Override PartName="/ppt/tags/tag655.xml" ContentType="application/vnd.openxmlformats-officedocument.presentationml.tags+xml"/>
  <Override PartName="/ppt/slides/slide143.xml" ContentType="application/vnd.openxmlformats-officedocument.presentationml.slide+xml"/>
  <Override PartName="/ppt/tags/tag9.xml" ContentType="application/vnd.openxmlformats-officedocument.presentationml.tags+xml"/>
  <Override PartName="/ppt/tags/tag494.xml" ContentType="application/vnd.openxmlformats-officedocument.presentationml.tags+xml"/>
  <Override PartName="/ppt/notesSlides/notesSlide117.xml" ContentType="application/vnd.openxmlformats-officedocument.presentationml.notesSlide+xml"/>
  <Override PartName="/ppt/tags/tag680.xml" ContentType="application/vnd.openxmlformats-officedocument.presentationml.tags+xml"/>
  <Override PartName="/ppt/slides/slide95.xml" ContentType="application/vnd.openxmlformats-officedocument.presentationml.slide+xml"/>
  <Override PartName="/ppt/tags/tag239.xml" ContentType="application/vnd.openxmlformats-officedocument.presentationml.tags+xml"/>
  <Override PartName="/ppt/tags/tag425.xml" ContentType="application/vnd.openxmlformats-officedocument.presentationml.tags+xml"/>
  <Override PartName="/ppt/tags/tag756.xml" ContentType="application/vnd.openxmlformats-officedocument.presentationml.tags+xml"/>
  <Override PartName="/ppt/notesSlides/notesSlide142.xml" ContentType="application/vnd.openxmlformats-officedocument.presentationml.notesSlide+xml"/>
  <Override PartName="/ppt/slides/slide26.xml" ContentType="application/vnd.openxmlformats-officedocument.presentationml.slide+xml"/>
  <Override PartName="/ppt/tags/tag264.xml" ContentType="application/vnd.openxmlformats-officedocument.presentationml.tags+xml"/>
  <Override PartName="/ppt/notesSlides/notesSlide86.xml" ContentType="application/vnd.openxmlformats-officedocument.presentationml.notesSlide+xml"/>
  <Override PartName="/ppt/tags/tag595.xml" ContentType="application/vnd.openxmlformats-officedocument.presentationml.tags+xml"/>
  <Override PartName="/ppt/tags/tag611.xml" ContentType="application/vnd.openxmlformats-officedocument.presentationml.tags+xml"/>
  <Override PartName="/ppt/slides/slide1.xml" ContentType="application/vnd.openxmlformats-officedocument.presentationml.slide+xml"/>
  <Override PartName="/ppt/slideLayouts/slideLayout3.xml" ContentType="application/vnd.openxmlformats-officedocument.presentationml.slideLayout+xml"/>
  <Override PartName="/ppt/tags/tag39.xml" ContentType="application/vnd.openxmlformats-officedocument.presentationml.tags+xml"/>
  <Override PartName="/ppt/notesSlides/notesSlide17.xml" ContentType="application/vnd.openxmlformats-officedocument.presentationml.notesSlide+xml"/>
  <Override PartName="/ppt/tags/tag450.xml" ContentType="application/vnd.openxmlformats-officedocument.presentationml.tags+xml"/>
  <Override PartName="/ppt/tags/tag781.xml" ContentType="application/vnd.openxmlformats-officedocument.presentationml.tags+xml"/>
  <Override PartName="/ppt/slides/slide51.xml" ContentType="application/vnd.openxmlformats-officedocument.presentationml.slide+xml"/>
  <Override PartName="/ppt/tags/tag179.xml" ContentType="application/vnd.openxmlformats-officedocument.presentationml.tags+xml"/>
  <Override PartName="/ppt/tags/tag526.xml" ContentType="application/vnd.openxmlformats-officedocument.presentationml.tags+xml"/>
  <Override PartName="/ppt/tags/tag712.xml" ContentType="application/vnd.openxmlformats-officedocument.presentationml.tags+xml"/>
  <Override PartName="/ppt/slides/slide159.xml" ContentType="application/vnd.openxmlformats-officedocument.presentationml.slide+xml"/>
  <Override PartName="/ppt/tags/tag64.xml" ContentType="application/vnd.openxmlformats-officedocument.presentationml.tags+xml"/>
  <Override PartName="/ppt/tags/tag220.xml" ContentType="application/vnd.openxmlformats-officedocument.presentationml.tags+xml"/>
  <Override PartName="/ppt/notesSlides/notesSlide42.xml" ContentType="application/vnd.openxmlformats-officedocument.presentationml.notesSlide+xml"/>
  <Override PartName="/ppt/tags/tag365.xml" ContentType="application/vnd.openxmlformats-officedocument.presentationml.tags+xml"/>
  <Override PartName="/ppt/tags/tag551.xml" ContentType="application/vnd.openxmlformats-officedocument.presentationml.tags+xml"/>
  <Override PartName="/ppt/tags/tag696.xml" ContentType="application/vnd.openxmlformats-officedocument.presentationml.tags+xml"/>
  <Override PartName="/ppt/notesSlides/notesSlide8.xml" ContentType="application/vnd.openxmlformats-officedocument.presentationml.notesSlide+xml"/>
  <Override PartName="/ppt/tags/tag390.xml" ContentType="application/vnd.openxmlformats-officedocument.presentationml.tags+xml"/>
  <Override PartName="/ppt/notesSlides/notesSlide158.xml" ContentType="application/vnd.openxmlformats-officedocument.presentationml.notesSlide+xml"/>
  <Override PartName="/ppt/tags/tag135.xml" ContentType="application/vnd.openxmlformats-officedocument.presentationml.tags+xml"/>
  <Override PartName="/ppt/tags/tag627.xml" ContentType="application/vnd.openxmlformats-officedocument.presentationml.tags+xml"/>
  <Override PartName="/ppt/tags/tag813.xml" ContentType="application/vnd.openxmlformats-officedocument.presentationml.tags+xml"/>
  <Override PartName="/ppt/slides/slide115.xml" ContentType="application/vnd.openxmlformats-officedocument.presentationml.slide+xml"/>
  <Override PartName="/ppt/tags/tag20.xml" ContentType="application/vnd.openxmlformats-officedocument.presentationml.tags+xml"/>
  <Override PartName="/ppt/tags/tag321.xml" ContentType="application/vnd.openxmlformats-officedocument.presentationml.tags+xml"/>
  <Override PartName="/ppt/tags/tag466.xml" ContentType="application/vnd.openxmlformats-officedocument.presentationml.tags+xml"/>
  <Override PartName="/ppt/tags/tag652.xml" ContentType="application/vnd.openxmlformats-officedocument.presentationml.tags+xml"/>
  <Override PartName="/ppt/tags/tag797.xml" ContentType="application/vnd.openxmlformats-officedocument.presentationml.tags+xml"/>
  <Override PartName="/ppt/slides/slide67.xml" ContentType="application/vnd.openxmlformats-officedocument.presentationml.slide+xml"/>
  <Override PartName="/ppt/tags/tag6.xml" ContentType="application/vnd.openxmlformats-officedocument.presentationml.tags+xml"/>
  <Override PartName="/ppt/tags/tag160.xml" ContentType="application/vnd.openxmlformats-officedocument.presentationml.tags+xml"/>
  <Override PartName="/ppt/tags/tag491.xml" ContentType="application/vnd.openxmlformats-officedocument.presentationml.tags+xml"/>
  <Override PartName="/ppt/notesSlides/notesSlide114.xml" ContentType="application/vnd.openxmlformats-officedocument.presentationml.notesSlide+xml"/>
  <Override PartName="/ppt/tags/tag728.xml" ContentType="application/vnd.openxmlformats-officedocument.presentationml.tags+xml"/>
  <Override PartName="/ppt/slides/slide92.xml" ContentType="application/vnd.openxmlformats-officedocument.presentationml.slide+xml"/>
  <Override PartName="/ppt/slides/slide140.xml" ContentType="application/vnd.openxmlformats-officedocument.presentationml.slide+xml"/>
  <Override PartName="/ppt/tags/tag236.xml" ContentType="application/vnd.openxmlformats-officedocument.presentationml.tags+xml"/>
  <Override PartName="/ppt/notesSlides/notesSlide58.xml" ContentType="application/vnd.openxmlformats-officedocument.presentationml.notesSlide+xml"/>
  <Override PartName="/ppt/tags/tag567.xml" ContentType="application/vnd.openxmlformats-officedocument.presentationml.tags+xml"/>
  <Override PartName="/ppt/tags/tag422.xml" ContentType="application/vnd.openxmlformats-officedocument.presentationml.tags+xml"/>
  <Override PartName="/ppt/notesSlides/notesSlide83.xml" ContentType="application/vnd.openxmlformats-officedocument.presentationml.notesSlide+xml"/>
  <Override PartName="/ppt/tags/tag753.xml" ContentType="application/vnd.openxmlformats-officedocument.presentationml.tags+xml"/>
  <Override PartName="/ppt/slides/slide23.xml" ContentType="application/vnd.openxmlformats-officedocument.presentationml.slide+xml"/>
  <Override PartName="/ppt/tags/tag261.xml" ContentType="application/vnd.openxmlformats-officedocument.presentationml.tags+xml"/>
  <Override PartName="/ppt/tags/tag592.xml" ContentType="application/vnd.openxmlformats-officedocument.presentationml.tags+xml"/>
  <Override PartName="/ppt/tags/tag829.xml" ContentType="application/vnd.openxmlformats-officedocument.presentationml.tags+xml"/>
  <Override PartName="/ppt/tags/tag36.xml" ContentType="application/vnd.openxmlformats-officedocument.presentationml.tags+xml"/>
  <Override PartName="/ppt/notesSlides/notesSlide14.xml" ContentType="application/vnd.openxmlformats-officedocument.presentationml.notesSlide+xml"/>
  <Override PartName="/ppt/tags/tag337.xml" ContentType="application/vnd.openxmlformats-officedocument.presentationml.tags+xml"/>
  <Override PartName="/ppt/tags/tag523.xml" ContentType="application/vnd.openxmlformats-officedocument.presentationml.tags+xml"/>
  <Override PartName="/ppt/tags/tag668.xml" ContentType="application/vnd.openxmlformats-officedocument.presentationml.tags+xml"/>
  <Override PartName="/ppt/tags/tag61.xml" ContentType="application/vnd.openxmlformats-officedocument.presentationml.tags+xml"/>
  <Override PartName="/ppt/tags/tag176.xml" ContentType="application/vnd.openxmlformats-officedocument.presentationml.tags+xml"/>
  <Override PartName="/ppt/tags/tag362.xml" ContentType="application/vnd.openxmlformats-officedocument.presentationml.tags+xml"/>
  <Override PartName="/ppt/tags/tag693.xml" ContentType="application/vnd.openxmlformats-officedocument.presentationml.tags+xml"/>
  <Override PartName="/ppt/slides/slide156.xml" ContentType="application/vnd.openxmlformats-officedocument.presentationml.slide+xml"/>
  <Override PartName="/ppt/tags/tag107.xml" ContentType="application/vnd.openxmlformats-officedocument.presentationml.tags+xml"/>
  <Override PartName="/ppt/tags/tag438.xml" ContentType="application/vnd.openxmlformats-officedocument.presentationml.tags+xml"/>
  <Override PartName="/ppt/notesSlides/notesSlide155.xml" ContentType="application/vnd.openxmlformats-officedocument.presentationml.notesSlide+xml"/>
  <Override PartName="/ppt/notesSlides/notesSlide5.xml" ContentType="application/vnd.openxmlformats-officedocument.presentationml.notesSlide+xml"/>
  <Override PartName="/ppt/tags/tag277.xml" ContentType="application/vnd.openxmlformats-officedocument.presentationml.tags+xml"/>
  <Override PartName="/ppt/notesSlides/notesSlide99.xml" ContentType="application/vnd.openxmlformats-officedocument.presentationml.notesSlide+xml"/>
  <Override PartName="/ppt/tags/tag624.xml" ContentType="application/vnd.openxmlformats-officedocument.presentationml.tags+xml"/>
  <Override PartName="/ppt/tags/tag769.xml" ContentType="application/vnd.openxmlformats-officedocument.presentationml.tags+xml"/>
  <Override PartName="/ppt/slides/slide39.xml" ContentType="application/vnd.openxmlformats-officedocument.presentationml.slide+xml"/>
  <Override PartName="/ppt/tags/tag132.xml" ContentType="application/vnd.openxmlformats-officedocument.presentationml.tags+xml"/>
  <Override PartName="/ppt/tags/tag463.xml" ContentType="application/vnd.openxmlformats-officedocument.presentationml.tags+xml"/>
  <Override PartName="/ppt/tags/tag794.xml" ContentType="application/vnd.openxmlformats-officedocument.presentationml.tags+xml"/>
  <Override PartName="/ppt/tags/tag810.xml" ContentType="application/vnd.openxmlformats-officedocument.presentationml.tags+xml"/>
  <Override PartName="/ppt/slides/slide64.xml" ContentType="application/vnd.openxmlformats-officedocument.presentationml.slide+xml"/>
  <Override PartName="/ppt/slides/slide112.xml" ContentType="application/vnd.openxmlformats-officedocument.presentationml.slide+xml"/>
  <Override PartName="/ppt/tags/tag208.xml" ContentType="application/vnd.openxmlformats-officedocument.presentationml.tags+xml"/>
  <Override PartName="/ppt/tags/tag539.xml" ContentType="application/vnd.openxmlformats-officedocument.presentationml.tags+xml"/>
  <Override PartName="/ppt/tags/tag3.xml" ContentType="application/vnd.openxmlformats-officedocument.presentationml.tags+xml"/>
  <Override PartName="/ppt/tags/tag77.xml" ContentType="application/vnd.openxmlformats-officedocument.presentationml.tags+xml"/>
  <Override PartName="/ppt/tags/tag233.xml" ContentType="application/vnd.openxmlformats-officedocument.presentationml.tags+xml"/>
  <Override PartName="/ppt/notesSlides/notesSlide55.xml" ContentType="application/vnd.openxmlformats-officedocument.presentationml.notesSlide+xml"/>
  <Override PartName="/ppt/tags/tag378.xml" ContentType="application/vnd.openxmlformats-officedocument.presentationml.tags+xml"/>
  <Override PartName="/ppt/notesSlides/notesSlide111.xml" ContentType="application/vnd.openxmlformats-officedocument.presentationml.notesSlide+xml"/>
  <Override PartName="/ppt/tags/tag725.xml" ContentType="application/vnd.openxmlformats-officedocument.presentationml.tags+xml"/>
  <Override PartName="/ppt/tags/tag564.xml" ContentType="application/vnd.openxmlformats-officedocument.presentationml.tags+xml"/>
  <Override PartName="/ppt/tags/tag750.xml" ContentType="application/vnd.openxmlformats-officedocument.presentationml.tags+xml"/>
  <Override PartName="/ppt/slides/slide20.xml" ContentType="application/vnd.openxmlformats-officedocument.presentationml.slide+xml"/>
  <Override PartName="/ppt/tags/tag309.xml" ContentType="application/vnd.openxmlformats-officedocument.presentationml.tags+xml"/>
  <Override PartName="/ppt/notesSlides/notesSlide80.xml" ContentType="application/vnd.openxmlformats-officedocument.presentationml.notesSlide+xml"/>
  <Override PartName="/ppt/tags/tag826.xml" ContentType="application/vnd.openxmlformats-officedocument.presentationml.tags+xml"/>
  <Override PartName="/ppt/tags/tag33.xml" ContentType="application/vnd.openxmlformats-officedocument.presentationml.tags+xml"/>
  <Override PartName="/ppt/notesSlides/notesSlide11.xml" ContentType="application/vnd.openxmlformats-officedocument.presentationml.notesSlide+xml"/>
  <Override PartName="/ppt/tags/tag148.xml" ContentType="application/vnd.openxmlformats-officedocument.presentationml.tags+xml"/>
  <Override PartName="/ppt/tags/tag334.xml" ContentType="application/vnd.openxmlformats-officedocument.presentationml.tags+xml"/>
  <Override PartName="/ppt/tags/tag479.xml" ContentType="application/vnd.openxmlformats-officedocument.presentationml.tags+xml"/>
  <Override PartName="/ppt/tags/tag665.xml" ContentType="application/vnd.openxmlformats-officedocument.presentationml.tags+xml"/>
  <Override PartName="/ppt/slides/slide128.xml" ContentType="application/vnd.openxmlformats-officedocument.presentationml.slide+xml"/>
  <Override PartName="/ppt/tags/tag173.xml" ContentType="application/vnd.openxmlformats-officedocument.presentationml.tags+xml"/>
  <Override PartName="/ppt/tags/tag520.xml" ContentType="application/vnd.openxmlformats-officedocument.presentationml.tags+xml"/>
  <Override PartName="/ppt/notesSlides/notesSlide127.xml" ContentType="application/vnd.openxmlformats-officedocument.presentationml.notesSlide+xml"/>
  <Override PartName="/ppt/slides/slide153.xml" ContentType="application/vnd.openxmlformats-officedocument.presentationml.slide+xml"/>
  <Override PartName="/ppt/tags/tag249.xml" ContentType="application/vnd.openxmlformats-officedocument.presentationml.tags+xml"/>
  <Override PartName="/ppt/tags/tag690.xml" ContentType="application/vnd.openxmlformats-officedocument.presentationml.tags+xml"/>
  <Override PartName="/ppt/notesSlides/notesSlide2.xml" ContentType="application/vnd.openxmlformats-officedocument.presentationml.notesSlide+xml"/>
  <Override PartName="/ppt/tags/tag104.xml" ContentType="application/vnd.openxmlformats-officedocument.presentationml.tags+xml"/>
  <Override PartName="/ppt/tags/tag435.xml" ContentType="application/vnd.openxmlformats-officedocument.presentationml.tags+xml"/>
  <Override PartName="/ppt/tags/tag621.xml" ContentType="application/vnd.openxmlformats-officedocument.presentationml.tags+xml"/>
  <Override PartName="/ppt/tags/tag766.xml" ContentType="application/vnd.openxmlformats-officedocument.presentationml.tags+xml"/>
  <Override PartName="/ppt/notesSlides/notesSlide152.xml" ContentType="application/vnd.openxmlformats-officedocument.presentationml.notesSlide+xml"/>
  <Override PartName="/ppt/slides/slide36.xml" ContentType="application/vnd.openxmlformats-officedocument.presentationml.slide+xml"/>
  <Override PartName="/ppt/tags/tag274.xml" ContentType="application/vnd.openxmlformats-officedocument.presentationml.tags+xml"/>
  <Override PartName="/ppt/tags/tag460.xml" ContentType="application/vnd.openxmlformats-officedocument.presentationml.tags+xml"/>
  <Override PartName="/ppt/notesSlides/notesSlide96.xml" ContentType="application/vnd.openxmlformats-officedocument.presentationml.notesSlide+xml"/>
  <Override PartName="/ppt/tags/tag49.xml" ContentType="application/vnd.openxmlformats-officedocument.presentationml.tags+xml"/>
  <Override PartName="/ppt/notesSlides/notesSlide27.xml" ContentType="application/vnd.openxmlformats-officedocument.presentationml.notesSlide+xml"/>
  <Override PartName="/ppt/tags/tag205.xml" ContentType="application/vnd.openxmlformats-officedocument.presentationml.tags+xml"/>
  <Override PartName="/ppt/tags/tag791.xml" ContentType="application/vnd.openxmlformats-officedocument.presentationml.tags+xml"/>
  <Override PartName="/ppt/slides/slide61.xml" ContentType="application/vnd.openxmlformats-officedocument.presentationml.slide+xml"/>
  <Override PartName="/ppt/tags/tag189.xml" ContentType="application/vnd.openxmlformats-officedocument.presentationml.tags+xml"/>
  <Override PartName="/ppt/tags/tag536.xml" ContentType="application/vnd.openxmlformats-officedocument.presentationml.tags+xml"/>
  <Override PartName="/ppt/tags/tag722.xml" ContentType="application/vnd.openxmlformats-officedocument.presentationml.tags+xml"/>
  <Override PartName="/ppt/slides/slide169.xml" ContentType="application/vnd.openxmlformats-officedocument.presentationml.slide+xml"/>
  <Override PartName="/ppt/tableStyles.xml" ContentType="application/vnd.openxmlformats-officedocument.presentationml.tableStyles+xml"/>
  <Override PartName="/ppt/tags/tag74.xml" ContentType="application/vnd.openxmlformats-officedocument.presentationml.tags+xml"/>
  <Override PartName="/ppt/tags/tag230.xml" ContentType="application/vnd.openxmlformats-officedocument.presentationml.tags+xml"/>
  <Override PartName="/ppt/notesSlides/notesSlide52.xml" ContentType="application/vnd.openxmlformats-officedocument.presentationml.notesSlide+xml"/>
  <Override PartName="/ppt/tags/tag375.xml" ContentType="application/vnd.openxmlformats-officedocument.presentationml.tags+xml"/>
  <Override PartName="/ppt/tags/tag561.xml" ContentType="application/vnd.openxmlformats-officedocument.presentationml.tags+xml"/>
  <Override PartName="/ppt/tags/tag306.xml" ContentType="application/vnd.openxmlformats-officedocument.presentationml.tags+xml"/>
  <Override PartName="/ppt/tags/tag637.xml" ContentType="application/vnd.openxmlformats-officedocument.presentationml.tags+xml"/>
  <Override PartName="/ppt/tags/tag145.xml" ContentType="application/vnd.openxmlformats-officedocument.presentationml.tags+xml"/>
  <Override PartName="/ppt/tags/tag476.xml" ContentType="application/vnd.openxmlformats-officedocument.presentationml.tags+xml"/>
  <Override PartName="/ppt/tags/tag823.xml" ContentType="application/vnd.openxmlformats-officedocument.presentationml.tags+xml"/>
  <Override PartName="/ppt/slides/slide77.xml" ContentType="application/vnd.openxmlformats-officedocument.presentationml.slide+xml"/>
  <Override PartName="/ppt/slides/slide125.xml" ContentType="application/vnd.openxmlformats-officedocument.presentationml.slide+xml"/>
  <Override PartName="/ppt/tags/tag30.xml" ContentType="application/vnd.openxmlformats-officedocument.presentationml.tags+xml"/>
  <Override PartName="/ppt/tags/tag331.xml" ContentType="application/vnd.openxmlformats-officedocument.presentationml.tags+xml"/>
  <Override PartName="/ppt/tags/tag662.xml" ContentType="application/vnd.openxmlformats-officedocument.presentationml.tags+xml"/>
  <Override PartName="/ppt/slides/slide150.xml" ContentType="application/vnd.openxmlformats-officedocument.presentationml.slide+xml"/>
  <Override PartName="/ppt/tags/tag170.xml" ContentType="application/vnd.openxmlformats-officedocument.presentationml.tags+xml"/>
  <Override PartName="/ppt/notesSlides/notesSlide68.xml" ContentType="application/vnd.openxmlformats-officedocument.presentationml.notesSlide+xml"/>
  <Override PartName="/ppt/tags/tag407.xml" ContentType="application/vnd.openxmlformats-officedocument.presentationml.tags+xml"/>
  <Override PartName="/ppt/notesSlides/notesSlide124.xml" ContentType="application/vnd.openxmlformats-officedocument.presentationml.notesSlide+xml"/>
  <Override PartName="/ppt/tags/tag738.xml" ContentType="application/vnd.openxmlformats-officedocument.presentationml.tag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177"/>
  </p:notesMasterIdLst>
  <p:sldIdLst>
    <p:sldId id="257" r:id="rId3"/>
    <p:sldId id="271" r:id="rId4"/>
    <p:sldId id="272" r:id="rId5"/>
    <p:sldId id="260" r:id="rId6"/>
    <p:sldId id="258" r:id="rId7"/>
    <p:sldId id="259" r:id="rId8"/>
    <p:sldId id="269" r:id="rId9"/>
    <p:sldId id="320" r:id="rId10"/>
    <p:sldId id="321" r:id="rId11"/>
    <p:sldId id="322" r:id="rId12"/>
    <p:sldId id="263" r:id="rId13"/>
    <p:sldId id="273" r:id="rId14"/>
    <p:sldId id="279" r:id="rId15"/>
    <p:sldId id="325" r:id="rId16"/>
    <p:sldId id="560" r:id="rId17"/>
    <p:sldId id="326" r:id="rId18"/>
    <p:sldId id="328" r:id="rId19"/>
    <p:sldId id="329" r:id="rId20"/>
    <p:sldId id="327" r:id="rId21"/>
    <p:sldId id="280" r:id="rId22"/>
    <p:sldId id="330" r:id="rId23"/>
    <p:sldId id="331" r:id="rId24"/>
    <p:sldId id="332" r:id="rId25"/>
    <p:sldId id="333" r:id="rId26"/>
    <p:sldId id="334" r:id="rId27"/>
    <p:sldId id="335" r:id="rId28"/>
    <p:sldId id="336" r:id="rId29"/>
    <p:sldId id="337" r:id="rId30"/>
    <p:sldId id="281" r:id="rId31"/>
    <p:sldId id="338" r:id="rId32"/>
    <p:sldId id="339" r:id="rId33"/>
    <p:sldId id="340" r:id="rId34"/>
    <p:sldId id="282" r:id="rId35"/>
    <p:sldId id="341" r:id="rId36"/>
    <p:sldId id="342" r:id="rId37"/>
    <p:sldId id="347" r:id="rId38"/>
    <p:sldId id="346" r:id="rId39"/>
    <p:sldId id="264" r:id="rId40"/>
    <p:sldId id="275" r:id="rId41"/>
    <p:sldId id="283" r:id="rId42"/>
    <p:sldId id="348" r:id="rId43"/>
    <p:sldId id="284" r:id="rId44"/>
    <p:sldId id="354" r:id="rId45"/>
    <p:sldId id="355" r:id="rId46"/>
    <p:sldId id="356" r:id="rId47"/>
    <p:sldId id="285" r:id="rId48"/>
    <p:sldId id="286" r:id="rId49"/>
    <p:sldId id="358" r:id="rId50"/>
    <p:sldId id="359" r:id="rId51"/>
    <p:sldId id="265" r:id="rId52"/>
    <p:sldId id="288" r:id="rId53"/>
    <p:sldId id="362" r:id="rId54"/>
    <p:sldId id="363" r:id="rId55"/>
    <p:sldId id="364" r:id="rId56"/>
    <p:sldId id="365" r:id="rId57"/>
    <p:sldId id="289" r:id="rId58"/>
    <p:sldId id="561" r:id="rId59"/>
    <p:sldId id="366" r:id="rId60"/>
    <p:sldId id="266" r:id="rId61"/>
    <p:sldId id="277" r:id="rId62"/>
    <p:sldId id="290" r:id="rId63"/>
    <p:sldId id="400" r:id="rId64"/>
    <p:sldId id="401" r:id="rId65"/>
    <p:sldId id="404" r:id="rId66"/>
    <p:sldId id="562" r:id="rId67"/>
    <p:sldId id="405" r:id="rId68"/>
    <p:sldId id="406" r:id="rId69"/>
    <p:sldId id="403" r:id="rId70"/>
    <p:sldId id="291" r:id="rId71"/>
    <p:sldId id="407" r:id="rId72"/>
    <p:sldId id="408" r:id="rId73"/>
    <p:sldId id="292" r:id="rId74"/>
    <p:sldId id="410" r:id="rId75"/>
    <p:sldId id="411" r:id="rId76"/>
    <p:sldId id="415" r:id="rId77"/>
    <p:sldId id="416" r:id="rId78"/>
    <p:sldId id="293" r:id="rId79"/>
    <p:sldId id="421" r:id="rId80"/>
    <p:sldId id="423" r:id="rId81"/>
    <p:sldId id="424" r:id="rId82"/>
    <p:sldId id="425" r:id="rId83"/>
    <p:sldId id="422" r:id="rId84"/>
    <p:sldId id="426" r:id="rId85"/>
    <p:sldId id="294" r:id="rId86"/>
    <p:sldId id="449" r:id="rId87"/>
    <p:sldId id="450" r:id="rId88"/>
    <p:sldId id="451" r:id="rId89"/>
    <p:sldId id="452" r:id="rId90"/>
    <p:sldId id="267" r:id="rId91"/>
    <p:sldId id="278" r:id="rId92"/>
    <p:sldId id="295" r:id="rId93"/>
    <p:sldId id="453" r:id="rId94"/>
    <p:sldId id="296" r:id="rId95"/>
    <p:sldId id="455" r:id="rId96"/>
    <p:sldId id="454" r:id="rId97"/>
    <p:sldId id="456" r:id="rId98"/>
    <p:sldId id="478" r:id="rId99"/>
    <p:sldId id="479" r:id="rId100"/>
    <p:sldId id="480" r:id="rId101"/>
    <p:sldId id="481" r:id="rId102"/>
    <p:sldId id="482" r:id="rId103"/>
    <p:sldId id="483" r:id="rId104"/>
    <p:sldId id="457" r:id="rId105"/>
    <p:sldId id="484" r:id="rId106"/>
    <p:sldId id="485" r:id="rId107"/>
    <p:sldId id="486" r:id="rId108"/>
    <p:sldId id="487" r:id="rId109"/>
    <p:sldId id="488" r:id="rId110"/>
    <p:sldId id="489" r:id="rId111"/>
    <p:sldId id="563" r:id="rId112"/>
    <p:sldId id="297" r:id="rId113"/>
    <p:sldId id="491" r:id="rId114"/>
    <p:sldId id="494" r:id="rId115"/>
    <p:sldId id="495" r:id="rId116"/>
    <p:sldId id="492" r:id="rId117"/>
    <p:sldId id="496" r:id="rId118"/>
    <p:sldId id="497" r:id="rId119"/>
    <p:sldId id="498" r:id="rId120"/>
    <p:sldId id="499" r:id="rId121"/>
    <p:sldId id="493" r:id="rId122"/>
    <p:sldId id="501" r:id="rId123"/>
    <p:sldId id="502" r:id="rId124"/>
    <p:sldId id="298" r:id="rId125"/>
    <p:sldId id="503" r:id="rId126"/>
    <p:sldId id="506" r:id="rId127"/>
    <p:sldId id="507" r:id="rId128"/>
    <p:sldId id="508" r:id="rId129"/>
    <p:sldId id="504" r:id="rId130"/>
    <p:sldId id="509" r:id="rId131"/>
    <p:sldId id="510" r:id="rId132"/>
    <p:sldId id="505" r:id="rId133"/>
    <p:sldId id="511" r:id="rId134"/>
    <p:sldId id="512" r:id="rId135"/>
    <p:sldId id="513" r:id="rId136"/>
    <p:sldId id="515" r:id="rId137"/>
    <p:sldId id="564" r:id="rId138"/>
    <p:sldId id="299" r:id="rId139"/>
    <p:sldId id="516" r:id="rId140"/>
    <p:sldId id="517" r:id="rId141"/>
    <p:sldId id="518" r:id="rId142"/>
    <p:sldId id="520" r:id="rId143"/>
    <p:sldId id="300" r:id="rId144"/>
    <p:sldId id="521" r:id="rId145"/>
    <p:sldId id="525" r:id="rId146"/>
    <p:sldId id="526" r:id="rId147"/>
    <p:sldId id="524" r:id="rId148"/>
    <p:sldId id="522" r:id="rId149"/>
    <p:sldId id="523" r:id="rId150"/>
    <p:sldId id="268" r:id="rId151"/>
    <p:sldId id="274" r:id="rId152"/>
    <p:sldId id="301" r:id="rId153"/>
    <p:sldId id="527" r:id="rId154"/>
    <p:sldId id="302" r:id="rId155"/>
    <p:sldId id="528" r:id="rId156"/>
    <p:sldId id="529" r:id="rId157"/>
    <p:sldId id="303" r:id="rId158"/>
    <p:sldId id="545" r:id="rId159"/>
    <p:sldId id="546" r:id="rId160"/>
    <p:sldId id="549" r:id="rId161"/>
    <p:sldId id="550" r:id="rId162"/>
    <p:sldId id="552" r:id="rId163"/>
    <p:sldId id="304" r:id="rId164"/>
    <p:sldId id="305" r:id="rId165"/>
    <p:sldId id="553" r:id="rId166"/>
    <p:sldId id="306" r:id="rId167"/>
    <p:sldId id="555" r:id="rId168"/>
    <p:sldId id="556" r:id="rId169"/>
    <p:sldId id="307" r:id="rId170"/>
    <p:sldId id="557" r:id="rId171"/>
    <p:sldId id="558" r:id="rId172"/>
    <p:sldId id="309" r:id="rId173"/>
    <p:sldId id="308" r:id="rId174"/>
    <p:sldId id="310" r:id="rId175"/>
    <p:sldId id="565" r:id="rId176"/>
  </p:sldIdLst>
  <p:sldSz cx="12192000" cy="6858000"/>
  <p:notesSz cx="7104063" cy="102346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987" autoAdjust="0"/>
    <p:restoredTop sz="94660"/>
  </p:normalViewPr>
  <p:slideViewPr>
    <p:cSldViewPr snapToGrid="0">
      <p:cViewPr>
        <p:scale>
          <a:sx n="100" d="100"/>
          <a:sy n="100" d="100"/>
        </p:scale>
        <p:origin x="-726" y="-774"/>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38" Type="http://schemas.openxmlformats.org/officeDocument/2006/relationships/slide" Target="slides/slide136.xml"/><Relationship Id="rId154" Type="http://schemas.openxmlformats.org/officeDocument/2006/relationships/slide" Target="slides/slide152.xml"/><Relationship Id="rId159" Type="http://schemas.openxmlformats.org/officeDocument/2006/relationships/slide" Target="slides/slide157.xml"/><Relationship Id="rId175" Type="http://schemas.openxmlformats.org/officeDocument/2006/relationships/slide" Target="slides/slide173.xml"/><Relationship Id="rId170" Type="http://schemas.openxmlformats.org/officeDocument/2006/relationships/slide" Target="slides/slide168.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144" Type="http://schemas.openxmlformats.org/officeDocument/2006/relationships/slide" Target="slides/slide142.xml"/><Relationship Id="rId149" Type="http://schemas.openxmlformats.org/officeDocument/2006/relationships/slide" Target="slides/slide14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160" Type="http://schemas.openxmlformats.org/officeDocument/2006/relationships/slide" Target="slides/slide158.xml"/><Relationship Id="rId165" Type="http://schemas.openxmlformats.org/officeDocument/2006/relationships/slide" Target="slides/slide163.xml"/><Relationship Id="rId181" Type="http://schemas.openxmlformats.org/officeDocument/2006/relationships/tableStyles" Target="tableStyle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50" Type="http://schemas.openxmlformats.org/officeDocument/2006/relationships/slide" Target="slides/slide148.xml"/><Relationship Id="rId155" Type="http://schemas.openxmlformats.org/officeDocument/2006/relationships/slide" Target="slides/slide153.xml"/><Relationship Id="rId171" Type="http://schemas.openxmlformats.org/officeDocument/2006/relationships/slide" Target="slides/slide169.xml"/><Relationship Id="rId176" Type="http://schemas.openxmlformats.org/officeDocument/2006/relationships/slide" Target="slides/slide174.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61" Type="http://schemas.openxmlformats.org/officeDocument/2006/relationships/slide" Target="slides/slide159.xml"/><Relationship Id="rId166" Type="http://schemas.openxmlformats.org/officeDocument/2006/relationships/slide" Target="slides/slide16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slide" Target="slides/slide154.xml"/><Relationship Id="rId177"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72" Type="http://schemas.openxmlformats.org/officeDocument/2006/relationships/slide" Target="slides/slide170.xml"/><Relationship Id="rId180" Type="http://schemas.openxmlformats.org/officeDocument/2006/relationships/theme" Target="theme/theme1.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167" Type="http://schemas.openxmlformats.org/officeDocument/2006/relationships/slide" Target="slides/slide165.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presProps" Target="presProps.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slide" Target="slides/slide171.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viewProps" Target="viewProps.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3812" y="0"/>
            <a:ext cx="3078290" cy="513492"/>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pPr/>
              <a:t>2017/3/30</a:t>
            </a:fld>
            <a:endParaRPr lang="zh-CN" altLang="en-US"/>
          </a:p>
        </p:txBody>
      </p:sp>
      <p:sp>
        <p:nvSpPr>
          <p:cNvPr id="4" name="幻灯片图像占位符 3"/>
          <p:cNvSpPr>
            <a:spLocks noGrp="1" noRot="1" noChangeAspect="1"/>
          </p:cNvSpPr>
          <p:nvPr>
            <p:ph type="sldImg" idx="2"/>
          </p:nvPr>
        </p:nvSpPr>
        <p:spPr>
          <a:xfrm>
            <a:off x="481584" y="1279287"/>
            <a:ext cx="6140577" cy="34540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0375" y="4925254"/>
            <a:ext cx="5682996" cy="4029754"/>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9720804"/>
            <a:ext cx="3078290" cy="513491"/>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3812" y="9720804"/>
            <a:ext cx="3078290" cy="513491"/>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480660" y="1279525"/>
            <a:ext cx="6141156" cy="3454400"/>
          </a:xfrm>
        </p:spPr>
      </p:sp>
      <p:sp>
        <p:nvSpPr>
          <p:cNvPr id="6147" name="备注占位符 2"/>
          <p:cNvSpPr>
            <a:spLocks noGrp="1"/>
          </p:cNvSpPr>
          <p:nvPr>
            <p:ph type="body" idx="1"/>
          </p:nvPr>
        </p:nvSpPr>
        <p:spPr>
          <a:noFill/>
        </p:spPr>
        <p:txBody>
          <a:bodyPr anchor="t"/>
          <a:lstStyle/>
          <a:p>
            <a:pPr eaLnBrk="1" hangingPunct="1">
              <a:spcBef>
                <a:spcPct val="0"/>
              </a:spcBef>
            </a:pPr>
            <a:r>
              <a:rPr lang="zh-CN" altLang="en-US" smtClean="0">
                <a:ea typeface="宋体" panose="02010600030101010101" pitchFamily="2" charset="-122"/>
              </a:rPr>
              <a:t>模板来自于 </a:t>
            </a:r>
            <a:r>
              <a:rPr lang="en-US" altLang="zh-CN" smtClean="0">
                <a:ea typeface="宋体" panose="02010600030101010101" pitchFamily="2" charset="-122"/>
              </a:rPr>
              <a:t>http://docer.wps.cn</a:t>
            </a:r>
            <a:endParaRPr lang="zh-CN" altLang="en-US" smtClean="0">
              <a:ea typeface="宋体" panose="02010600030101010101" pitchFamily="2" charset="-122"/>
            </a:endParaRPr>
          </a:p>
        </p:txBody>
      </p:sp>
      <p:sp>
        <p:nvSpPr>
          <p:cNvPr id="6148" name="灯片编号占位符 3"/>
          <p:cNvSpPr txBox="1">
            <a:spLocks noGrp="1" noChangeArrowheads="1"/>
          </p:cNvSpPr>
          <p:nvPr/>
        </p:nvSpPr>
        <p:spPr bwMode="auto">
          <a:xfrm>
            <a:off x="4023992" y="9721107"/>
            <a:ext cx="3078427" cy="513507"/>
          </a:xfrm>
          <a:prstGeom prst="rect">
            <a:avLst/>
          </a:prstGeom>
          <a:noFill/>
          <a:ln w="9525">
            <a:noFill/>
            <a:miter lim="800000"/>
          </a:ln>
        </p:spPr>
        <p:txBody>
          <a:bodyPr lIns="99075" tIns="49538" rIns="99075" bIns="49538" anchor="b"/>
          <a:lstStyle/>
          <a:p>
            <a:pPr algn="r" eaLnBrk="1" hangingPunct="1">
              <a:buFont typeface="Arial" panose="020B0604020202020204" pitchFamily="34" charset="0"/>
              <a:buNone/>
            </a:pPr>
            <a:fld id="{AAED0429-06AC-4391-B511-C2D4F3A38C12}" type="slidenum">
              <a:rPr lang="zh-CN" altLang="en-US" sz="1300">
                <a:latin typeface="Calibri" panose="020F0502020204030204" charset="0"/>
                <a:ea typeface="宋体" panose="02010600030101010101" pitchFamily="2" charset="-122"/>
              </a:rPr>
              <a:pPr algn="r" eaLnBrk="1" hangingPunct="1">
                <a:buFont typeface="Arial" panose="020B0604020202020204" pitchFamily="34" charset="0"/>
                <a:buNone/>
              </a:pPr>
              <a:t>4</a:t>
            </a:fld>
            <a:endParaRPr lang="zh-CN" altLang="en-US" sz="1300" dirty="0">
              <a:latin typeface="Calibri" panose="020F0502020204030204" charset="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a:xfrm>
            <a:off x="480660" y="1279525"/>
            <a:ext cx="6141156" cy="3454400"/>
          </a:xfrm>
        </p:spPr>
      </p:sp>
      <p:sp>
        <p:nvSpPr>
          <p:cNvPr id="6147" name="备注占位符 2"/>
          <p:cNvSpPr>
            <a:spLocks noGrp="1"/>
          </p:cNvSpPr>
          <p:nvPr>
            <p:ph type="body" idx="1"/>
          </p:nvPr>
        </p:nvSpPr>
        <p:spPr>
          <a:noFill/>
        </p:spPr>
        <p:txBody>
          <a:bodyPr anchor="t"/>
          <a:lstStyle/>
          <a:p>
            <a:pPr eaLnBrk="1" hangingPunct="1">
              <a:spcBef>
                <a:spcPct val="0"/>
              </a:spcBef>
            </a:pPr>
            <a:r>
              <a:rPr lang="zh-CN" altLang="en-US" smtClean="0">
                <a:ea typeface="宋体" panose="02010600030101010101" pitchFamily="2" charset="-122"/>
              </a:rPr>
              <a:t>模板来自于 </a:t>
            </a:r>
            <a:r>
              <a:rPr lang="en-US" altLang="zh-CN" smtClean="0">
                <a:ea typeface="宋体" panose="02010600030101010101" pitchFamily="2" charset="-122"/>
              </a:rPr>
              <a:t>http://docer.wps.cn</a:t>
            </a:r>
            <a:endParaRPr lang="zh-CN" altLang="en-US" smtClean="0">
              <a:ea typeface="宋体" panose="02010600030101010101" pitchFamily="2" charset="-122"/>
            </a:endParaRPr>
          </a:p>
        </p:txBody>
      </p:sp>
      <p:sp>
        <p:nvSpPr>
          <p:cNvPr id="6148" name="灯片编号占位符 3"/>
          <p:cNvSpPr txBox="1">
            <a:spLocks noGrp="1" noChangeArrowheads="1"/>
          </p:cNvSpPr>
          <p:nvPr/>
        </p:nvSpPr>
        <p:spPr bwMode="auto">
          <a:xfrm>
            <a:off x="4023992" y="9721107"/>
            <a:ext cx="3078427" cy="513507"/>
          </a:xfrm>
          <a:prstGeom prst="rect">
            <a:avLst/>
          </a:prstGeom>
          <a:noFill/>
          <a:ln w="9525">
            <a:noFill/>
            <a:miter lim="800000"/>
          </a:ln>
        </p:spPr>
        <p:txBody>
          <a:bodyPr lIns="99075" tIns="49538" rIns="99075" bIns="49538" anchor="b"/>
          <a:lstStyle/>
          <a:p>
            <a:pPr algn="r" eaLnBrk="1" hangingPunct="1">
              <a:buFont typeface="Arial" panose="020B0604020202020204" pitchFamily="34" charset="0"/>
              <a:buNone/>
            </a:pPr>
            <a:fld id="{AAED0429-06AC-4391-B511-C2D4F3A38C12}" type="slidenum">
              <a:rPr lang="zh-CN" altLang="en-US" sz="1300">
                <a:latin typeface="Calibri" panose="020F0502020204030204" charset="0"/>
                <a:ea typeface="宋体" panose="02010600030101010101" pitchFamily="2" charset="-122"/>
              </a:rPr>
              <a:pPr algn="r" eaLnBrk="1" hangingPunct="1">
                <a:buFont typeface="Arial" panose="020B0604020202020204" pitchFamily="34" charset="0"/>
                <a:buNone/>
              </a:pPr>
              <a:t>5</a:t>
            </a:fld>
            <a:endParaRPr lang="zh-CN" altLang="en-US" sz="1300" dirty="0">
              <a:latin typeface="Calibri" panose="020F0502020204030204" charset="0"/>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0660" y="1279525"/>
            <a:ext cx="6141156"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481013" y="1279525"/>
            <a:ext cx="6140450" cy="3454400"/>
          </a:xfrm>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slideMaster" Target="../slideMasters/slideMaster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1186774" y="1778438"/>
            <a:ext cx="4873574"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p>
        </p:txBody>
      </p:sp>
      <p:sp>
        <p:nvSpPr>
          <p:cNvPr id="4" name="内容占位符 3"/>
          <p:cNvSpPr>
            <a:spLocks noGrp="1"/>
          </p:cNvSpPr>
          <p:nvPr>
            <p:ph sz="half" idx="2"/>
          </p:nvPr>
        </p:nvSpPr>
        <p:spPr>
          <a:xfrm>
            <a:off x="1186774" y="2665379"/>
            <a:ext cx="4873574"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256938" y="1778438"/>
            <a:ext cx="4897576" cy="823912"/>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p>
        </p:txBody>
      </p:sp>
      <p:sp>
        <p:nvSpPr>
          <p:cNvPr id="6" name="内容占位符 5"/>
          <p:cNvSpPr>
            <a:spLocks noGrp="1"/>
          </p:cNvSpPr>
          <p:nvPr>
            <p:ph sz="quarter" idx="4"/>
          </p:nvPr>
        </p:nvSpPr>
        <p:spPr>
          <a:xfrm>
            <a:off x="6256938" y="2665379"/>
            <a:ext cx="4897576" cy="352428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4165349"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4165349" cy="3811588"/>
          </a:xfrm>
        </p:spPr>
        <p:txBody>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38200" y="365125"/>
            <a:ext cx="10515600" cy="58118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pPr/>
              <a:t>2017/3/30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754063" y="261258"/>
            <a:ext cx="8415337" cy="855290"/>
          </a:xfrm>
          <a:prstGeom prst="rect">
            <a:avLst/>
          </a:prstGeom>
        </p:spPr>
        <p:txBody>
          <a:bodyPr/>
          <a:lstStyle/>
          <a:p>
            <a:r>
              <a:rPr lang="zh-CN" altLang="en-US" smtClean="0"/>
              <a:t>单击此处编辑母版标题样式</a:t>
            </a:r>
            <a:endParaRPr lang="zh-CN" altLang="en-US"/>
          </a:p>
        </p:txBody>
      </p:sp>
      <p:grpSp>
        <p:nvGrpSpPr>
          <p:cNvPr id="17" name="组合 16"/>
          <p:cNvGrpSpPr/>
          <p:nvPr userDrawn="1"/>
        </p:nvGrpSpPr>
        <p:grpSpPr>
          <a:xfrm>
            <a:off x="523836" y="1214422"/>
            <a:ext cx="3357586" cy="755143"/>
            <a:chOff x="523836" y="1428736"/>
            <a:chExt cx="3357586" cy="755143"/>
          </a:xfrm>
        </p:grpSpPr>
        <p:sp>
          <p:nvSpPr>
            <p:cNvPr id="18" name="任意多边形 17"/>
            <p:cNvSpPr/>
            <p:nvPr/>
          </p:nvSpPr>
          <p:spPr>
            <a:xfrm>
              <a:off x="523836" y="1428736"/>
              <a:ext cx="714380" cy="642942"/>
            </a:xfrm>
            <a:custGeom>
              <a:avLst/>
              <a:gdLst>
                <a:gd name="connsiteX0" fmla="*/ 0 w 864000"/>
                <a:gd name="connsiteY0" fmla="*/ 0 h 864000"/>
                <a:gd name="connsiteX1" fmla="*/ 864000 w 864000"/>
                <a:gd name="connsiteY1" fmla="*/ 0 h 864000"/>
                <a:gd name="connsiteX2" fmla="*/ 864000 w 864000"/>
                <a:gd name="connsiteY2" fmla="*/ 261737 h 864000"/>
                <a:gd name="connsiteX3" fmla="*/ 751007 w 864000"/>
                <a:gd name="connsiteY3" fmla="*/ 261737 h 864000"/>
                <a:gd name="connsiteX4" fmla="*/ 751007 w 864000"/>
                <a:gd name="connsiteY4" fmla="*/ 112993 h 864000"/>
                <a:gd name="connsiteX5" fmla="*/ 112993 w 864000"/>
                <a:gd name="connsiteY5" fmla="*/ 112993 h 864000"/>
                <a:gd name="connsiteX6" fmla="*/ 112993 w 864000"/>
                <a:gd name="connsiteY6" fmla="*/ 751007 h 864000"/>
                <a:gd name="connsiteX7" fmla="*/ 246681 w 864000"/>
                <a:gd name="connsiteY7" fmla="*/ 751007 h 864000"/>
                <a:gd name="connsiteX8" fmla="*/ 246681 w 864000"/>
                <a:gd name="connsiteY8" fmla="*/ 864000 h 864000"/>
                <a:gd name="connsiteX9" fmla="*/ 0 w 864000"/>
                <a:gd name="connsiteY9" fmla="*/ 86400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4000" h="864000">
                  <a:moveTo>
                    <a:pt x="0" y="0"/>
                  </a:moveTo>
                  <a:lnTo>
                    <a:pt x="864000" y="0"/>
                  </a:lnTo>
                  <a:lnTo>
                    <a:pt x="864000" y="261737"/>
                  </a:lnTo>
                  <a:lnTo>
                    <a:pt x="751007" y="261737"/>
                  </a:lnTo>
                  <a:lnTo>
                    <a:pt x="751007" y="112993"/>
                  </a:lnTo>
                  <a:lnTo>
                    <a:pt x="112993" y="112993"/>
                  </a:lnTo>
                  <a:lnTo>
                    <a:pt x="112993" y="751007"/>
                  </a:lnTo>
                  <a:lnTo>
                    <a:pt x="246681" y="751007"/>
                  </a:lnTo>
                  <a:lnTo>
                    <a:pt x="246681" y="864000"/>
                  </a:lnTo>
                  <a:lnTo>
                    <a:pt x="0" y="86400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6"/>
            <p:cNvSpPr txBox="1"/>
            <p:nvPr/>
          </p:nvSpPr>
          <p:spPr>
            <a:xfrm>
              <a:off x="809588" y="1617459"/>
              <a:ext cx="3071834"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endParaRPr lang="zh-CN" altLang="zh-CN" sz="2400" dirty="0">
                <a:solidFill>
                  <a:schemeClr val="tx1"/>
                </a:solidFill>
              </a:endParaRPr>
            </a:p>
          </p:txBody>
        </p:sp>
      </p:grpSp>
      <p:sp>
        <p:nvSpPr>
          <p:cNvPr id="7" name="矩形 6"/>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11"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grpSp>
        <p:nvGrpSpPr>
          <p:cNvPr id="3" name="组合 2"/>
          <p:cNvGrpSpPr/>
          <p:nvPr userDrawn="1"/>
        </p:nvGrpSpPr>
        <p:grpSpPr>
          <a:xfrm>
            <a:off x="403225" y="1775460"/>
            <a:ext cx="11303635" cy="4248150"/>
            <a:chOff x="1211" y="3019"/>
            <a:chExt cx="17232" cy="6690"/>
          </a:xfrm>
        </p:grpSpPr>
        <p:sp>
          <p:nvSpPr>
            <p:cNvPr id="10" name="矩形 9"/>
            <p:cNvSpPr/>
            <p:nvPr userDrawn="1"/>
          </p:nvSpPr>
          <p:spPr>
            <a:xfrm>
              <a:off x="1211" y="3245"/>
              <a:ext cx="17232" cy="63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32000" rIns="216000" rtlCol="0" anchor="ctr"/>
            <a:lstStyle/>
            <a:p>
              <a:pPr algn="just">
                <a:lnSpc>
                  <a:spcPct val="200000"/>
                </a:lnSpc>
              </a:pPr>
              <a:endParaRPr lang="zh-CN" altLang="en-US" sz="1400">
                <a:solidFill>
                  <a:schemeClr val="tx1">
                    <a:lumMod val="75000"/>
                    <a:lumOff val="25000"/>
                  </a:schemeClr>
                </a:solidFill>
                <a:latin typeface="微软雅黑" panose="020B0503020204020204" charset="-122"/>
                <a:ea typeface="微软雅黑" panose="020B0503020204020204" charset="-122"/>
              </a:endParaRPr>
            </a:p>
          </p:txBody>
        </p:sp>
        <p:sp>
          <p:nvSpPr>
            <p:cNvPr id="11" name="矩形 10"/>
            <p:cNvSpPr/>
            <p:nvPr userDrawn="1"/>
          </p:nvSpPr>
          <p:spPr>
            <a:xfrm>
              <a:off x="1551" y="3019"/>
              <a:ext cx="1020" cy="6691"/>
            </a:xfrm>
            <a:prstGeom prst="rect">
              <a:avLst/>
            </a:prstGeom>
            <a:solidFill>
              <a:schemeClr val="accent3">
                <a:lumMod val="75000"/>
              </a:schemeClr>
            </a:solidFill>
            <a:effectLst>
              <a:outerShdw blurRad="50800" dist="38100" dir="2700000" algn="tl" rotWithShape="0">
                <a:prstClr val="black">
                  <a:alpha val="40000"/>
                </a:prstClr>
              </a:outerShdw>
            </a:effectLst>
          </p:spPr>
          <p:txBody>
            <a:bodyPr tIns="0" bIns="0"/>
            <a:lstStyle/>
            <a:p>
              <a:pPr lvl="0">
                <a:lnSpc>
                  <a:spcPct val="134000"/>
                </a:lnSpc>
                <a:spcBef>
                  <a:spcPts val="600"/>
                </a:spcBef>
              </a:pPr>
              <a:endParaRPr lang="zh-CN" altLang="en-US" sz="1600">
                <a:solidFill>
                  <a:schemeClr val="bg1"/>
                </a:solidFill>
                <a:latin typeface="微软雅黑" panose="020B0503020204020204" charset="-122"/>
                <a:ea typeface="微软雅黑" panose="020B0503020204020204" charset="-122"/>
              </a:endParaRPr>
            </a:p>
          </p:txBody>
        </p:sp>
      </p:grpSp>
      <p:sp>
        <p:nvSpPr>
          <p:cNvPr id="2" name="标题 1"/>
          <p:cNvSpPr>
            <a:spLocks noGrp="1"/>
          </p:cNvSpPr>
          <p:nvPr>
            <p:ph type="title" hasCustomPrompt="1"/>
          </p:nvPr>
        </p:nvSpPr>
        <p:spPr>
          <a:xfrm>
            <a:off x="754063" y="261258"/>
            <a:ext cx="8415337" cy="855290"/>
          </a:xfrm>
          <a:prstGeom prst="rect">
            <a:avLst/>
          </a:prstGeom>
        </p:spPr>
        <p:txBody>
          <a:bodyPr/>
          <a:lstStyle>
            <a:lvl1pPr>
              <a:defRPr>
                <a:solidFill>
                  <a:srgbClr val="00B0F0"/>
                </a:solidFill>
              </a:defRPr>
            </a:lvl1pPr>
          </a:lstStyle>
          <a:p>
            <a:r>
              <a:rPr lang="zh-CN" altLang="en-US" smtClean="0"/>
              <a:t>单击此处编辑母版标题样式1</a:t>
            </a:r>
            <a:endParaRPr lang="zh-CN" altLang="en-US"/>
          </a:p>
        </p:txBody>
      </p:sp>
      <p:sp>
        <p:nvSpPr>
          <p:cNvPr id="6" name="矩形 5"/>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9"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grpSp>
        <p:nvGrpSpPr>
          <p:cNvPr id="12" name="组合 11"/>
          <p:cNvGrpSpPr/>
          <p:nvPr userDrawn="1"/>
        </p:nvGrpSpPr>
        <p:grpSpPr>
          <a:xfrm>
            <a:off x="0" y="665480"/>
            <a:ext cx="12192000" cy="964565"/>
            <a:chOff x="0" y="-127"/>
            <a:chExt cx="19200" cy="1519"/>
          </a:xfrm>
        </p:grpSpPr>
        <p:cxnSp>
          <p:nvCxnSpPr>
            <p:cNvPr id="13" name="直接连接符 12"/>
            <p:cNvCxnSpPr/>
            <p:nvPr userDrawn="1"/>
          </p:nvCxnSpPr>
          <p:spPr>
            <a:xfrm>
              <a:off x="0" y="1318"/>
              <a:ext cx="192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32" name="矩形 31"/>
            <p:cNvSpPr/>
            <p:nvPr userDrawn="1"/>
          </p:nvSpPr>
          <p:spPr>
            <a:xfrm>
              <a:off x="0" y="434"/>
              <a:ext cx="16437" cy="39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1" name="矩形 20"/>
            <p:cNvSpPr/>
            <p:nvPr userDrawn="1"/>
          </p:nvSpPr>
          <p:spPr>
            <a:xfrm>
              <a:off x="18066" y="434"/>
              <a:ext cx="1134" cy="39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矩形 15"/>
            <p:cNvSpPr/>
            <p:nvPr userDrawn="1"/>
          </p:nvSpPr>
          <p:spPr>
            <a:xfrm>
              <a:off x="16230" y="-127"/>
              <a:ext cx="2022" cy="1519"/>
            </a:xfrm>
            <a:prstGeom prst="rect">
              <a:avLst/>
            </a:prstGeom>
            <a:solidFill>
              <a:schemeClr val="bg2">
                <a:lumMod val="90000"/>
                <a:alpha val="85000"/>
              </a:scheme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endPar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endParaRPr>
            </a:p>
          </p:txBody>
        </p:sp>
      </p:gr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6" name="矩形 5"/>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9"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1_图片与标题">
    <p:spTree>
      <p:nvGrpSpPr>
        <p:cNvPr id="1" name=""/>
        <p:cNvGrpSpPr/>
        <p:nvPr/>
      </p:nvGrpSpPr>
      <p:grpSpPr>
        <a:xfrm>
          <a:off x="0" y="0"/>
          <a:ext cx="0" cy="0"/>
          <a:chOff x="0" y="0"/>
          <a:chExt cx="0" cy="0"/>
        </a:xfrm>
      </p:grpSpPr>
      <p:sp>
        <p:nvSpPr>
          <p:cNvPr id="8" name="矩形 7"/>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754063" y="261258"/>
            <a:ext cx="8415337" cy="855290"/>
          </a:xfrm>
          <a:prstGeom prst="rect">
            <a:avLst/>
          </a:prstGeom>
        </p:spPr>
        <p:txBody>
          <a:bodyPr/>
          <a:lstStyle>
            <a:lvl1pPr>
              <a:defRPr>
                <a:solidFill>
                  <a:srgbClr val="00B0F0"/>
                </a:solidFill>
              </a:defRPr>
            </a:lvl1pPr>
          </a:lstStyle>
          <a:p>
            <a:r>
              <a:rPr lang="zh-CN" altLang="en-US" smtClean="0"/>
              <a:t>单击此处编辑母版标题样式</a:t>
            </a:r>
            <a:endParaRPr lang="zh-CN" altLang="en-US"/>
          </a:p>
        </p:txBody>
      </p:sp>
      <p:sp>
        <p:nvSpPr>
          <p:cNvPr id="6" name="矩形 5"/>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9"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grpSp>
        <p:nvGrpSpPr>
          <p:cNvPr id="3" name="组合 2"/>
          <p:cNvGrpSpPr/>
          <p:nvPr userDrawn="1"/>
        </p:nvGrpSpPr>
        <p:grpSpPr>
          <a:xfrm>
            <a:off x="403225" y="1775460"/>
            <a:ext cx="11303635" cy="4248150"/>
            <a:chOff x="1211" y="3019"/>
            <a:chExt cx="17232" cy="6690"/>
          </a:xfrm>
        </p:grpSpPr>
        <p:sp>
          <p:nvSpPr>
            <p:cNvPr id="10" name="矩形 9"/>
            <p:cNvSpPr/>
            <p:nvPr userDrawn="1"/>
          </p:nvSpPr>
          <p:spPr>
            <a:xfrm>
              <a:off x="1211" y="3245"/>
              <a:ext cx="17232" cy="63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432000" rIns="216000" rtlCol="0" anchor="ctr"/>
            <a:lstStyle/>
            <a:p>
              <a:pPr algn="just">
                <a:lnSpc>
                  <a:spcPct val="200000"/>
                </a:lnSpc>
              </a:pPr>
              <a:endParaRPr lang="zh-CN" altLang="en-US" sz="1400">
                <a:solidFill>
                  <a:schemeClr val="tx1">
                    <a:lumMod val="75000"/>
                    <a:lumOff val="25000"/>
                  </a:schemeClr>
                </a:solidFill>
                <a:latin typeface="微软雅黑" panose="020B0503020204020204" charset="-122"/>
                <a:ea typeface="微软雅黑" panose="020B0503020204020204" charset="-122"/>
              </a:endParaRPr>
            </a:p>
          </p:txBody>
        </p:sp>
        <p:sp>
          <p:nvSpPr>
            <p:cNvPr id="11" name="矩形 10"/>
            <p:cNvSpPr/>
            <p:nvPr userDrawn="1"/>
          </p:nvSpPr>
          <p:spPr>
            <a:xfrm>
              <a:off x="1551" y="3019"/>
              <a:ext cx="1020" cy="6691"/>
            </a:xfrm>
            <a:prstGeom prst="rect">
              <a:avLst/>
            </a:prstGeom>
            <a:solidFill>
              <a:schemeClr val="accent3">
                <a:lumMod val="75000"/>
              </a:schemeClr>
            </a:solidFill>
            <a:effectLst>
              <a:outerShdw blurRad="50800" dist="38100" dir="2700000" algn="tl" rotWithShape="0">
                <a:prstClr val="black">
                  <a:alpha val="40000"/>
                </a:prstClr>
              </a:outerShdw>
            </a:effectLst>
          </p:spPr>
          <p:txBody>
            <a:bodyPr tIns="0" bIns="0"/>
            <a:lstStyle/>
            <a:p>
              <a:pPr lvl="0">
                <a:lnSpc>
                  <a:spcPct val="134000"/>
                </a:lnSpc>
                <a:spcBef>
                  <a:spcPts val="600"/>
                </a:spcBef>
              </a:pPr>
              <a:endParaRPr lang="zh-CN" altLang="en-US" sz="1600">
                <a:solidFill>
                  <a:schemeClr val="bg1"/>
                </a:solidFill>
                <a:latin typeface="微软雅黑" panose="020B0503020204020204" charset="-122"/>
                <a:ea typeface="微软雅黑" panose="020B0503020204020204" charset="-122"/>
              </a:endParaRPr>
            </a:p>
          </p:txBody>
        </p:sp>
      </p:grpSp>
      <p:sp>
        <p:nvSpPr>
          <p:cNvPr id="2" name="标题 1"/>
          <p:cNvSpPr>
            <a:spLocks noGrp="1"/>
          </p:cNvSpPr>
          <p:nvPr>
            <p:ph type="title" hasCustomPrompt="1"/>
          </p:nvPr>
        </p:nvSpPr>
        <p:spPr>
          <a:xfrm>
            <a:off x="754063" y="261258"/>
            <a:ext cx="8415337" cy="855290"/>
          </a:xfrm>
          <a:prstGeom prst="rect">
            <a:avLst/>
          </a:prstGeom>
        </p:spPr>
        <p:txBody>
          <a:bodyPr/>
          <a:lstStyle>
            <a:lvl1pPr>
              <a:defRPr>
                <a:solidFill>
                  <a:srgbClr val="00B0F0"/>
                </a:solidFill>
              </a:defRPr>
            </a:lvl1pPr>
          </a:lstStyle>
          <a:p>
            <a:r>
              <a:rPr lang="zh-CN" altLang="en-US" smtClean="0"/>
              <a:t>单击此处编辑母版标题样式1</a:t>
            </a:r>
            <a:endParaRPr lang="zh-CN" altLang="en-US"/>
          </a:p>
        </p:txBody>
      </p:sp>
      <p:sp>
        <p:nvSpPr>
          <p:cNvPr id="6" name="矩形 5"/>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9"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grpSp>
        <p:nvGrpSpPr>
          <p:cNvPr id="12" name="组合 11"/>
          <p:cNvGrpSpPr/>
          <p:nvPr userDrawn="1"/>
        </p:nvGrpSpPr>
        <p:grpSpPr>
          <a:xfrm>
            <a:off x="0" y="665480"/>
            <a:ext cx="12192000" cy="964565"/>
            <a:chOff x="0" y="-127"/>
            <a:chExt cx="19200" cy="1519"/>
          </a:xfrm>
        </p:grpSpPr>
        <p:cxnSp>
          <p:nvCxnSpPr>
            <p:cNvPr id="13" name="直接连接符 12"/>
            <p:cNvCxnSpPr/>
            <p:nvPr userDrawn="1"/>
          </p:nvCxnSpPr>
          <p:spPr>
            <a:xfrm>
              <a:off x="0" y="1318"/>
              <a:ext cx="19200" cy="0"/>
            </a:xfrm>
            <a:prstGeom prst="line">
              <a:avLst/>
            </a:prstGeom>
            <a:ln>
              <a:solidFill>
                <a:srgbClr val="148BDC"/>
              </a:solidFill>
              <a:prstDash val="dash"/>
            </a:ln>
          </p:spPr>
          <p:style>
            <a:lnRef idx="1">
              <a:schemeClr val="accent1"/>
            </a:lnRef>
            <a:fillRef idx="0">
              <a:schemeClr val="accent1"/>
            </a:fillRef>
            <a:effectRef idx="0">
              <a:schemeClr val="accent1"/>
            </a:effectRef>
            <a:fontRef idx="minor">
              <a:schemeClr val="tx1"/>
            </a:fontRef>
          </p:style>
        </p:cxnSp>
        <p:sp>
          <p:nvSpPr>
            <p:cNvPr id="32" name="矩形 31"/>
            <p:cNvSpPr/>
            <p:nvPr userDrawn="1"/>
          </p:nvSpPr>
          <p:spPr>
            <a:xfrm>
              <a:off x="0" y="434"/>
              <a:ext cx="16437" cy="39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21" name="矩形 20"/>
            <p:cNvSpPr/>
            <p:nvPr userDrawn="1"/>
          </p:nvSpPr>
          <p:spPr>
            <a:xfrm>
              <a:off x="18066" y="434"/>
              <a:ext cx="1134" cy="397"/>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16" name="矩形 15"/>
            <p:cNvSpPr/>
            <p:nvPr userDrawn="1"/>
          </p:nvSpPr>
          <p:spPr>
            <a:xfrm>
              <a:off x="16230" y="-127"/>
              <a:ext cx="2022" cy="1519"/>
            </a:xfrm>
            <a:prstGeom prst="rect">
              <a:avLst/>
            </a:prstGeom>
            <a:solidFill>
              <a:schemeClr val="bg2">
                <a:lumMod val="90000"/>
                <a:alpha val="85000"/>
              </a:scheme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endPar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endParaRPr>
            </a:p>
          </p:txBody>
        </p:sp>
      </p:gr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754063" y="261258"/>
            <a:ext cx="8415337" cy="855290"/>
          </a:xfrm>
          <a:prstGeom prst="rect">
            <a:avLst/>
          </a:prstGeom>
        </p:spPr>
        <p:txBody>
          <a:bodyPr/>
          <a:lstStyle/>
          <a:p>
            <a:r>
              <a:rPr lang="zh-CN" altLang="en-US" smtClean="0"/>
              <a:t>单击此处编辑母版标题样式</a:t>
            </a:r>
            <a:endParaRPr lang="zh-CN" altLang="en-US"/>
          </a:p>
        </p:txBody>
      </p:sp>
      <p:grpSp>
        <p:nvGrpSpPr>
          <p:cNvPr id="17" name="组合 16"/>
          <p:cNvGrpSpPr/>
          <p:nvPr userDrawn="1"/>
        </p:nvGrpSpPr>
        <p:grpSpPr>
          <a:xfrm>
            <a:off x="523836" y="1214422"/>
            <a:ext cx="3357586" cy="755143"/>
            <a:chOff x="523836" y="1428736"/>
            <a:chExt cx="3357586" cy="755143"/>
          </a:xfrm>
        </p:grpSpPr>
        <p:sp>
          <p:nvSpPr>
            <p:cNvPr id="18" name="任意多边形 17"/>
            <p:cNvSpPr/>
            <p:nvPr/>
          </p:nvSpPr>
          <p:spPr>
            <a:xfrm>
              <a:off x="523836" y="1428736"/>
              <a:ext cx="714380" cy="642942"/>
            </a:xfrm>
            <a:custGeom>
              <a:avLst/>
              <a:gdLst>
                <a:gd name="connsiteX0" fmla="*/ 0 w 864000"/>
                <a:gd name="connsiteY0" fmla="*/ 0 h 864000"/>
                <a:gd name="connsiteX1" fmla="*/ 864000 w 864000"/>
                <a:gd name="connsiteY1" fmla="*/ 0 h 864000"/>
                <a:gd name="connsiteX2" fmla="*/ 864000 w 864000"/>
                <a:gd name="connsiteY2" fmla="*/ 261737 h 864000"/>
                <a:gd name="connsiteX3" fmla="*/ 751007 w 864000"/>
                <a:gd name="connsiteY3" fmla="*/ 261737 h 864000"/>
                <a:gd name="connsiteX4" fmla="*/ 751007 w 864000"/>
                <a:gd name="connsiteY4" fmla="*/ 112993 h 864000"/>
                <a:gd name="connsiteX5" fmla="*/ 112993 w 864000"/>
                <a:gd name="connsiteY5" fmla="*/ 112993 h 864000"/>
                <a:gd name="connsiteX6" fmla="*/ 112993 w 864000"/>
                <a:gd name="connsiteY6" fmla="*/ 751007 h 864000"/>
                <a:gd name="connsiteX7" fmla="*/ 246681 w 864000"/>
                <a:gd name="connsiteY7" fmla="*/ 751007 h 864000"/>
                <a:gd name="connsiteX8" fmla="*/ 246681 w 864000"/>
                <a:gd name="connsiteY8" fmla="*/ 864000 h 864000"/>
                <a:gd name="connsiteX9" fmla="*/ 0 w 864000"/>
                <a:gd name="connsiteY9" fmla="*/ 864000 h 864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64000" h="864000">
                  <a:moveTo>
                    <a:pt x="0" y="0"/>
                  </a:moveTo>
                  <a:lnTo>
                    <a:pt x="864000" y="0"/>
                  </a:lnTo>
                  <a:lnTo>
                    <a:pt x="864000" y="261737"/>
                  </a:lnTo>
                  <a:lnTo>
                    <a:pt x="751007" y="261737"/>
                  </a:lnTo>
                  <a:lnTo>
                    <a:pt x="751007" y="112993"/>
                  </a:lnTo>
                  <a:lnTo>
                    <a:pt x="112993" y="112993"/>
                  </a:lnTo>
                  <a:lnTo>
                    <a:pt x="112993" y="751007"/>
                  </a:lnTo>
                  <a:lnTo>
                    <a:pt x="246681" y="751007"/>
                  </a:lnTo>
                  <a:lnTo>
                    <a:pt x="246681" y="864000"/>
                  </a:lnTo>
                  <a:lnTo>
                    <a:pt x="0" y="864000"/>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6"/>
            <p:cNvSpPr txBox="1"/>
            <p:nvPr/>
          </p:nvSpPr>
          <p:spPr>
            <a:xfrm>
              <a:off x="809588" y="1617459"/>
              <a:ext cx="3071834"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endParaRPr lang="zh-CN" altLang="zh-CN" sz="2400" dirty="0">
                <a:solidFill>
                  <a:schemeClr val="tx1"/>
                </a:solidFill>
              </a:endParaRPr>
            </a:p>
          </p:txBody>
        </p:sp>
      </p:grpSp>
      <p:sp>
        <p:nvSpPr>
          <p:cNvPr id="7" name="矩形 6"/>
          <p:cNvSpPr/>
          <p:nvPr userDrawn="1"/>
        </p:nvSpPr>
        <p:spPr>
          <a:xfrm>
            <a:off x="635" y="6372860"/>
            <a:ext cx="12190730" cy="23431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11"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4"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7"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754063" y="6373017"/>
            <a:ext cx="2743200" cy="365125"/>
          </a:xfrm>
          <a:prstGeom prst="rect">
            <a:avLst/>
          </a:prstGeom>
        </p:spPr>
        <p:txBody>
          <a:bodyPr/>
          <a:lstStyle/>
          <a:p>
            <a:fld id="{13D0CE79-49FB-443D-BEF8-6B709DE8FD0C}" type="datetimeFigureOut">
              <a:rPr lang="zh-CN" altLang="en-US" smtClean="0"/>
              <a:pPr/>
              <a:t>2017/3/30</a:t>
            </a:fld>
            <a:endParaRPr lang="zh-CN" altLang="en-US"/>
          </a:p>
        </p:txBody>
      </p:sp>
      <p:sp>
        <p:nvSpPr>
          <p:cNvPr id="4" name="页脚占位符 3"/>
          <p:cNvSpPr>
            <a:spLocks noGrp="1"/>
          </p:cNvSpPr>
          <p:nvPr>
            <p:ph type="ftr" sz="quarter" idx="11"/>
          </p:nvPr>
        </p:nvSpPr>
        <p:spPr>
          <a:xfrm>
            <a:off x="4037013" y="6373017"/>
            <a:ext cx="4114800" cy="365125"/>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8691563" y="6373017"/>
            <a:ext cx="2743200" cy="365125"/>
          </a:xfrm>
          <a:prstGeom prst="rect">
            <a:avLst/>
          </a:prstGeom>
        </p:spPr>
        <p:txBody>
          <a:bodyPr/>
          <a:lstStyle/>
          <a:p>
            <a:fld id="{EF906490-237C-474C-BA2E-D98840BC1F8F}" type="slidenum">
              <a:rPr lang="zh-CN" altLang="en-US" smtClean="0"/>
              <a:pPr/>
              <a:t>‹#›</a:t>
            </a:fld>
            <a:endParaRPr lang="zh-CN" altLang="en-US"/>
          </a:p>
        </p:txBody>
      </p:sp>
      <p:sp>
        <p:nvSpPr>
          <p:cNvPr id="7" name="内容占位符 6"/>
          <p:cNvSpPr>
            <a:spLocks noGrp="1"/>
          </p:cNvSpPr>
          <p:nvPr>
            <p:ph sz="quarter" idx="13"/>
          </p:nvPr>
        </p:nvSpPr>
        <p:spPr>
          <a:xfrm>
            <a:off x="754063" y="477520"/>
            <a:ext cx="10680700" cy="5635413"/>
          </a:xfrm>
          <a:prstGeom prst="rect">
            <a:avLst/>
          </a:prstGeom>
        </p:spPr>
        <p:txBody>
          <a:bodyPr/>
          <a:lstStyle>
            <a:lvl1pPr marL="0" indent="0">
              <a:buNone/>
              <a:defRPr/>
            </a:lvl1pPr>
          </a:lstStyle>
          <a:p>
            <a:pPr lvl="0"/>
            <a:r>
              <a:rPr lang="zh-CN" altLang="en-US" dirty="0" smtClean="0"/>
              <a:t>单击此处编辑母版文本样式</a:t>
            </a:r>
          </a:p>
          <a:p>
            <a:pPr lvl="4"/>
            <a:r>
              <a:rPr lang="zh-CN" altLang="en-US" dirty="0" smtClean="0"/>
              <a:t>第二级</a:t>
            </a:r>
          </a:p>
          <a:p>
            <a:pPr lvl="6"/>
            <a:r>
              <a:rPr lang="zh-CN" altLang="en-US" dirty="0" smtClean="0"/>
              <a:t>第三级</a:t>
            </a:r>
          </a:p>
          <a:p>
            <a:pPr lvl="7"/>
            <a:r>
              <a:rPr lang="zh-CN" altLang="en-US" dirty="0" smtClean="0"/>
              <a:t>第四级</a:t>
            </a:r>
          </a:p>
          <a:p>
            <a:pPr lvl="8"/>
            <a:r>
              <a:rPr lang="zh-CN" altLang="en-US" dirty="0" smtClean="0"/>
              <a:t>第五级</a:t>
            </a:r>
          </a:p>
        </p:txBody>
      </p:sp>
      <p:sp>
        <p:nvSpPr>
          <p:cNvPr id="6" name="Freeform 133"/>
          <p:cNvSpPr/>
          <p:nvPr userDrawn="1"/>
        </p:nvSpPr>
        <p:spPr bwMode="auto">
          <a:xfrm>
            <a:off x="11125200" y="5809765"/>
            <a:ext cx="781050" cy="585788"/>
          </a:xfrm>
          <a:custGeom>
            <a:avLst/>
            <a:gdLst>
              <a:gd name="T0" fmla="*/ 112 w 118"/>
              <a:gd name="T1" fmla="*/ 20 h 88"/>
              <a:gd name="T2" fmla="*/ 73 w 118"/>
              <a:gd name="T3" fmla="*/ 10 h 88"/>
              <a:gd name="T4" fmla="*/ 67 w 118"/>
              <a:gd name="T5" fmla="*/ 14 h 88"/>
              <a:gd name="T6" fmla="*/ 59 w 118"/>
              <a:gd name="T7" fmla="*/ 17 h 88"/>
              <a:gd name="T8" fmla="*/ 51 w 118"/>
              <a:gd name="T9" fmla="*/ 14 h 88"/>
              <a:gd name="T10" fmla="*/ 45 w 118"/>
              <a:gd name="T11" fmla="*/ 10 h 88"/>
              <a:gd name="T12" fmla="*/ 7 w 118"/>
              <a:gd name="T13" fmla="*/ 20 h 88"/>
              <a:gd name="T14" fmla="*/ 45 w 118"/>
              <a:gd name="T15" fmla="*/ 80 h 88"/>
              <a:gd name="T16" fmla="*/ 51 w 118"/>
              <a:gd name="T17" fmla="*/ 85 h 88"/>
              <a:gd name="T18" fmla="*/ 59 w 118"/>
              <a:gd name="T19" fmla="*/ 88 h 88"/>
              <a:gd name="T20" fmla="*/ 68 w 118"/>
              <a:gd name="T21" fmla="*/ 85 h 88"/>
              <a:gd name="T22" fmla="*/ 73 w 118"/>
              <a:gd name="T23" fmla="*/ 80 h 88"/>
              <a:gd name="T24" fmla="*/ 112 w 118"/>
              <a:gd name="T25" fmla="*/ 2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8" h="88">
                <a:moveTo>
                  <a:pt x="112" y="20"/>
                </a:moveTo>
                <a:cubicBezTo>
                  <a:pt x="106" y="0"/>
                  <a:pt x="87" y="1"/>
                  <a:pt x="73" y="10"/>
                </a:cubicBezTo>
                <a:cubicBezTo>
                  <a:pt x="67" y="14"/>
                  <a:pt x="67" y="14"/>
                  <a:pt x="67" y="14"/>
                </a:cubicBezTo>
                <a:cubicBezTo>
                  <a:pt x="65" y="16"/>
                  <a:pt x="62" y="17"/>
                  <a:pt x="59" y="17"/>
                </a:cubicBezTo>
                <a:cubicBezTo>
                  <a:pt x="56" y="17"/>
                  <a:pt x="54" y="16"/>
                  <a:pt x="51" y="14"/>
                </a:cubicBezTo>
                <a:cubicBezTo>
                  <a:pt x="51" y="14"/>
                  <a:pt x="51" y="14"/>
                  <a:pt x="45" y="10"/>
                </a:cubicBezTo>
                <a:cubicBezTo>
                  <a:pt x="32" y="1"/>
                  <a:pt x="13" y="0"/>
                  <a:pt x="7" y="20"/>
                </a:cubicBezTo>
                <a:cubicBezTo>
                  <a:pt x="0" y="42"/>
                  <a:pt x="24" y="61"/>
                  <a:pt x="45" y="80"/>
                </a:cubicBezTo>
                <a:cubicBezTo>
                  <a:pt x="50" y="84"/>
                  <a:pt x="51" y="85"/>
                  <a:pt x="51" y="85"/>
                </a:cubicBezTo>
                <a:cubicBezTo>
                  <a:pt x="53" y="87"/>
                  <a:pt x="56" y="88"/>
                  <a:pt x="59" y="88"/>
                </a:cubicBezTo>
                <a:cubicBezTo>
                  <a:pt x="62" y="88"/>
                  <a:pt x="65" y="87"/>
                  <a:pt x="68" y="85"/>
                </a:cubicBezTo>
                <a:cubicBezTo>
                  <a:pt x="68" y="85"/>
                  <a:pt x="68" y="84"/>
                  <a:pt x="73" y="80"/>
                </a:cubicBezTo>
                <a:cubicBezTo>
                  <a:pt x="95" y="61"/>
                  <a:pt x="118" y="42"/>
                  <a:pt x="112" y="20"/>
                </a:cubicBezTo>
                <a:close/>
              </a:path>
            </a:pathLst>
          </a:custGeom>
          <a:solidFill>
            <a:schemeClr val="accent3">
              <a:lumMod val="50000"/>
            </a:schemeClr>
          </a:solidFill>
          <a:ln>
            <a:noFill/>
          </a:ln>
          <a:extLst>
            <a:ext uri="{91240B29-F687-4F45-9708-019B960494DF}">
              <a14:hiddenLine xmlns="" xmlns:a14="http://schemas.microsoft.com/office/drawing/2010/main" w="9525">
                <a:solidFill>
                  <a:srgbClr val="000000"/>
                </a:solidFill>
                <a:round/>
              </a14:hiddenLine>
            </a:ext>
          </a:ex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mn-lt"/>
              <a:ea typeface="+mn-ea"/>
              <a:cs typeface="+mn-cs"/>
            </a:endParaRPr>
          </a:p>
        </p:txBody>
      </p:sp>
      <p:sp>
        <p:nvSpPr>
          <p:cNvPr id="9" name="TextBox 15"/>
          <p:cNvSpPr txBox="1"/>
          <p:nvPr userDrawn="1"/>
        </p:nvSpPr>
        <p:spPr>
          <a:xfrm>
            <a:off x="11198831" y="5919328"/>
            <a:ext cx="637824" cy="353695"/>
          </a:xfrm>
          <a:prstGeom prst="rect">
            <a:avLst/>
          </a:prstGeom>
          <a:noFill/>
        </p:spPr>
        <p:txBody>
          <a:bodyPr wrap="square" lIns="91434" tIns="45718" rIns="91434" bIns="45718" rtlCol="0">
            <a:spAutoFit/>
          </a:bodyPr>
          <a:lstStyle/>
          <a:p>
            <a:pPr algn="ctr"/>
            <a:fld id="{2EEF1883-7A0E-4F66-9932-E581691AD397}" type="slidenum">
              <a:rPr lang="zh-CN" altLang="en-US" sz="16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r>
              <a:rPr lang="zh-CN" altLang="en-US" sz="1600" dirty="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en-US" sz="1600" b="0" dirty="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a:xfrm>
            <a:off x="838200" y="6356350"/>
            <a:ext cx="2743200" cy="365125"/>
          </a:xfrm>
        </p:spPr>
        <p:txBody>
          <a:body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7D9BB5D0-35E4-459D-AEF3-FE4D7C45CC19}" type="slidenum">
              <a:rPr lang="zh-CN" altLang="en-US" smtClean="0"/>
              <a:pPr/>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1_首页">
    <p:bg>
      <p:bgPr>
        <a:solidFill>
          <a:schemeClr val="bg1"/>
        </a:solidFill>
        <a:effectLst/>
      </p:bgPr>
    </p:bg>
    <p:spTree>
      <p:nvGrpSpPr>
        <p:cNvPr id="1" name=""/>
        <p:cNvGrpSpPr/>
        <p:nvPr/>
      </p:nvGrpSpPr>
      <p:grpSpPr>
        <a:xfrm>
          <a:off x="0" y="0"/>
          <a:ext cx="0" cy="0"/>
          <a:chOff x="0" y="0"/>
          <a:chExt cx="0" cy="0"/>
        </a:xfrm>
      </p:grpSpPr>
      <p:sp>
        <p:nvSpPr>
          <p:cNvPr id="31" name="矩形 30"/>
          <p:cNvSpPr/>
          <p:nvPr userDrawn="1">
            <p:custDataLst>
              <p:tags r:id="rId1"/>
            </p:custDataLst>
          </p:nvPr>
        </p:nvSpPr>
        <p:spPr>
          <a:xfrm>
            <a:off x="0" y="-1"/>
            <a:ext cx="12192000" cy="3552825"/>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extBox 2"/>
          <p:cNvSpPr txBox="1">
            <a:spLocks noChangeArrowheads="1"/>
          </p:cNvSpPr>
          <p:nvPr userDrawn="1">
            <p:custDataLst>
              <p:tags r:id="rId2"/>
            </p:custDataLst>
          </p:nvPr>
        </p:nvSpPr>
        <p:spPr bwMode="auto">
          <a:xfrm>
            <a:off x="2254956" y="1411817"/>
            <a:ext cx="4670777" cy="3073400"/>
          </a:xfrm>
          <a:prstGeom prst="rect">
            <a:avLst/>
          </a:prstGeom>
          <a:noFill/>
          <a:ln w="9525">
            <a:noFill/>
            <a:miter lim="800000"/>
            <a:headEnd/>
            <a:tailEnd/>
          </a:ln>
        </p:spPr>
        <p:txBody>
          <a:bodyPr lIns="145143" tIns="72571" rIns="145143" bIns="72571"/>
          <a:lstStyle/>
          <a:p>
            <a:pPr eaLnBrk="1" hangingPunct="1"/>
            <a:r>
              <a:rPr lang="en-US" altLang="zh-CN" sz="21400" dirty="0">
                <a:latin typeface="Arial" charset="0"/>
                <a:cs typeface="Arial" charset="0"/>
              </a:rPr>
              <a:t>T</a:t>
            </a:r>
            <a:endParaRPr lang="zh-CN" altLang="en-US" sz="21400" dirty="0">
              <a:latin typeface="Arial" charset="0"/>
              <a:cs typeface="Arial" charset="0"/>
            </a:endParaRPr>
          </a:p>
        </p:txBody>
      </p:sp>
      <p:sp>
        <p:nvSpPr>
          <p:cNvPr id="21" name="TextBox 20"/>
          <p:cNvSpPr txBox="1"/>
          <p:nvPr userDrawn="1">
            <p:custDataLst>
              <p:tags r:id="rId3"/>
            </p:custDataLst>
          </p:nvPr>
        </p:nvSpPr>
        <p:spPr>
          <a:xfrm>
            <a:off x="4591757" y="1873252"/>
            <a:ext cx="6019799" cy="1299633"/>
          </a:xfrm>
          <a:prstGeom prst="rect">
            <a:avLst/>
          </a:prstGeom>
          <a:noFill/>
        </p:spPr>
        <p:txBody>
          <a:bodyPr lIns="145143" tIns="72571" rIns="145143" bIns="72571">
            <a:normAutofit lnSpcReduction="10000"/>
          </a:bodyPr>
          <a:lstStyle/>
          <a:p>
            <a:pPr>
              <a:defRPr/>
            </a:pPr>
            <a:r>
              <a:rPr lang="zh-CN" altLang="en-US" sz="7600" dirty="0">
                <a:solidFill>
                  <a:srgbClr val="FF0080"/>
                </a:solidFill>
                <a:latin typeface="+mj-ea"/>
                <a:ea typeface="+mj-ea"/>
              </a:rPr>
              <a:t>谢</a:t>
            </a:r>
            <a:r>
              <a:rPr lang="zh-CN" altLang="en-US" sz="7600" dirty="0">
                <a:solidFill>
                  <a:srgbClr val="FF8000"/>
                </a:solidFill>
                <a:latin typeface="+mj-ea"/>
                <a:ea typeface="+mj-ea"/>
              </a:rPr>
              <a:t>谢</a:t>
            </a:r>
            <a:r>
              <a:rPr lang="zh-CN" altLang="en-US" sz="7600" dirty="0">
                <a:solidFill>
                  <a:srgbClr val="FFC000"/>
                </a:solidFill>
                <a:latin typeface="+mj-ea"/>
                <a:ea typeface="+mj-ea"/>
              </a:rPr>
              <a:t>观</a:t>
            </a:r>
            <a:r>
              <a:rPr lang="zh-CN" altLang="en-US" sz="7600" dirty="0">
                <a:solidFill>
                  <a:srgbClr val="92D050"/>
                </a:solidFill>
                <a:latin typeface="+mj-ea"/>
                <a:ea typeface="+mj-ea"/>
              </a:rPr>
              <a:t>看</a:t>
            </a:r>
          </a:p>
        </p:txBody>
      </p:sp>
      <p:sp>
        <p:nvSpPr>
          <p:cNvPr id="22" name="TextBox 4"/>
          <p:cNvSpPr txBox="1">
            <a:spLocks noChangeArrowheads="1"/>
          </p:cNvSpPr>
          <p:nvPr userDrawn="1">
            <p:custDataLst>
              <p:tags r:id="rId4"/>
            </p:custDataLst>
          </p:nvPr>
        </p:nvSpPr>
        <p:spPr bwMode="auto">
          <a:xfrm>
            <a:off x="4222045" y="2980267"/>
            <a:ext cx="6268156" cy="984251"/>
          </a:xfrm>
          <a:prstGeom prst="rect">
            <a:avLst/>
          </a:prstGeom>
          <a:noFill/>
          <a:ln w="9525">
            <a:noFill/>
            <a:miter lim="800000"/>
            <a:headEnd/>
            <a:tailEnd/>
          </a:ln>
        </p:spPr>
        <p:txBody>
          <a:bodyPr lIns="145143" tIns="72571" rIns="145143" bIns="72571"/>
          <a:lstStyle/>
          <a:p>
            <a:pPr eaLnBrk="1" hangingPunct="1"/>
            <a:r>
              <a:rPr lang="en-US" altLang="zh-CN" sz="5700" b="1" dirty="0">
                <a:latin typeface="Arial" charset="0"/>
                <a:cs typeface="Arial" charset="0"/>
              </a:rPr>
              <a:t>HANK   YOU!</a:t>
            </a:r>
            <a:endParaRPr lang="zh-CN" altLang="en-US" sz="5700" b="1" dirty="0">
              <a:latin typeface="Arial" charset="0"/>
              <a:cs typeface="Arial" charset="0"/>
            </a:endParaRPr>
          </a:p>
        </p:txBody>
      </p:sp>
      <p:sp>
        <p:nvSpPr>
          <p:cNvPr id="23" name="直角三角形 22"/>
          <p:cNvSpPr/>
          <p:nvPr userDrawn="1">
            <p:custDataLst>
              <p:tags r:id="rId5"/>
            </p:custDataLst>
          </p:nvPr>
        </p:nvSpPr>
        <p:spPr>
          <a:xfrm rot="1665221">
            <a:off x="10301111" y="4826000"/>
            <a:ext cx="259644" cy="391584"/>
          </a:xfrm>
          <a:prstGeom prst="r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4" name="直角三角形 23"/>
          <p:cNvSpPr/>
          <p:nvPr userDrawn="1">
            <p:custDataLst>
              <p:tags r:id="rId6"/>
            </p:custDataLst>
          </p:nvPr>
        </p:nvSpPr>
        <p:spPr>
          <a:xfrm rot="9441503">
            <a:off x="10947401" y="4068233"/>
            <a:ext cx="496711" cy="745067"/>
          </a:xfrm>
          <a:prstGeom prst="rtTriangle">
            <a:avLst/>
          </a:prstGeom>
          <a:solidFill>
            <a:srgbClr val="FF008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5" name="直角三角形 24"/>
          <p:cNvSpPr/>
          <p:nvPr userDrawn="1">
            <p:custDataLst>
              <p:tags r:id="rId7"/>
            </p:custDataLst>
          </p:nvPr>
        </p:nvSpPr>
        <p:spPr>
          <a:xfrm rot="14258978">
            <a:off x="7802740" y="4298951"/>
            <a:ext cx="376767" cy="1007532"/>
          </a:xfrm>
          <a:prstGeom prst="rtTriangle">
            <a:avLst/>
          </a:prstGeom>
          <a:solidFill>
            <a:srgbClr val="FF8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6" name="直角三角形 25"/>
          <p:cNvSpPr/>
          <p:nvPr userDrawn="1">
            <p:custDataLst>
              <p:tags r:id="rId8"/>
            </p:custDataLst>
          </p:nvPr>
        </p:nvSpPr>
        <p:spPr>
          <a:xfrm rot="1312468">
            <a:off x="9214556" y="4974167"/>
            <a:ext cx="406400" cy="609600"/>
          </a:xfrm>
          <a:prstGeom prst="r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7" name="直角三角形 26"/>
          <p:cNvSpPr/>
          <p:nvPr userDrawn="1">
            <p:custDataLst>
              <p:tags r:id="rId9"/>
            </p:custDataLst>
          </p:nvPr>
        </p:nvSpPr>
        <p:spPr>
          <a:xfrm rot="14258978">
            <a:off x="1666170" y="4439710"/>
            <a:ext cx="378884" cy="1007532"/>
          </a:xfrm>
          <a:prstGeom prst="rtTriangle">
            <a:avLst/>
          </a:prstGeom>
          <a:solidFill>
            <a:srgbClr val="FF8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8" name="直角三角形 27"/>
          <p:cNvSpPr/>
          <p:nvPr userDrawn="1">
            <p:custDataLst>
              <p:tags r:id="rId10"/>
            </p:custDataLst>
          </p:nvPr>
        </p:nvSpPr>
        <p:spPr>
          <a:xfrm rot="4526379">
            <a:off x="3207104" y="5064125"/>
            <a:ext cx="141816" cy="381001"/>
          </a:xfrm>
          <a:prstGeom prst="rtTriangl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
        <p:nvSpPr>
          <p:cNvPr id="29" name="直角三角形 28"/>
          <p:cNvSpPr/>
          <p:nvPr userDrawn="1">
            <p:custDataLst>
              <p:tags r:id="rId11"/>
            </p:custDataLst>
          </p:nvPr>
        </p:nvSpPr>
        <p:spPr>
          <a:xfrm rot="1665221">
            <a:off x="5012267" y="4514851"/>
            <a:ext cx="632178" cy="952500"/>
          </a:xfrm>
          <a:prstGeom prst="rtTriangl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45143" tIns="72571" rIns="145143" bIns="72571" anchor="ctr"/>
          <a:lstStyle/>
          <a:p>
            <a:pPr algn="ctr">
              <a:defRPr/>
            </a:pPr>
            <a:endParaRPr lang="zh-CN" altLang="en-US" sz="2100" dirty="0"/>
          </a:p>
        </p:txBody>
      </p:sp>
    </p:spTree>
    <p:extLst>
      <p:ext uri="{BB962C8B-B14F-4D97-AF65-F5344CB8AC3E}">
        <p14:creationId xmlns="" xmlns:p14="http://schemas.microsoft.com/office/powerpoint/2010/main" val="4223807772"/>
      </p:ext>
    </p:extLst>
  </p:cSld>
  <p:clrMapOvr>
    <a:masterClrMapping/>
  </p:clrMapOvr>
  <p:transition>
    <p:randomBar dir="vert"/>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image" Target="../media/image1.png"/><Relationship Id="rId5" Type="http://schemas.openxmlformats.org/officeDocument/2006/relationships/slideLayout" Target="../slideLayouts/slideLayout17.xml"/><Relationship Id="rId10" Type="http://schemas.openxmlformats.org/officeDocument/2006/relationships/theme" Target="../theme/theme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F288E0-7875-42C4-84C8-98DBBD3BF4D2}" type="datetimeFigureOut">
              <a:rPr lang="zh-CN" altLang="en-US" smtClean="0"/>
              <a:pPr/>
              <a:t>2017/3/30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9BB5D0-35E4-459D-AEF3-FE4D7C45CC19}"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rotWithShape="1">
          <a:blip r:embed="rId11" cstate="print"/>
          <a:srcRect l="20452" r="17427" b="5390"/>
          <a:stretch>
            <a:fillRect/>
          </a:stretch>
        </p:blipFill>
        <p:spPr>
          <a:xfrm rot="16200000" flipV="1">
            <a:off x="-100248" y="100244"/>
            <a:ext cx="863601" cy="663109"/>
          </a:xfrm>
          <a:custGeom>
            <a:avLst/>
            <a:gdLst>
              <a:gd name="connsiteX0" fmla="*/ 1007279 w 1007279"/>
              <a:gd name="connsiteY0" fmla="*/ 773431 h 773431"/>
              <a:gd name="connsiteX1" fmla="*/ 1007279 w 1007279"/>
              <a:gd name="connsiteY1" fmla="*/ 0 h 773431"/>
              <a:gd name="connsiteX2" fmla="*/ 404691 w 1007279"/>
              <a:gd name="connsiteY2" fmla="*/ 0 h 773431"/>
              <a:gd name="connsiteX3" fmla="*/ 473879 w 1007279"/>
              <a:gd name="connsiteY3" fmla="*/ 45011 h 773431"/>
              <a:gd name="connsiteX4" fmla="*/ 0 w 1007279"/>
              <a:gd name="connsiteY4" fmla="*/ 773431 h 7734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7279" h="773431">
                <a:moveTo>
                  <a:pt x="1007279" y="773431"/>
                </a:moveTo>
                <a:lnTo>
                  <a:pt x="1007279" y="0"/>
                </a:lnTo>
                <a:lnTo>
                  <a:pt x="404691" y="0"/>
                </a:lnTo>
                <a:lnTo>
                  <a:pt x="473879" y="45011"/>
                </a:lnTo>
                <a:lnTo>
                  <a:pt x="0" y="773431"/>
                </a:lnTo>
                <a:close/>
              </a:path>
            </a:pathLst>
          </a:custGeom>
        </p:spPr>
      </p:pic>
      <p:sp>
        <p:nvSpPr>
          <p:cNvPr id="9" name="灯片编号占位符 8"/>
          <p:cNvSpPr txBox="1"/>
          <p:nvPr/>
        </p:nvSpPr>
        <p:spPr>
          <a:xfrm>
            <a:off x="8795068" y="5897402"/>
            <a:ext cx="2743200" cy="365125"/>
          </a:xfrm>
          <a:prstGeom prst="rect">
            <a:avLst/>
          </a:prstGeom>
        </p:spPr>
        <p:txBody>
          <a:bodyPr/>
          <a:lstStyle>
            <a:lvl1pPr>
              <a:defRPr b="1">
                <a:solidFill>
                  <a:schemeClr val="bg1"/>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EF906490-237C-474C-BA2E-D98840BC1F8F}" type="slidenum">
              <a:rPr kumimoji="0" lang="zh-CN" altLang="en-US" sz="1800" b="1" i="0" u="none" strike="noStrike" kern="1200" cap="none" spc="0" normalizeH="0" baseline="0" noProof="0" smtClean="0">
                <a:ln>
                  <a:noFill/>
                </a:ln>
                <a:solidFill>
                  <a:schemeClr val="bg1"/>
                </a:solidFill>
                <a:effectLst/>
                <a:uLnTx/>
                <a:uFillTx/>
                <a:latin typeface="+mn-lt"/>
                <a:ea typeface="+mn-ea"/>
                <a:cs typeface="+mn-cs"/>
              </a:rPr>
              <a:pPr marL="0" marR="0" lvl="0" indent="0" algn="l" defTabSz="914400" rtl="0" eaLnBrk="1" fontAlgn="auto" latinLnBrk="0" hangingPunct="1">
                <a:lnSpc>
                  <a:spcPct val="100000"/>
                </a:lnSpc>
                <a:spcBef>
                  <a:spcPts val="0"/>
                </a:spcBef>
                <a:spcAft>
                  <a:spcPts val="0"/>
                </a:spcAft>
                <a:buClrTx/>
                <a:buSzTx/>
                <a:buFontTx/>
                <a:buNone/>
                <a:defRPr/>
              </a:pPr>
              <a:t>‹#›</a:t>
            </a:fld>
            <a:endParaRPr kumimoji="0" lang="zh-CN" altLang="en-US" sz="1800" b="1" i="0" u="none" strike="noStrike" kern="1200" cap="none" spc="0" normalizeH="0" baseline="0" noProof="0">
              <a:ln>
                <a:noFill/>
              </a:ln>
              <a:solidFill>
                <a:schemeClr val="bg1"/>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Lst>
  <p:hf hdr="0" ftr="0" dt="0"/>
  <p:txStyles>
    <p:titleStyle>
      <a:lvl1pPr algn="l" rtl="0" eaLnBrk="1" fontAlgn="base" hangingPunct="1">
        <a:lnSpc>
          <a:spcPct val="90000"/>
        </a:lnSpc>
        <a:spcBef>
          <a:spcPct val="0"/>
        </a:spcBef>
        <a:spcAft>
          <a:spcPct val="0"/>
        </a:spcAft>
        <a:defRPr sz="3600" kern="1200">
          <a:solidFill>
            <a:schemeClr val="accent1"/>
          </a:solidFill>
          <a:latin typeface="+mj-lt"/>
          <a:ea typeface="+mj-ea"/>
          <a:cs typeface="+mj-cs"/>
        </a:defRPr>
      </a:lvl1pPr>
      <a:lvl2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2pPr>
      <a:lvl3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3pPr>
      <a:lvl4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4pPr>
      <a:lvl5pPr algn="l" rtl="0" eaLnBrk="1" fontAlgn="base" hangingPunct="1">
        <a:lnSpc>
          <a:spcPct val="90000"/>
        </a:lnSpc>
        <a:spcBef>
          <a:spcPct val="0"/>
        </a:spcBef>
        <a:spcAft>
          <a:spcPct val="0"/>
        </a:spcAft>
        <a:defRPr sz="3200">
          <a:solidFill>
            <a:schemeClr val="accent1"/>
          </a:solidFill>
          <a:latin typeface="Arial" panose="020B0604020202020204" pitchFamily="34" charset="0"/>
          <a:ea typeface="黑体" panose="02010609060101010101" pitchFamily="49" charset="-122"/>
        </a:defRPr>
      </a:lvl5pPr>
      <a:lvl6pPr marL="4572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6pPr>
      <a:lvl7pPr marL="9144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7pPr>
      <a:lvl8pPr marL="13716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8pPr>
      <a:lvl9pPr marL="1828800" algn="l" rtl="0" eaLnBrk="1" fontAlgn="base" hangingPunct="1">
        <a:lnSpc>
          <a:spcPct val="90000"/>
        </a:lnSpc>
        <a:spcBef>
          <a:spcPct val="0"/>
        </a:spcBef>
        <a:spcAft>
          <a:spcPct val="0"/>
        </a:spcAft>
        <a:defRPr sz="3200">
          <a:solidFill>
            <a:schemeClr val="tx1"/>
          </a:solidFill>
          <a:latin typeface="Tempus Sans ITC" panose="04020404030D07020202" pitchFamily="82" charset="0"/>
          <a:ea typeface="幼圆" panose="02010509060101010101" pitchFamily="49" charset="-122"/>
        </a:defRPr>
      </a:lvl9pPr>
    </p:titleStyle>
    <p:bodyStyle>
      <a:lvl1pPr marL="0" indent="-179705" algn="l" rtl="0" eaLnBrk="1" fontAlgn="base" hangingPunct="1">
        <a:lnSpc>
          <a:spcPct val="150000"/>
        </a:lnSpc>
        <a:spcBef>
          <a:spcPts val="1800"/>
        </a:spcBef>
        <a:spcAft>
          <a:spcPct val="0"/>
        </a:spcAft>
        <a:buClr>
          <a:schemeClr val="tx1"/>
        </a:buClr>
        <a:buSzPct val="80000"/>
        <a:buFont typeface="Wingdings" panose="05000000000000000000" pitchFamily="2" charset="2"/>
        <a:buChar char="ü"/>
        <a:defRPr sz="2400" kern="1200">
          <a:solidFill>
            <a:schemeClr val="tx1"/>
          </a:solidFill>
          <a:latin typeface="+mn-lt"/>
          <a:ea typeface="+mn-ea"/>
          <a:cs typeface="+mn-cs"/>
        </a:defRPr>
      </a:lvl1pPr>
      <a:lvl2pPr marL="0" indent="0" algn="l" rtl="0" eaLnBrk="1" fontAlgn="base" hangingPunct="1">
        <a:lnSpc>
          <a:spcPct val="130000"/>
        </a:lnSpc>
        <a:spcBef>
          <a:spcPct val="0"/>
        </a:spcBef>
        <a:spcAft>
          <a:spcPct val="0"/>
        </a:spcAft>
        <a:buClr>
          <a:schemeClr val="tx1"/>
        </a:buClr>
        <a:buSzPct val="80000"/>
        <a:buFont typeface="Wingdings" panose="05000000000000000000" pitchFamily="2" charset="2"/>
        <a:buChar char="ü"/>
        <a:defRPr sz="2000" kern="1200">
          <a:solidFill>
            <a:schemeClr val="tx1"/>
          </a:solidFill>
          <a:latin typeface="+mn-lt"/>
          <a:ea typeface="+mn-ea"/>
          <a:cs typeface="+mn-cs"/>
        </a:defRPr>
      </a:lvl2pPr>
      <a:lvl3pPr marL="0" indent="0" algn="l" rtl="0" eaLnBrk="1" fontAlgn="base" hangingPunct="1">
        <a:spcBef>
          <a:spcPts val="500"/>
        </a:spcBef>
        <a:spcAft>
          <a:spcPct val="0"/>
        </a:spcAft>
        <a:buClr>
          <a:schemeClr val="tx1"/>
        </a:buClr>
        <a:buSzPct val="80000"/>
        <a:buFont typeface="Wingdings" panose="05000000000000000000" pitchFamily="2" charset="2"/>
        <a:buChar char="ü"/>
        <a:defRPr sz="1800" kern="1200">
          <a:solidFill>
            <a:srgbClr val="262626"/>
          </a:solidFill>
          <a:latin typeface="+mn-lt"/>
          <a:ea typeface="+mn-ea"/>
          <a:cs typeface="+mn-cs"/>
        </a:defRPr>
      </a:lvl3pPr>
      <a:lvl4pPr marL="0" indent="0" algn="l" rtl="0" eaLnBrk="1" fontAlgn="base" hangingPunct="1">
        <a:spcBef>
          <a:spcPts val="500"/>
        </a:spcBef>
        <a:spcAft>
          <a:spcPct val="0"/>
        </a:spcAft>
        <a:buClr>
          <a:schemeClr val="tx1"/>
        </a:buClr>
        <a:buSzPct val="80000"/>
        <a:buFont typeface="Wingdings" panose="05000000000000000000" pitchFamily="2" charset="2"/>
        <a:buChar char="ü"/>
        <a:defRPr sz="1800" kern="1200">
          <a:solidFill>
            <a:srgbClr val="262626"/>
          </a:solidFill>
          <a:latin typeface="+mn-lt"/>
          <a:ea typeface="+mn-ea"/>
          <a:cs typeface="+mn-cs"/>
        </a:defRPr>
      </a:lvl4pPr>
      <a:lvl5pPr marL="360045" indent="-179705" algn="l" rtl="0" eaLnBrk="1" fontAlgn="base" hangingPunct="1">
        <a:lnSpc>
          <a:spcPct val="150000"/>
        </a:lnSpc>
        <a:spcBef>
          <a:spcPts val="500"/>
        </a:spcBef>
        <a:spcAft>
          <a:spcPct val="0"/>
        </a:spcAft>
        <a:buClr>
          <a:schemeClr val="tx1"/>
        </a:buClr>
        <a:buSzPct val="80000"/>
        <a:buFont typeface="Wingdings" panose="05000000000000000000" pitchFamily="2" charset="2"/>
        <a:buChar char="ü"/>
        <a:defRPr kern="1200">
          <a:solidFill>
            <a:schemeClr val="tx1"/>
          </a:solidFill>
          <a:latin typeface="+mn-lt"/>
          <a:ea typeface="+mn-ea"/>
          <a:cs typeface="+mn-cs"/>
        </a:defRPr>
      </a:lvl5pPr>
      <a:lvl6pPr marL="0" indent="0" algn="l" defTabSz="914400" rtl="0" eaLnBrk="1" latinLnBrk="0" hangingPunct="1">
        <a:lnSpc>
          <a:spcPct val="9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6pPr>
      <a:lvl7pPr marL="720090" indent="-179705" algn="l" defTabSz="914400" rtl="0" eaLnBrk="1" latinLnBrk="0" hangingPunct="1">
        <a:lnSpc>
          <a:spcPct val="15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7pPr>
      <a:lvl8pPr marL="1080135" indent="-179705" algn="l" defTabSz="914400" rtl="0" eaLnBrk="1" latinLnBrk="0" hangingPunct="1">
        <a:lnSpc>
          <a:spcPct val="15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8pPr>
      <a:lvl9pPr marL="1440180" indent="-179705" algn="l" defTabSz="914400" rtl="0" eaLnBrk="1" latinLnBrk="0" hangingPunct="1">
        <a:lnSpc>
          <a:spcPct val="150000"/>
        </a:lnSpc>
        <a:spcBef>
          <a:spcPts val="500"/>
        </a:spcBef>
        <a:buClr>
          <a:schemeClr val="tx1"/>
        </a:buClr>
        <a:buSzPct val="80000"/>
        <a:buFont typeface="Wingdings" panose="05000000000000000000" pitchFamily="2" charset="2"/>
        <a:buChar char="ü"/>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4.xml"/><Relationship Id="rId7" Type="http://schemas.openxmlformats.org/officeDocument/2006/relationships/image" Target="../media/image2.jpe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Layout" Target="../slideLayouts/slideLayout7.xml"/><Relationship Id="rId5" Type="http://schemas.openxmlformats.org/officeDocument/2006/relationships/tags" Target="../tags/tag16.xml"/><Relationship Id="rId4" Type="http://schemas.openxmlformats.org/officeDocument/2006/relationships/tags" Target="../tags/tag15.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1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6.xml"/><Relationship Id="rId1" Type="http://schemas.openxmlformats.org/officeDocument/2006/relationships/tags" Target="../tags/tag18.xml"/></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1.xml"/><Relationship Id="rId3" Type="http://schemas.openxmlformats.org/officeDocument/2006/relationships/tags" Target="../tags/tag21.xml"/><Relationship Id="rId7" Type="http://schemas.openxmlformats.org/officeDocument/2006/relationships/slideLayout" Target="../slideLayouts/slideLayout1.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image" Target="../media/image5.png"/><Relationship Id="rId5" Type="http://schemas.openxmlformats.org/officeDocument/2006/relationships/tags" Target="../tags/tag23.xml"/><Relationship Id="rId10" Type="http://schemas.openxmlformats.org/officeDocument/2006/relationships/image" Target="../media/image4.png"/><Relationship Id="rId4" Type="http://schemas.openxmlformats.org/officeDocument/2006/relationships/tags" Target="../tags/tag22.xml"/><Relationship Id="rId9"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2.xml"/><Relationship Id="rId3" Type="http://schemas.openxmlformats.org/officeDocument/2006/relationships/tags" Target="../tags/tag27.xml"/><Relationship Id="rId7" Type="http://schemas.openxmlformats.org/officeDocument/2006/relationships/slideLayout" Target="../slideLayouts/slideLayout1.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image" Target="../media/image5.png"/><Relationship Id="rId5" Type="http://schemas.openxmlformats.org/officeDocument/2006/relationships/tags" Target="../tags/tag29.xml"/><Relationship Id="rId10" Type="http://schemas.openxmlformats.org/officeDocument/2006/relationships/image" Target="../media/image4.png"/><Relationship Id="rId4" Type="http://schemas.openxmlformats.org/officeDocument/2006/relationships/tags" Target="../tags/tag28.xml"/><Relationship Id="rId9"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1.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5.xml"/><Relationship Id="rId1" Type="http://schemas.openxmlformats.org/officeDocument/2006/relationships/tags" Target="../tags/tag3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5.xml"/><Relationship Id="rId1" Type="http://schemas.openxmlformats.org/officeDocument/2006/relationships/tags" Target="../tags/tag3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5.xml"/><Relationship Id="rId1" Type="http://schemas.openxmlformats.org/officeDocument/2006/relationships/tags" Target="../tags/tag34.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5.xml"/><Relationship Id="rId1" Type="http://schemas.openxmlformats.org/officeDocument/2006/relationships/tags" Target="../tags/tag35.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36.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5.xml"/><Relationship Id="rId1" Type="http://schemas.openxmlformats.org/officeDocument/2006/relationships/tags" Target="../tags/tag37.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7.xml"/><Relationship Id="rId1" Type="http://schemas.openxmlformats.org/officeDocument/2006/relationships/tags" Target="../tags/tag38.xml"/></Relationships>
</file>

<file path=ppt/slides/_rels/slide14.xml.rels><?xml version="1.0" encoding="UTF-8" standalone="yes"?>
<Relationships xmlns="http://schemas.openxmlformats.org/package/2006/relationships"><Relationship Id="rId8" Type="http://schemas.openxmlformats.org/officeDocument/2006/relationships/tags" Target="../tags/tag46.xml"/><Relationship Id="rId3" Type="http://schemas.openxmlformats.org/officeDocument/2006/relationships/tags" Target="../tags/tag41.xml"/><Relationship Id="rId7" Type="http://schemas.openxmlformats.org/officeDocument/2006/relationships/tags" Target="../tags/tag45.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5" Type="http://schemas.openxmlformats.org/officeDocument/2006/relationships/tags" Target="../tags/tag43.xml"/><Relationship Id="rId10" Type="http://schemas.openxmlformats.org/officeDocument/2006/relationships/notesSlide" Target="../notesSlides/notesSlide9.xml"/><Relationship Id="rId4" Type="http://schemas.openxmlformats.org/officeDocument/2006/relationships/tags" Target="../tags/tag42.xml"/><Relationship Id="rId9"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49.xml"/><Relationship Id="rId7" Type="http://schemas.openxmlformats.org/officeDocument/2006/relationships/notesSlide" Target="../notesSlides/notesSlide10.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slideLayout" Target="../slideLayouts/slideLayout17.xml"/><Relationship Id="rId5" Type="http://schemas.openxmlformats.org/officeDocument/2006/relationships/tags" Target="../tags/tag51.xml"/><Relationship Id="rId4" Type="http://schemas.openxmlformats.org/officeDocument/2006/relationships/tags" Target="../tags/tag50.xml"/></Relationships>
</file>

<file path=ppt/slides/_rels/slide1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tags" Target="../tags/tag54.xml"/><Relationship Id="rId7" Type="http://schemas.openxmlformats.org/officeDocument/2006/relationships/notesSlide" Target="../notesSlides/notesSlide11.xml"/><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slideLayout" Target="../slideLayouts/slideLayout17.xml"/><Relationship Id="rId5" Type="http://schemas.openxmlformats.org/officeDocument/2006/relationships/tags" Target="../tags/tag56.xml"/><Relationship Id="rId4" Type="http://schemas.openxmlformats.org/officeDocument/2006/relationships/tags" Target="../tags/tag55.xml"/></Relationships>
</file>

<file path=ppt/slides/_rels/slide1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tags" Target="../tags/tag59.xml"/><Relationship Id="rId7" Type="http://schemas.openxmlformats.org/officeDocument/2006/relationships/notesSlide" Target="../notesSlides/notesSlide12.xml"/><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slideLayout" Target="../slideLayouts/slideLayout17.xml"/><Relationship Id="rId5" Type="http://schemas.openxmlformats.org/officeDocument/2006/relationships/tags" Target="../tags/tag61.xml"/><Relationship Id="rId4" Type="http://schemas.openxmlformats.org/officeDocument/2006/relationships/tags" Target="../tags/tag60.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7.xml"/><Relationship Id="rId1" Type="http://schemas.openxmlformats.org/officeDocument/2006/relationships/tags" Target="../tags/tag62.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64.xml"/><Relationship Id="rId1" Type="http://schemas.openxmlformats.org/officeDocument/2006/relationships/tags" Target="../tags/tag63.xml"/><Relationship Id="rId5" Type="http://schemas.openxmlformats.org/officeDocument/2006/relationships/image" Target="../media/image11.png"/><Relationship Id="rId4"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7.xml"/><Relationship Id="rId1" Type="http://schemas.openxmlformats.org/officeDocument/2006/relationships/tags" Target="../tags/tag65.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67.xml"/><Relationship Id="rId1" Type="http://schemas.openxmlformats.org/officeDocument/2006/relationships/tags" Target="../tags/tag66.xml"/><Relationship Id="rId5" Type="http://schemas.openxmlformats.org/officeDocument/2006/relationships/image" Target="../media/image13.png"/><Relationship Id="rId4"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8" Type="http://schemas.openxmlformats.org/officeDocument/2006/relationships/tags" Target="../tags/tag75.xml"/><Relationship Id="rId13" Type="http://schemas.openxmlformats.org/officeDocument/2006/relationships/tags" Target="../tags/tag80.xml"/><Relationship Id="rId3" Type="http://schemas.openxmlformats.org/officeDocument/2006/relationships/tags" Target="../tags/tag70.xml"/><Relationship Id="rId7" Type="http://schemas.openxmlformats.org/officeDocument/2006/relationships/tags" Target="../tags/tag74.xml"/><Relationship Id="rId12" Type="http://schemas.openxmlformats.org/officeDocument/2006/relationships/tags" Target="../tags/tag79.xml"/><Relationship Id="rId17" Type="http://schemas.openxmlformats.org/officeDocument/2006/relationships/notesSlide" Target="../notesSlides/notesSlide17.xml"/><Relationship Id="rId2" Type="http://schemas.openxmlformats.org/officeDocument/2006/relationships/tags" Target="../tags/tag69.xml"/><Relationship Id="rId16" Type="http://schemas.openxmlformats.org/officeDocument/2006/relationships/slideLayout" Target="../slideLayouts/slideLayout17.xml"/><Relationship Id="rId1" Type="http://schemas.openxmlformats.org/officeDocument/2006/relationships/tags" Target="../tags/tag68.xml"/><Relationship Id="rId6" Type="http://schemas.openxmlformats.org/officeDocument/2006/relationships/tags" Target="../tags/tag73.xml"/><Relationship Id="rId11" Type="http://schemas.openxmlformats.org/officeDocument/2006/relationships/tags" Target="../tags/tag78.xml"/><Relationship Id="rId5" Type="http://schemas.openxmlformats.org/officeDocument/2006/relationships/tags" Target="../tags/tag72.xml"/><Relationship Id="rId15" Type="http://schemas.openxmlformats.org/officeDocument/2006/relationships/tags" Target="../tags/tag82.xml"/><Relationship Id="rId10" Type="http://schemas.openxmlformats.org/officeDocument/2006/relationships/tags" Target="../tags/tag77.xml"/><Relationship Id="rId4" Type="http://schemas.openxmlformats.org/officeDocument/2006/relationships/tags" Target="../tags/tag71.xml"/><Relationship Id="rId9" Type="http://schemas.openxmlformats.org/officeDocument/2006/relationships/tags" Target="../tags/tag76.xml"/><Relationship Id="rId14" Type="http://schemas.openxmlformats.org/officeDocument/2006/relationships/tags" Target="../tags/tag81.xml"/></Relationships>
</file>

<file path=ppt/slides/_rels/slide24.xml.rels><?xml version="1.0" encoding="UTF-8" standalone="yes"?>
<Relationships xmlns="http://schemas.openxmlformats.org/package/2006/relationships"><Relationship Id="rId8" Type="http://schemas.openxmlformats.org/officeDocument/2006/relationships/tags" Target="../tags/tag90.xml"/><Relationship Id="rId3" Type="http://schemas.openxmlformats.org/officeDocument/2006/relationships/tags" Target="../tags/tag85.xml"/><Relationship Id="rId7" Type="http://schemas.openxmlformats.org/officeDocument/2006/relationships/tags" Target="../tags/tag89.xml"/><Relationship Id="rId2" Type="http://schemas.openxmlformats.org/officeDocument/2006/relationships/tags" Target="../tags/tag84.xml"/><Relationship Id="rId1" Type="http://schemas.openxmlformats.org/officeDocument/2006/relationships/tags" Target="../tags/tag83.xml"/><Relationship Id="rId6" Type="http://schemas.openxmlformats.org/officeDocument/2006/relationships/tags" Target="../tags/tag88.xml"/><Relationship Id="rId5" Type="http://schemas.openxmlformats.org/officeDocument/2006/relationships/tags" Target="../tags/tag87.xml"/><Relationship Id="rId10" Type="http://schemas.openxmlformats.org/officeDocument/2006/relationships/notesSlide" Target="../notesSlides/notesSlide18.xml"/><Relationship Id="rId4" Type="http://schemas.openxmlformats.org/officeDocument/2006/relationships/tags" Target="../tags/tag86.xml"/><Relationship Id="rId9"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92.xml"/><Relationship Id="rId1" Type="http://schemas.openxmlformats.org/officeDocument/2006/relationships/tags" Target="../tags/tag91.xml"/><Relationship Id="rId5" Type="http://schemas.openxmlformats.org/officeDocument/2006/relationships/image" Target="../media/image14.png"/><Relationship Id="rId4"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7.xml"/><Relationship Id="rId1" Type="http://schemas.openxmlformats.org/officeDocument/2006/relationships/tags" Target="../tags/tag93.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8" Type="http://schemas.openxmlformats.org/officeDocument/2006/relationships/tags" Target="../tags/tag101.xml"/><Relationship Id="rId13" Type="http://schemas.openxmlformats.org/officeDocument/2006/relationships/tags" Target="../tags/tag106.xml"/><Relationship Id="rId18" Type="http://schemas.openxmlformats.org/officeDocument/2006/relationships/tags" Target="../tags/tag111.xml"/><Relationship Id="rId3" Type="http://schemas.openxmlformats.org/officeDocument/2006/relationships/tags" Target="../tags/tag96.xml"/><Relationship Id="rId21" Type="http://schemas.openxmlformats.org/officeDocument/2006/relationships/notesSlide" Target="../notesSlides/notesSlide21.xml"/><Relationship Id="rId7" Type="http://schemas.openxmlformats.org/officeDocument/2006/relationships/tags" Target="../tags/tag100.xml"/><Relationship Id="rId12" Type="http://schemas.openxmlformats.org/officeDocument/2006/relationships/tags" Target="../tags/tag105.xml"/><Relationship Id="rId17" Type="http://schemas.openxmlformats.org/officeDocument/2006/relationships/tags" Target="../tags/tag110.xml"/><Relationship Id="rId2" Type="http://schemas.openxmlformats.org/officeDocument/2006/relationships/tags" Target="../tags/tag95.xml"/><Relationship Id="rId16" Type="http://schemas.openxmlformats.org/officeDocument/2006/relationships/tags" Target="../tags/tag109.xml"/><Relationship Id="rId20" Type="http://schemas.openxmlformats.org/officeDocument/2006/relationships/slideLayout" Target="../slideLayouts/slideLayout17.xml"/><Relationship Id="rId1" Type="http://schemas.openxmlformats.org/officeDocument/2006/relationships/tags" Target="../tags/tag94.xml"/><Relationship Id="rId6" Type="http://schemas.openxmlformats.org/officeDocument/2006/relationships/tags" Target="../tags/tag99.xml"/><Relationship Id="rId11" Type="http://schemas.openxmlformats.org/officeDocument/2006/relationships/tags" Target="../tags/tag104.xml"/><Relationship Id="rId5" Type="http://schemas.openxmlformats.org/officeDocument/2006/relationships/tags" Target="../tags/tag98.xml"/><Relationship Id="rId15" Type="http://schemas.openxmlformats.org/officeDocument/2006/relationships/tags" Target="../tags/tag108.xml"/><Relationship Id="rId10" Type="http://schemas.openxmlformats.org/officeDocument/2006/relationships/tags" Target="../tags/tag103.xml"/><Relationship Id="rId19" Type="http://schemas.openxmlformats.org/officeDocument/2006/relationships/tags" Target="../tags/tag112.xml"/><Relationship Id="rId4" Type="http://schemas.openxmlformats.org/officeDocument/2006/relationships/tags" Target="../tags/tag97.xml"/><Relationship Id="rId9" Type="http://schemas.openxmlformats.org/officeDocument/2006/relationships/tags" Target="../tags/tag102.xml"/><Relationship Id="rId14" Type="http://schemas.openxmlformats.org/officeDocument/2006/relationships/tags" Target="../tags/tag107.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114.xml"/><Relationship Id="rId1" Type="http://schemas.openxmlformats.org/officeDocument/2006/relationships/tags" Target="../tags/tag113.xml"/><Relationship Id="rId5" Type="http://schemas.openxmlformats.org/officeDocument/2006/relationships/image" Target="../media/image16.png"/><Relationship Id="rId4" Type="http://schemas.openxmlformats.org/officeDocument/2006/relationships/notesSlide" Target="../notesSlides/notesSlide22.xml"/></Relationships>
</file>

<file path=ppt/slides/_rels/slide29.xml.rels><?xml version="1.0" encoding="UTF-8" standalone="yes"?>
<Relationships xmlns="http://schemas.openxmlformats.org/package/2006/relationships"><Relationship Id="rId3" Type="http://schemas.openxmlformats.org/officeDocument/2006/relationships/tags" Target="../tags/tag117.xml"/><Relationship Id="rId2" Type="http://schemas.openxmlformats.org/officeDocument/2006/relationships/tags" Target="../tags/tag116.xml"/><Relationship Id="rId1" Type="http://schemas.openxmlformats.org/officeDocument/2006/relationships/tags" Target="../tags/tag115.xml"/><Relationship Id="rId6" Type="http://schemas.openxmlformats.org/officeDocument/2006/relationships/image" Target="../media/image17.jpeg"/><Relationship Id="rId5" Type="http://schemas.openxmlformats.org/officeDocument/2006/relationships/notesSlide" Target="../notesSlides/notesSlide23.xml"/><Relationship Id="rId4"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119.xml"/><Relationship Id="rId1" Type="http://schemas.openxmlformats.org/officeDocument/2006/relationships/tags" Target="../tags/tag118.xml"/><Relationship Id="rId5" Type="http://schemas.openxmlformats.org/officeDocument/2006/relationships/image" Target="../media/image18.png"/><Relationship Id="rId4" Type="http://schemas.openxmlformats.org/officeDocument/2006/relationships/notesSlide" Target="../notesSlides/notesSlide24.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7.xml"/><Relationship Id="rId1" Type="http://schemas.openxmlformats.org/officeDocument/2006/relationships/tags" Target="../tags/tag120.xml"/><Relationship Id="rId4" Type="http://schemas.openxmlformats.org/officeDocument/2006/relationships/image" Target="../media/image19.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7.xml"/><Relationship Id="rId1" Type="http://schemas.openxmlformats.org/officeDocument/2006/relationships/tags" Target="../tags/tag121.xml"/><Relationship Id="rId4" Type="http://schemas.openxmlformats.org/officeDocument/2006/relationships/image" Target="../media/image20.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123.xml"/><Relationship Id="rId1" Type="http://schemas.openxmlformats.org/officeDocument/2006/relationships/tags" Target="../tags/tag122.xml"/><Relationship Id="rId5" Type="http://schemas.openxmlformats.org/officeDocument/2006/relationships/image" Target="../media/image21.png"/><Relationship Id="rId4"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8" Type="http://schemas.openxmlformats.org/officeDocument/2006/relationships/tags" Target="../tags/tag131.xml"/><Relationship Id="rId13" Type="http://schemas.openxmlformats.org/officeDocument/2006/relationships/tags" Target="../tags/tag136.xml"/><Relationship Id="rId18" Type="http://schemas.openxmlformats.org/officeDocument/2006/relationships/notesSlide" Target="../notesSlides/notesSlide28.xml"/><Relationship Id="rId3" Type="http://schemas.openxmlformats.org/officeDocument/2006/relationships/tags" Target="../tags/tag126.xml"/><Relationship Id="rId7" Type="http://schemas.openxmlformats.org/officeDocument/2006/relationships/tags" Target="../tags/tag130.xml"/><Relationship Id="rId12" Type="http://schemas.openxmlformats.org/officeDocument/2006/relationships/tags" Target="../tags/tag135.xml"/><Relationship Id="rId17" Type="http://schemas.openxmlformats.org/officeDocument/2006/relationships/slideLayout" Target="../slideLayouts/slideLayout17.xml"/><Relationship Id="rId2" Type="http://schemas.openxmlformats.org/officeDocument/2006/relationships/tags" Target="../tags/tag125.xml"/><Relationship Id="rId16" Type="http://schemas.openxmlformats.org/officeDocument/2006/relationships/tags" Target="../tags/tag139.xml"/><Relationship Id="rId1" Type="http://schemas.openxmlformats.org/officeDocument/2006/relationships/tags" Target="../tags/tag124.xml"/><Relationship Id="rId6" Type="http://schemas.openxmlformats.org/officeDocument/2006/relationships/tags" Target="../tags/tag129.xml"/><Relationship Id="rId11" Type="http://schemas.openxmlformats.org/officeDocument/2006/relationships/tags" Target="../tags/tag134.xml"/><Relationship Id="rId5" Type="http://schemas.openxmlformats.org/officeDocument/2006/relationships/tags" Target="../tags/tag128.xml"/><Relationship Id="rId15" Type="http://schemas.openxmlformats.org/officeDocument/2006/relationships/tags" Target="../tags/tag138.xml"/><Relationship Id="rId10" Type="http://schemas.openxmlformats.org/officeDocument/2006/relationships/tags" Target="../tags/tag133.xml"/><Relationship Id="rId4" Type="http://schemas.openxmlformats.org/officeDocument/2006/relationships/tags" Target="../tags/tag127.xml"/><Relationship Id="rId9" Type="http://schemas.openxmlformats.org/officeDocument/2006/relationships/tags" Target="../tags/tag132.xml"/><Relationship Id="rId14" Type="http://schemas.openxmlformats.org/officeDocument/2006/relationships/tags" Target="../tags/tag137.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7.xml"/><Relationship Id="rId1" Type="http://schemas.openxmlformats.org/officeDocument/2006/relationships/tags" Target="../tags/tag140.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7.xml"/><Relationship Id="rId1" Type="http://schemas.openxmlformats.org/officeDocument/2006/relationships/tags" Target="../tags/tag141.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7.xml"/><Relationship Id="rId1" Type="http://schemas.openxmlformats.org/officeDocument/2006/relationships/tags" Target="../tags/tag142.xm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43.xml"/></Relationships>
</file>

<file path=ppt/slides/_rels/slide39.xml.rels><?xml version="1.0" encoding="UTF-8" standalone="yes"?>
<Relationships xmlns="http://schemas.openxmlformats.org/package/2006/relationships"><Relationship Id="rId8" Type="http://schemas.openxmlformats.org/officeDocument/2006/relationships/notesSlide" Target="../notesSlides/notesSlide32.xml"/><Relationship Id="rId3" Type="http://schemas.openxmlformats.org/officeDocument/2006/relationships/tags" Target="../tags/tag146.xml"/><Relationship Id="rId7" Type="http://schemas.openxmlformats.org/officeDocument/2006/relationships/slideLayout" Target="../slideLayouts/slideLayout15.xml"/><Relationship Id="rId2" Type="http://schemas.openxmlformats.org/officeDocument/2006/relationships/tags" Target="../tags/tag145.xml"/><Relationship Id="rId1" Type="http://schemas.openxmlformats.org/officeDocument/2006/relationships/tags" Target="../tags/tag144.xml"/><Relationship Id="rId6" Type="http://schemas.openxmlformats.org/officeDocument/2006/relationships/tags" Target="../tags/tag149.xml"/><Relationship Id="rId5" Type="http://schemas.openxmlformats.org/officeDocument/2006/relationships/tags" Target="../tags/tag148.xml"/><Relationship Id="rId4" Type="http://schemas.openxmlformats.org/officeDocument/2006/relationships/tags" Target="../tags/tag147.xml"/><Relationship Id="rId9" Type="http://schemas.openxmlformats.org/officeDocument/2006/relationships/image" Target="../media/image22.jpe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7.xml"/><Relationship Id="rId1" Type="http://schemas.openxmlformats.org/officeDocument/2006/relationships/tags" Target="../tags/tag150.xml"/><Relationship Id="rId4" Type="http://schemas.openxmlformats.org/officeDocument/2006/relationships/image" Target="../media/image23.png"/></Relationships>
</file>

<file path=ppt/slides/_rels/slide41.xml.rels><?xml version="1.0" encoding="UTF-8" standalone="yes"?>
<Relationships xmlns="http://schemas.openxmlformats.org/package/2006/relationships"><Relationship Id="rId3" Type="http://schemas.openxmlformats.org/officeDocument/2006/relationships/tags" Target="../tags/tag153.xml"/><Relationship Id="rId2" Type="http://schemas.openxmlformats.org/officeDocument/2006/relationships/tags" Target="../tags/tag152.xml"/><Relationship Id="rId1" Type="http://schemas.openxmlformats.org/officeDocument/2006/relationships/tags" Target="../tags/tag151.xml"/><Relationship Id="rId6" Type="http://schemas.openxmlformats.org/officeDocument/2006/relationships/image" Target="../media/image24.jpeg"/><Relationship Id="rId5" Type="http://schemas.openxmlformats.org/officeDocument/2006/relationships/notesSlide" Target="../notesSlides/notesSlide34.xml"/><Relationship Id="rId4"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155.xml"/><Relationship Id="rId1" Type="http://schemas.openxmlformats.org/officeDocument/2006/relationships/tags" Target="../tags/tag154.xml"/><Relationship Id="rId5" Type="http://schemas.openxmlformats.org/officeDocument/2006/relationships/image" Target="../media/image25.jpeg"/><Relationship Id="rId4"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tags" Target="../tags/tag156.xml"/><Relationship Id="rId5" Type="http://schemas.openxmlformats.org/officeDocument/2006/relationships/notesSlide" Target="../notesSlides/notesSlide36.xml"/><Relationship Id="rId4" Type="http://schemas.openxmlformats.org/officeDocument/2006/relationships/slideLayout" Target="../slideLayouts/slideLayout17.xml"/></Relationships>
</file>

<file path=ppt/slides/_rels/slide44.xml.rels><?xml version="1.0" encoding="UTF-8" standalone="yes"?>
<Relationships xmlns="http://schemas.openxmlformats.org/package/2006/relationships"><Relationship Id="rId8" Type="http://schemas.openxmlformats.org/officeDocument/2006/relationships/tags" Target="../tags/tag166.xml"/><Relationship Id="rId13" Type="http://schemas.openxmlformats.org/officeDocument/2006/relationships/tags" Target="../tags/tag171.xml"/><Relationship Id="rId18" Type="http://schemas.openxmlformats.org/officeDocument/2006/relationships/tags" Target="../tags/tag176.xml"/><Relationship Id="rId3" Type="http://schemas.openxmlformats.org/officeDocument/2006/relationships/tags" Target="../tags/tag161.xml"/><Relationship Id="rId21" Type="http://schemas.openxmlformats.org/officeDocument/2006/relationships/notesSlide" Target="../notesSlides/notesSlide37.xml"/><Relationship Id="rId7" Type="http://schemas.openxmlformats.org/officeDocument/2006/relationships/tags" Target="../tags/tag165.xml"/><Relationship Id="rId12" Type="http://schemas.openxmlformats.org/officeDocument/2006/relationships/tags" Target="../tags/tag170.xml"/><Relationship Id="rId17" Type="http://schemas.openxmlformats.org/officeDocument/2006/relationships/tags" Target="../tags/tag175.xml"/><Relationship Id="rId2" Type="http://schemas.openxmlformats.org/officeDocument/2006/relationships/tags" Target="../tags/tag160.xml"/><Relationship Id="rId16" Type="http://schemas.openxmlformats.org/officeDocument/2006/relationships/tags" Target="../tags/tag174.xml"/><Relationship Id="rId20" Type="http://schemas.openxmlformats.org/officeDocument/2006/relationships/slideLayout" Target="../slideLayouts/slideLayout17.xml"/><Relationship Id="rId1" Type="http://schemas.openxmlformats.org/officeDocument/2006/relationships/tags" Target="../tags/tag159.xml"/><Relationship Id="rId6" Type="http://schemas.openxmlformats.org/officeDocument/2006/relationships/tags" Target="../tags/tag164.xml"/><Relationship Id="rId11" Type="http://schemas.openxmlformats.org/officeDocument/2006/relationships/tags" Target="../tags/tag169.xml"/><Relationship Id="rId5" Type="http://schemas.openxmlformats.org/officeDocument/2006/relationships/tags" Target="../tags/tag163.xml"/><Relationship Id="rId15" Type="http://schemas.openxmlformats.org/officeDocument/2006/relationships/tags" Target="../tags/tag173.xml"/><Relationship Id="rId10" Type="http://schemas.openxmlformats.org/officeDocument/2006/relationships/tags" Target="../tags/tag168.xml"/><Relationship Id="rId19" Type="http://schemas.openxmlformats.org/officeDocument/2006/relationships/tags" Target="../tags/tag177.xml"/><Relationship Id="rId4" Type="http://schemas.openxmlformats.org/officeDocument/2006/relationships/tags" Target="../tags/tag162.xml"/><Relationship Id="rId9" Type="http://schemas.openxmlformats.org/officeDocument/2006/relationships/tags" Target="../tags/tag167.xml"/><Relationship Id="rId14" Type="http://schemas.openxmlformats.org/officeDocument/2006/relationships/tags" Target="../tags/tag172.xml"/></Relationships>
</file>

<file path=ppt/slides/_rels/slide45.xml.rels><?xml version="1.0" encoding="UTF-8" standalone="yes"?>
<Relationships xmlns="http://schemas.openxmlformats.org/package/2006/relationships"><Relationship Id="rId8" Type="http://schemas.openxmlformats.org/officeDocument/2006/relationships/tags" Target="../tags/tag185.xml"/><Relationship Id="rId13" Type="http://schemas.openxmlformats.org/officeDocument/2006/relationships/tags" Target="../tags/tag190.xml"/><Relationship Id="rId18" Type="http://schemas.openxmlformats.org/officeDocument/2006/relationships/slideLayout" Target="../slideLayouts/slideLayout17.xml"/><Relationship Id="rId3" Type="http://schemas.openxmlformats.org/officeDocument/2006/relationships/tags" Target="../tags/tag180.xml"/><Relationship Id="rId7" Type="http://schemas.openxmlformats.org/officeDocument/2006/relationships/tags" Target="../tags/tag184.xml"/><Relationship Id="rId12" Type="http://schemas.openxmlformats.org/officeDocument/2006/relationships/tags" Target="../tags/tag189.xml"/><Relationship Id="rId17" Type="http://schemas.openxmlformats.org/officeDocument/2006/relationships/tags" Target="../tags/tag194.xml"/><Relationship Id="rId2" Type="http://schemas.openxmlformats.org/officeDocument/2006/relationships/tags" Target="../tags/tag179.xml"/><Relationship Id="rId16" Type="http://schemas.openxmlformats.org/officeDocument/2006/relationships/tags" Target="../tags/tag193.xml"/><Relationship Id="rId1" Type="http://schemas.openxmlformats.org/officeDocument/2006/relationships/tags" Target="../tags/tag178.xml"/><Relationship Id="rId6" Type="http://schemas.openxmlformats.org/officeDocument/2006/relationships/tags" Target="../tags/tag183.xml"/><Relationship Id="rId11" Type="http://schemas.openxmlformats.org/officeDocument/2006/relationships/tags" Target="../tags/tag188.xml"/><Relationship Id="rId5" Type="http://schemas.openxmlformats.org/officeDocument/2006/relationships/tags" Target="../tags/tag182.xml"/><Relationship Id="rId15" Type="http://schemas.openxmlformats.org/officeDocument/2006/relationships/tags" Target="../tags/tag192.xml"/><Relationship Id="rId10" Type="http://schemas.openxmlformats.org/officeDocument/2006/relationships/tags" Target="../tags/tag187.xml"/><Relationship Id="rId19" Type="http://schemas.openxmlformats.org/officeDocument/2006/relationships/notesSlide" Target="../notesSlides/notesSlide38.xml"/><Relationship Id="rId4" Type="http://schemas.openxmlformats.org/officeDocument/2006/relationships/tags" Target="../tags/tag181.xml"/><Relationship Id="rId9" Type="http://schemas.openxmlformats.org/officeDocument/2006/relationships/tags" Target="../tags/tag186.xml"/><Relationship Id="rId14" Type="http://schemas.openxmlformats.org/officeDocument/2006/relationships/tags" Target="../tags/tag191.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7.xml"/><Relationship Id="rId1" Type="http://schemas.openxmlformats.org/officeDocument/2006/relationships/tags" Target="../tags/tag195.xml"/><Relationship Id="rId4" Type="http://schemas.openxmlformats.org/officeDocument/2006/relationships/image" Target="../media/image26.jpeg"/></Relationships>
</file>

<file path=ppt/slides/_rels/slide47.xml.rels><?xml version="1.0" encoding="UTF-8" standalone="yes"?>
<Relationships xmlns="http://schemas.openxmlformats.org/package/2006/relationships"><Relationship Id="rId8" Type="http://schemas.openxmlformats.org/officeDocument/2006/relationships/tags" Target="../tags/tag203.xml"/><Relationship Id="rId13" Type="http://schemas.openxmlformats.org/officeDocument/2006/relationships/tags" Target="../tags/tag208.xml"/><Relationship Id="rId18" Type="http://schemas.openxmlformats.org/officeDocument/2006/relationships/slideLayout" Target="../slideLayouts/slideLayout17.xml"/><Relationship Id="rId3" Type="http://schemas.openxmlformats.org/officeDocument/2006/relationships/tags" Target="../tags/tag198.xml"/><Relationship Id="rId7" Type="http://schemas.openxmlformats.org/officeDocument/2006/relationships/tags" Target="../tags/tag202.xml"/><Relationship Id="rId12" Type="http://schemas.openxmlformats.org/officeDocument/2006/relationships/tags" Target="../tags/tag207.xml"/><Relationship Id="rId17" Type="http://schemas.openxmlformats.org/officeDocument/2006/relationships/tags" Target="../tags/tag212.xml"/><Relationship Id="rId2" Type="http://schemas.openxmlformats.org/officeDocument/2006/relationships/tags" Target="../tags/tag197.xml"/><Relationship Id="rId16" Type="http://schemas.openxmlformats.org/officeDocument/2006/relationships/tags" Target="../tags/tag211.xml"/><Relationship Id="rId1" Type="http://schemas.openxmlformats.org/officeDocument/2006/relationships/tags" Target="../tags/tag196.xml"/><Relationship Id="rId6" Type="http://schemas.openxmlformats.org/officeDocument/2006/relationships/tags" Target="../tags/tag201.xml"/><Relationship Id="rId11" Type="http://schemas.openxmlformats.org/officeDocument/2006/relationships/tags" Target="../tags/tag206.xml"/><Relationship Id="rId5" Type="http://schemas.openxmlformats.org/officeDocument/2006/relationships/tags" Target="../tags/tag200.xml"/><Relationship Id="rId15" Type="http://schemas.openxmlformats.org/officeDocument/2006/relationships/tags" Target="../tags/tag210.xml"/><Relationship Id="rId10" Type="http://schemas.openxmlformats.org/officeDocument/2006/relationships/tags" Target="../tags/tag205.xml"/><Relationship Id="rId19" Type="http://schemas.openxmlformats.org/officeDocument/2006/relationships/notesSlide" Target="../notesSlides/notesSlide40.xml"/><Relationship Id="rId4" Type="http://schemas.openxmlformats.org/officeDocument/2006/relationships/tags" Target="../tags/tag199.xml"/><Relationship Id="rId9" Type="http://schemas.openxmlformats.org/officeDocument/2006/relationships/tags" Target="../tags/tag204.xml"/><Relationship Id="rId14" Type="http://schemas.openxmlformats.org/officeDocument/2006/relationships/tags" Target="../tags/tag209.xml"/></Relationships>
</file>

<file path=ppt/slides/_rels/slide48.xml.rels><?xml version="1.0" encoding="UTF-8" standalone="yes"?>
<Relationships xmlns="http://schemas.openxmlformats.org/package/2006/relationships"><Relationship Id="rId3" Type="http://schemas.openxmlformats.org/officeDocument/2006/relationships/tags" Target="../tags/tag215.xml"/><Relationship Id="rId2" Type="http://schemas.openxmlformats.org/officeDocument/2006/relationships/tags" Target="../tags/tag214.xml"/><Relationship Id="rId1" Type="http://schemas.openxmlformats.org/officeDocument/2006/relationships/tags" Target="../tags/tag213.xml"/><Relationship Id="rId6" Type="http://schemas.openxmlformats.org/officeDocument/2006/relationships/image" Target="../media/image27.jpeg"/><Relationship Id="rId5" Type="http://schemas.openxmlformats.org/officeDocument/2006/relationships/notesSlide" Target="../notesSlides/notesSlide41.xml"/><Relationship Id="rId4"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8" Type="http://schemas.openxmlformats.org/officeDocument/2006/relationships/tags" Target="../tags/tag223.xml"/><Relationship Id="rId13" Type="http://schemas.openxmlformats.org/officeDocument/2006/relationships/tags" Target="../tags/tag228.xml"/><Relationship Id="rId18" Type="http://schemas.openxmlformats.org/officeDocument/2006/relationships/notesSlide" Target="../notesSlides/notesSlide42.xml"/><Relationship Id="rId3" Type="http://schemas.openxmlformats.org/officeDocument/2006/relationships/tags" Target="../tags/tag218.xml"/><Relationship Id="rId7" Type="http://schemas.openxmlformats.org/officeDocument/2006/relationships/tags" Target="../tags/tag222.xml"/><Relationship Id="rId12" Type="http://schemas.openxmlformats.org/officeDocument/2006/relationships/tags" Target="../tags/tag227.xml"/><Relationship Id="rId17" Type="http://schemas.openxmlformats.org/officeDocument/2006/relationships/slideLayout" Target="../slideLayouts/slideLayout17.xml"/><Relationship Id="rId2" Type="http://schemas.openxmlformats.org/officeDocument/2006/relationships/tags" Target="../tags/tag217.xml"/><Relationship Id="rId16" Type="http://schemas.openxmlformats.org/officeDocument/2006/relationships/tags" Target="../tags/tag231.xml"/><Relationship Id="rId1" Type="http://schemas.openxmlformats.org/officeDocument/2006/relationships/tags" Target="../tags/tag216.xml"/><Relationship Id="rId6" Type="http://schemas.openxmlformats.org/officeDocument/2006/relationships/tags" Target="../tags/tag221.xml"/><Relationship Id="rId11" Type="http://schemas.openxmlformats.org/officeDocument/2006/relationships/tags" Target="../tags/tag226.xml"/><Relationship Id="rId5" Type="http://schemas.openxmlformats.org/officeDocument/2006/relationships/tags" Target="../tags/tag220.xml"/><Relationship Id="rId15" Type="http://schemas.openxmlformats.org/officeDocument/2006/relationships/tags" Target="../tags/tag230.xml"/><Relationship Id="rId10" Type="http://schemas.openxmlformats.org/officeDocument/2006/relationships/tags" Target="../tags/tag225.xml"/><Relationship Id="rId4" Type="http://schemas.openxmlformats.org/officeDocument/2006/relationships/tags" Target="../tags/tag219.xml"/><Relationship Id="rId9" Type="http://schemas.openxmlformats.org/officeDocument/2006/relationships/tags" Target="../tags/tag224.xml"/><Relationship Id="rId14" Type="http://schemas.openxmlformats.org/officeDocument/2006/relationships/tags" Target="../tags/tag229.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32.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7.xml"/><Relationship Id="rId1" Type="http://schemas.openxmlformats.org/officeDocument/2006/relationships/tags" Target="../tags/tag233.xml"/></Relationships>
</file>

<file path=ppt/slides/_rels/slide52.xml.rels><?xml version="1.0" encoding="UTF-8" standalone="yes"?>
<Relationships xmlns="http://schemas.openxmlformats.org/package/2006/relationships"><Relationship Id="rId8" Type="http://schemas.openxmlformats.org/officeDocument/2006/relationships/tags" Target="../tags/tag241.xml"/><Relationship Id="rId3" Type="http://schemas.openxmlformats.org/officeDocument/2006/relationships/tags" Target="../tags/tag236.xml"/><Relationship Id="rId7" Type="http://schemas.openxmlformats.org/officeDocument/2006/relationships/tags" Target="../tags/tag240.xml"/><Relationship Id="rId2" Type="http://schemas.openxmlformats.org/officeDocument/2006/relationships/tags" Target="../tags/tag235.xml"/><Relationship Id="rId1" Type="http://schemas.openxmlformats.org/officeDocument/2006/relationships/tags" Target="../tags/tag234.xml"/><Relationship Id="rId6" Type="http://schemas.openxmlformats.org/officeDocument/2006/relationships/tags" Target="../tags/tag239.xml"/><Relationship Id="rId5" Type="http://schemas.openxmlformats.org/officeDocument/2006/relationships/tags" Target="../tags/tag238.xml"/><Relationship Id="rId10" Type="http://schemas.openxmlformats.org/officeDocument/2006/relationships/notesSlide" Target="../notesSlides/notesSlide44.xml"/><Relationship Id="rId4" Type="http://schemas.openxmlformats.org/officeDocument/2006/relationships/tags" Target="../tags/tag237.xml"/><Relationship Id="rId9"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7.xml"/><Relationship Id="rId1" Type="http://schemas.openxmlformats.org/officeDocument/2006/relationships/tags" Target="../tags/tag242.xml"/><Relationship Id="rId4" Type="http://schemas.openxmlformats.org/officeDocument/2006/relationships/image" Target="../media/image28.png"/></Relationships>
</file>

<file path=ppt/slides/_rels/slide54.xml.rels><?xml version="1.0" encoding="UTF-8" standalone="yes"?>
<Relationships xmlns="http://schemas.openxmlformats.org/package/2006/relationships"><Relationship Id="rId8" Type="http://schemas.openxmlformats.org/officeDocument/2006/relationships/tags" Target="../tags/tag250.xml"/><Relationship Id="rId13" Type="http://schemas.openxmlformats.org/officeDocument/2006/relationships/tags" Target="../tags/tag255.xml"/><Relationship Id="rId18" Type="http://schemas.openxmlformats.org/officeDocument/2006/relationships/tags" Target="../tags/tag260.xml"/><Relationship Id="rId3" Type="http://schemas.openxmlformats.org/officeDocument/2006/relationships/tags" Target="../tags/tag245.xml"/><Relationship Id="rId21" Type="http://schemas.openxmlformats.org/officeDocument/2006/relationships/notesSlide" Target="../notesSlides/notesSlide46.xml"/><Relationship Id="rId7" Type="http://schemas.openxmlformats.org/officeDocument/2006/relationships/tags" Target="../tags/tag249.xml"/><Relationship Id="rId12" Type="http://schemas.openxmlformats.org/officeDocument/2006/relationships/tags" Target="../tags/tag254.xml"/><Relationship Id="rId17" Type="http://schemas.openxmlformats.org/officeDocument/2006/relationships/tags" Target="../tags/tag259.xml"/><Relationship Id="rId2" Type="http://schemas.openxmlformats.org/officeDocument/2006/relationships/tags" Target="../tags/tag244.xml"/><Relationship Id="rId16" Type="http://schemas.openxmlformats.org/officeDocument/2006/relationships/tags" Target="../tags/tag258.xml"/><Relationship Id="rId20" Type="http://schemas.openxmlformats.org/officeDocument/2006/relationships/slideLayout" Target="../slideLayouts/slideLayout17.xml"/><Relationship Id="rId1" Type="http://schemas.openxmlformats.org/officeDocument/2006/relationships/tags" Target="../tags/tag243.xml"/><Relationship Id="rId6" Type="http://schemas.openxmlformats.org/officeDocument/2006/relationships/tags" Target="../tags/tag248.xml"/><Relationship Id="rId11" Type="http://schemas.openxmlformats.org/officeDocument/2006/relationships/tags" Target="../tags/tag253.xml"/><Relationship Id="rId5" Type="http://schemas.openxmlformats.org/officeDocument/2006/relationships/tags" Target="../tags/tag247.xml"/><Relationship Id="rId15" Type="http://schemas.openxmlformats.org/officeDocument/2006/relationships/tags" Target="../tags/tag257.xml"/><Relationship Id="rId10" Type="http://schemas.openxmlformats.org/officeDocument/2006/relationships/tags" Target="../tags/tag252.xml"/><Relationship Id="rId19" Type="http://schemas.openxmlformats.org/officeDocument/2006/relationships/tags" Target="../tags/tag261.xml"/><Relationship Id="rId4" Type="http://schemas.openxmlformats.org/officeDocument/2006/relationships/tags" Target="../tags/tag246.xml"/><Relationship Id="rId9" Type="http://schemas.openxmlformats.org/officeDocument/2006/relationships/tags" Target="../tags/tag251.xml"/><Relationship Id="rId14" Type="http://schemas.openxmlformats.org/officeDocument/2006/relationships/tags" Target="../tags/tag256.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7.xml"/><Relationship Id="rId1" Type="http://schemas.openxmlformats.org/officeDocument/2006/relationships/tags" Target="../tags/tag262.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7.xml"/><Relationship Id="rId1" Type="http://schemas.openxmlformats.org/officeDocument/2006/relationships/tags" Target="../tags/tag26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265.xml"/><Relationship Id="rId1" Type="http://schemas.openxmlformats.org/officeDocument/2006/relationships/tags" Target="../tags/tag264.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notesSlide" Target="../notesSlides/notesSlide49.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66.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5.xml"/><Relationship Id="rId1" Type="http://schemas.openxmlformats.org/officeDocument/2006/relationships/tags" Target="../tags/tag267.xml"/><Relationship Id="rId4" Type="http://schemas.openxmlformats.org/officeDocument/2006/relationships/image" Target="../media/image31.jpe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7.xml"/><Relationship Id="rId1" Type="http://schemas.openxmlformats.org/officeDocument/2006/relationships/tags" Target="../tags/tag268.xml"/><Relationship Id="rId4" Type="http://schemas.openxmlformats.org/officeDocument/2006/relationships/image" Target="../media/image32.png"/></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7.xml"/><Relationship Id="rId1" Type="http://schemas.openxmlformats.org/officeDocument/2006/relationships/tags" Target="../tags/tag269.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7.xml"/><Relationship Id="rId1" Type="http://schemas.openxmlformats.org/officeDocument/2006/relationships/tags" Target="../tags/tag270.xml"/><Relationship Id="rId4" Type="http://schemas.openxmlformats.org/officeDocument/2006/relationships/image" Target="../media/image33.png"/></Relationships>
</file>

<file path=ppt/slides/_rels/slide64.xml.rels><?xml version="1.0" encoding="UTF-8" standalone="yes"?>
<Relationships xmlns="http://schemas.openxmlformats.org/package/2006/relationships"><Relationship Id="rId8" Type="http://schemas.openxmlformats.org/officeDocument/2006/relationships/tags" Target="../tags/tag278.xml"/><Relationship Id="rId3" Type="http://schemas.openxmlformats.org/officeDocument/2006/relationships/tags" Target="../tags/tag273.xml"/><Relationship Id="rId7" Type="http://schemas.openxmlformats.org/officeDocument/2006/relationships/tags" Target="../tags/tag277.xml"/><Relationship Id="rId2" Type="http://schemas.openxmlformats.org/officeDocument/2006/relationships/tags" Target="../tags/tag272.xml"/><Relationship Id="rId1" Type="http://schemas.openxmlformats.org/officeDocument/2006/relationships/tags" Target="../tags/tag271.xml"/><Relationship Id="rId6" Type="http://schemas.openxmlformats.org/officeDocument/2006/relationships/tags" Target="../tags/tag276.xml"/><Relationship Id="rId5" Type="http://schemas.openxmlformats.org/officeDocument/2006/relationships/tags" Target="../tags/tag275.xml"/><Relationship Id="rId10" Type="http://schemas.openxmlformats.org/officeDocument/2006/relationships/notesSlide" Target="../notesSlides/notesSlide54.xml"/><Relationship Id="rId4" Type="http://schemas.openxmlformats.org/officeDocument/2006/relationships/tags" Target="../tags/tag274.xml"/><Relationship Id="rId9" Type="http://schemas.openxmlformats.org/officeDocument/2006/relationships/slideLayout" Target="../slideLayouts/slideLayout17.xml"/></Relationships>
</file>

<file path=ppt/slides/_rels/slide65.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tags" Target="../tags/tag281.xml"/><Relationship Id="rId7" Type="http://schemas.openxmlformats.org/officeDocument/2006/relationships/tags" Target="../tags/tag285.xml"/><Relationship Id="rId2" Type="http://schemas.openxmlformats.org/officeDocument/2006/relationships/tags" Target="../tags/tag280.xml"/><Relationship Id="rId1" Type="http://schemas.openxmlformats.org/officeDocument/2006/relationships/tags" Target="../tags/tag279.xml"/><Relationship Id="rId6" Type="http://schemas.openxmlformats.org/officeDocument/2006/relationships/tags" Target="../tags/tag284.xml"/><Relationship Id="rId5" Type="http://schemas.openxmlformats.org/officeDocument/2006/relationships/tags" Target="../tags/tag283.xml"/><Relationship Id="rId4" Type="http://schemas.openxmlformats.org/officeDocument/2006/relationships/tags" Target="../tags/tag282.xml"/></Relationships>
</file>

<file path=ppt/slides/_rels/slide66.xml.rels><?xml version="1.0" encoding="UTF-8" standalone="yes"?>
<Relationships xmlns="http://schemas.openxmlformats.org/package/2006/relationships"><Relationship Id="rId8" Type="http://schemas.openxmlformats.org/officeDocument/2006/relationships/tags" Target="../tags/tag293.xml"/><Relationship Id="rId13" Type="http://schemas.openxmlformats.org/officeDocument/2006/relationships/tags" Target="../tags/tag298.xml"/><Relationship Id="rId3" Type="http://schemas.openxmlformats.org/officeDocument/2006/relationships/tags" Target="../tags/tag288.xml"/><Relationship Id="rId7" Type="http://schemas.openxmlformats.org/officeDocument/2006/relationships/tags" Target="../tags/tag292.xml"/><Relationship Id="rId12" Type="http://schemas.openxmlformats.org/officeDocument/2006/relationships/tags" Target="../tags/tag297.xml"/><Relationship Id="rId2" Type="http://schemas.openxmlformats.org/officeDocument/2006/relationships/tags" Target="../tags/tag287.xml"/><Relationship Id="rId16" Type="http://schemas.openxmlformats.org/officeDocument/2006/relationships/notesSlide" Target="../notesSlides/notesSlide55.xml"/><Relationship Id="rId1" Type="http://schemas.openxmlformats.org/officeDocument/2006/relationships/tags" Target="../tags/tag286.xml"/><Relationship Id="rId6" Type="http://schemas.openxmlformats.org/officeDocument/2006/relationships/tags" Target="../tags/tag291.xml"/><Relationship Id="rId11" Type="http://schemas.openxmlformats.org/officeDocument/2006/relationships/tags" Target="../tags/tag296.xml"/><Relationship Id="rId5" Type="http://schemas.openxmlformats.org/officeDocument/2006/relationships/tags" Target="../tags/tag290.xml"/><Relationship Id="rId15" Type="http://schemas.openxmlformats.org/officeDocument/2006/relationships/slideLayout" Target="../slideLayouts/slideLayout17.xml"/><Relationship Id="rId10" Type="http://schemas.openxmlformats.org/officeDocument/2006/relationships/tags" Target="../tags/tag295.xml"/><Relationship Id="rId4" Type="http://schemas.openxmlformats.org/officeDocument/2006/relationships/tags" Target="../tags/tag289.xml"/><Relationship Id="rId9" Type="http://schemas.openxmlformats.org/officeDocument/2006/relationships/tags" Target="../tags/tag294.xml"/><Relationship Id="rId14" Type="http://schemas.openxmlformats.org/officeDocument/2006/relationships/tags" Target="../tags/tag299.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7.xml"/><Relationship Id="rId1" Type="http://schemas.openxmlformats.org/officeDocument/2006/relationships/tags" Target="../tags/tag300.xml"/><Relationship Id="rId4" Type="http://schemas.openxmlformats.org/officeDocument/2006/relationships/image" Target="../media/image34.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7.xml"/><Relationship Id="rId1" Type="http://schemas.openxmlformats.org/officeDocument/2006/relationships/tags" Target="../tags/tag301.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7.xml"/><Relationship Id="rId1" Type="http://schemas.openxmlformats.org/officeDocument/2006/relationships/tags" Target="../tags/tag302.xml"/><Relationship Id="rId4" Type="http://schemas.openxmlformats.org/officeDocument/2006/relationships/image" Target="../media/image35.png"/></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7.xml"/><Relationship Id="rId1" Type="http://schemas.openxmlformats.org/officeDocument/2006/relationships/tags" Target="../tags/tag303.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7.xml"/><Relationship Id="rId1" Type="http://schemas.openxmlformats.org/officeDocument/2006/relationships/tags" Target="../tags/tag304.xml"/><Relationship Id="rId4" Type="http://schemas.openxmlformats.org/officeDocument/2006/relationships/image" Target="../media/image36.png"/></Relationships>
</file>

<file path=ppt/slides/_rels/slide72.xml.rels><?xml version="1.0" encoding="UTF-8" standalone="yes"?>
<Relationships xmlns="http://schemas.openxmlformats.org/package/2006/relationships"><Relationship Id="rId8" Type="http://schemas.openxmlformats.org/officeDocument/2006/relationships/tags" Target="../tags/tag312.xml"/><Relationship Id="rId13" Type="http://schemas.openxmlformats.org/officeDocument/2006/relationships/tags" Target="../tags/tag317.xml"/><Relationship Id="rId3" Type="http://schemas.openxmlformats.org/officeDocument/2006/relationships/tags" Target="../tags/tag307.xml"/><Relationship Id="rId7" Type="http://schemas.openxmlformats.org/officeDocument/2006/relationships/tags" Target="../tags/tag311.xml"/><Relationship Id="rId12" Type="http://schemas.openxmlformats.org/officeDocument/2006/relationships/tags" Target="../tags/tag316.xml"/><Relationship Id="rId2" Type="http://schemas.openxmlformats.org/officeDocument/2006/relationships/tags" Target="../tags/tag306.xml"/><Relationship Id="rId1" Type="http://schemas.openxmlformats.org/officeDocument/2006/relationships/tags" Target="../tags/tag305.xml"/><Relationship Id="rId6" Type="http://schemas.openxmlformats.org/officeDocument/2006/relationships/tags" Target="../tags/tag310.xml"/><Relationship Id="rId11" Type="http://schemas.openxmlformats.org/officeDocument/2006/relationships/tags" Target="../tags/tag315.xml"/><Relationship Id="rId5" Type="http://schemas.openxmlformats.org/officeDocument/2006/relationships/tags" Target="../tags/tag309.xml"/><Relationship Id="rId15" Type="http://schemas.openxmlformats.org/officeDocument/2006/relationships/notesSlide" Target="../notesSlides/notesSlide61.xml"/><Relationship Id="rId10" Type="http://schemas.openxmlformats.org/officeDocument/2006/relationships/tags" Target="../tags/tag314.xml"/><Relationship Id="rId4" Type="http://schemas.openxmlformats.org/officeDocument/2006/relationships/tags" Target="../tags/tag308.xml"/><Relationship Id="rId9" Type="http://schemas.openxmlformats.org/officeDocument/2006/relationships/tags" Target="../tags/tag313.xml"/><Relationship Id="rId14" Type="http://schemas.openxmlformats.org/officeDocument/2006/relationships/slideLayout" Target="../slideLayouts/slideLayout17.xml"/></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7.xml"/><Relationship Id="rId1" Type="http://schemas.openxmlformats.org/officeDocument/2006/relationships/tags" Target="../tags/tag318.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7.xml"/><Relationship Id="rId1" Type="http://schemas.openxmlformats.org/officeDocument/2006/relationships/tags" Target="../tags/tag319.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17.xml"/><Relationship Id="rId1" Type="http://schemas.openxmlformats.org/officeDocument/2006/relationships/tags" Target="../tags/tag320.xml"/></Relationships>
</file>

<file path=ppt/slides/_rels/slide76.xml.rels><?xml version="1.0" encoding="UTF-8" standalone="yes"?>
<Relationships xmlns="http://schemas.openxmlformats.org/package/2006/relationships"><Relationship Id="rId3" Type="http://schemas.openxmlformats.org/officeDocument/2006/relationships/tags" Target="../tags/tag323.xml"/><Relationship Id="rId2" Type="http://schemas.openxmlformats.org/officeDocument/2006/relationships/tags" Target="../tags/tag322.xml"/><Relationship Id="rId1" Type="http://schemas.openxmlformats.org/officeDocument/2006/relationships/tags" Target="../tags/tag321.xml"/><Relationship Id="rId6" Type="http://schemas.openxmlformats.org/officeDocument/2006/relationships/notesSlide" Target="../notesSlides/notesSlide65.xml"/><Relationship Id="rId5" Type="http://schemas.openxmlformats.org/officeDocument/2006/relationships/slideLayout" Target="../slideLayouts/slideLayout17.xml"/><Relationship Id="rId4" Type="http://schemas.openxmlformats.org/officeDocument/2006/relationships/tags" Target="../tags/tag324.xml"/></Relationships>
</file>

<file path=ppt/slides/_rels/slide77.xml.rels><?xml version="1.0" encoding="UTF-8" standalone="yes"?>
<Relationships xmlns="http://schemas.openxmlformats.org/package/2006/relationships"><Relationship Id="rId3" Type="http://schemas.openxmlformats.org/officeDocument/2006/relationships/tags" Target="../tags/tag327.xml"/><Relationship Id="rId7" Type="http://schemas.openxmlformats.org/officeDocument/2006/relationships/image" Target="../media/image37.png"/><Relationship Id="rId2" Type="http://schemas.openxmlformats.org/officeDocument/2006/relationships/tags" Target="../tags/tag326.xml"/><Relationship Id="rId1" Type="http://schemas.openxmlformats.org/officeDocument/2006/relationships/tags" Target="../tags/tag325.xml"/><Relationship Id="rId6" Type="http://schemas.openxmlformats.org/officeDocument/2006/relationships/notesSlide" Target="../notesSlides/notesSlide66.xml"/><Relationship Id="rId5" Type="http://schemas.openxmlformats.org/officeDocument/2006/relationships/slideLayout" Target="../slideLayouts/slideLayout17.xml"/><Relationship Id="rId4" Type="http://schemas.openxmlformats.org/officeDocument/2006/relationships/tags" Target="../tags/tag328.xml"/></Relationships>
</file>

<file path=ppt/slides/_rels/slide78.xml.rels><?xml version="1.0" encoding="UTF-8" standalone="yes"?>
<Relationships xmlns="http://schemas.openxmlformats.org/package/2006/relationships"><Relationship Id="rId8" Type="http://schemas.openxmlformats.org/officeDocument/2006/relationships/tags" Target="../tags/tag336.xml"/><Relationship Id="rId13" Type="http://schemas.openxmlformats.org/officeDocument/2006/relationships/slideLayout" Target="../slideLayouts/slideLayout17.xml"/><Relationship Id="rId3" Type="http://schemas.openxmlformats.org/officeDocument/2006/relationships/tags" Target="../tags/tag331.xml"/><Relationship Id="rId7" Type="http://schemas.openxmlformats.org/officeDocument/2006/relationships/tags" Target="../tags/tag335.xml"/><Relationship Id="rId12" Type="http://schemas.openxmlformats.org/officeDocument/2006/relationships/tags" Target="../tags/tag340.xml"/><Relationship Id="rId2" Type="http://schemas.openxmlformats.org/officeDocument/2006/relationships/tags" Target="../tags/tag330.xml"/><Relationship Id="rId1" Type="http://schemas.openxmlformats.org/officeDocument/2006/relationships/tags" Target="../tags/tag329.xml"/><Relationship Id="rId6" Type="http://schemas.openxmlformats.org/officeDocument/2006/relationships/tags" Target="../tags/tag334.xml"/><Relationship Id="rId11" Type="http://schemas.openxmlformats.org/officeDocument/2006/relationships/tags" Target="../tags/tag339.xml"/><Relationship Id="rId5" Type="http://schemas.openxmlformats.org/officeDocument/2006/relationships/tags" Target="../tags/tag333.xml"/><Relationship Id="rId10" Type="http://schemas.openxmlformats.org/officeDocument/2006/relationships/tags" Target="../tags/tag338.xml"/><Relationship Id="rId4" Type="http://schemas.openxmlformats.org/officeDocument/2006/relationships/tags" Target="../tags/tag332.xml"/><Relationship Id="rId9" Type="http://schemas.openxmlformats.org/officeDocument/2006/relationships/tags" Target="../tags/tag337.xml"/><Relationship Id="rId14" Type="http://schemas.openxmlformats.org/officeDocument/2006/relationships/notesSlide" Target="../notesSlides/notesSlide67.xml"/></Relationships>
</file>

<file path=ppt/slides/_rels/slide79.xml.rels><?xml version="1.0" encoding="UTF-8" standalone="yes"?>
<Relationships xmlns="http://schemas.openxmlformats.org/package/2006/relationships"><Relationship Id="rId8" Type="http://schemas.openxmlformats.org/officeDocument/2006/relationships/tags" Target="../tags/tag348.xml"/><Relationship Id="rId13" Type="http://schemas.openxmlformats.org/officeDocument/2006/relationships/slideLayout" Target="../slideLayouts/slideLayout17.xml"/><Relationship Id="rId3" Type="http://schemas.openxmlformats.org/officeDocument/2006/relationships/tags" Target="../tags/tag343.xml"/><Relationship Id="rId7" Type="http://schemas.openxmlformats.org/officeDocument/2006/relationships/tags" Target="../tags/tag347.xml"/><Relationship Id="rId12" Type="http://schemas.openxmlformats.org/officeDocument/2006/relationships/tags" Target="../tags/tag352.xml"/><Relationship Id="rId2" Type="http://schemas.openxmlformats.org/officeDocument/2006/relationships/tags" Target="../tags/tag342.xml"/><Relationship Id="rId1" Type="http://schemas.openxmlformats.org/officeDocument/2006/relationships/tags" Target="../tags/tag341.xml"/><Relationship Id="rId6" Type="http://schemas.openxmlformats.org/officeDocument/2006/relationships/tags" Target="../tags/tag346.xml"/><Relationship Id="rId11" Type="http://schemas.openxmlformats.org/officeDocument/2006/relationships/tags" Target="../tags/tag351.xml"/><Relationship Id="rId5" Type="http://schemas.openxmlformats.org/officeDocument/2006/relationships/tags" Target="../tags/tag345.xml"/><Relationship Id="rId10" Type="http://schemas.openxmlformats.org/officeDocument/2006/relationships/tags" Target="../tags/tag350.xml"/><Relationship Id="rId4" Type="http://schemas.openxmlformats.org/officeDocument/2006/relationships/tags" Target="../tags/tag344.xml"/><Relationship Id="rId9" Type="http://schemas.openxmlformats.org/officeDocument/2006/relationships/tags" Target="../tags/tag349.xml"/><Relationship Id="rId14" Type="http://schemas.openxmlformats.org/officeDocument/2006/relationships/notesSlide" Target="../notesSlides/notesSlide68.xml"/></Relationships>
</file>

<file path=ppt/slides/_rels/slide80.xml.rels><?xml version="1.0" encoding="UTF-8" standalone="yes"?>
<Relationships xmlns="http://schemas.openxmlformats.org/package/2006/relationships"><Relationship Id="rId8" Type="http://schemas.openxmlformats.org/officeDocument/2006/relationships/tags" Target="../tags/tag360.xml"/><Relationship Id="rId13" Type="http://schemas.openxmlformats.org/officeDocument/2006/relationships/slideLayout" Target="../slideLayouts/slideLayout17.xml"/><Relationship Id="rId3" Type="http://schemas.openxmlformats.org/officeDocument/2006/relationships/tags" Target="../tags/tag355.xml"/><Relationship Id="rId7" Type="http://schemas.openxmlformats.org/officeDocument/2006/relationships/tags" Target="../tags/tag359.xml"/><Relationship Id="rId12" Type="http://schemas.openxmlformats.org/officeDocument/2006/relationships/tags" Target="../tags/tag364.xml"/><Relationship Id="rId2" Type="http://schemas.openxmlformats.org/officeDocument/2006/relationships/tags" Target="../tags/tag354.xml"/><Relationship Id="rId1" Type="http://schemas.openxmlformats.org/officeDocument/2006/relationships/tags" Target="../tags/tag353.xml"/><Relationship Id="rId6" Type="http://schemas.openxmlformats.org/officeDocument/2006/relationships/tags" Target="../tags/tag358.xml"/><Relationship Id="rId11" Type="http://schemas.openxmlformats.org/officeDocument/2006/relationships/tags" Target="../tags/tag363.xml"/><Relationship Id="rId5" Type="http://schemas.openxmlformats.org/officeDocument/2006/relationships/tags" Target="../tags/tag357.xml"/><Relationship Id="rId10" Type="http://schemas.openxmlformats.org/officeDocument/2006/relationships/tags" Target="../tags/tag362.xml"/><Relationship Id="rId4" Type="http://schemas.openxmlformats.org/officeDocument/2006/relationships/tags" Target="../tags/tag356.xml"/><Relationship Id="rId9" Type="http://schemas.openxmlformats.org/officeDocument/2006/relationships/tags" Target="../tags/tag361.xml"/><Relationship Id="rId14" Type="http://schemas.openxmlformats.org/officeDocument/2006/relationships/notesSlide" Target="../notesSlides/notesSlide69.xml"/></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366.xml"/><Relationship Id="rId1" Type="http://schemas.openxmlformats.org/officeDocument/2006/relationships/tags" Target="../tags/tag365.xml"/><Relationship Id="rId5" Type="http://schemas.openxmlformats.org/officeDocument/2006/relationships/image" Target="../media/image38.png"/><Relationship Id="rId4" Type="http://schemas.openxmlformats.org/officeDocument/2006/relationships/notesSlide" Target="../notesSlides/notesSlide70.xml"/></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17.xml"/><Relationship Id="rId1" Type="http://schemas.openxmlformats.org/officeDocument/2006/relationships/tags" Target="../tags/tag367.xml"/></Relationships>
</file>

<file path=ppt/slides/_rels/slide83.xml.rels><?xml version="1.0" encoding="UTF-8" standalone="yes"?>
<Relationships xmlns="http://schemas.openxmlformats.org/package/2006/relationships"><Relationship Id="rId8" Type="http://schemas.openxmlformats.org/officeDocument/2006/relationships/tags" Target="../tags/tag375.xml"/><Relationship Id="rId13" Type="http://schemas.openxmlformats.org/officeDocument/2006/relationships/tags" Target="../tags/tag380.xml"/><Relationship Id="rId18" Type="http://schemas.openxmlformats.org/officeDocument/2006/relationships/tags" Target="../tags/tag385.xml"/><Relationship Id="rId3" Type="http://schemas.openxmlformats.org/officeDocument/2006/relationships/tags" Target="../tags/tag370.xml"/><Relationship Id="rId21" Type="http://schemas.openxmlformats.org/officeDocument/2006/relationships/notesSlide" Target="../notesSlides/notesSlide72.xml"/><Relationship Id="rId7" Type="http://schemas.openxmlformats.org/officeDocument/2006/relationships/tags" Target="../tags/tag374.xml"/><Relationship Id="rId12" Type="http://schemas.openxmlformats.org/officeDocument/2006/relationships/tags" Target="../tags/tag379.xml"/><Relationship Id="rId17" Type="http://schemas.openxmlformats.org/officeDocument/2006/relationships/tags" Target="../tags/tag384.xml"/><Relationship Id="rId2" Type="http://schemas.openxmlformats.org/officeDocument/2006/relationships/tags" Target="../tags/tag369.xml"/><Relationship Id="rId16" Type="http://schemas.openxmlformats.org/officeDocument/2006/relationships/tags" Target="../tags/tag383.xml"/><Relationship Id="rId20" Type="http://schemas.openxmlformats.org/officeDocument/2006/relationships/slideLayout" Target="../slideLayouts/slideLayout17.xml"/><Relationship Id="rId1" Type="http://schemas.openxmlformats.org/officeDocument/2006/relationships/tags" Target="../tags/tag368.xml"/><Relationship Id="rId6" Type="http://schemas.openxmlformats.org/officeDocument/2006/relationships/tags" Target="../tags/tag373.xml"/><Relationship Id="rId11" Type="http://schemas.openxmlformats.org/officeDocument/2006/relationships/tags" Target="../tags/tag378.xml"/><Relationship Id="rId5" Type="http://schemas.openxmlformats.org/officeDocument/2006/relationships/tags" Target="../tags/tag372.xml"/><Relationship Id="rId15" Type="http://schemas.openxmlformats.org/officeDocument/2006/relationships/tags" Target="../tags/tag382.xml"/><Relationship Id="rId10" Type="http://schemas.openxmlformats.org/officeDocument/2006/relationships/tags" Target="../tags/tag377.xml"/><Relationship Id="rId19" Type="http://schemas.openxmlformats.org/officeDocument/2006/relationships/tags" Target="../tags/tag386.xml"/><Relationship Id="rId4" Type="http://schemas.openxmlformats.org/officeDocument/2006/relationships/tags" Target="../tags/tag371.xml"/><Relationship Id="rId9" Type="http://schemas.openxmlformats.org/officeDocument/2006/relationships/tags" Target="../tags/tag376.xml"/><Relationship Id="rId14" Type="http://schemas.openxmlformats.org/officeDocument/2006/relationships/tags" Target="../tags/tag381.xml"/></Relationships>
</file>

<file path=ppt/slides/_rels/slide84.xml.rels><?xml version="1.0" encoding="UTF-8" standalone="yes"?>
<Relationships xmlns="http://schemas.openxmlformats.org/package/2006/relationships"><Relationship Id="rId3" Type="http://schemas.openxmlformats.org/officeDocument/2006/relationships/tags" Target="../tags/tag389.xml"/><Relationship Id="rId2" Type="http://schemas.openxmlformats.org/officeDocument/2006/relationships/tags" Target="../tags/tag388.xml"/><Relationship Id="rId1" Type="http://schemas.openxmlformats.org/officeDocument/2006/relationships/tags" Target="../tags/tag387.xml"/><Relationship Id="rId6" Type="http://schemas.openxmlformats.org/officeDocument/2006/relationships/image" Target="../media/image39.png"/><Relationship Id="rId5" Type="http://schemas.openxmlformats.org/officeDocument/2006/relationships/notesSlide" Target="../notesSlides/notesSlide73.xml"/><Relationship Id="rId4" Type="http://schemas.openxmlformats.org/officeDocument/2006/relationships/slideLayout" Target="../slideLayouts/slideLayout17.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17.xml"/><Relationship Id="rId1" Type="http://schemas.openxmlformats.org/officeDocument/2006/relationships/tags" Target="../tags/tag390.xml"/><Relationship Id="rId4" Type="http://schemas.openxmlformats.org/officeDocument/2006/relationships/image" Target="../media/image40.png"/></Relationships>
</file>

<file path=ppt/slides/_rels/slide86.xml.rels><?xml version="1.0" encoding="UTF-8" standalone="yes"?>
<Relationships xmlns="http://schemas.openxmlformats.org/package/2006/relationships"><Relationship Id="rId8" Type="http://schemas.openxmlformats.org/officeDocument/2006/relationships/tags" Target="../tags/tag398.xml"/><Relationship Id="rId13" Type="http://schemas.openxmlformats.org/officeDocument/2006/relationships/tags" Target="../tags/tag403.xml"/><Relationship Id="rId18" Type="http://schemas.openxmlformats.org/officeDocument/2006/relationships/tags" Target="../tags/tag408.xml"/><Relationship Id="rId3" Type="http://schemas.openxmlformats.org/officeDocument/2006/relationships/tags" Target="../tags/tag393.xml"/><Relationship Id="rId21" Type="http://schemas.openxmlformats.org/officeDocument/2006/relationships/notesSlide" Target="../notesSlides/notesSlide75.xml"/><Relationship Id="rId7" Type="http://schemas.openxmlformats.org/officeDocument/2006/relationships/tags" Target="../tags/tag397.xml"/><Relationship Id="rId12" Type="http://schemas.openxmlformats.org/officeDocument/2006/relationships/tags" Target="../tags/tag402.xml"/><Relationship Id="rId17" Type="http://schemas.openxmlformats.org/officeDocument/2006/relationships/tags" Target="../tags/tag407.xml"/><Relationship Id="rId2" Type="http://schemas.openxmlformats.org/officeDocument/2006/relationships/tags" Target="../tags/tag392.xml"/><Relationship Id="rId16" Type="http://schemas.openxmlformats.org/officeDocument/2006/relationships/tags" Target="../tags/tag406.xml"/><Relationship Id="rId20" Type="http://schemas.openxmlformats.org/officeDocument/2006/relationships/slideLayout" Target="../slideLayouts/slideLayout17.xml"/><Relationship Id="rId1" Type="http://schemas.openxmlformats.org/officeDocument/2006/relationships/tags" Target="../tags/tag391.xml"/><Relationship Id="rId6" Type="http://schemas.openxmlformats.org/officeDocument/2006/relationships/tags" Target="../tags/tag396.xml"/><Relationship Id="rId11" Type="http://schemas.openxmlformats.org/officeDocument/2006/relationships/tags" Target="../tags/tag401.xml"/><Relationship Id="rId5" Type="http://schemas.openxmlformats.org/officeDocument/2006/relationships/tags" Target="../tags/tag395.xml"/><Relationship Id="rId15" Type="http://schemas.openxmlformats.org/officeDocument/2006/relationships/tags" Target="../tags/tag405.xml"/><Relationship Id="rId10" Type="http://schemas.openxmlformats.org/officeDocument/2006/relationships/tags" Target="../tags/tag400.xml"/><Relationship Id="rId19" Type="http://schemas.openxmlformats.org/officeDocument/2006/relationships/tags" Target="../tags/tag409.xml"/><Relationship Id="rId4" Type="http://schemas.openxmlformats.org/officeDocument/2006/relationships/tags" Target="../tags/tag394.xml"/><Relationship Id="rId9" Type="http://schemas.openxmlformats.org/officeDocument/2006/relationships/tags" Target="../tags/tag399.xml"/><Relationship Id="rId14" Type="http://schemas.openxmlformats.org/officeDocument/2006/relationships/tags" Target="../tags/tag404.xml"/></Relationships>
</file>

<file path=ppt/slides/_rels/slide87.xml.rels><?xml version="1.0" encoding="UTF-8" standalone="yes"?>
<Relationships xmlns="http://schemas.openxmlformats.org/package/2006/relationships"><Relationship Id="rId8" Type="http://schemas.openxmlformats.org/officeDocument/2006/relationships/tags" Target="../tags/tag417.xml"/><Relationship Id="rId3" Type="http://schemas.openxmlformats.org/officeDocument/2006/relationships/tags" Target="../tags/tag412.xml"/><Relationship Id="rId7" Type="http://schemas.openxmlformats.org/officeDocument/2006/relationships/tags" Target="../tags/tag416.xml"/><Relationship Id="rId2" Type="http://schemas.openxmlformats.org/officeDocument/2006/relationships/tags" Target="../tags/tag411.xml"/><Relationship Id="rId1" Type="http://schemas.openxmlformats.org/officeDocument/2006/relationships/tags" Target="../tags/tag410.xml"/><Relationship Id="rId6" Type="http://schemas.openxmlformats.org/officeDocument/2006/relationships/tags" Target="../tags/tag415.xml"/><Relationship Id="rId5" Type="http://schemas.openxmlformats.org/officeDocument/2006/relationships/tags" Target="../tags/tag414.xml"/><Relationship Id="rId10" Type="http://schemas.openxmlformats.org/officeDocument/2006/relationships/notesSlide" Target="../notesSlides/notesSlide76.xml"/><Relationship Id="rId4" Type="http://schemas.openxmlformats.org/officeDocument/2006/relationships/tags" Target="../tags/tag413.xml"/><Relationship Id="rId9" Type="http://schemas.openxmlformats.org/officeDocument/2006/relationships/slideLayout" Target="../slideLayouts/slideLayout17.xml"/></Relationships>
</file>

<file path=ppt/slides/_rels/slide88.xml.rels><?xml version="1.0" encoding="UTF-8" standalone="yes"?>
<Relationships xmlns="http://schemas.openxmlformats.org/package/2006/relationships"><Relationship Id="rId8" Type="http://schemas.openxmlformats.org/officeDocument/2006/relationships/tags" Target="../tags/tag425.xml"/><Relationship Id="rId3" Type="http://schemas.openxmlformats.org/officeDocument/2006/relationships/tags" Target="../tags/tag420.xml"/><Relationship Id="rId7" Type="http://schemas.openxmlformats.org/officeDocument/2006/relationships/tags" Target="../tags/tag424.xml"/><Relationship Id="rId2" Type="http://schemas.openxmlformats.org/officeDocument/2006/relationships/tags" Target="../tags/tag419.xml"/><Relationship Id="rId1" Type="http://schemas.openxmlformats.org/officeDocument/2006/relationships/tags" Target="../tags/tag418.xml"/><Relationship Id="rId6" Type="http://schemas.openxmlformats.org/officeDocument/2006/relationships/tags" Target="../tags/tag423.xml"/><Relationship Id="rId5" Type="http://schemas.openxmlformats.org/officeDocument/2006/relationships/tags" Target="../tags/tag422.xml"/><Relationship Id="rId10" Type="http://schemas.openxmlformats.org/officeDocument/2006/relationships/notesSlide" Target="../notesSlides/notesSlide77.xml"/><Relationship Id="rId4" Type="http://schemas.openxmlformats.org/officeDocument/2006/relationships/tags" Target="../tags/tag421.xml"/><Relationship Id="rId9" Type="http://schemas.openxmlformats.org/officeDocument/2006/relationships/slideLayout" Target="../slideLayouts/slideLayout17.xml"/></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426.xml"/></Relationships>
</file>

<file path=ppt/slides/_rels/slide90.xml.rels><?xml version="1.0" encoding="UTF-8" standalone="yes"?>
<Relationships xmlns="http://schemas.openxmlformats.org/package/2006/relationships"><Relationship Id="rId3" Type="http://schemas.openxmlformats.org/officeDocument/2006/relationships/tags" Target="../tags/tag429.xml"/><Relationship Id="rId7" Type="http://schemas.openxmlformats.org/officeDocument/2006/relationships/image" Target="../media/image41.jpeg"/><Relationship Id="rId2" Type="http://schemas.openxmlformats.org/officeDocument/2006/relationships/tags" Target="../tags/tag428.xml"/><Relationship Id="rId1" Type="http://schemas.openxmlformats.org/officeDocument/2006/relationships/tags" Target="../tags/tag427.xml"/><Relationship Id="rId6" Type="http://schemas.openxmlformats.org/officeDocument/2006/relationships/notesSlide" Target="../notesSlides/notesSlide78.xml"/><Relationship Id="rId5" Type="http://schemas.openxmlformats.org/officeDocument/2006/relationships/slideLayout" Target="../slideLayouts/slideLayout15.xml"/><Relationship Id="rId4" Type="http://schemas.openxmlformats.org/officeDocument/2006/relationships/tags" Target="../tags/tag430.xml"/></Relationships>
</file>

<file path=ppt/slides/_rels/slide91.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17.xml"/><Relationship Id="rId1" Type="http://schemas.openxmlformats.org/officeDocument/2006/relationships/tags" Target="../tags/tag431.xml"/></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17.xml"/><Relationship Id="rId1" Type="http://schemas.openxmlformats.org/officeDocument/2006/relationships/tags" Target="../tags/tag432.xml"/></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17.xml"/><Relationship Id="rId1" Type="http://schemas.openxmlformats.org/officeDocument/2006/relationships/tags" Target="../tags/tag433.xml"/></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17.xml"/><Relationship Id="rId1" Type="http://schemas.openxmlformats.org/officeDocument/2006/relationships/tags" Target="../tags/tag434.xml"/></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17.xml"/><Relationship Id="rId1" Type="http://schemas.openxmlformats.org/officeDocument/2006/relationships/tags" Target="../tags/tag435.xml"/><Relationship Id="rId4" Type="http://schemas.openxmlformats.org/officeDocument/2006/relationships/image" Target="../media/image42.jpeg"/></Relationships>
</file>

<file path=ppt/slides/_rels/slide96.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437.xml"/><Relationship Id="rId1" Type="http://schemas.openxmlformats.org/officeDocument/2006/relationships/tags" Target="../tags/tag436.xml"/><Relationship Id="rId5" Type="http://schemas.openxmlformats.org/officeDocument/2006/relationships/image" Target="../media/image43.png"/><Relationship Id="rId4" Type="http://schemas.openxmlformats.org/officeDocument/2006/relationships/notesSlide" Target="../notesSlides/notesSlide84.xml"/></Relationships>
</file>

<file path=ppt/slides/_rels/slide97.xml.rels><?xml version="1.0" encoding="UTF-8" standalone="yes"?>
<Relationships xmlns="http://schemas.openxmlformats.org/package/2006/relationships"><Relationship Id="rId8" Type="http://schemas.openxmlformats.org/officeDocument/2006/relationships/tags" Target="../tags/tag445.xml"/><Relationship Id="rId13" Type="http://schemas.openxmlformats.org/officeDocument/2006/relationships/slideLayout" Target="../slideLayouts/slideLayout17.xml"/><Relationship Id="rId3" Type="http://schemas.openxmlformats.org/officeDocument/2006/relationships/tags" Target="../tags/tag440.xml"/><Relationship Id="rId7" Type="http://schemas.openxmlformats.org/officeDocument/2006/relationships/tags" Target="../tags/tag444.xml"/><Relationship Id="rId12" Type="http://schemas.openxmlformats.org/officeDocument/2006/relationships/tags" Target="../tags/tag449.xml"/><Relationship Id="rId2" Type="http://schemas.openxmlformats.org/officeDocument/2006/relationships/tags" Target="../tags/tag439.xml"/><Relationship Id="rId1" Type="http://schemas.openxmlformats.org/officeDocument/2006/relationships/tags" Target="../tags/tag438.xml"/><Relationship Id="rId6" Type="http://schemas.openxmlformats.org/officeDocument/2006/relationships/tags" Target="../tags/tag443.xml"/><Relationship Id="rId11" Type="http://schemas.openxmlformats.org/officeDocument/2006/relationships/tags" Target="../tags/tag448.xml"/><Relationship Id="rId5" Type="http://schemas.openxmlformats.org/officeDocument/2006/relationships/tags" Target="../tags/tag442.xml"/><Relationship Id="rId10" Type="http://schemas.openxmlformats.org/officeDocument/2006/relationships/tags" Target="../tags/tag447.xml"/><Relationship Id="rId4" Type="http://schemas.openxmlformats.org/officeDocument/2006/relationships/tags" Target="../tags/tag441.xml"/><Relationship Id="rId9" Type="http://schemas.openxmlformats.org/officeDocument/2006/relationships/tags" Target="../tags/tag446.xml"/><Relationship Id="rId14" Type="http://schemas.openxmlformats.org/officeDocument/2006/relationships/notesSlide" Target="../notesSlides/notesSlide85.xml"/></Relationships>
</file>

<file path=ppt/slides/_rels/slide98.xml.rels><?xml version="1.0" encoding="UTF-8" standalone="yes"?>
<Relationships xmlns="http://schemas.openxmlformats.org/package/2006/relationships"><Relationship Id="rId8" Type="http://schemas.openxmlformats.org/officeDocument/2006/relationships/tags" Target="../tags/tag457.xml"/><Relationship Id="rId13" Type="http://schemas.openxmlformats.org/officeDocument/2006/relationships/slideLayout" Target="../slideLayouts/slideLayout17.xml"/><Relationship Id="rId3" Type="http://schemas.openxmlformats.org/officeDocument/2006/relationships/tags" Target="../tags/tag452.xml"/><Relationship Id="rId7" Type="http://schemas.openxmlformats.org/officeDocument/2006/relationships/tags" Target="../tags/tag456.xml"/><Relationship Id="rId12" Type="http://schemas.openxmlformats.org/officeDocument/2006/relationships/tags" Target="../tags/tag461.xml"/><Relationship Id="rId2" Type="http://schemas.openxmlformats.org/officeDocument/2006/relationships/tags" Target="../tags/tag451.xml"/><Relationship Id="rId1" Type="http://schemas.openxmlformats.org/officeDocument/2006/relationships/tags" Target="../tags/tag450.xml"/><Relationship Id="rId6" Type="http://schemas.openxmlformats.org/officeDocument/2006/relationships/tags" Target="../tags/tag455.xml"/><Relationship Id="rId11" Type="http://schemas.openxmlformats.org/officeDocument/2006/relationships/tags" Target="../tags/tag460.xml"/><Relationship Id="rId5" Type="http://schemas.openxmlformats.org/officeDocument/2006/relationships/tags" Target="../tags/tag454.xml"/><Relationship Id="rId10" Type="http://schemas.openxmlformats.org/officeDocument/2006/relationships/tags" Target="../tags/tag459.xml"/><Relationship Id="rId4" Type="http://schemas.openxmlformats.org/officeDocument/2006/relationships/tags" Target="../tags/tag453.xml"/><Relationship Id="rId9" Type="http://schemas.openxmlformats.org/officeDocument/2006/relationships/tags" Target="../tags/tag458.xml"/><Relationship Id="rId14" Type="http://schemas.openxmlformats.org/officeDocument/2006/relationships/notesSlide" Target="../notesSlides/notesSlide86.xml"/></Relationships>
</file>

<file path=ppt/slides/_rels/slide99.xml.rels><?xml version="1.0" encoding="UTF-8" standalone="yes"?>
<Relationships xmlns="http://schemas.openxmlformats.org/package/2006/relationships"><Relationship Id="rId8" Type="http://schemas.openxmlformats.org/officeDocument/2006/relationships/tags" Target="../tags/tag469.xml"/><Relationship Id="rId13" Type="http://schemas.openxmlformats.org/officeDocument/2006/relationships/slideLayout" Target="../slideLayouts/slideLayout17.xml"/><Relationship Id="rId3" Type="http://schemas.openxmlformats.org/officeDocument/2006/relationships/tags" Target="../tags/tag464.xml"/><Relationship Id="rId7" Type="http://schemas.openxmlformats.org/officeDocument/2006/relationships/tags" Target="../tags/tag468.xml"/><Relationship Id="rId12" Type="http://schemas.openxmlformats.org/officeDocument/2006/relationships/tags" Target="../tags/tag473.xml"/><Relationship Id="rId2" Type="http://schemas.openxmlformats.org/officeDocument/2006/relationships/tags" Target="../tags/tag463.xml"/><Relationship Id="rId1" Type="http://schemas.openxmlformats.org/officeDocument/2006/relationships/tags" Target="../tags/tag462.xml"/><Relationship Id="rId6" Type="http://schemas.openxmlformats.org/officeDocument/2006/relationships/tags" Target="../tags/tag467.xml"/><Relationship Id="rId11" Type="http://schemas.openxmlformats.org/officeDocument/2006/relationships/tags" Target="../tags/tag472.xml"/><Relationship Id="rId5" Type="http://schemas.openxmlformats.org/officeDocument/2006/relationships/tags" Target="../tags/tag466.xml"/><Relationship Id="rId10" Type="http://schemas.openxmlformats.org/officeDocument/2006/relationships/tags" Target="../tags/tag471.xml"/><Relationship Id="rId4" Type="http://schemas.openxmlformats.org/officeDocument/2006/relationships/tags" Target="../tags/tag465.xml"/><Relationship Id="rId9" Type="http://schemas.openxmlformats.org/officeDocument/2006/relationships/tags" Target="../tags/tag470.xml"/><Relationship Id="rId14" Type="http://schemas.openxmlformats.org/officeDocument/2006/relationships/notesSlide" Target="../notesSlides/notesSlide87.xml"/></Relationships>
</file>

<file path=ppt/slides/_rels/slide100.xml.rels><?xml version="1.0" encoding="UTF-8" standalone="yes"?>
<Relationships xmlns="http://schemas.openxmlformats.org/package/2006/relationships"><Relationship Id="rId8" Type="http://schemas.openxmlformats.org/officeDocument/2006/relationships/tags" Target="../tags/tag481.xml"/><Relationship Id="rId13" Type="http://schemas.openxmlformats.org/officeDocument/2006/relationships/slideLayout" Target="../slideLayouts/slideLayout17.xml"/><Relationship Id="rId3" Type="http://schemas.openxmlformats.org/officeDocument/2006/relationships/tags" Target="../tags/tag476.xml"/><Relationship Id="rId7" Type="http://schemas.openxmlformats.org/officeDocument/2006/relationships/tags" Target="../tags/tag480.xml"/><Relationship Id="rId12" Type="http://schemas.openxmlformats.org/officeDocument/2006/relationships/tags" Target="../tags/tag485.xml"/><Relationship Id="rId2" Type="http://schemas.openxmlformats.org/officeDocument/2006/relationships/tags" Target="../tags/tag475.xml"/><Relationship Id="rId1" Type="http://schemas.openxmlformats.org/officeDocument/2006/relationships/tags" Target="../tags/tag474.xml"/><Relationship Id="rId6" Type="http://schemas.openxmlformats.org/officeDocument/2006/relationships/tags" Target="../tags/tag479.xml"/><Relationship Id="rId11" Type="http://schemas.openxmlformats.org/officeDocument/2006/relationships/tags" Target="../tags/tag484.xml"/><Relationship Id="rId5" Type="http://schemas.openxmlformats.org/officeDocument/2006/relationships/tags" Target="../tags/tag478.xml"/><Relationship Id="rId10" Type="http://schemas.openxmlformats.org/officeDocument/2006/relationships/tags" Target="../tags/tag483.xml"/><Relationship Id="rId4" Type="http://schemas.openxmlformats.org/officeDocument/2006/relationships/tags" Target="../tags/tag477.xml"/><Relationship Id="rId9" Type="http://schemas.openxmlformats.org/officeDocument/2006/relationships/tags" Target="../tags/tag482.xml"/><Relationship Id="rId14" Type="http://schemas.openxmlformats.org/officeDocument/2006/relationships/notesSlide" Target="../notesSlides/notesSlide88.xml"/></Relationships>
</file>

<file path=ppt/slides/_rels/slide101.xml.rels><?xml version="1.0" encoding="UTF-8" standalone="yes"?>
<Relationships xmlns="http://schemas.openxmlformats.org/package/2006/relationships"><Relationship Id="rId8" Type="http://schemas.openxmlformats.org/officeDocument/2006/relationships/tags" Target="../tags/tag493.xml"/><Relationship Id="rId13" Type="http://schemas.openxmlformats.org/officeDocument/2006/relationships/slideLayout" Target="../slideLayouts/slideLayout17.xml"/><Relationship Id="rId3" Type="http://schemas.openxmlformats.org/officeDocument/2006/relationships/tags" Target="../tags/tag488.xml"/><Relationship Id="rId7" Type="http://schemas.openxmlformats.org/officeDocument/2006/relationships/tags" Target="../tags/tag492.xml"/><Relationship Id="rId12" Type="http://schemas.openxmlformats.org/officeDocument/2006/relationships/tags" Target="../tags/tag497.xml"/><Relationship Id="rId2" Type="http://schemas.openxmlformats.org/officeDocument/2006/relationships/tags" Target="../tags/tag487.xml"/><Relationship Id="rId1" Type="http://schemas.openxmlformats.org/officeDocument/2006/relationships/tags" Target="../tags/tag486.xml"/><Relationship Id="rId6" Type="http://schemas.openxmlformats.org/officeDocument/2006/relationships/tags" Target="../tags/tag491.xml"/><Relationship Id="rId11" Type="http://schemas.openxmlformats.org/officeDocument/2006/relationships/tags" Target="../tags/tag496.xml"/><Relationship Id="rId5" Type="http://schemas.openxmlformats.org/officeDocument/2006/relationships/tags" Target="../tags/tag490.xml"/><Relationship Id="rId10" Type="http://schemas.openxmlformats.org/officeDocument/2006/relationships/tags" Target="../tags/tag495.xml"/><Relationship Id="rId4" Type="http://schemas.openxmlformats.org/officeDocument/2006/relationships/tags" Target="../tags/tag489.xml"/><Relationship Id="rId9" Type="http://schemas.openxmlformats.org/officeDocument/2006/relationships/tags" Target="../tags/tag494.xml"/><Relationship Id="rId14" Type="http://schemas.openxmlformats.org/officeDocument/2006/relationships/notesSlide" Target="../notesSlides/notesSlide89.xml"/></Relationships>
</file>

<file path=ppt/slides/_rels/slide102.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499.xml"/><Relationship Id="rId1" Type="http://schemas.openxmlformats.org/officeDocument/2006/relationships/tags" Target="../tags/tag498.xml"/><Relationship Id="rId5" Type="http://schemas.openxmlformats.org/officeDocument/2006/relationships/image" Target="../media/image44.png"/><Relationship Id="rId4" Type="http://schemas.openxmlformats.org/officeDocument/2006/relationships/notesSlide" Target="../notesSlides/notesSlide90.xml"/></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91.xml"/><Relationship Id="rId2" Type="http://schemas.openxmlformats.org/officeDocument/2006/relationships/slideLayout" Target="../slideLayouts/slideLayout17.xml"/><Relationship Id="rId1" Type="http://schemas.openxmlformats.org/officeDocument/2006/relationships/tags" Target="../tags/tag500.xml"/><Relationship Id="rId4" Type="http://schemas.openxmlformats.org/officeDocument/2006/relationships/image" Target="../media/image45.jpeg"/></Relationships>
</file>

<file path=ppt/slides/_rels/slide104.xml.rels><?xml version="1.0" encoding="UTF-8" standalone="yes"?>
<Relationships xmlns="http://schemas.openxmlformats.org/package/2006/relationships"><Relationship Id="rId8" Type="http://schemas.openxmlformats.org/officeDocument/2006/relationships/tags" Target="../tags/tag508.xml"/><Relationship Id="rId13" Type="http://schemas.openxmlformats.org/officeDocument/2006/relationships/tags" Target="../tags/tag513.xml"/><Relationship Id="rId18" Type="http://schemas.openxmlformats.org/officeDocument/2006/relationships/notesSlide" Target="../notesSlides/notesSlide92.xml"/><Relationship Id="rId3" Type="http://schemas.openxmlformats.org/officeDocument/2006/relationships/tags" Target="../tags/tag503.xml"/><Relationship Id="rId7" Type="http://schemas.openxmlformats.org/officeDocument/2006/relationships/tags" Target="../tags/tag507.xml"/><Relationship Id="rId12" Type="http://schemas.openxmlformats.org/officeDocument/2006/relationships/tags" Target="../tags/tag512.xml"/><Relationship Id="rId17" Type="http://schemas.openxmlformats.org/officeDocument/2006/relationships/slideLayout" Target="../slideLayouts/slideLayout17.xml"/><Relationship Id="rId2" Type="http://schemas.openxmlformats.org/officeDocument/2006/relationships/tags" Target="../tags/tag502.xml"/><Relationship Id="rId16" Type="http://schemas.openxmlformats.org/officeDocument/2006/relationships/tags" Target="../tags/tag516.xml"/><Relationship Id="rId1" Type="http://schemas.openxmlformats.org/officeDocument/2006/relationships/tags" Target="../tags/tag501.xml"/><Relationship Id="rId6" Type="http://schemas.openxmlformats.org/officeDocument/2006/relationships/tags" Target="../tags/tag506.xml"/><Relationship Id="rId11" Type="http://schemas.openxmlformats.org/officeDocument/2006/relationships/tags" Target="../tags/tag511.xml"/><Relationship Id="rId5" Type="http://schemas.openxmlformats.org/officeDocument/2006/relationships/tags" Target="../tags/tag505.xml"/><Relationship Id="rId15" Type="http://schemas.openxmlformats.org/officeDocument/2006/relationships/tags" Target="../tags/tag515.xml"/><Relationship Id="rId10" Type="http://schemas.openxmlformats.org/officeDocument/2006/relationships/tags" Target="../tags/tag510.xml"/><Relationship Id="rId4" Type="http://schemas.openxmlformats.org/officeDocument/2006/relationships/tags" Target="../tags/tag504.xml"/><Relationship Id="rId9" Type="http://schemas.openxmlformats.org/officeDocument/2006/relationships/tags" Target="../tags/tag509.xml"/><Relationship Id="rId14" Type="http://schemas.openxmlformats.org/officeDocument/2006/relationships/tags" Target="../tags/tag514.xml"/></Relationships>
</file>

<file path=ppt/slides/_rels/slide105.xml.rels><?xml version="1.0" encoding="UTF-8" standalone="yes"?>
<Relationships xmlns="http://schemas.openxmlformats.org/package/2006/relationships"><Relationship Id="rId8" Type="http://schemas.openxmlformats.org/officeDocument/2006/relationships/tags" Target="../tags/tag524.xml"/><Relationship Id="rId13" Type="http://schemas.openxmlformats.org/officeDocument/2006/relationships/tags" Target="../tags/tag529.xml"/><Relationship Id="rId3" Type="http://schemas.openxmlformats.org/officeDocument/2006/relationships/tags" Target="../tags/tag519.xml"/><Relationship Id="rId7" Type="http://schemas.openxmlformats.org/officeDocument/2006/relationships/tags" Target="../tags/tag523.xml"/><Relationship Id="rId12" Type="http://schemas.openxmlformats.org/officeDocument/2006/relationships/tags" Target="../tags/tag528.xml"/><Relationship Id="rId17" Type="http://schemas.openxmlformats.org/officeDocument/2006/relationships/notesSlide" Target="../notesSlides/notesSlide93.xml"/><Relationship Id="rId2" Type="http://schemas.openxmlformats.org/officeDocument/2006/relationships/tags" Target="../tags/tag518.xml"/><Relationship Id="rId16" Type="http://schemas.openxmlformats.org/officeDocument/2006/relationships/slideLayout" Target="../slideLayouts/slideLayout17.xml"/><Relationship Id="rId1" Type="http://schemas.openxmlformats.org/officeDocument/2006/relationships/tags" Target="../tags/tag517.xml"/><Relationship Id="rId6" Type="http://schemas.openxmlformats.org/officeDocument/2006/relationships/tags" Target="../tags/tag522.xml"/><Relationship Id="rId11" Type="http://schemas.openxmlformats.org/officeDocument/2006/relationships/tags" Target="../tags/tag527.xml"/><Relationship Id="rId5" Type="http://schemas.openxmlformats.org/officeDocument/2006/relationships/tags" Target="../tags/tag521.xml"/><Relationship Id="rId15" Type="http://schemas.openxmlformats.org/officeDocument/2006/relationships/tags" Target="../tags/tag531.xml"/><Relationship Id="rId10" Type="http://schemas.openxmlformats.org/officeDocument/2006/relationships/tags" Target="../tags/tag526.xml"/><Relationship Id="rId4" Type="http://schemas.openxmlformats.org/officeDocument/2006/relationships/tags" Target="../tags/tag520.xml"/><Relationship Id="rId9" Type="http://schemas.openxmlformats.org/officeDocument/2006/relationships/tags" Target="../tags/tag525.xml"/><Relationship Id="rId14" Type="http://schemas.openxmlformats.org/officeDocument/2006/relationships/tags" Target="../tags/tag530.xml"/></Relationships>
</file>

<file path=ppt/slides/_rels/slide106.xml.rels><?xml version="1.0" encoding="UTF-8" standalone="yes"?>
<Relationships xmlns="http://schemas.openxmlformats.org/package/2006/relationships"><Relationship Id="rId8" Type="http://schemas.openxmlformats.org/officeDocument/2006/relationships/tags" Target="../tags/tag539.xml"/><Relationship Id="rId3" Type="http://schemas.openxmlformats.org/officeDocument/2006/relationships/tags" Target="../tags/tag534.xml"/><Relationship Id="rId7" Type="http://schemas.openxmlformats.org/officeDocument/2006/relationships/tags" Target="../tags/tag538.xml"/><Relationship Id="rId2" Type="http://schemas.openxmlformats.org/officeDocument/2006/relationships/tags" Target="../tags/tag533.xml"/><Relationship Id="rId1" Type="http://schemas.openxmlformats.org/officeDocument/2006/relationships/tags" Target="../tags/tag532.xml"/><Relationship Id="rId6" Type="http://schemas.openxmlformats.org/officeDocument/2006/relationships/tags" Target="../tags/tag537.xml"/><Relationship Id="rId11" Type="http://schemas.openxmlformats.org/officeDocument/2006/relationships/image" Target="../media/image46.png"/><Relationship Id="rId5" Type="http://schemas.openxmlformats.org/officeDocument/2006/relationships/tags" Target="../tags/tag536.xml"/><Relationship Id="rId10" Type="http://schemas.openxmlformats.org/officeDocument/2006/relationships/notesSlide" Target="../notesSlides/notesSlide94.xml"/><Relationship Id="rId4" Type="http://schemas.openxmlformats.org/officeDocument/2006/relationships/tags" Target="../tags/tag535.xml"/><Relationship Id="rId9" Type="http://schemas.openxmlformats.org/officeDocument/2006/relationships/slideLayout" Target="../slideLayouts/slideLayout17.xml"/></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95.xml"/><Relationship Id="rId2" Type="http://schemas.openxmlformats.org/officeDocument/2006/relationships/slideLayout" Target="../slideLayouts/slideLayout17.xml"/><Relationship Id="rId1" Type="http://schemas.openxmlformats.org/officeDocument/2006/relationships/tags" Target="../tags/tag540.xml"/><Relationship Id="rId4" Type="http://schemas.openxmlformats.org/officeDocument/2006/relationships/image" Target="../media/image47.jpeg"/></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96.xml"/><Relationship Id="rId2" Type="http://schemas.openxmlformats.org/officeDocument/2006/relationships/slideLayout" Target="../slideLayouts/slideLayout17.xml"/><Relationship Id="rId1" Type="http://schemas.openxmlformats.org/officeDocument/2006/relationships/tags" Target="../tags/tag541.xml"/></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97.xml"/><Relationship Id="rId2" Type="http://schemas.openxmlformats.org/officeDocument/2006/relationships/slideLayout" Target="../slideLayouts/slideLayout17.xml"/><Relationship Id="rId1" Type="http://schemas.openxmlformats.org/officeDocument/2006/relationships/tags" Target="../tags/tag542.xml"/></Relationships>
</file>

<file path=ppt/slides/_rels/slide11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7.xml"/></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98.xml"/><Relationship Id="rId2" Type="http://schemas.openxmlformats.org/officeDocument/2006/relationships/slideLayout" Target="../slideLayouts/slideLayout17.xml"/><Relationship Id="rId1" Type="http://schemas.openxmlformats.org/officeDocument/2006/relationships/tags" Target="../tags/tag543.xml"/><Relationship Id="rId4" Type="http://schemas.openxmlformats.org/officeDocument/2006/relationships/image" Target="../media/image49.png"/></Relationships>
</file>

<file path=ppt/slides/_rels/slide112.xml.rels><?xml version="1.0" encoding="UTF-8" standalone="yes"?>
<Relationships xmlns="http://schemas.openxmlformats.org/package/2006/relationships"><Relationship Id="rId3" Type="http://schemas.openxmlformats.org/officeDocument/2006/relationships/notesSlide" Target="../notesSlides/notesSlide99.xml"/><Relationship Id="rId2" Type="http://schemas.openxmlformats.org/officeDocument/2006/relationships/slideLayout" Target="../slideLayouts/slideLayout17.xml"/><Relationship Id="rId1" Type="http://schemas.openxmlformats.org/officeDocument/2006/relationships/tags" Target="../tags/tag544.xml"/></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100.xml"/><Relationship Id="rId2" Type="http://schemas.openxmlformats.org/officeDocument/2006/relationships/slideLayout" Target="../slideLayouts/slideLayout17.xml"/><Relationship Id="rId1" Type="http://schemas.openxmlformats.org/officeDocument/2006/relationships/tags" Target="../tags/tag545.xml"/></Relationships>
</file>

<file path=ppt/slides/_rels/slide114.xml.rels><?xml version="1.0" encoding="UTF-8" standalone="yes"?>
<Relationships xmlns="http://schemas.openxmlformats.org/package/2006/relationships"><Relationship Id="rId3" Type="http://schemas.openxmlformats.org/officeDocument/2006/relationships/notesSlide" Target="../notesSlides/notesSlide101.xml"/><Relationship Id="rId2" Type="http://schemas.openxmlformats.org/officeDocument/2006/relationships/slideLayout" Target="../slideLayouts/slideLayout17.xml"/><Relationship Id="rId1" Type="http://schemas.openxmlformats.org/officeDocument/2006/relationships/tags" Target="../tags/tag546.xml"/></Relationships>
</file>

<file path=ppt/slides/_rels/slide115.xml.rels><?xml version="1.0" encoding="UTF-8" standalone="yes"?>
<Relationships xmlns="http://schemas.openxmlformats.org/package/2006/relationships"><Relationship Id="rId3" Type="http://schemas.openxmlformats.org/officeDocument/2006/relationships/tags" Target="../tags/tag549.xml"/><Relationship Id="rId2" Type="http://schemas.openxmlformats.org/officeDocument/2006/relationships/tags" Target="../tags/tag548.xml"/><Relationship Id="rId1" Type="http://schemas.openxmlformats.org/officeDocument/2006/relationships/tags" Target="../tags/tag547.xml"/><Relationship Id="rId5" Type="http://schemas.openxmlformats.org/officeDocument/2006/relationships/notesSlide" Target="../notesSlides/notesSlide102.xml"/><Relationship Id="rId4" Type="http://schemas.openxmlformats.org/officeDocument/2006/relationships/slideLayout" Target="../slideLayouts/slideLayout17.xml"/></Relationships>
</file>

<file path=ppt/slides/_rels/slide116.xml.rels><?xml version="1.0" encoding="UTF-8" standalone="yes"?>
<Relationships xmlns="http://schemas.openxmlformats.org/package/2006/relationships"><Relationship Id="rId3" Type="http://schemas.openxmlformats.org/officeDocument/2006/relationships/tags" Target="../tags/tag552.xml"/><Relationship Id="rId2" Type="http://schemas.openxmlformats.org/officeDocument/2006/relationships/tags" Target="../tags/tag551.xml"/><Relationship Id="rId1" Type="http://schemas.openxmlformats.org/officeDocument/2006/relationships/tags" Target="../tags/tag550.xml"/><Relationship Id="rId5" Type="http://schemas.openxmlformats.org/officeDocument/2006/relationships/notesSlide" Target="../notesSlides/notesSlide103.xml"/><Relationship Id="rId4" Type="http://schemas.openxmlformats.org/officeDocument/2006/relationships/slideLayout" Target="../slideLayouts/slideLayout17.xml"/></Relationships>
</file>

<file path=ppt/slides/_rels/slide117.xml.rels><?xml version="1.0" encoding="UTF-8" standalone="yes"?>
<Relationships xmlns="http://schemas.openxmlformats.org/package/2006/relationships"><Relationship Id="rId3" Type="http://schemas.openxmlformats.org/officeDocument/2006/relationships/tags" Target="../tags/tag555.xml"/><Relationship Id="rId2" Type="http://schemas.openxmlformats.org/officeDocument/2006/relationships/tags" Target="../tags/tag554.xml"/><Relationship Id="rId1" Type="http://schemas.openxmlformats.org/officeDocument/2006/relationships/tags" Target="../tags/tag553.xml"/><Relationship Id="rId5" Type="http://schemas.openxmlformats.org/officeDocument/2006/relationships/notesSlide" Target="../notesSlides/notesSlide104.xml"/><Relationship Id="rId4" Type="http://schemas.openxmlformats.org/officeDocument/2006/relationships/slideLayout" Target="../slideLayouts/slideLayout17.xml"/></Relationships>
</file>

<file path=ppt/slides/_rels/slide118.xml.rels><?xml version="1.0" encoding="UTF-8" standalone="yes"?>
<Relationships xmlns="http://schemas.openxmlformats.org/package/2006/relationships"><Relationship Id="rId3" Type="http://schemas.openxmlformats.org/officeDocument/2006/relationships/tags" Target="../tags/tag558.xml"/><Relationship Id="rId2" Type="http://schemas.openxmlformats.org/officeDocument/2006/relationships/tags" Target="../tags/tag557.xml"/><Relationship Id="rId1" Type="http://schemas.openxmlformats.org/officeDocument/2006/relationships/tags" Target="../tags/tag556.xml"/><Relationship Id="rId5" Type="http://schemas.openxmlformats.org/officeDocument/2006/relationships/notesSlide" Target="../notesSlides/notesSlide105.xml"/><Relationship Id="rId4" Type="http://schemas.openxmlformats.org/officeDocument/2006/relationships/slideLayout" Target="../slideLayouts/slideLayout17.xml"/></Relationships>
</file>

<file path=ppt/slides/_rels/slide119.xml.rels><?xml version="1.0" encoding="UTF-8" standalone="yes"?>
<Relationships xmlns="http://schemas.openxmlformats.org/package/2006/relationships"><Relationship Id="rId3" Type="http://schemas.openxmlformats.org/officeDocument/2006/relationships/tags" Target="../tags/tag561.xml"/><Relationship Id="rId2" Type="http://schemas.openxmlformats.org/officeDocument/2006/relationships/tags" Target="../tags/tag560.xml"/><Relationship Id="rId1" Type="http://schemas.openxmlformats.org/officeDocument/2006/relationships/tags" Target="../tags/tag559.xml"/><Relationship Id="rId5" Type="http://schemas.openxmlformats.org/officeDocument/2006/relationships/notesSlide" Target="../notesSlides/notesSlide106.xml"/><Relationship Id="rId4" Type="http://schemas.openxmlformats.org/officeDocument/2006/relationships/slideLayout" Target="../slideLayouts/slideLayout17.xml"/></Relationships>
</file>

<file path=ppt/slides/_rels/slide120.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563.xml"/><Relationship Id="rId1" Type="http://schemas.openxmlformats.org/officeDocument/2006/relationships/tags" Target="../tags/tag562.xml"/><Relationship Id="rId5" Type="http://schemas.openxmlformats.org/officeDocument/2006/relationships/image" Target="../media/image50.png"/><Relationship Id="rId4" Type="http://schemas.openxmlformats.org/officeDocument/2006/relationships/notesSlide" Target="../notesSlides/notesSlide107.xml"/></Relationships>
</file>

<file path=ppt/slides/_rels/slide121.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565.xml"/><Relationship Id="rId1" Type="http://schemas.openxmlformats.org/officeDocument/2006/relationships/tags" Target="../tags/tag564.xml"/><Relationship Id="rId5" Type="http://schemas.openxmlformats.org/officeDocument/2006/relationships/image" Target="../media/image50.png"/><Relationship Id="rId4" Type="http://schemas.openxmlformats.org/officeDocument/2006/relationships/notesSlide" Target="../notesSlides/notesSlide108.xml"/></Relationships>
</file>

<file path=ppt/slides/_rels/slide122.xml.rels><?xml version="1.0" encoding="UTF-8" standalone="yes"?>
<Relationships xmlns="http://schemas.openxmlformats.org/package/2006/relationships"><Relationship Id="rId8" Type="http://schemas.openxmlformats.org/officeDocument/2006/relationships/tags" Target="../tags/tag573.xml"/><Relationship Id="rId3" Type="http://schemas.openxmlformats.org/officeDocument/2006/relationships/tags" Target="../tags/tag568.xml"/><Relationship Id="rId7" Type="http://schemas.openxmlformats.org/officeDocument/2006/relationships/tags" Target="../tags/tag572.xml"/><Relationship Id="rId2" Type="http://schemas.openxmlformats.org/officeDocument/2006/relationships/tags" Target="../tags/tag567.xml"/><Relationship Id="rId1" Type="http://schemas.openxmlformats.org/officeDocument/2006/relationships/tags" Target="../tags/tag566.xml"/><Relationship Id="rId6" Type="http://schemas.openxmlformats.org/officeDocument/2006/relationships/tags" Target="../tags/tag571.xml"/><Relationship Id="rId11" Type="http://schemas.openxmlformats.org/officeDocument/2006/relationships/notesSlide" Target="../notesSlides/notesSlide109.xml"/><Relationship Id="rId5" Type="http://schemas.openxmlformats.org/officeDocument/2006/relationships/tags" Target="../tags/tag570.xml"/><Relationship Id="rId10" Type="http://schemas.openxmlformats.org/officeDocument/2006/relationships/slideLayout" Target="../slideLayouts/slideLayout17.xml"/><Relationship Id="rId4" Type="http://schemas.openxmlformats.org/officeDocument/2006/relationships/tags" Target="../tags/tag569.xml"/><Relationship Id="rId9" Type="http://schemas.openxmlformats.org/officeDocument/2006/relationships/tags" Target="../tags/tag574.xml"/></Relationships>
</file>

<file path=ppt/slides/_rels/slide123.xml.rels><?xml version="1.0" encoding="UTF-8" standalone="yes"?>
<Relationships xmlns="http://schemas.openxmlformats.org/package/2006/relationships"><Relationship Id="rId3" Type="http://schemas.openxmlformats.org/officeDocument/2006/relationships/notesSlide" Target="../notesSlides/notesSlide110.xml"/><Relationship Id="rId2" Type="http://schemas.openxmlformats.org/officeDocument/2006/relationships/slideLayout" Target="../slideLayouts/slideLayout17.xml"/><Relationship Id="rId1" Type="http://schemas.openxmlformats.org/officeDocument/2006/relationships/tags" Target="../tags/tag575.xml"/><Relationship Id="rId4" Type="http://schemas.openxmlformats.org/officeDocument/2006/relationships/image" Target="../media/image51.jpeg"/></Relationships>
</file>

<file path=ppt/slides/_rels/slide124.xml.rels><?xml version="1.0" encoding="UTF-8" standalone="yes"?>
<Relationships xmlns="http://schemas.openxmlformats.org/package/2006/relationships"><Relationship Id="rId3" Type="http://schemas.openxmlformats.org/officeDocument/2006/relationships/notesSlide" Target="../notesSlides/notesSlide111.xml"/><Relationship Id="rId2" Type="http://schemas.openxmlformats.org/officeDocument/2006/relationships/slideLayout" Target="../slideLayouts/slideLayout17.xml"/><Relationship Id="rId1" Type="http://schemas.openxmlformats.org/officeDocument/2006/relationships/tags" Target="../tags/tag576.xml"/><Relationship Id="rId4" Type="http://schemas.openxmlformats.org/officeDocument/2006/relationships/image" Target="../media/image52.png"/></Relationships>
</file>

<file path=ppt/slides/_rels/slide125.xml.rels><?xml version="1.0" encoding="UTF-8" standalone="yes"?>
<Relationships xmlns="http://schemas.openxmlformats.org/package/2006/relationships"><Relationship Id="rId8" Type="http://schemas.openxmlformats.org/officeDocument/2006/relationships/tags" Target="../tags/tag584.xml"/><Relationship Id="rId3" Type="http://schemas.openxmlformats.org/officeDocument/2006/relationships/tags" Target="../tags/tag579.xml"/><Relationship Id="rId7" Type="http://schemas.openxmlformats.org/officeDocument/2006/relationships/tags" Target="../tags/tag583.xml"/><Relationship Id="rId2" Type="http://schemas.openxmlformats.org/officeDocument/2006/relationships/tags" Target="../tags/tag578.xml"/><Relationship Id="rId1" Type="http://schemas.openxmlformats.org/officeDocument/2006/relationships/tags" Target="../tags/tag577.xml"/><Relationship Id="rId6" Type="http://schemas.openxmlformats.org/officeDocument/2006/relationships/tags" Target="../tags/tag582.xml"/><Relationship Id="rId5" Type="http://schemas.openxmlformats.org/officeDocument/2006/relationships/tags" Target="../tags/tag581.xml"/><Relationship Id="rId10" Type="http://schemas.openxmlformats.org/officeDocument/2006/relationships/notesSlide" Target="../notesSlides/notesSlide112.xml"/><Relationship Id="rId4" Type="http://schemas.openxmlformats.org/officeDocument/2006/relationships/tags" Target="../tags/tag580.xml"/><Relationship Id="rId9" Type="http://schemas.openxmlformats.org/officeDocument/2006/relationships/slideLayout" Target="../slideLayouts/slideLayout17.xml"/></Relationships>
</file>

<file path=ppt/slides/_rels/slide126.xml.rels><?xml version="1.0" encoding="UTF-8" standalone="yes"?>
<Relationships xmlns="http://schemas.openxmlformats.org/package/2006/relationships"><Relationship Id="rId8" Type="http://schemas.openxmlformats.org/officeDocument/2006/relationships/tags" Target="../tags/tag592.xml"/><Relationship Id="rId3" Type="http://schemas.openxmlformats.org/officeDocument/2006/relationships/tags" Target="../tags/tag587.xml"/><Relationship Id="rId7" Type="http://schemas.openxmlformats.org/officeDocument/2006/relationships/tags" Target="../tags/tag591.xml"/><Relationship Id="rId2" Type="http://schemas.openxmlformats.org/officeDocument/2006/relationships/tags" Target="../tags/tag586.xml"/><Relationship Id="rId1" Type="http://schemas.openxmlformats.org/officeDocument/2006/relationships/tags" Target="../tags/tag585.xml"/><Relationship Id="rId6" Type="http://schemas.openxmlformats.org/officeDocument/2006/relationships/tags" Target="../tags/tag590.xml"/><Relationship Id="rId5" Type="http://schemas.openxmlformats.org/officeDocument/2006/relationships/tags" Target="../tags/tag589.xml"/><Relationship Id="rId10" Type="http://schemas.openxmlformats.org/officeDocument/2006/relationships/notesSlide" Target="../notesSlides/notesSlide113.xml"/><Relationship Id="rId4" Type="http://schemas.openxmlformats.org/officeDocument/2006/relationships/tags" Target="../tags/tag588.xml"/><Relationship Id="rId9" Type="http://schemas.openxmlformats.org/officeDocument/2006/relationships/slideLayout" Target="../slideLayouts/slideLayout17.xml"/></Relationships>
</file>

<file path=ppt/slides/_rels/slide127.xml.rels><?xml version="1.0" encoding="UTF-8" standalone="yes"?>
<Relationships xmlns="http://schemas.openxmlformats.org/package/2006/relationships"><Relationship Id="rId8" Type="http://schemas.openxmlformats.org/officeDocument/2006/relationships/tags" Target="../tags/tag600.xml"/><Relationship Id="rId3" Type="http://schemas.openxmlformats.org/officeDocument/2006/relationships/tags" Target="../tags/tag595.xml"/><Relationship Id="rId7" Type="http://schemas.openxmlformats.org/officeDocument/2006/relationships/tags" Target="../tags/tag599.xml"/><Relationship Id="rId2" Type="http://schemas.openxmlformats.org/officeDocument/2006/relationships/tags" Target="../tags/tag594.xml"/><Relationship Id="rId1" Type="http://schemas.openxmlformats.org/officeDocument/2006/relationships/tags" Target="../tags/tag593.xml"/><Relationship Id="rId6" Type="http://schemas.openxmlformats.org/officeDocument/2006/relationships/tags" Target="../tags/tag598.xml"/><Relationship Id="rId5" Type="http://schemas.openxmlformats.org/officeDocument/2006/relationships/tags" Target="../tags/tag597.xml"/><Relationship Id="rId10" Type="http://schemas.openxmlformats.org/officeDocument/2006/relationships/notesSlide" Target="../notesSlides/notesSlide114.xml"/><Relationship Id="rId4" Type="http://schemas.openxmlformats.org/officeDocument/2006/relationships/tags" Target="../tags/tag596.xml"/><Relationship Id="rId9" Type="http://schemas.openxmlformats.org/officeDocument/2006/relationships/slideLayout" Target="../slideLayouts/slideLayout17.xml"/></Relationships>
</file>

<file path=ppt/slides/_rels/slide128.xml.rels><?xml version="1.0" encoding="UTF-8" standalone="yes"?>
<Relationships xmlns="http://schemas.openxmlformats.org/package/2006/relationships"><Relationship Id="rId3" Type="http://schemas.openxmlformats.org/officeDocument/2006/relationships/notesSlide" Target="../notesSlides/notesSlide115.xml"/><Relationship Id="rId2" Type="http://schemas.openxmlformats.org/officeDocument/2006/relationships/slideLayout" Target="../slideLayouts/slideLayout17.xml"/><Relationship Id="rId1" Type="http://schemas.openxmlformats.org/officeDocument/2006/relationships/tags" Target="../tags/tag601.xml"/></Relationships>
</file>

<file path=ppt/slides/_rels/slide129.xml.rels><?xml version="1.0" encoding="UTF-8" standalone="yes"?>
<Relationships xmlns="http://schemas.openxmlformats.org/package/2006/relationships"><Relationship Id="rId3" Type="http://schemas.openxmlformats.org/officeDocument/2006/relationships/notesSlide" Target="../notesSlides/notesSlide116.xml"/><Relationship Id="rId2" Type="http://schemas.openxmlformats.org/officeDocument/2006/relationships/slideLayout" Target="../slideLayouts/slideLayout17.xml"/><Relationship Id="rId1" Type="http://schemas.openxmlformats.org/officeDocument/2006/relationships/tags" Target="../tags/tag602.xml"/></Relationships>
</file>

<file path=ppt/slides/_rels/slide130.xml.rels><?xml version="1.0" encoding="UTF-8" standalone="yes"?>
<Relationships xmlns="http://schemas.openxmlformats.org/package/2006/relationships"><Relationship Id="rId3" Type="http://schemas.openxmlformats.org/officeDocument/2006/relationships/notesSlide" Target="../notesSlides/notesSlide117.xml"/><Relationship Id="rId2" Type="http://schemas.openxmlformats.org/officeDocument/2006/relationships/slideLayout" Target="../slideLayouts/slideLayout17.xml"/><Relationship Id="rId1" Type="http://schemas.openxmlformats.org/officeDocument/2006/relationships/tags" Target="../tags/tag603.xml"/></Relationships>
</file>

<file path=ppt/slides/_rels/slide131.xml.rels><?xml version="1.0" encoding="UTF-8" standalone="yes"?>
<Relationships xmlns="http://schemas.openxmlformats.org/package/2006/relationships"><Relationship Id="rId3" Type="http://schemas.openxmlformats.org/officeDocument/2006/relationships/notesSlide" Target="../notesSlides/notesSlide118.xml"/><Relationship Id="rId2" Type="http://schemas.openxmlformats.org/officeDocument/2006/relationships/slideLayout" Target="../slideLayouts/slideLayout17.xml"/><Relationship Id="rId1" Type="http://schemas.openxmlformats.org/officeDocument/2006/relationships/tags" Target="../tags/tag604.xml"/></Relationships>
</file>

<file path=ppt/slides/_rels/slide132.xml.rels><?xml version="1.0" encoding="UTF-8" standalone="yes"?>
<Relationships xmlns="http://schemas.openxmlformats.org/package/2006/relationships"><Relationship Id="rId8" Type="http://schemas.openxmlformats.org/officeDocument/2006/relationships/tags" Target="../tags/tag612.xml"/><Relationship Id="rId13" Type="http://schemas.openxmlformats.org/officeDocument/2006/relationships/tags" Target="../tags/tag617.xml"/><Relationship Id="rId18" Type="http://schemas.openxmlformats.org/officeDocument/2006/relationships/notesSlide" Target="../notesSlides/notesSlide119.xml"/><Relationship Id="rId3" Type="http://schemas.openxmlformats.org/officeDocument/2006/relationships/tags" Target="../tags/tag607.xml"/><Relationship Id="rId7" Type="http://schemas.openxmlformats.org/officeDocument/2006/relationships/tags" Target="../tags/tag611.xml"/><Relationship Id="rId12" Type="http://schemas.openxmlformats.org/officeDocument/2006/relationships/tags" Target="../tags/tag616.xml"/><Relationship Id="rId17" Type="http://schemas.openxmlformats.org/officeDocument/2006/relationships/slideLayout" Target="../slideLayouts/slideLayout17.xml"/><Relationship Id="rId2" Type="http://schemas.openxmlformats.org/officeDocument/2006/relationships/tags" Target="../tags/tag606.xml"/><Relationship Id="rId16" Type="http://schemas.openxmlformats.org/officeDocument/2006/relationships/tags" Target="../tags/tag620.xml"/><Relationship Id="rId1" Type="http://schemas.openxmlformats.org/officeDocument/2006/relationships/tags" Target="../tags/tag605.xml"/><Relationship Id="rId6" Type="http://schemas.openxmlformats.org/officeDocument/2006/relationships/tags" Target="../tags/tag610.xml"/><Relationship Id="rId11" Type="http://schemas.openxmlformats.org/officeDocument/2006/relationships/tags" Target="../tags/tag615.xml"/><Relationship Id="rId5" Type="http://schemas.openxmlformats.org/officeDocument/2006/relationships/tags" Target="../tags/tag609.xml"/><Relationship Id="rId15" Type="http://schemas.openxmlformats.org/officeDocument/2006/relationships/tags" Target="../tags/tag619.xml"/><Relationship Id="rId10" Type="http://schemas.openxmlformats.org/officeDocument/2006/relationships/tags" Target="../tags/tag614.xml"/><Relationship Id="rId4" Type="http://schemas.openxmlformats.org/officeDocument/2006/relationships/tags" Target="../tags/tag608.xml"/><Relationship Id="rId9" Type="http://schemas.openxmlformats.org/officeDocument/2006/relationships/tags" Target="../tags/tag613.xml"/><Relationship Id="rId14" Type="http://schemas.openxmlformats.org/officeDocument/2006/relationships/tags" Target="../tags/tag618.xml"/></Relationships>
</file>

<file path=ppt/slides/_rels/slide133.xml.rels><?xml version="1.0" encoding="UTF-8" standalone="yes"?>
<Relationships xmlns="http://schemas.openxmlformats.org/package/2006/relationships"><Relationship Id="rId3" Type="http://schemas.openxmlformats.org/officeDocument/2006/relationships/notesSlide" Target="../notesSlides/notesSlide120.xml"/><Relationship Id="rId2" Type="http://schemas.openxmlformats.org/officeDocument/2006/relationships/slideLayout" Target="../slideLayouts/slideLayout17.xml"/><Relationship Id="rId1" Type="http://schemas.openxmlformats.org/officeDocument/2006/relationships/tags" Target="../tags/tag621.xml"/></Relationships>
</file>

<file path=ppt/slides/_rels/slide134.xml.rels><?xml version="1.0" encoding="UTF-8" standalone="yes"?>
<Relationships xmlns="http://schemas.openxmlformats.org/package/2006/relationships"><Relationship Id="rId3" Type="http://schemas.openxmlformats.org/officeDocument/2006/relationships/notesSlide" Target="../notesSlides/notesSlide121.xml"/><Relationship Id="rId2" Type="http://schemas.openxmlformats.org/officeDocument/2006/relationships/slideLayout" Target="../slideLayouts/slideLayout17.xml"/><Relationship Id="rId1" Type="http://schemas.openxmlformats.org/officeDocument/2006/relationships/tags" Target="../tags/tag622.xml"/></Relationships>
</file>

<file path=ppt/slides/_rels/slide135.xml.rels><?xml version="1.0" encoding="UTF-8" standalone="yes"?>
<Relationships xmlns="http://schemas.openxmlformats.org/package/2006/relationships"><Relationship Id="rId3" Type="http://schemas.openxmlformats.org/officeDocument/2006/relationships/notesSlide" Target="../notesSlides/notesSlide122.xml"/><Relationship Id="rId2" Type="http://schemas.openxmlformats.org/officeDocument/2006/relationships/slideLayout" Target="../slideLayouts/slideLayout17.xml"/><Relationship Id="rId1" Type="http://schemas.openxmlformats.org/officeDocument/2006/relationships/tags" Target="../tags/tag623.xml"/></Relationships>
</file>

<file path=ppt/slides/_rels/slide13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7.xml"/></Relationships>
</file>

<file path=ppt/slides/_rels/slide137.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tags" Target="../tags/tag626.xml"/><Relationship Id="rId7" Type="http://schemas.openxmlformats.org/officeDocument/2006/relationships/notesSlide" Target="../notesSlides/notesSlide123.xml"/><Relationship Id="rId2" Type="http://schemas.openxmlformats.org/officeDocument/2006/relationships/tags" Target="../tags/tag625.xml"/><Relationship Id="rId1" Type="http://schemas.openxmlformats.org/officeDocument/2006/relationships/tags" Target="../tags/tag624.xml"/><Relationship Id="rId6" Type="http://schemas.openxmlformats.org/officeDocument/2006/relationships/slideLayout" Target="../slideLayouts/slideLayout17.xml"/><Relationship Id="rId5" Type="http://schemas.openxmlformats.org/officeDocument/2006/relationships/tags" Target="../tags/tag628.xml"/><Relationship Id="rId4" Type="http://schemas.openxmlformats.org/officeDocument/2006/relationships/tags" Target="../tags/tag627.xml"/></Relationships>
</file>

<file path=ppt/slides/_rels/slide138.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tags" Target="../tags/tag631.xml"/><Relationship Id="rId7" Type="http://schemas.openxmlformats.org/officeDocument/2006/relationships/notesSlide" Target="../notesSlides/notesSlide124.xml"/><Relationship Id="rId2" Type="http://schemas.openxmlformats.org/officeDocument/2006/relationships/tags" Target="../tags/tag630.xml"/><Relationship Id="rId1" Type="http://schemas.openxmlformats.org/officeDocument/2006/relationships/tags" Target="../tags/tag629.xml"/><Relationship Id="rId6" Type="http://schemas.openxmlformats.org/officeDocument/2006/relationships/slideLayout" Target="../slideLayouts/slideLayout17.xml"/><Relationship Id="rId5" Type="http://schemas.openxmlformats.org/officeDocument/2006/relationships/tags" Target="../tags/tag633.xml"/><Relationship Id="rId4" Type="http://schemas.openxmlformats.org/officeDocument/2006/relationships/tags" Target="../tags/tag632.xml"/></Relationships>
</file>

<file path=ppt/slides/_rels/slide139.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tags" Target="../tags/tag636.xml"/><Relationship Id="rId7" Type="http://schemas.openxmlformats.org/officeDocument/2006/relationships/notesSlide" Target="../notesSlides/notesSlide125.xml"/><Relationship Id="rId2" Type="http://schemas.openxmlformats.org/officeDocument/2006/relationships/tags" Target="../tags/tag635.xml"/><Relationship Id="rId1" Type="http://schemas.openxmlformats.org/officeDocument/2006/relationships/tags" Target="../tags/tag634.xml"/><Relationship Id="rId6" Type="http://schemas.openxmlformats.org/officeDocument/2006/relationships/slideLayout" Target="../slideLayouts/slideLayout17.xml"/><Relationship Id="rId5" Type="http://schemas.openxmlformats.org/officeDocument/2006/relationships/tags" Target="../tags/tag638.xml"/><Relationship Id="rId4" Type="http://schemas.openxmlformats.org/officeDocument/2006/relationships/tags" Target="../tags/tag637.xml"/></Relationships>
</file>

<file path=ppt/slides/_rels/slide140.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tags" Target="../tags/tag641.xml"/><Relationship Id="rId7" Type="http://schemas.openxmlformats.org/officeDocument/2006/relationships/notesSlide" Target="../notesSlides/notesSlide126.xml"/><Relationship Id="rId2" Type="http://schemas.openxmlformats.org/officeDocument/2006/relationships/tags" Target="../tags/tag640.xml"/><Relationship Id="rId1" Type="http://schemas.openxmlformats.org/officeDocument/2006/relationships/tags" Target="../tags/tag639.xml"/><Relationship Id="rId6" Type="http://schemas.openxmlformats.org/officeDocument/2006/relationships/slideLayout" Target="../slideLayouts/slideLayout17.xml"/><Relationship Id="rId5" Type="http://schemas.openxmlformats.org/officeDocument/2006/relationships/tags" Target="../tags/tag643.xml"/><Relationship Id="rId4" Type="http://schemas.openxmlformats.org/officeDocument/2006/relationships/tags" Target="../tags/tag642.xml"/></Relationships>
</file>

<file path=ppt/slides/_rels/slide141.xml.rels><?xml version="1.0" encoding="UTF-8" standalone="yes"?>
<Relationships xmlns="http://schemas.openxmlformats.org/package/2006/relationships"><Relationship Id="rId3" Type="http://schemas.openxmlformats.org/officeDocument/2006/relationships/notesSlide" Target="../notesSlides/notesSlide127.xml"/><Relationship Id="rId2" Type="http://schemas.openxmlformats.org/officeDocument/2006/relationships/slideLayout" Target="../slideLayouts/slideLayout17.xml"/><Relationship Id="rId1" Type="http://schemas.openxmlformats.org/officeDocument/2006/relationships/tags" Target="../tags/tag644.xml"/></Relationships>
</file>

<file path=ppt/slides/_rels/slide142.xml.rels><?xml version="1.0" encoding="UTF-8" standalone="yes"?>
<Relationships xmlns="http://schemas.openxmlformats.org/package/2006/relationships"><Relationship Id="rId3" Type="http://schemas.openxmlformats.org/officeDocument/2006/relationships/notesSlide" Target="../notesSlides/notesSlide128.xml"/><Relationship Id="rId2" Type="http://schemas.openxmlformats.org/officeDocument/2006/relationships/slideLayout" Target="../slideLayouts/slideLayout17.xml"/><Relationship Id="rId1" Type="http://schemas.openxmlformats.org/officeDocument/2006/relationships/tags" Target="../tags/tag645.xml"/><Relationship Id="rId4" Type="http://schemas.openxmlformats.org/officeDocument/2006/relationships/image" Target="../media/image58.jpeg"/></Relationships>
</file>

<file path=ppt/slides/_rels/slide143.xml.rels><?xml version="1.0" encoding="UTF-8" standalone="yes"?>
<Relationships xmlns="http://schemas.openxmlformats.org/package/2006/relationships"><Relationship Id="rId3" Type="http://schemas.openxmlformats.org/officeDocument/2006/relationships/notesSlide" Target="../notesSlides/notesSlide129.xml"/><Relationship Id="rId2" Type="http://schemas.openxmlformats.org/officeDocument/2006/relationships/slideLayout" Target="../slideLayouts/slideLayout17.xml"/><Relationship Id="rId1" Type="http://schemas.openxmlformats.org/officeDocument/2006/relationships/tags" Target="../tags/tag646.xml"/></Relationships>
</file>

<file path=ppt/slides/_rels/slide144.xml.rels><?xml version="1.0" encoding="UTF-8" standalone="yes"?>
<Relationships xmlns="http://schemas.openxmlformats.org/package/2006/relationships"><Relationship Id="rId8" Type="http://schemas.openxmlformats.org/officeDocument/2006/relationships/tags" Target="../tags/tag654.xml"/><Relationship Id="rId13" Type="http://schemas.openxmlformats.org/officeDocument/2006/relationships/tags" Target="../tags/tag659.xml"/><Relationship Id="rId18" Type="http://schemas.openxmlformats.org/officeDocument/2006/relationships/slideLayout" Target="../slideLayouts/slideLayout17.xml"/><Relationship Id="rId3" Type="http://schemas.openxmlformats.org/officeDocument/2006/relationships/tags" Target="../tags/tag649.xml"/><Relationship Id="rId7" Type="http://schemas.openxmlformats.org/officeDocument/2006/relationships/tags" Target="../tags/tag653.xml"/><Relationship Id="rId12" Type="http://schemas.openxmlformats.org/officeDocument/2006/relationships/tags" Target="../tags/tag658.xml"/><Relationship Id="rId17" Type="http://schemas.openxmlformats.org/officeDocument/2006/relationships/tags" Target="../tags/tag663.xml"/><Relationship Id="rId2" Type="http://schemas.openxmlformats.org/officeDocument/2006/relationships/tags" Target="../tags/tag648.xml"/><Relationship Id="rId16" Type="http://schemas.openxmlformats.org/officeDocument/2006/relationships/tags" Target="../tags/tag662.xml"/><Relationship Id="rId1" Type="http://schemas.openxmlformats.org/officeDocument/2006/relationships/tags" Target="../tags/tag647.xml"/><Relationship Id="rId6" Type="http://schemas.openxmlformats.org/officeDocument/2006/relationships/tags" Target="../tags/tag652.xml"/><Relationship Id="rId11" Type="http://schemas.openxmlformats.org/officeDocument/2006/relationships/tags" Target="../tags/tag657.xml"/><Relationship Id="rId5" Type="http://schemas.openxmlformats.org/officeDocument/2006/relationships/tags" Target="../tags/tag651.xml"/><Relationship Id="rId15" Type="http://schemas.openxmlformats.org/officeDocument/2006/relationships/tags" Target="../tags/tag661.xml"/><Relationship Id="rId10" Type="http://schemas.openxmlformats.org/officeDocument/2006/relationships/tags" Target="../tags/tag656.xml"/><Relationship Id="rId19" Type="http://schemas.openxmlformats.org/officeDocument/2006/relationships/notesSlide" Target="../notesSlides/notesSlide130.xml"/><Relationship Id="rId4" Type="http://schemas.openxmlformats.org/officeDocument/2006/relationships/tags" Target="../tags/tag650.xml"/><Relationship Id="rId9" Type="http://schemas.openxmlformats.org/officeDocument/2006/relationships/tags" Target="../tags/tag655.xml"/><Relationship Id="rId14" Type="http://schemas.openxmlformats.org/officeDocument/2006/relationships/tags" Target="../tags/tag660.xml"/></Relationships>
</file>

<file path=ppt/slides/_rels/slide145.xml.rels><?xml version="1.0" encoding="UTF-8" standalone="yes"?>
<Relationships xmlns="http://schemas.openxmlformats.org/package/2006/relationships"><Relationship Id="rId3" Type="http://schemas.openxmlformats.org/officeDocument/2006/relationships/notesSlide" Target="../notesSlides/notesSlide131.xml"/><Relationship Id="rId2" Type="http://schemas.openxmlformats.org/officeDocument/2006/relationships/slideLayout" Target="../slideLayouts/slideLayout17.xml"/><Relationship Id="rId1" Type="http://schemas.openxmlformats.org/officeDocument/2006/relationships/tags" Target="../tags/tag664.xml"/><Relationship Id="rId4" Type="http://schemas.openxmlformats.org/officeDocument/2006/relationships/image" Target="../media/image59.png"/></Relationships>
</file>

<file path=ppt/slides/_rels/slide146.xml.rels><?xml version="1.0" encoding="UTF-8" standalone="yes"?>
<Relationships xmlns="http://schemas.openxmlformats.org/package/2006/relationships"><Relationship Id="rId3" Type="http://schemas.openxmlformats.org/officeDocument/2006/relationships/notesSlide" Target="../notesSlides/notesSlide132.xml"/><Relationship Id="rId2" Type="http://schemas.openxmlformats.org/officeDocument/2006/relationships/slideLayout" Target="../slideLayouts/slideLayout17.xml"/><Relationship Id="rId1" Type="http://schemas.openxmlformats.org/officeDocument/2006/relationships/tags" Target="../tags/tag665.xml"/><Relationship Id="rId4" Type="http://schemas.openxmlformats.org/officeDocument/2006/relationships/image" Target="../media/image42.jpeg"/></Relationships>
</file>

<file path=ppt/slides/_rels/slide147.xml.rels><?xml version="1.0" encoding="UTF-8" standalone="yes"?>
<Relationships xmlns="http://schemas.openxmlformats.org/package/2006/relationships"><Relationship Id="rId3" Type="http://schemas.openxmlformats.org/officeDocument/2006/relationships/notesSlide" Target="../notesSlides/notesSlide133.xml"/><Relationship Id="rId2" Type="http://schemas.openxmlformats.org/officeDocument/2006/relationships/slideLayout" Target="../slideLayouts/slideLayout17.xml"/><Relationship Id="rId1" Type="http://schemas.openxmlformats.org/officeDocument/2006/relationships/tags" Target="../tags/tag666.xml"/></Relationships>
</file>

<file path=ppt/slides/_rels/slide148.xml.rels><?xml version="1.0" encoding="UTF-8" standalone="yes"?>
<Relationships xmlns="http://schemas.openxmlformats.org/package/2006/relationships"><Relationship Id="rId3" Type="http://schemas.openxmlformats.org/officeDocument/2006/relationships/notesSlide" Target="../notesSlides/notesSlide134.xml"/><Relationship Id="rId2" Type="http://schemas.openxmlformats.org/officeDocument/2006/relationships/slideLayout" Target="../slideLayouts/slideLayout17.xml"/><Relationship Id="rId1" Type="http://schemas.openxmlformats.org/officeDocument/2006/relationships/tags" Target="../tags/tag667.xml"/></Relationships>
</file>

<file path=ppt/slides/_rels/slide14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68.xml"/></Relationships>
</file>

<file path=ppt/slides/_rels/slide150.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image" Target="../media/image63.jpeg"/><Relationship Id="rId3" Type="http://schemas.openxmlformats.org/officeDocument/2006/relationships/tags" Target="../tags/tag671.xml"/><Relationship Id="rId7" Type="http://schemas.openxmlformats.org/officeDocument/2006/relationships/tags" Target="../tags/tag675.xml"/><Relationship Id="rId12" Type="http://schemas.openxmlformats.org/officeDocument/2006/relationships/image" Target="../media/image62.jpeg"/><Relationship Id="rId2" Type="http://schemas.openxmlformats.org/officeDocument/2006/relationships/tags" Target="../tags/tag670.xml"/><Relationship Id="rId1" Type="http://schemas.openxmlformats.org/officeDocument/2006/relationships/tags" Target="../tags/tag669.xml"/><Relationship Id="rId6" Type="http://schemas.openxmlformats.org/officeDocument/2006/relationships/tags" Target="../tags/tag674.xml"/><Relationship Id="rId11" Type="http://schemas.openxmlformats.org/officeDocument/2006/relationships/image" Target="../media/image61.jpeg"/><Relationship Id="rId5" Type="http://schemas.openxmlformats.org/officeDocument/2006/relationships/tags" Target="../tags/tag673.xml"/><Relationship Id="rId10" Type="http://schemas.openxmlformats.org/officeDocument/2006/relationships/image" Target="../media/image60.jpeg"/><Relationship Id="rId4" Type="http://schemas.openxmlformats.org/officeDocument/2006/relationships/tags" Target="../tags/tag672.xml"/><Relationship Id="rId9" Type="http://schemas.openxmlformats.org/officeDocument/2006/relationships/notesSlide" Target="../notesSlides/notesSlide135.xml"/></Relationships>
</file>

<file path=ppt/slides/_rels/slide151.xml.rels><?xml version="1.0" encoding="UTF-8" standalone="yes"?>
<Relationships xmlns="http://schemas.openxmlformats.org/package/2006/relationships"><Relationship Id="rId8" Type="http://schemas.openxmlformats.org/officeDocument/2006/relationships/tags" Target="../tags/tag683.xml"/><Relationship Id="rId13" Type="http://schemas.openxmlformats.org/officeDocument/2006/relationships/tags" Target="../tags/tag688.xml"/><Relationship Id="rId18" Type="http://schemas.openxmlformats.org/officeDocument/2006/relationships/notesSlide" Target="../notesSlides/notesSlide136.xml"/><Relationship Id="rId3" Type="http://schemas.openxmlformats.org/officeDocument/2006/relationships/tags" Target="../tags/tag678.xml"/><Relationship Id="rId7" Type="http://schemas.openxmlformats.org/officeDocument/2006/relationships/tags" Target="../tags/tag682.xml"/><Relationship Id="rId12" Type="http://schemas.openxmlformats.org/officeDocument/2006/relationships/tags" Target="../tags/tag687.xml"/><Relationship Id="rId17" Type="http://schemas.openxmlformats.org/officeDocument/2006/relationships/slideLayout" Target="../slideLayouts/slideLayout17.xml"/><Relationship Id="rId2" Type="http://schemas.openxmlformats.org/officeDocument/2006/relationships/tags" Target="../tags/tag677.xml"/><Relationship Id="rId16" Type="http://schemas.openxmlformats.org/officeDocument/2006/relationships/tags" Target="../tags/tag691.xml"/><Relationship Id="rId1" Type="http://schemas.openxmlformats.org/officeDocument/2006/relationships/tags" Target="../tags/tag676.xml"/><Relationship Id="rId6" Type="http://schemas.openxmlformats.org/officeDocument/2006/relationships/tags" Target="../tags/tag681.xml"/><Relationship Id="rId11" Type="http://schemas.openxmlformats.org/officeDocument/2006/relationships/tags" Target="../tags/tag686.xml"/><Relationship Id="rId5" Type="http://schemas.openxmlformats.org/officeDocument/2006/relationships/tags" Target="../tags/tag680.xml"/><Relationship Id="rId15" Type="http://schemas.openxmlformats.org/officeDocument/2006/relationships/tags" Target="../tags/tag690.xml"/><Relationship Id="rId10" Type="http://schemas.openxmlformats.org/officeDocument/2006/relationships/tags" Target="../tags/tag685.xml"/><Relationship Id="rId4" Type="http://schemas.openxmlformats.org/officeDocument/2006/relationships/tags" Target="../tags/tag679.xml"/><Relationship Id="rId9" Type="http://schemas.openxmlformats.org/officeDocument/2006/relationships/tags" Target="../tags/tag684.xml"/><Relationship Id="rId14" Type="http://schemas.openxmlformats.org/officeDocument/2006/relationships/tags" Target="../tags/tag689.xml"/></Relationships>
</file>

<file path=ppt/slides/_rels/slide152.xml.rels><?xml version="1.0" encoding="UTF-8" standalone="yes"?>
<Relationships xmlns="http://schemas.openxmlformats.org/package/2006/relationships"><Relationship Id="rId8" Type="http://schemas.openxmlformats.org/officeDocument/2006/relationships/tags" Target="../tags/tag699.xml"/><Relationship Id="rId13" Type="http://schemas.openxmlformats.org/officeDocument/2006/relationships/tags" Target="../tags/tag704.xml"/><Relationship Id="rId18" Type="http://schemas.openxmlformats.org/officeDocument/2006/relationships/notesSlide" Target="../notesSlides/notesSlide137.xml"/><Relationship Id="rId3" Type="http://schemas.openxmlformats.org/officeDocument/2006/relationships/tags" Target="../tags/tag694.xml"/><Relationship Id="rId7" Type="http://schemas.openxmlformats.org/officeDocument/2006/relationships/tags" Target="../tags/tag698.xml"/><Relationship Id="rId12" Type="http://schemas.openxmlformats.org/officeDocument/2006/relationships/tags" Target="../tags/tag703.xml"/><Relationship Id="rId17" Type="http://schemas.openxmlformats.org/officeDocument/2006/relationships/slideLayout" Target="../slideLayouts/slideLayout17.xml"/><Relationship Id="rId2" Type="http://schemas.openxmlformats.org/officeDocument/2006/relationships/tags" Target="../tags/tag693.xml"/><Relationship Id="rId16" Type="http://schemas.openxmlformats.org/officeDocument/2006/relationships/tags" Target="../tags/tag707.xml"/><Relationship Id="rId1" Type="http://schemas.openxmlformats.org/officeDocument/2006/relationships/tags" Target="../tags/tag692.xml"/><Relationship Id="rId6" Type="http://schemas.openxmlformats.org/officeDocument/2006/relationships/tags" Target="../tags/tag697.xml"/><Relationship Id="rId11" Type="http://schemas.openxmlformats.org/officeDocument/2006/relationships/tags" Target="../tags/tag702.xml"/><Relationship Id="rId5" Type="http://schemas.openxmlformats.org/officeDocument/2006/relationships/tags" Target="../tags/tag696.xml"/><Relationship Id="rId15" Type="http://schemas.openxmlformats.org/officeDocument/2006/relationships/tags" Target="../tags/tag706.xml"/><Relationship Id="rId10" Type="http://schemas.openxmlformats.org/officeDocument/2006/relationships/tags" Target="../tags/tag701.xml"/><Relationship Id="rId4" Type="http://schemas.openxmlformats.org/officeDocument/2006/relationships/tags" Target="../tags/tag695.xml"/><Relationship Id="rId9" Type="http://schemas.openxmlformats.org/officeDocument/2006/relationships/tags" Target="../tags/tag700.xml"/><Relationship Id="rId14" Type="http://schemas.openxmlformats.org/officeDocument/2006/relationships/tags" Target="../tags/tag705.xml"/></Relationships>
</file>

<file path=ppt/slides/_rels/slide153.xml.rels><?xml version="1.0" encoding="UTF-8" standalone="yes"?>
<Relationships xmlns="http://schemas.openxmlformats.org/package/2006/relationships"><Relationship Id="rId8" Type="http://schemas.openxmlformats.org/officeDocument/2006/relationships/tags" Target="../tags/tag715.xml"/><Relationship Id="rId13" Type="http://schemas.openxmlformats.org/officeDocument/2006/relationships/tags" Target="../tags/tag720.xml"/><Relationship Id="rId3" Type="http://schemas.openxmlformats.org/officeDocument/2006/relationships/tags" Target="../tags/tag710.xml"/><Relationship Id="rId7" Type="http://schemas.openxmlformats.org/officeDocument/2006/relationships/tags" Target="../tags/tag714.xml"/><Relationship Id="rId12" Type="http://schemas.openxmlformats.org/officeDocument/2006/relationships/tags" Target="../tags/tag719.xml"/><Relationship Id="rId2" Type="http://schemas.openxmlformats.org/officeDocument/2006/relationships/tags" Target="../tags/tag709.xml"/><Relationship Id="rId16" Type="http://schemas.openxmlformats.org/officeDocument/2006/relationships/notesSlide" Target="../notesSlides/notesSlide138.xml"/><Relationship Id="rId1" Type="http://schemas.openxmlformats.org/officeDocument/2006/relationships/tags" Target="../tags/tag708.xml"/><Relationship Id="rId6" Type="http://schemas.openxmlformats.org/officeDocument/2006/relationships/tags" Target="../tags/tag713.xml"/><Relationship Id="rId11" Type="http://schemas.openxmlformats.org/officeDocument/2006/relationships/tags" Target="../tags/tag718.xml"/><Relationship Id="rId5" Type="http://schemas.openxmlformats.org/officeDocument/2006/relationships/tags" Target="../tags/tag712.xml"/><Relationship Id="rId15" Type="http://schemas.openxmlformats.org/officeDocument/2006/relationships/slideLayout" Target="../slideLayouts/slideLayout17.xml"/><Relationship Id="rId10" Type="http://schemas.openxmlformats.org/officeDocument/2006/relationships/tags" Target="../tags/tag717.xml"/><Relationship Id="rId4" Type="http://schemas.openxmlformats.org/officeDocument/2006/relationships/tags" Target="../tags/tag711.xml"/><Relationship Id="rId9" Type="http://schemas.openxmlformats.org/officeDocument/2006/relationships/tags" Target="../tags/tag716.xml"/><Relationship Id="rId14" Type="http://schemas.openxmlformats.org/officeDocument/2006/relationships/tags" Target="../tags/tag721.xml"/></Relationships>
</file>

<file path=ppt/slides/_rels/slide154.xml.rels><?xml version="1.0" encoding="UTF-8" standalone="yes"?>
<Relationships xmlns="http://schemas.openxmlformats.org/package/2006/relationships"><Relationship Id="rId8" Type="http://schemas.openxmlformats.org/officeDocument/2006/relationships/tags" Target="../tags/tag729.xml"/><Relationship Id="rId13" Type="http://schemas.openxmlformats.org/officeDocument/2006/relationships/slideLayout" Target="../slideLayouts/slideLayout17.xml"/><Relationship Id="rId3" Type="http://schemas.openxmlformats.org/officeDocument/2006/relationships/tags" Target="../tags/tag724.xml"/><Relationship Id="rId7" Type="http://schemas.openxmlformats.org/officeDocument/2006/relationships/tags" Target="../tags/tag728.xml"/><Relationship Id="rId12" Type="http://schemas.openxmlformats.org/officeDocument/2006/relationships/tags" Target="../tags/tag733.xml"/><Relationship Id="rId2" Type="http://schemas.openxmlformats.org/officeDocument/2006/relationships/tags" Target="../tags/tag723.xml"/><Relationship Id="rId1" Type="http://schemas.openxmlformats.org/officeDocument/2006/relationships/tags" Target="../tags/tag722.xml"/><Relationship Id="rId6" Type="http://schemas.openxmlformats.org/officeDocument/2006/relationships/tags" Target="../tags/tag727.xml"/><Relationship Id="rId11" Type="http://schemas.openxmlformats.org/officeDocument/2006/relationships/tags" Target="../tags/tag732.xml"/><Relationship Id="rId5" Type="http://schemas.openxmlformats.org/officeDocument/2006/relationships/tags" Target="../tags/tag726.xml"/><Relationship Id="rId10" Type="http://schemas.openxmlformats.org/officeDocument/2006/relationships/tags" Target="../tags/tag731.xml"/><Relationship Id="rId4" Type="http://schemas.openxmlformats.org/officeDocument/2006/relationships/tags" Target="../tags/tag725.xml"/><Relationship Id="rId9" Type="http://schemas.openxmlformats.org/officeDocument/2006/relationships/tags" Target="../tags/tag730.xml"/><Relationship Id="rId14" Type="http://schemas.openxmlformats.org/officeDocument/2006/relationships/notesSlide" Target="../notesSlides/notesSlide139.xml"/></Relationships>
</file>

<file path=ppt/slides/_rels/slide155.xml.rels><?xml version="1.0" encoding="UTF-8" standalone="yes"?>
<Relationships xmlns="http://schemas.openxmlformats.org/package/2006/relationships"><Relationship Id="rId8" Type="http://schemas.openxmlformats.org/officeDocument/2006/relationships/tags" Target="../tags/tag741.xml"/><Relationship Id="rId13" Type="http://schemas.openxmlformats.org/officeDocument/2006/relationships/tags" Target="../tags/tag746.xml"/><Relationship Id="rId18" Type="http://schemas.openxmlformats.org/officeDocument/2006/relationships/notesSlide" Target="../notesSlides/notesSlide140.xml"/><Relationship Id="rId3" Type="http://schemas.openxmlformats.org/officeDocument/2006/relationships/tags" Target="../tags/tag736.xml"/><Relationship Id="rId7" Type="http://schemas.openxmlformats.org/officeDocument/2006/relationships/tags" Target="../tags/tag740.xml"/><Relationship Id="rId12" Type="http://schemas.openxmlformats.org/officeDocument/2006/relationships/tags" Target="../tags/tag745.xml"/><Relationship Id="rId17" Type="http://schemas.openxmlformats.org/officeDocument/2006/relationships/slideLayout" Target="../slideLayouts/slideLayout17.xml"/><Relationship Id="rId2" Type="http://schemas.openxmlformats.org/officeDocument/2006/relationships/tags" Target="../tags/tag735.xml"/><Relationship Id="rId16" Type="http://schemas.openxmlformats.org/officeDocument/2006/relationships/tags" Target="../tags/tag749.xml"/><Relationship Id="rId1" Type="http://schemas.openxmlformats.org/officeDocument/2006/relationships/tags" Target="../tags/tag734.xml"/><Relationship Id="rId6" Type="http://schemas.openxmlformats.org/officeDocument/2006/relationships/tags" Target="../tags/tag739.xml"/><Relationship Id="rId11" Type="http://schemas.openxmlformats.org/officeDocument/2006/relationships/tags" Target="../tags/tag744.xml"/><Relationship Id="rId5" Type="http://schemas.openxmlformats.org/officeDocument/2006/relationships/tags" Target="../tags/tag738.xml"/><Relationship Id="rId15" Type="http://schemas.openxmlformats.org/officeDocument/2006/relationships/tags" Target="../tags/tag748.xml"/><Relationship Id="rId10" Type="http://schemas.openxmlformats.org/officeDocument/2006/relationships/tags" Target="../tags/tag743.xml"/><Relationship Id="rId4" Type="http://schemas.openxmlformats.org/officeDocument/2006/relationships/tags" Target="../tags/tag737.xml"/><Relationship Id="rId9" Type="http://schemas.openxmlformats.org/officeDocument/2006/relationships/tags" Target="../tags/tag742.xml"/><Relationship Id="rId14" Type="http://schemas.openxmlformats.org/officeDocument/2006/relationships/tags" Target="../tags/tag747.xml"/></Relationships>
</file>

<file path=ppt/slides/_rels/slide156.xml.rels><?xml version="1.0" encoding="UTF-8" standalone="yes"?>
<Relationships xmlns="http://schemas.openxmlformats.org/package/2006/relationships"><Relationship Id="rId8" Type="http://schemas.openxmlformats.org/officeDocument/2006/relationships/tags" Target="../tags/tag757.xml"/><Relationship Id="rId13" Type="http://schemas.openxmlformats.org/officeDocument/2006/relationships/tags" Target="../tags/tag762.xml"/><Relationship Id="rId3" Type="http://schemas.openxmlformats.org/officeDocument/2006/relationships/tags" Target="../tags/tag752.xml"/><Relationship Id="rId7" Type="http://schemas.openxmlformats.org/officeDocument/2006/relationships/tags" Target="../tags/tag756.xml"/><Relationship Id="rId12" Type="http://schemas.openxmlformats.org/officeDocument/2006/relationships/tags" Target="../tags/tag761.xml"/><Relationship Id="rId17" Type="http://schemas.openxmlformats.org/officeDocument/2006/relationships/notesSlide" Target="../notesSlides/notesSlide141.xml"/><Relationship Id="rId2" Type="http://schemas.openxmlformats.org/officeDocument/2006/relationships/tags" Target="../tags/tag751.xml"/><Relationship Id="rId16" Type="http://schemas.openxmlformats.org/officeDocument/2006/relationships/slideLayout" Target="../slideLayouts/slideLayout17.xml"/><Relationship Id="rId1" Type="http://schemas.openxmlformats.org/officeDocument/2006/relationships/tags" Target="../tags/tag750.xml"/><Relationship Id="rId6" Type="http://schemas.openxmlformats.org/officeDocument/2006/relationships/tags" Target="../tags/tag755.xml"/><Relationship Id="rId11" Type="http://schemas.openxmlformats.org/officeDocument/2006/relationships/tags" Target="../tags/tag760.xml"/><Relationship Id="rId5" Type="http://schemas.openxmlformats.org/officeDocument/2006/relationships/tags" Target="../tags/tag754.xml"/><Relationship Id="rId15" Type="http://schemas.openxmlformats.org/officeDocument/2006/relationships/tags" Target="../tags/tag764.xml"/><Relationship Id="rId10" Type="http://schemas.openxmlformats.org/officeDocument/2006/relationships/tags" Target="../tags/tag759.xml"/><Relationship Id="rId4" Type="http://schemas.openxmlformats.org/officeDocument/2006/relationships/tags" Target="../tags/tag753.xml"/><Relationship Id="rId9" Type="http://schemas.openxmlformats.org/officeDocument/2006/relationships/tags" Target="../tags/tag758.xml"/><Relationship Id="rId14" Type="http://schemas.openxmlformats.org/officeDocument/2006/relationships/tags" Target="../tags/tag763.xml"/></Relationships>
</file>

<file path=ppt/slides/_rels/slide157.xml.rels><?xml version="1.0" encoding="UTF-8" standalone="yes"?>
<Relationships xmlns="http://schemas.openxmlformats.org/package/2006/relationships"><Relationship Id="rId8" Type="http://schemas.openxmlformats.org/officeDocument/2006/relationships/tags" Target="../tags/tag772.xml"/><Relationship Id="rId13" Type="http://schemas.openxmlformats.org/officeDocument/2006/relationships/tags" Target="../tags/tag777.xml"/><Relationship Id="rId3" Type="http://schemas.openxmlformats.org/officeDocument/2006/relationships/tags" Target="../tags/tag767.xml"/><Relationship Id="rId7" Type="http://schemas.openxmlformats.org/officeDocument/2006/relationships/tags" Target="../tags/tag771.xml"/><Relationship Id="rId12" Type="http://schemas.openxmlformats.org/officeDocument/2006/relationships/tags" Target="../tags/tag776.xml"/><Relationship Id="rId17" Type="http://schemas.openxmlformats.org/officeDocument/2006/relationships/notesSlide" Target="../notesSlides/notesSlide142.xml"/><Relationship Id="rId2" Type="http://schemas.openxmlformats.org/officeDocument/2006/relationships/tags" Target="../tags/tag766.xml"/><Relationship Id="rId16" Type="http://schemas.openxmlformats.org/officeDocument/2006/relationships/slideLayout" Target="../slideLayouts/slideLayout17.xml"/><Relationship Id="rId1" Type="http://schemas.openxmlformats.org/officeDocument/2006/relationships/tags" Target="../tags/tag765.xml"/><Relationship Id="rId6" Type="http://schemas.openxmlformats.org/officeDocument/2006/relationships/tags" Target="../tags/tag770.xml"/><Relationship Id="rId11" Type="http://schemas.openxmlformats.org/officeDocument/2006/relationships/tags" Target="../tags/tag775.xml"/><Relationship Id="rId5" Type="http://schemas.openxmlformats.org/officeDocument/2006/relationships/tags" Target="../tags/tag769.xml"/><Relationship Id="rId15" Type="http://schemas.openxmlformats.org/officeDocument/2006/relationships/tags" Target="../tags/tag779.xml"/><Relationship Id="rId10" Type="http://schemas.openxmlformats.org/officeDocument/2006/relationships/tags" Target="../tags/tag774.xml"/><Relationship Id="rId4" Type="http://schemas.openxmlformats.org/officeDocument/2006/relationships/tags" Target="../tags/tag768.xml"/><Relationship Id="rId9" Type="http://schemas.openxmlformats.org/officeDocument/2006/relationships/tags" Target="../tags/tag773.xml"/><Relationship Id="rId14" Type="http://schemas.openxmlformats.org/officeDocument/2006/relationships/tags" Target="../tags/tag778.xml"/></Relationships>
</file>

<file path=ppt/slides/_rels/slide158.xml.rels><?xml version="1.0" encoding="UTF-8" standalone="yes"?>
<Relationships xmlns="http://schemas.openxmlformats.org/package/2006/relationships"><Relationship Id="rId8" Type="http://schemas.openxmlformats.org/officeDocument/2006/relationships/tags" Target="../tags/tag787.xml"/><Relationship Id="rId3" Type="http://schemas.openxmlformats.org/officeDocument/2006/relationships/tags" Target="../tags/tag782.xml"/><Relationship Id="rId7" Type="http://schemas.openxmlformats.org/officeDocument/2006/relationships/tags" Target="../tags/tag786.xml"/><Relationship Id="rId2" Type="http://schemas.openxmlformats.org/officeDocument/2006/relationships/tags" Target="../tags/tag781.xml"/><Relationship Id="rId1" Type="http://schemas.openxmlformats.org/officeDocument/2006/relationships/tags" Target="../tags/tag780.xml"/><Relationship Id="rId6" Type="http://schemas.openxmlformats.org/officeDocument/2006/relationships/tags" Target="../tags/tag785.xml"/><Relationship Id="rId5" Type="http://schemas.openxmlformats.org/officeDocument/2006/relationships/tags" Target="../tags/tag784.xml"/><Relationship Id="rId10" Type="http://schemas.openxmlformats.org/officeDocument/2006/relationships/notesSlide" Target="../notesSlides/notesSlide143.xml"/><Relationship Id="rId4" Type="http://schemas.openxmlformats.org/officeDocument/2006/relationships/tags" Target="../tags/tag783.xml"/><Relationship Id="rId9" Type="http://schemas.openxmlformats.org/officeDocument/2006/relationships/slideLayout" Target="../slideLayouts/slideLayout17.xml"/></Relationships>
</file>

<file path=ppt/slides/_rels/slide159.xml.rels><?xml version="1.0" encoding="UTF-8" standalone="yes"?>
<Relationships xmlns="http://schemas.openxmlformats.org/package/2006/relationships"><Relationship Id="rId3" Type="http://schemas.openxmlformats.org/officeDocument/2006/relationships/notesSlide" Target="../notesSlides/notesSlide144.xml"/><Relationship Id="rId2" Type="http://schemas.openxmlformats.org/officeDocument/2006/relationships/slideLayout" Target="../slideLayouts/slideLayout17.xml"/><Relationship Id="rId1" Type="http://schemas.openxmlformats.org/officeDocument/2006/relationships/tags" Target="../tags/tag788.xml"/></Relationships>
</file>

<file path=ppt/slides/_rels/slide160.xml.rels><?xml version="1.0" encoding="UTF-8" standalone="yes"?>
<Relationships xmlns="http://schemas.openxmlformats.org/package/2006/relationships"><Relationship Id="rId3" Type="http://schemas.openxmlformats.org/officeDocument/2006/relationships/notesSlide" Target="../notesSlides/notesSlide145.xml"/><Relationship Id="rId2" Type="http://schemas.openxmlformats.org/officeDocument/2006/relationships/slideLayout" Target="../slideLayouts/slideLayout17.xml"/><Relationship Id="rId1" Type="http://schemas.openxmlformats.org/officeDocument/2006/relationships/tags" Target="../tags/tag789.xml"/></Relationships>
</file>

<file path=ppt/slides/_rels/slide161.xml.rels><?xml version="1.0" encoding="UTF-8" standalone="yes"?>
<Relationships xmlns="http://schemas.openxmlformats.org/package/2006/relationships"><Relationship Id="rId3" Type="http://schemas.openxmlformats.org/officeDocument/2006/relationships/notesSlide" Target="../notesSlides/notesSlide146.xml"/><Relationship Id="rId2" Type="http://schemas.openxmlformats.org/officeDocument/2006/relationships/slideLayout" Target="../slideLayouts/slideLayout17.xml"/><Relationship Id="rId1" Type="http://schemas.openxmlformats.org/officeDocument/2006/relationships/tags" Target="../tags/tag790.xml"/></Relationships>
</file>

<file path=ppt/slides/_rels/slide162.xml.rels><?xml version="1.0" encoding="UTF-8" standalone="yes"?>
<Relationships xmlns="http://schemas.openxmlformats.org/package/2006/relationships"><Relationship Id="rId3" Type="http://schemas.openxmlformats.org/officeDocument/2006/relationships/notesSlide" Target="../notesSlides/notesSlide147.xml"/><Relationship Id="rId2" Type="http://schemas.openxmlformats.org/officeDocument/2006/relationships/slideLayout" Target="../slideLayouts/slideLayout17.xml"/><Relationship Id="rId1" Type="http://schemas.openxmlformats.org/officeDocument/2006/relationships/tags" Target="../tags/tag791.xml"/></Relationships>
</file>

<file path=ppt/slides/_rels/slide163.xml.rels><?xml version="1.0" encoding="UTF-8" standalone="yes"?>
<Relationships xmlns="http://schemas.openxmlformats.org/package/2006/relationships"><Relationship Id="rId8" Type="http://schemas.openxmlformats.org/officeDocument/2006/relationships/tags" Target="../tags/tag799.xml"/><Relationship Id="rId13" Type="http://schemas.openxmlformats.org/officeDocument/2006/relationships/tags" Target="../tags/tag804.xml"/><Relationship Id="rId3" Type="http://schemas.openxmlformats.org/officeDocument/2006/relationships/tags" Target="../tags/tag794.xml"/><Relationship Id="rId7" Type="http://schemas.openxmlformats.org/officeDocument/2006/relationships/tags" Target="../tags/tag798.xml"/><Relationship Id="rId12" Type="http://schemas.openxmlformats.org/officeDocument/2006/relationships/tags" Target="../tags/tag803.xml"/><Relationship Id="rId2" Type="http://schemas.openxmlformats.org/officeDocument/2006/relationships/tags" Target="../tags/tag793.xml"/><Relationship Id="rId1" Type="http://schemas.openxmlformats.org/officeDocument/2006/relationships/tags" Target="../tags/tag792.xml"/><Relationship Id="rId6" Type="http://schemas.openxmlformats.org/officeDocument/2006/relationships/tags" Target="../tags/tag797.xml"/><Relationship Id="rId11" Type="http://schemas.openxmlformats.org/officeDocument/2006/relationships/tags" Target="../tags/tag802.xml"/><Relationship Id="rId5" Type="http://schemas.openxmlformats.org/officeDocument/2006/relationships/tags" Target="../tags/tag796.xml"/><Relationship Id="rId15" Type="http://schemas.openxmlformats.org/officeDocument/2006/relationships/notesSlide" Target="../notesSlides/notesSlide148.xml"/><Relationship Id="rId10" Type="http://schemas.openxmlformats.org/officeDocument/2006/relationships/tags" Target="../tags/tag801.xml"/><Relationship Id="rId4" Type="http://schemas.openxmlformats.org/officeDocument/2006/relationships/tags" Target="../tags/tag795.xml"/><Relationship Id="rId9" Type="http://schemas.openxmlformats.org/officeDocument/2006/relationships/tags" Target="../tags/tag800.xml"/><Relationship Id="rId14" Type="http://schemas.openxmlformats.org/officeDocument/2006/relationships/slideLayout" Target="../slideLayouts/slideLayout17.xml"/></Relationships>
</file>

<file path=ppt/slides/_rels/slide164.xml.rels><?xml version="1.0" encoding="UTF-8" standalone="yes"?>
<Relationships xmlns="http://schemas.openxmlformats.org/package/2006/relationships"><Relationship Id="rId3" Type="http://schemas.openxmlformats.org/officeDocument/2006/relationships/notesSlide" Target="../notesSlides/notesSlide149.xml"/><Relationship Id="rId2" Type="http://schemas.openxmlformats.org/officeDocument/2006/relationships/slideLayout" Target="../slideLayouts/slideLayout17.xml"/><Relationship Id="rId1" Type="http://schemas.openxmlformats.org/officeDocument/2006/relationships/tags" Target="../tags/tag805.xml"/></Relationships>
</file>

<file path=ppt/slides/_rels/slide165.xml.rels><?xml version="1.0" encoding="UTF-8" standalone="yes"?>
<Relationships xmlns="http://schemas.openxmlformats.org/package/2006/relationships"><Relationship Id="rId3" Type="http://schemas.openxmlformats.org/officeDocument/2006/relationships/notesSlide" Target="../notesSlides/notesSlide150.xml"/><Relationship Id="rId2" Type="http://schemas.openxmlformats.org/officeDocument/2006/relationships/slideLayout" Target="../slideLayouts/slideLayout17.xml"/><Relationship Id="rId1" Type="http://schemas.openxmlformats.org/officeDocument/2006/relationships/tags" Target="../tags/tag806.xml"/><Relationship Id="rId4" Type="http://schemas.openxmlformats.org/officeDocument/2006/relationships/image" Target="../media/image64.png"/></Relationships>
</file>

<file path=ppt/slides/_rels/slide166.xml.rels><?xml version="1.0" encoding="UTF-8" standalone="yes"?>
<Relationships xmlns="http://schemas.openxmlformats.org/package/2006/relationships"><Relationship Id="rId3" Type="http://schemas.openxmlformats.org/officeDocument/2006/relationships/notesSlide" Target="../notesSlides/notesSlide151.xml"/><Relationship Id="rId2" Type="http://schemas.openxmlformats.org/officeDocument/2006/relationships/slideLayout" Target="../slideLayouts/slideLayout17.xml"/><Relationship Id="rId1" Type="http://schemas.openxmlformats.org/officeDocument/2006/relationships/tags" Target="../tags/tag807.xml"/></Relationships>
</file>

<file path=ppt/slides/_rels/slide167.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tags" Target="../tags/tag809.xml"/><Relationship Id="rId1" Type="http://schemas.openxmlformats.org/officeDocument/2006/relationships/tags" Target="../tags/tag808.xml"/><Relationship Id="rId4" Type="http://schemas.openxmlformats.org/officeDocument/2006/relationships/notesSlide" Target="../notesSlides/notesSlide152.xml"/></Relationships>
</file>

<file path=ppt/slides/_rels/slide168.xml.rels><?xml version="1.0" encoding="UTF-8" standalone="yes"?>
<Relationships xmlns="http://schemas.openxmlformats.org/package/2006/relationships"><Relationship Id="rId8" Type="http://schemas.openxmlformats.org/officeDocument/2006/relationships/tags" Target="../tags/tag817.xml"/><Relationship Id="rId13" Type="http://schemas.openxmlformats.org/officeDocument/2006/relationships/tags" Target="../tags/tag822.xml"/><Relationship Id="rId18" Type="http://schemas.openxmlformats.org/officeDocument/2006/relationships/tags" Target="../tags/tag827.xml"/><Relationship Id="rId3" Type="http://schemas.openxmlformats.org/officeDocument/2006/relationships/tags" Target="../tags/tag812.xml"/><Relationship Id="rId21" Type="http://schemas.openxmlformats.org/officeDocument/2006/relationships/notesSlide" Target="../notesSlides/notesSlide153.xml"/><Relationship Id="rId7" Type="http://schemas.openxmlformats.org/officeDocument/2006/relationships/tags" Target="../tags/tag816.xml"/><Relationship Id="rId12" Type="http://schemas.openxmlformats.org/officeDocument/2006/relationships/tags" Target="../tags/tag821.xml"/><Relationship Id="rId17" Type="http://schemas.openxmlformats.org/officeDocument/2006/relationships/tags" Target="../tags/tag826.xml"/><Relationship Id="rId2" Type="http://schemas.openxmlformats.org/officeDocument/2006/relationships/tags" Target="../tags/tag811.xml"/><Relationship Id="rId16" Type="http://schemas.openxmlformats.org/officeDocument/2006/relationships/tags" Target="../tags/tag825.xml"/><Relationship Id="rId20" Type="http://schemas.openxmlformats.org/officeDocument/2006/relationships/slideLayout" Target="../slideLayouts/slideLayout17.xml"/><Relationship Id="rId1" Type="http://schemas.openxmlformats.org/officeDocument/2006/relationships/tags" Target="../tags/tag810.xml"/><Relationship Id="rId6" Type="http://schemas.openxmlformats.org/officeDocument/2006/relationships/tags" Target="../tags/tag815.xml"/><Relationship Id="rId11" Type="http://schemas.openxmlformats.org/officeDocument/2006/relationships/tags" Target="../tags/tag820.xml"/><Relationship Id="rId5" Type="http://schemas.openxmlformats.org/officeDocument/2006/relationships/tags" Target="../tags/tag814.xml"/><Relationship Id="rId15" Type="http://schemas.openxmlformats.org/officeDocument/2006/relationships/tags" Target="../tags/tag824.xml"/><Relationship Id="rId10" Type="http://schemas.openxmlformats.org/officeDocument/2006/relationships/tags" Target="../tags/tag819.xml"/><Relationship Id="rId19" Type="http://schemas.openxmlformats.org/officeDocument/2006/relationships/tags" Target="../tags/tag828.xml"/><Relationship Id="rId4" Type="http://schemas.openxmlformats.org/officeDocument/2006/relationships/tags" Target="../tags/tag813.xml"/><Relationship Id="rId9" Type="http://schemas.openxmlformats.org/officeDocument/2006/relationships/tags" Target="../tags/tag818.xml"/><Relationship Id="rId14" Type="http://schemas.openxmlformats.org/officeDocument/2006/relationships/tags" Target="../tags/tag823.xml"/></Relationships>
</file>

<file path=ppt/slides/_rels/slide169.xml.rels><?xml version="1.0" encoding="UTF-8" standalone="yes"?>
<Relationships xmlns="http://schemas.openxmlformats.org/package/2006/relationships"><Relationship Id="rId3" Type="http://schemas.openxmlformats.org/officeDocument/2006/relationships/notesSlide" Target="../notesSlides/notesSlide154.xml"/><Relationship Id="rId2" Type="http://schemas.openxmlformats.org/officeDocument/2006/relationships/slideLayout" Target="../slideLayouts/slideLayout17.xml"/><Relationship Id="rId1" Type="http://schemas.openxmlformats.org/officeDocument/2006/relationships/tags" Target="../tags/tag829.xml"/><Relationship Id="rId4" Type="http://schemas.openxmlformats.org/officeDocument/2006/relationships/image" Target="../media/image42.jpeg"/></Relationships>
</file>

<file path=ppt/slides/_rels/slide170.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tags" Target="../tags/tag832.xml"/><Relationship Id="rId7" Type="http://schemas.openxmlformats.org/officeDocument/2006/relationships/tags" Target="../tags/tag836.xml"/><Relationship Id="rId2" Type="http://schemas.openxmlformats.org/officeDocument/2006/relationships/tags" Target="../tags/tag831.xml"/><Relationship Id="rId1" Type="http://schemas.openxmlformats.org/officeDocument/2006/relationships/tags" Target="../tags/tag830.xml"/><Relationship Id="rId6" Type="http://schemas.openxmlformats.org/officeDocument/2006/relationships/tags" Target="../tags/tag835.xml"/><Relationship Id="rId5" Type="http://schemas.openxmlformats.org/officeDocument/2006/relationships/tags" Target="../tags/tag834.xml"/><Relationship Id="rId4" Type="http://schemas.openxmlformats.org/officeDocument/2006/relationships/tags" Target="../tags/tag833.xml"/><Relationship Id="rId9" Type="http://schemas.openxmlformats.org/officeDocument/2006/relationships/notesSlide" Target="../notesSlides/notesSlide155.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16.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16.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16.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MH_Picture_1"/>
          <p:cNvSpPr/>
          <p:nvPr>
            <p:custDataLst>
              <p:tags r:id="rId2"/>
            </p:custDataLst>
          </p:nvPr>
        </p:nvSpPr>
        <p:spPr>
          <a:xfrm>
            <a:off x="2397843" y="1061577"/>
            <a:ext cx="9794157" cy="4218037"/>
          </a:xfrm>
          <a:custGeom>
            <a:avLst/>
            <a:gdLst>
              <a:gd name="connsiteX0" fmla="*/ 0 w 7345618"/>
              <a:gd name="connsiteY0" fmla="*/ 0 h 4218037"/>
              <a:gd name="connsiteX1" fmla="*/ 7345618 w 7345618"/>
              <a:gd name="connsiteY1" fmla="*/ 0 h 4218037"/>
              <a:gd name="connsiteX2" fmla="*/ 7345618 w 7345618"/>
              <a:gd name="connsiteY2" fmla="*/ 4218037 h 4218037"/>
              <a:gd name="connsiteX3" fmla="*/ 2604652 w 7345618"/>
              <a:gd name="connsiteY3" fmla="*/ 4218037 h 4218037"/>
            </a:gdLst>
            <a:ahLst/>
            <a:cxnLst>
              <a:cxn ang="0">
                <a:pos x="connsiteX0" y="connsiteY0"/>
              </a:cxn>
              <a:cxn ang="0">
                <a:pos x="connsiteX1" y="connsiteY1"/>
              </a:cxn>
              <a:cxn ang="0">
                <a:pos x="connsiteX2" y="connsiteY2"/>
              </a:cxn>
              <a:cxn ang="0">
                <a:pos x="connsiteX3" y="connsiteY3"/>
              </a:cxn>
            </a:cxnLst>
            <a:rect l="l" t="t" r="r" b="b"/>
            <a:pathLst>
              <a:path w="7345618" h="4218037">
                <a:moveTo>
                  <a:pt x="0" y="0"/>
                </a:moveTo>
                <a:lnTo>
                  <a:pt x="7345618" y="0"/>
                </a:lnTo>
                <a:lnTo>
                  <a:pt x="7345618" y="4218037"/>
                </a:lnTo>
                <a:lnTo>
                  <a:pt x="2604652" y="4218037"/>
                </a:lnTo>
                <a:close/>
              </a:path>
            </a:pathLst>
          </a:custGeom>
          <a:blipFill dpi="0" rotWithShape="1">
            <a:blip r:embed="rId7" cstate="print">
              <a:alphaModFix amt="80000"/>
            </a:blip>
            <a:srcRect/>
            <a:stretch>
              <a:fillRect t="-3066" b="-2835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MH_Text_1"/>
          <p:cNvSpPr/>
          <p:nvPr>
            <p:custDataLst>
              <p:tags r:id="rId3"/>
            </p:custDataLst>
          </p:nvPr>
        </p:nvSpPr>
        <p:spPr>
          <a:xfrm>
            <a:off x="4643" y="1060521"/>
            <a:ext cx="5308601" cy="4234460"/>
          </a:xfrm>
          <a:custGeom>
            <a:avLst/>
            <a:gdLst>
              <a:gd name="connsiteX0" fmla="*/ 0 w 3905250"/>
              <a:gd name="connsiteY0" fmla="*/ 0 h 4204068"/>
              <a:gd name="connsiteX1" fmla="*/ 1314884 w 3905250"/>
              <a:gd name="connsiteY1" fmla="*/ 0 h 4204068"/>
              <a:gd name="connsiteX2" fmla="*/ 3905250 w 3905250"/>
              <a:gd name="connsiteY2" fmla="*/ 4204068 h 4204068"/>
              <a:gd name="connsiteX3" fmla="*/ 0 w 3905250"/>
              <a:gd name="connsiteY3" fmla="*/ 4204068 h 4204068"/>
            </a:gdLst>
            <a:ahLst/>
            <a:cxnLst>
              <a:cxn ang="0">
                <a:pos x="connsiteX0" y="connsiteY0"/>
              </a:cxn>
              <a:cxn ang="0">
                <a:pos x="connsiteX1" y="connsiteY1"/>
              </a:cxn>
              <a:cxn ang="0">
                <a:pos x="connsiteX2" y="connsiteY2"/>
              </a:cxn>
              <a:cxn ang="0">
                <a:pos x="connsiteX3" y="connsiteY3"/>
              </a:cxn>
            </a:cxnLst>
            <a:rect l="l" t="t" r="r" b="b"/>
            <a:pathLst>
              <a:path w="3905250" h="4204068">
                <a:moveTo>
                  <a:pt x="0" y="0"/>
                </a:moveTo>
                <a:lnTo>
                  <a:pt x="1314884" y="0"/>
                </a:lnTo>
                <a:lnTo>
                  <a:pt x="3905250" y="4204068"/>
                </a:lnTo>
                <a:lnTo>
                  <a:pt x="0" y="4204068"/>
                </a:lnTo>
                <a:close/>
              </a:path>
            </a:pathLst>
          </a:custGeom>
          <a:solidFill>
            <a:srgbClr val="0080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0000" tIns="0" rIns="0" bIns="144000" rtlCol="0" anchor="b" anchorCtr="0">
            <a:normAutofit/>
          </a:bodyPr>
          <a:lstStyle/>
          <a:p>
            <a:pPr>
              <a:lnSpc>
                <a:spcPct val="120000"/>
              </a:lnSpc>
            </a:pPr>
            <a:endParaRPr lang="en-US" altLang="zh-CN" sz="2000" dirty="0" smtClean="0">
              <a:solidFill>
                <a:srgbClr val="292929"/>
              </a:solidFill>
              <a:latin typeface="Calibri" panose="020F0502020204030204" charset="0"/>
            </a:endParaRPr>
          </a:p>
        </p:txBody>
      </p:sp>
      <p:cxnSp>
        <p:nvCxnSpPr>
          <p:cNvPr id="9" name="MH_Other_2"/>
          <p:cNvCxnSpPr/>
          <p:nvPr>
            <p:custDataLst>
              <p:tags r:id="rId4"/>
            </p:custDataLst>
          </p:nvPr>
        </p:nvCxnSpPr>
        <p:spPr>
          <a:xfrm>
            <a:off x="1200897" y="0"/>
            <a:ext cx="5683044" cy="685800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2" name="MH_Other_3"/>
          <p:cNvSpPr/>
          <p:nvPr>
            <p:custDataLst>
              <p:tags r:id="rId5"/>
            </p:custDataLst>
          </p:nvPr>
        </p:nvSpPr>
        <p:spPr>
          <a:xfrm>
            <a:off x="5404987" y="4717307"/>
            <a:ext cx="6787015" cy="385547"/>
          </a:xfrm>
          <a:custGeom>
            <a:avLst/>
            <a:gdLst>
              <a:gd name="connsiteX0" fmla="*/ 0 w 5090261"/>
              <a:gd name="connsiteY0" fmla="*/ 0 h 385547"/>
              <a:gd name="connsiteX1" fmla="*/ 5090261 w 5090261"/>
              <a:gd name="connsiteY1" fmla="*/ 0 h 385547"/>
              <a:gd name="connsiteX2" fmla="*/ 5090261 w 5090261"/>
              <a:gd name="connsiteY2" fmla="*/ 385547 h 385547"/>
              <a:gd name="connsiteX3" fmla="*/ 240311 w 5090261"/>
              <a:gd name="connsiteY3" fmla="*/ 385547 h 385547"/>
            </a:gdLst>
            <a:ahLst/>
            <a:cxnLst>
              <a:cxn ang="0">
                <a:pos x="connsiteX0" y="connsiteY0"/>
              </a:cxn>
              <a:cxn ang="0">
                <a:pos x="connsiteX1" y="connsiteY1"/>
              </a:cxn>
              <a:cxn ang="0">
                <a:pos x="connsiteX2" y="connsiteY2"/>
              </a:cxn>
              <a:cxn ang="0">
                <a:pos x="connsiteX3" y="connsiteY3"/>
              </a:cxn>
            </a:cxnLst>
            <a:rect l="l" t="t" r="r" b="b"/>
            <a:pathLst>
              <a:path w="5090261" h="385547">
                <a:moveTo>
                  <a:pt x="0" y="0"/>
                </a:moveTo>
                <a:lnTo>
                  <a:pt x="5090261" y="0"/>
                </a:lnTo>
                <a:lnTo>
                  <a:pt x="5090261" y="385547"/>
                </a:lnTo>
                <a:lnTo>
                  <a:pt x="240311" y="385547"/>
                </a:lnTo>
                <a:close/>
              </a:path>
            </a:pathLst>
          </a:custGeom>
          <a:solidFill>
            <a:srgbClr val="66CC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rIns="324000" rtlCol="0" anchor="ctr"/>
          <a:lstStyle/>
          <a:p>
            <a:pPr algn="r"/>
            <a:endParaRPr lang="zh-CN" altLang="en-US" dirty="0">
              <a:solidFill>
                <a:srgbClr val="292929"/>
              </a:solidFill>
            </a:endParaRPr>
          </a:p>
        </p:txBody>
      </p:sp>
      <p:sp>
        <p:nvSpPr>
          <p:cNvPr id="10" name="TextBox 9"/>
          <p:cNvSpPr txBox="1"/>
          <p:nvPr/>
        </p:nvSpPr>
        <p:spPr>
          <a:xfrm>
            <a:off x="201928" y="2586439"/>
            <a:ext cx="3866607" cy="2616200"/>
          </a:xfrm>
          <a:prstGeom prst="rect">
            <a:avLst/>
          </a:prstGeom>
          <a:noFill/>
        </p:spPr>
        <p:txBody>
          <a:bodyPr wrap="square" rtlCol="0">
            <a:spAutoFit/>
          </a:bodyPr>
          <a:lstStyle/>
          <a:p>
            <a:r>
              <a:rPr lang="zh-CN" altLang="en-US" sz="8000" b="1" spc="50" dirty="0" smtClean="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rPr>
              <a:t>软件</a:t>
            </a:r>
            <a:endParaRPr lang="en-US" altLang="zh-CN" sz="8000" b="1" spc="50" dirty="0" smtClean="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endParaRPr>
          </a:p>
          <a:p>
            <a:pPr algn="r"/>
            <a:r>
              <a:rPr lang="zh-CN" altLang="en-US" sz="8000" b="1" spc="50" dirty="0" smtClean="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rPr>
              <a:t>工程</a:t>
            </a:r>
            <a:endParaRPr lang="zh-CN" altLang="en-US" sz="8000" b="1" spc="50" dirty="0">
              <a:solidFill>
                <a:schemeClr val="bg2"/>
              </a:solidFill>
              <a:effectLst>
                <a:glow rad="101600">
                  <a:schemeClr val="tx2">
                    <a:alpha val="60000"/>
                  </a:schemeClr>
                </a:glow>
                <a:outerShdw blurRad="38100" dist="38100" dir="2700000" algn="tl">
                  <a:srgbClr val="000000">
                    <a:alpha val="43137"/>
                  </a:srgbClr>
                </a:outerShdw>
              </a:effectLst>
              <a:latin typeface="微软雅黑" panose="020B0503020204020204" charset="-122"/>
              <a:ea typeface="微软雅黑" panose="020B0503020204020204" charset="-122"/>
            </a:endParaRPr>
          </a:p>
        </p:txBody>
      </p:sp>
    </p:spTree>
    <p:custDataLst>
      <p:tags r:id="rId1"/>
    </p:custDataLst>
  </p:cSld>
  <p:clrMapOvr>
    <a:masterClrMapping/>
  </p:clrMapOvr>
  <p:transition>
    <p:dissolv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solidFill>
                  <a:srgbClr val="FF0000"/>
                </a:solidFill>
              </a:rPr>
              <a:t>8 Web</a:t>
            </a:r>
            <a:r>
              <a:rPr lang="zh-CN" altLang="en-US">
                <a:solidFill>
                  <a:srgbClr val="FF0000"/>
                </a:solidFill>
              </a:rPr>
              <a:t>软件工程</a:t>
            </a:r>
          </a:p>
        </p:txBody>
      </p:sp>
      <p:sp>
        <p:nvSpPr>
          <p:cNvPr id="16" name="矩形 15"/>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en-US" altLang="zh-CN"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Web</a:t>
            </a:r>
          </a:p>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软件工程</a:t>
            </a:r>
          </a:p>
        </p:txBody>
      </p:sp>
      <p:sp>
        <p:nvSpPr>
          <p:cNvPr id="100" name="文本框 99"/>
          <p:cNvSpPr txBox="1"/>
          <p:nvPr/>
        </p:nvSpPr>
        <p:spPr>
          <a:xfrm>
            <a:off x="1529080" y="2060575"/>
            <a:ext cx="9878060" cy="3653790"/>
          </a:xfrm>
          <a:prstGeom prst="rect">
            <a:avLst/>
          </a:prstGeom>
          <a:noFill/>
          <a:ln w="9525">
            <a:noFill/>
          </a:ln>
        </p:spPr>
        <p:txBody>
          <a:bodyPr wrap="square">
            <a:spAutoFit/>
          </a:bodyPr>
          <a:lstStyle/>
          <a:p>
            <a:pPr marL="0" indent="0" algn="l" fontAlgn="auto">
              <a:lnSpc>
                <a:spcPct val="130000"/>
              </a:lnSpc>
            </a:pPr>
            <a:r>
              <a:rPr lang="en-US" altLang="zh-CN">
                <a:latin typeface="微软雅黑" panose="020B0503020204020204" charset="-122"/>
                <a:ea typeface="微软雅黑" panose="020B0503020204020204" charset="-122"/>
                <a:sym typeface="+mn-ea"/>
              </a:rPr>
              <a:t>       </a:t>
            </a:r>
            <a:r>
              <a:rPr lang="zh-CN" altLang="en-US">
                <a:latin typeface="微软雅黑" panose="020B0503020204020204" charset="-122"/>
                <a:ea typeface="微软雅黑" panose="020B0503020204020204" charset="-122"/>
                <a:sym typeface="+mn-ea"/>
              </a:rPr>
              <a:t>随着网络技术的不断发展，应用Web（网页）的系统越来越多，Web在很多领域都有着巨大的需求。基于Web的应用是指使用Internet浏览器管理用户界面所表现的内容，而业务逻辑和数据库都部署在服务器上。</a:t>
            </a:r>
          </a:p>
          <a:p>
            <a:pPr marL="0" indent="0" algn="l" fontAlgn="auto">
              <a:lnSpc>
                <a:spcPct val="130000"/>
              </a:lnSpc>
            </a:pPr>
            <a:r>
              <a:rPr lang="zh-CN" altLang="en-US">
                <a:latin typeface="微软雅黑" panose="020B0503020204020204" charset="-122"/>
                <a:ea typeface="微软雅黑" panose="020B0503020204020204" charset="-122"/>
                <a:sym typeface="+mn-ea"/>
              </a:rPr>
              <a:t>       典型的基于Web系统的组件至少部署在三层（即Web客户端、Web服务器和数据库服务器）以上。对于基于Web的应用程序来说，常在客户端采用Java Applet（Java写的小程序）和JavaScript（Java脚本语言）两种技术，在服务器端采用Servlet和动态网页技术标准JSP两种技术。Servlet可以产生超文本标记语言（HTML）。HTML页面的Java代码由Web服务器管理，代码通过JSP支持。Web服务器提供HTML客户端浏览器和数据库服务器之间的通信通道。Servlet一旦被加载到服务器中，就能够链接数据库并为多个客户端维护这个链接。而JSP是在HTML页面中嵌入Java代码，用来管理页面的动态内容并提供数据，运行之前JSP是要动态编译的。</a:t>
            </a:r>
          </a:p>
        </p:txBody>
      </p:sp>
      <p:sp>
        <p:nvSpPr>
          <p:cNvPr id="7" name="文本框 6"/>
          <p:cNvSpPr txBox="1"/>
          <p:nvPr/>
        </p:nvSpPr>
        <p:spPr>
          <a:xfrm>
            <a:off x="754380" y="3062605"/>
            <a:ext cx="476250" cy="1649730"/>
          </a:xfrm>
          <a:prstGeom prst="rect">
            <a:avLst/>
          </a:prstGeom>
          <a:noFill/>
        </p:spPr>
        <p:txBody>
          <a:bodyPr vert="eaVert" wrap="none" rtlCol="0">
            <a:spAutoFit/>
          </a:bodyPr>
          <a:lstStyle/>
          <a:p>
            <a:pPr algn="l"/>
            <a:r>
              <a:rPr lang="en-US" altLang="zh-CN" spc="160" dirty="0">
                <a:solidFill>
                  <a:schemeClr val="bg1"/>
                </a:solidFill>
                <a:latin typeface="微软雅黑" panose="020B0503020204020204" charset="-122"/>
                <a:ea typeface="微软雅黑" panose="020B0503020204020204" charset="-122"/>
              </a:rPr>
              <a:t>Web</a:t>
            </a:r>
            <a:r>
              <a:rPr lang="zh-CN" altLang="en-US" spc="160" dirty="0">
                <a:solidFill>
                  <a:schemeClr val="bg1"/>
                </a:solidFill>
                <a:latin typeface="微软雅黑" panose="020B0503020204020204" charset="-122"/>
                <a:ea typeface="微软雅黑" panose="020B0503020204020204" charset="-122"/>
              </a:rPr>
              <a:t>软件工程</a:t>
            </a:r>
          </a:p>
        </p:txBody>
      </p:sp>
    </p:spTree>
    <p:custDataLst>
      <p:tags r:id="rId1"/>
    </p:custDataLst>
  </p:cSld>
  <p:clrMapOvr>
    <a:masterClrMapping/>
  </p:clrMapOvr>
  <p:transition>
    <p:wedg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solidFill>
                  <a:srgbClr val="FF0000"/>
                </a:solidFill>
              </a:rPr>
              <a:t>8 Web</a:t>
            </a:r>
            <a:r>
              <a:rPr lang="zh-CN" altLang="en-US">
                <a:solidFill>
                  <a:srgbClr val="FF0000"/>
                </a:solidFill>
              </a:rPr>
              <a:t>软件工程</a:t>
            </a:r>
          </a:p>
        </p:txBody>
      </p:sp>
      <p:sp>
        <p:nvSpPr>
          <p:cNvPr id="16" name="矩形 15"/>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en-US" altLang="zh-CN"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Web</a:t>
            </a:r>
          </a:p>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软件工程</a:t>
            </a:r>
          </a:p>
        </p:txBody>
      </p:sp>
      <p:sp>
        <p:nvSpPr>
          <p:cNvPr id="100" name="文本框 99"/>
          <p:cNvSpPr txBox="1"/>
          <p:nvPr/>
        </p:nvSpPr>
        <p:spPr>
          <a:xfrm>
            <a:off x="1485900" y="1882775"/>
            <a:ext cx="9878060" cy="4010025"/>
          </a:xfrm>
          <a:prstGeom prst="rect">
            <a:avLst/>
          </a:prstGeom>
          <a:noFill/>
          <a:ln w="9525">
            <a:noFill/>
          </a:ln>
        </p:spPr>
        <p:txBody>
          <a:bodyPr wrap="square">
            <a:spAutoFit/>
          </a:bodyPr>
          <a:lstStyle/>
          <a:p>
            <a:pPr marL="0" indent="0" algn="l" fontAlgn="auto">
              <a:lnSpc>
                <a:spcPct val="130000"/>
              </a:lnSpc>
            </a:pPr>
            <a:r>
              <a:rPr lang="en-US" altLang="zh-CN">
                <a:latin typeface="微软雅黑" panose="020B0503020204020204" charset="-122"/>
                <a:ea typeface="微软雅黑" panose="020B0503020204020204" charset="-122"/>
                <a:sym typeface="+mn-ea"/>
              </a:rPr>
              <a:t>       </a:t>
            </a:r>
            <a:r>
              <a:rPr lang="zh-CN" altLang="en-US">
                <a:latin typeface="微软雅黑" panose="020B0503020204020204" charset="-122"/>
                <a:ea typeface="微软雅黑" panose="020B0503020204020204" charset="-122"/>
                <a:sym typeface="+mn-ea"/>
              </a:rPr>
              <a:t>本章从基于Web应用的角度，探讨和介绍Web系统的设计模式，并分析基于Web的系统和应用（WebApp）设计的6个主要步骤。</a:t>
            </a:r>
          </a:p>
          <a:p>
            <a:pPr marL="285750" indent="-285750" algn="l" fontAlgn="auto">
              <a:lnSpc>
                <a:spcPct val="130000"/>
              </a:lnSpc>
              <a:buFont typeface="Wingdings" panose="05000000000000000000" charset="0"/>
              <a:buChar char="Ø"/>
            </a:pPr>
            <a:r>
              <a:rPr lang="zh-CN" altLang="en-US">
                <a:latin typeface="微软雅黑" panose="020B0503020204020204" charset="-122"/>
                <a:ea typeface="微软雅黑" panose="020B0503020204020204" charset="-122"/>
                <a:sym typeface="+mn-ea"/>
              </a:rPr>
              <a:t>界面设计：创建定义用户界面的总体布局和交互机制；</a:t>
            </a:r>
          </a:p>
          <a:p>
            <a:pPr marL="285750" indent="-285750" algn="l" fontAlgn="auto">
              <a:lnSpc>
                <a:spcPct val="130000"/>
              </a:lnSpc>
              <a:buFont typeface="Wingdings" panose="05000000000000000000" charset="0"/>
              <a:buChar char="Ø"/>
            </a:pPr>
            <a:r>
              <a:rPr lang="zh-CN" altLang="en-US">
                <a:latin typeface="微软雅黑" panose="020B0503020204020204" charset="-122"/>
                <a:ea typeface="微软雅黑" panose="020B0503020204020204" charset="-122"/>
                <a:sym typeface="+mn-ea"/>
              </a:rPr>
              <a:t>美学设计：建立最终用户所关注的外观和感觉；</a:t>
            </a:r>
          </a:p>
          <a:p>
            <a:pPr marL="285750" indent="-285750" algn="l" fontAlgn="auto">
              <a:lnSpc>
                <a:spcPct val="130000"/>
              </a:lnSpc>
              <a:buFont typeface="Wingdings" panose="05000000000000000000" charset="0"/>
              <a:buChar char="Ø"/>
            </a:pPr>
            <a:r>
              <a:rPr lang="zh-CN" altLang="en-US">
                <a:latin typeface="微软雅黑" panose="020B0503020204020204" charset="-122"/>
                <a:ea typeface="微软雅黑" panose="020B0503020204020204" charset="-122"/>
                <a:sym typeface="+mn-ea"/>
              </a:rPr>
              <a:t>内容设计：将从分析模型中获取的信息作为设计内容对象及它们之间的关系基础；</a:t>
            </a:r>
          </a:p>
          <a:p>
            <a:pPr marL="285750" indent="-285750" algn="l" fontAlgn="auto">
              <a:lnSpc>
                <a:spcPct val="130000"/>
              </a:lnSpc>
              <a:buFont typeface="Wingdings" panose="05000000000000000000" charset="0"/>
              <a:buChar char="Ø"/>
            </a:pPr>
            <a:r>
              <a:rPr lang="zh-CN" altLang="en-US">
                <a:latin typeface="微软雅黑" panose="020B0503020204020204" charset="-122"/>
                <a:ea typeface="微软雅黑" panose="020B0503020204020204" charset="-122"/>
                <a:sym typeface="+mn-ea"/>
              </a:rPr>
              <a:t>体系结构设计：重点关注所有内容对象和功能的总体超媒体结构；</a:t>
            </a:r>
          </a:p>
          <a:p>
            <a:pPr marL="285750" indent="-285750" algn="l" fontAlgn="auto">
              <a:lnSpc>
                <a:spcPct val="130000"/>
              </a:lnSpc>
              <a:buFont typeface="Wingdings" panose="05000000000000000000" charset="0"/>
              <a:buChar char="Ø"/>
            </a:pPr>
            <a:r>
              <a:rPr lang="zh-CN" altLang="en-US">
                <a:latin typeface="微软雅黑" panose="020B0503020204020204" charset="-122"/>
                <a:ea typeface="微软雅黑" panose="020B0503020204020204" charset="-122"/>
                <a:sym typeface="+mn-ea"/>
              </a:rPr>
              <a:t>构件设计：表示了WebApp功能元素的详细内部结构；</a:t>
            </a:r>
          </a:p>
          <a:p>
            <a:pPr marL="285750" indent="-285750" algn="l" fontAlgn="auto">
              <a:lnSpc>
                <a:spcPct val="130000"/>
              </a:lnSpc>
              <a:buFont typeface="Wingdings" panose="05000000000000000000" charset="0"/>
              <a:buChar char="Ø"/>
            </a:pPr>
            <a:r>
              <a:rPr lang="zh-CN" altLang="en-US">
                <a:latin typeface="微软雅黑" panose="020B0503020204020204" charset="-122"/>
                <a:ea typeface="微软雅黑" panose="020B0503020204020204" charset="-122"/>
                <a:sym typeface="+mn-ea"/>
              </a:rPr>
              <a:t>导航设计：定义最终用户是怎样对超媒体结构进行导航的。</a:t>
            </a:r>
          </a:p>
          <a:p>
            <a:pPr marL="0" indent="0" algn="l" fontAlgn="auto">
              <a:lnSpc>
                <a:spcPct val="130000"/>
              </a:lnSpc>
            </a:pPr>
            <a:r>
              <a:rPr lang="zh-CN" altLang="en-US">
                <a:latin typeface="微软雅黑" panose="020B0503020204020204" charset="-122"/>
                <a:ea typeface="微软雅黑" panose="020B0503020204020204" charset="-122"/>
                <a:sym typeface="+mn-ea"/>
              </a:rPr>
              <a:t>本章最后介绍了WebApp的测试方法。</a:t>
            </a:r>
          </a:p>
          <a:p>
            <a:pPr marL="0" indent="0" algn="l" fontAlgn="auto">
              <a:lnSpc>
                <a:spcPct val="130000"/>
              </a:lnSpc>
            </a:pPr>
            <a:r>
              <a:rPr lang="zh-CN" altLang="en-US">
                <a:latin typeface="微软雅黑" panose="020B0503020204020204" charset="-122"/>
                <a:ea typeface="微软雅黑" panose="020B0503020204020204" charset="-122"/>
                <a:sym typeface="+mn-ea"/>
              </a:rPr>
              <a:t>★ 本章重点：</a:t>
            </a:r>
            <a:r>
              <a:rPr lang="zh-CN" altLang="en-US">
                <a:solidFill>
                  <a:schemeClr val="accent6">
                    <a:lumMod val="50000"/>
                  </a:schemeClr>
                </a:solidFill>
                <a:latin typeface="微软雅黑" panose="020B0503020204020204" charset="-122"/>
                <a:ea typeface="微软雅黑" panose="020B0503020204020204" charset="-122"/>
                <a:sym typeface="+mn-ea"/>
              </a:rPr>
              <a:t>Web的层次结构；Web的客户端和服务器所使用的技术；Web软件的设计模式，模型－视图－控制器模式；WebApp设计方法；WebApp测试方法。</a:t>
            </a:r>
          </a:p>
        </p:txBody>
      </p:sp>
      <p:sp>
        <p:nvSpPr>
          <p:cNvPr id="7" name="文本框 6"/>
          <p:cNvSpPr txBox="1"/>
          <p:nvPr/>
        </p:nvSpPr>
        <p:spPr>
          <a:xfrm>
            <a:off x="754380" y="3062605"/>
            <a:ext cx="476250" cy="1649730"/>
          </a:xfrm>
          <a:prstGeom prst="rect">
            <a:avLst/>
          </a:prstGeom>
          <a:noFill/>
        </p:spPr>
        <p:txBody>
          <a:bodyPr vert="eaVert" wrap="none" rtlCol="0">
            <a:spAutoFit/>
          </a:bodyPr>
          <a:lstStyle/>
          <a:p>
            <a:pPr algn="l"/>
            <a:r>
              <a:rPr lang="en-US" altLang="zh-CN" spc="160" dirty="0">
                <a:solidFill>
                  <a:schemeClr val="bg1"/>
                </a:solidFill>
                <a:latin typeface="微软雅黑" panose="020B0503020204020204" charset="-122"/>
                <a:ea typeface="微软雅黑" panose="020B0503020204020204" charset="-122"/>
              </a:rPr>
              <a:t>Web</a:t>
            </a:r>
            <a:r>
              <a:rPr lang="zh-CN" altLang="en-US" spc="160" dirty="0">
                <a:solidFill>
                  <a:schemeClr val="bg1"/>
                </a:solidFill>
                <a:latin typeface="微软雅黑" panose="020B0503020204020204" charset="-122"/>
                <a:ea typeface="微软雅黑" panose="020B0503020204020204" charset="-122"/>
              </a:rPr>
              <a:t>软件工程</a:t>
            </a:r>
          </a:p>
        </p:txBody>
      </p:sp>
    </p:spTree>
    <p:custDataLst>
      <p:tags r:id="rId1"/>
    </p:custDataLst>
  </p:cSld>
  <p:clrMapOvr>
    <a:masterClrMapping/>
  </p:clrMapOvr>
  <p:transition>
    <p:wedg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任意多边形 17"/>
          <p:cNvSpPr/>
          <p:nvPr>
            <p:custDataLst>
              <p:tags r:id="rId2"/>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sp>
        <p:nvSpPr>
          <p:cNvPr id="5123" name="Text Box 20"/>
          <p:cNvSpPr txBox="1">
            <a:spLocks noChangeArrowheads="1"/>
          </p:cNvSpPr>
          <p:nvPr>
            <p:custDataLst>
              <p:tags r:id="rId3"/>
            </p:custDataLst>
          </p:nvPr>
        </p:nvSpPr>
        <p:spPr bwMode="auto">
          <a:xfrm>
            <a:off x="1794269" y="1781267"/>
            <a:ext cx="2415116" cy="489585"/>
          </a:xfrm>
          <a:prstGeom prst="rect">
            <a:avLst/>
          </a:prstGeom>
          <a:noFill/>
          <a:ln w="9525">
            <a:noFill/>
            <a:miter lim="800000"/>
          </a:ln>
          <a:effectLst/>
        </p:spPr>
        <p:txBody>
          <a:bodyPr>
            <a:spAutoFit/>
          </a:bodyPr>
          <a:lstStyle/>
          <a:p>
            <a:pPr algn="dist" eaLnBrk="1" hangingPunct="1">
              <a:buFont typeface="Arial" panose="020B0604020202020204" pitchFamily="34" charset="0"/>
              <a:buNone/>
            </a:pPr>
            <a:r>
              <a:rPr lang="zh-CN" altLang="en-US" sz="2400" dirty="0">
                <a:solidFill>
                  <a:srgbClr val="FFFFFF"/>
                </a:solidFill>
                <a:latin typeface="Arial Black" panose="020B0A04020102020204" pitchFamily="34" charset="0"/>
                <a:ea typeface="华文新魏" panose="02010800040101010101" pitchFamily="2" charset="-122"/>
              </a:rPr>
              <a:t>Contents</a:t>
            </a:r>
          </a:p>
        </p:txBody>
      </p:sp>
      <p:sp>
        <p:nvSpPr>
          <p:cNvPr id="5124" name="文本框 20"/>
          <p:cNvSpPr txBox="1">
            <a:spLocks noChangeArrowheads="1"/>
          </p:cNvSpPr>
          <p:nvPr>
            <p:custDataLst>
              <p:tags r:id="rId4"/>
            </p:custDataLst>
          </p:nvPr>
        </p:nvSpPr>
        <p:spPr bwMode="auto">
          <a:xfrm>
            <a:off x="178820" y="828675"/>
            <a:ext cx="1797049" cy="822960"/>
          </a:xfrm>
          <a:prstGeom prst="rect">
            <a:avLst/>
          </a:prstGeom>
          <a:noFill/>
          <a:ln w="9525">
            <a:noFill/>
            <a:miter lim="800000"/>
          </a:ln>
        </p:spPr>
        <p:txBody>
          <a:bodyPr>
            <a:spAutoFit/>
          </a:bodyPr>
          <a:lstStyle/>
          <a:p>
            <a:pPr algn="ctr" eaLnBrk="1" hangingPunct="1">
              <a:buFont typeface="Arial" panose="020B0604020202020204" pitchFamily="34" charset="0"/>
              <a:buNone/>
            </a:pPr>
            <a:r>
              <a:rPr lang="zh-CN" altLang="en-US" sz="4800" dirty="0">
                <a:solidFill>
                  <a:srgbClr val="FFFFFF"/>
                </a:solidFill>
                <a:latin typeface="微软雅黑" panose="020B0503020204020204" charset="-122"/>
              </a:rPr>
              <a:t>目录</a:t>
            </a:r>
          </a:p>
        </p:txBody>
      </p:sp>
      <p:cxnSp>
        <p:nvCxnSpPr>
          <p:cNvPr id="5125" name="直接连接符 22"/>
          <p:cNvCxnSpPr>
            <a:cxnSpLocks noChangeShapeType="1"/>
          </p:cNvCxnSpPr>
          <p:nvPr>
            <p:custDataLst>
              <p:tags r:id="rId5"/>
            </p:custDataLst>
          </p:nvPr>
        </p:nvCxnSpPr>
        <p:spPr bwMode="auto">
          <a:xfrm>
            <a:off x="762001" y="1628775"/>
            <a:ext cx="3240617" cy="0"/>
          </a:xfrm>
          <a:prstGeom prst="line">
            <a:avLst/>
          </a:prstGeom>
          <a:noFill/>
          <a:ln w="9525">
            <a:solidFill>
              <a:srgbClr val="FFFFFF"/>
            </a:solidFill>
            <a:prstDash val="sysDash"/>
            <a:round/>
          </a:ln>
        </p:spPr>
      </p:cxnSp>
      <p:cxnSp>
        <p:nvCxnSpPr>
          <p:cNvPr id="5126" name="直接连接符 24"/>
          <p:cNvCxnSpPr>
            <a:cxnSpLocks noChangeShapeType="1"/>
          </p:cNvCxnSpPr>
          <p:nvPr>
            <p:custDataLst>
              <p:tags r:id="rId6"/>
            </p:custDataLst>
          </p:nvPr>
        </p:nvCxnSpPr>
        <p:spPr bwMode="auto">
          <a:xfrm>
            <a:off x="1761067" y="534989"/>
            <a:ext cx="0" cy="2124075"/>
          </a:xfrm>
          <a:prstGeom prst="line">
            <a:avLst/>
          </a:prstGeom>
          <a:noFill/>
          <a:ln w="9525">
            <a:solidFill>
              <a:srgbClr val="FFFFFF"/>
            </a:solidFill>
            <a:prstDash val="sysDash"/>
            <a:round/>
          </a:ln>
        </p:spPr>
      </p:cxnSp>
      <p:grpSp>
        <p:nvGrpSpPr>
          <p:cNvPr id="17" name="组合 16"/>
          <p:cNvGrpSpPr/>
          <p:nvPr/>
        </p:nvGrpSpPr>
        <p:grpSpPr>
          <a:xfrm>
            <a:off x="5521325" y="1720850"/>
            <a:ext cx="5085080" cy="611505"/>
            <a:chOff x="8728" y="2565"/>
            <a:chExt cx="8008" cy="963"/>
          </a:xfrm>
        </p:grpSpPr>
        <p:pic>
          <p:nvPicPr>
            <p:cNvPr id="47" name="图片 14"/>
            <p:cNvPicPr>
              <a:picLocks noChangeAspect="1"/>
            </p:cNvPicPr>
            <p:nvPr/>
          </p:nvPicPr>
          <p:blipFill>
            <a:blip r:embed="rId9" cstate="print"/>
            <a:stretch>
              <a:fillRect/>
            </a:stretch>
          </p:blipFill>
          <p:spPr>
            <a:xfrm>
              <a:off x="8728" y="2565"/>
              <a:ext cx="963" cy="963"/>
            </a:xfrm>
            <a:prstGeom prst="rect">
              <a:avLst/>
            </a:prstGeom>
            <a:noFill/>
            <a:ln w="9525">
              <a:noFill/>
            </a:ln>
          </p:spPr>
        </p:pic>
        <p:sp>
          <p:nvSpPr>
            <p:cNvPr id="48" name="椭圆 47"/>
            <p:cNvSpPr/>
            <p:nvPr/>
          </p:nvSpPr>
          <p:spPr>
            <a:xfrm>
              <a:off x="8728" y="2565"/>
              <a:ext cx="963" cy="963"/>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2" name="组合 20"/>
            <p:cNvGrpSpPr/>
            <p:nvPr/>
          </p:nvGrpSpPr>
          <p:grpSpPr>
            <a:xfrm>
              <a:off x="9883" y="2565"/>
              <a:ext cx="6853" cy="960"/>
              <a:chOff x="6004452" y="1971917"/>
              <a:chExt cx="3406249" cy="610204"/>
            </a:xfrm>
          </p:grpSpPr>
          <p:pic>
            <p:nvPicPr>
              <p:cNvPr id="50" name="图片 10"/>
              <p:cNvPicPr>
                <a:picLocks noChangeAspect="1"/>
              </p:cNvPicPr>
              <p:nvPr/>
            </p:nvPicPr>
            <p:blipFill>
              <a:blip r:embed="rId10" cstate="print"/>
              <a:stretch>
                <a:fillRect/>
              </a:stretch>
            </p:blipFill>
            <p:spPr>
              <a:xfrm>
                <a:off x="6004452" y="1973117"/>
                <a:ext cx="3406249" cy="609004"/>
              </a:xfrm>
              <a:prstGeom prst="rect">
                <a:avLst/>
              </a:prstGeom>
              <a:noFill/>
              <a:ln w="9525">
                <a:noFill/>
              </a:ln>
            </p:spPr>
          </p:pic>
          <p:sp>
            <p:nvSpPr>
              <p:cNvPr id="51" name="圆角矩形 50"/>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52" name="文本框 19"/>
            <p:cNvSpPr txBox="1"/>
            <p:nvPr/>
          </p:nvSpPr>
          <p:spPr>
            <a:xfrm>
              <a:off x="10325" y="2660"/>
              <a:ext cx="6217"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Web</a:t>
              </a:r>
              <a:r>
                <a:rPr lang="zh-CN" altLang="en-US" sz="2400" b="1" dirty="0">
                  <a:solidFill>
                    <a:schemeClr val="bg1"/>
                  </a:solidFill>
                  <a:latin typeface="微软雅黑" panose="020B0503020204020204" charset="-122"/>
                  <a:ea typeface="微软雅黑" panose="020B0503020204020204" charset="-122"/>
                </a:rPr>
                <a:t>软件的特性</a:t>
              </a:r>
            </a:p>
          </p:txBody>
        </p:sp>
        <p:sp>
          <p:nvSpPr>
            <p:cNvPr id="53" name="文本框 21"/>
            <p:cNvSpPr txBox="1"/>
            <p:nvPr/>
          </p:nvSpPr>
          <p:spPr>
            <a:xfrm>
              <a:off x="8788" y="2700"/>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01</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16" name="组合 15"/>
          <p:cNvGrpSpPr/>
          <p:nvPr/>
        </p:nvGrpSpPr>
        <p:grpSpPr>
          <a:xfrm>
            <a:off x="4825365" y="2724150"/>
            <a:ext cx="5048250" cy="612775"/>
            <a:chOff x="7754" y="4005"/>
            <a:chExt cx="7781" cy="965"/>
          </a:xfrm>
        </p:grpSpPr>
        <p:pic>
          <p:nvPicPr>
            <p:cNvPr id="54" name="图片 24"/>
            <p:cNvPicPr>
              <a:picLocks noChangeAspect="1"/>
            </p:cNvPicPr>
            <p:nvPr/>
          </p:nvPicPr>
          <p:blipFill>
            <a:blip r:embed="rId9" cstate="print"/>
            <a:stretch>
              <a:fillRect/>
            </a:stretch>
          </p:blipFill>
          <p:spPr>
            <a:xfrm>
              <a:off x="7754" y="4005"/>
              <a:ext cx="963" cy="965"/>
            </a:xfrm>
            <a:prstGeom prst="rect">
              <a:avLst/>
            </a:prstGeom>
            <a:noFill/>
            <a:ln w="9525">
              <a:noFill/>
            </a:ln>
          </p:spPr>
        </p:pic>
        <p:sp>
          <p:nvSpPr>
            <p:cNvPr id="55" name="椭圆 54"/>
            <p:cNvSpPr/>
            <p:nvPr/>
          </p:nvSpPr>
          <p:spPr>
            <a:xfrm>
              <a:off x="7754" y="4005"/>
              <a:ext cx="963" cy="965"/>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3" name="组合 26"/>
            <p:cNvGrpSpPr/>
            <p:nvPr/>
          </p:nvGrpSpPr>
          <p:grpSpPr>
            <a:xfrm>
              <a:off x="8909" y="4005"/>
              <a:ext cx="6360" cy="963"/>
              <a:chOff x="6004452" y="1971917"/>
              <a:chExt cx="3406249" cy="610204"/>
            </a:xfrm>
          </p:grpSpPr>
          <p:pic>
            <p:nvPicPr>
              <p:cNvPr id="57" name="图片 29"/>
              <p:cNvPicPr>
                <a:picLocks noChangeAspect="1"/>
              </p:cNvPicPr>
              <p:nvPr/>
            </p:nvPicPr>
            <p:blipFill>
              <a:blip r:embed="rId11" cstate="print"/>
              <a:stretch>
                <a:fillRect/>
              </a:stretch>
            </p:blipFill>
            <p:spPr>
              <a:xfrm>
                <a:off x="6004452" y="1973117"/>
                <a:ext cx="3406249" cy="609004"/>
              </a:xfrm>
              <a:prstGeom prst="rect">
                <a:avLst/>
              </a:prstGeom>
              <a:noFill/>
              <a:ln w="9525">
                <a:noFill/>
              </a:ln>
            </p:spPr>
          </p:pic>
          <p:sp>
            <p:nvSpPr>
              <p:cNvPr id="58" name="圆角矩形 57"/>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59" name="文本框 27"/>
            <p:cNvSpPr txBox="1"/>
            <p:nvPr/>
          </p:nvSpPr>
          <p:spPr>
            <a:xfrm>
              <a:off x="9352" y="4103"/>
              <a:ext cx="6183"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Web</a:t>
              </a:r>
              <a:r>
                <a:rPr lang="zh-CN" altLang="en-US" sz="2400" b="1" dirty="0">
                  <a:solidFill>
                    <a:schemeClr val="bg1"/>
                  </a:solidFill>
                  <a:latin typeface="微软雅黑" panose="020B0503020204020204" charset="-122"/>
                  <a:ea typeface="微软雅黑" panose="020B0503020204020204" charset="-122"/>
                </a:rPr>
                <a:t>的层次结构</a:t>
              </a:r>
            </a:p>
          </p:txBody>
        </p:sp>
        <p:sp>
          <p:nvSpPr>
            <p:cNvPr id="60" name="文本框 28"/>
            <p:cNvSpPr txBox="1"/>
            <p:nvPr/>
          </p:nvSpPr>
          <p:spPr>
            <a:xfrm>
              <a:off x="7814" y="4143"/>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02</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15" name="组合 14"/>
          <p:cNvGrpSpPr/>
          <p:nvPr/>
        </p:nvGrpSpPr>
        <p:grpSpPr>
          <a:xfrm>
            <a:off x="4093845" y="3705860"/>
            <a:ext cx="4770755" cy="612775"/>
            <a:chOff x="6616" y="5448"/>
            <a:chExt cx="7513" cy="965"/>
          </a:xfrm>
        </p:grpSpPr>
        <p:pic>
          <p:nvPicPr>
            <p:cNvPr id="61" name="图片 32"/>
            <p:cNvPicPr>
              <a:picLocks noChangeAspect="1"/>
            </p:cNvPicPr>
            <p:nvPr/>
          </p:nvPicPr>
          <p:blipFill>
            <a:blip r:embed="rId9" cstate="print"/>
            <a:stretch>
              <a:fillRect/>
            </a:stretch>
          </p:blipFill>
          <p:spPr>
            <a:xfrm>
              <a:off x="6616" y="5448"/>
              <a:ext cx="963" cy="965"/>
            </a:xfrm>
            <a:prstGeom prst="rect">
              <a:avLst/>
            </a:prstGeom>
            <a:noFill/>
            <a:ln w="9525">
              <a:noFill/>
            </a:ln>
          </p:spPr>
        </p:pic>
        <p:sp>
          <p:nvSpPr>
            <p:cNvPr id="62" name="椭圆 61"/>
            <p:cNvSpPr/>
            <p:nvPr/>
          </p:nvSpPr>
          <p:spPr>
            <a:xfrm>
              <a:off x="6616" y="5448"/>
              <a:ext cx="963" cy="965"/>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4" name="组合 34"/>
            <p:cNvGrpSpPr/>
            <p:nvPr/>
          </p:nvGrpSpPr>
          <p:grpSpPr>
            <a:xfrm>
              <a:off x="7771" y="5448"/>
              <a:ext cx="6358" cy="962"/>
              <a:chOff x="6004452" y="1971917"/>
              <a:chExt cx="3406249" cy="610204"/>
            </a:xfrm>
          </p:grpSpPr>
          <p:pic>
            <p:nvPicPr>
              <p:cNvPr id="64" name="图片 37"/>
              <p:cNvPicPr>
                <a:picLocks noChangeAspect="1"/>
              </p:cNvPicPr>
              <p:nvPr/>
            </p:nvPicPr>
            <p:blipFill>
              <a:blip r:embed="rId11" cstate="print"/>
              <a:stretch>
                <a:fillRect/>
              </a:stretch>
            </p:blipFill>
            <p:spPr>
              <a:xfrm>
                <a:off x="6004452" y="1973117"/>
                <a:ext cx="3406249" cy="609004"/>
              </a:xfrm>
              <a:prstGeom prst="rect">
                <a:avLst/>
              </a:prstGeom>
              <a:noFill/>
              <a:ln w="9525">
                <a:noFill/>
              </a:ln>
            </p:spPr>
          </p:pic>
          <p:sp>
            <p:nvSpPr>
              <p:cNvPr id="65" name="圆角矩形 64"/>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66" name="文本框 35"/>
            <p:cNvSpPr txBox="1"/>
            <p:nvPr/>
          </p:nvSpPr>
          <p:spPr>
            <a:xfrm>
              <a:off x="8213" y="5545"/>
              <a:ext cx="5916"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400" b="1" dirty="0">
                  <a:solidFill>
                    <a:schemeClr val="bg1"/>
                  </a:solidFill>
                  <a:latin typeface="微软雅黑" panose="020B0503020204020204" charset="-122"/>
                  <a:ea typeface="微软雅黑" panose="020B0503020204020204" charset="-122"/>
                </a:rPr>
                <a:t>客户端层可用技术</a:t>
              </a:r>
            </a:p>
          </p:txBody>
        </p:sp>
        <p:sp>
          <p:nvSpPr>
            <p:cNvPr id="67" name="文本框 36"/>
            <p:cNvSpPr txBox="1"/>
            <p:nvPr/>
          </p:nvSpPr>
          <p:spPr>
            <a:xfrm>
              <a:off x="6676" y="5585"/>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03</a:t>
              </a:r>
              <a:endParaRPr lang="zh-CN" altLang="en-US" sz="2400" b="1" dirty="0">
                <a:solidFill>
                  <a:schemeClr val="bg1"/>
                </a:solidFill>
                <a:latin typeface="微软雅黑" panose="020B0503020204020204" charset="-122"/>
                <a:ea typeface="微软雅黑" panose="020B0503020204020204" charset="-122"/>
              </a:endParaRPr>
            </a:p>
          </p:txBody>
        </p:sp>
      </p:grpSp>
      <p:grpSp>
        <p:nvGrpSpPr>
          <p:cNvPr id="6" name="组合 5"/>
          <p:cNvGrpSpPr/>
          <p:nvPr/>
        </p:nvGrpSpPr>
        <p:grpSpPr>
          <a:xfrm>
            <a:off x="3320415" y="4733925"/>
            <a:ext cx="4683760" cy="611505"/>
            <a:chOff x="5228" y="7274"/>
            <a:chExt cx="7100" cy="963"/>
          </a:xfrm>
        </p:grpSpPr>
        <p:pic>
          <p:nvPicPr>
            <p:cNvPr id="68" name="图片 40"/>
            <p:cNvPicPr>
              <a:picLocks noChangeAspect="1"/>
            </p:cNvPicPr>
            <p:nvPr/>
          </p:nvPicPr>
          <p:blipFill>
            <a:blip r:embed="rId9" cstate="print"/>
            <a:stretch>
              <a:fillRect/>
            </a:stretch>
          </p:blipFill>
          <p:spPr>
            <a:xfrm>
              <a:off x="5228" y="7274"/>
              <a:ext cx="963" cy="963"/>
            </a:xfrm>
            <a:prstGeom prst="rect">
              <a:avLst/>
            </a:prstGeom>
            <a:noFill/>
            <a:ln w="9525">
              <a:noFill/>
            </a:ln>
          </p:spPr>
        </p:pic>
        <p:sp>
          <p:nvSpPr>
            <p:cNvPr id="69" name="椭圆 68"/>
            <p:cNvSpPr/>
            <p:nvPr/>
          </p:nvSpPr>
          <p:spPr>
            <a:xfrm>
              <a:off x="5228" y="7274"/>
              <a:ext cx="963" cy="963"/>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5" name="组合 42"/>
            <p:cNvGrpSpPr/>
            <p:nvPr/>
          </p:nvGrpSpPr>
          <p:grpSpPr>
            <a:xfrm>
              <a:off x="6383" y="7274"/>
              <a:ext cx="5945" cy="960"/>
              <a:chOff x="6004452" y="1971917"/>
              <a:chExt cx="3406249" cy="610204"/>
            </a:xfrm>
          </p:grpSpPr>
          <p:pic>
            <p:nvPicPr>
              <p:cNvPr id="71" name="图片 45"/>
              <p:cNvPicPr>
                <a:picLocks noChangeAspect="1"/>
              </p:cNvPicPr>
              <p:nvPr/>
            </p:nvPicPr>
            <p:blipFill>
              <a:blip r:embed="rId10" cstate="print"/>
              <a:stretch>
                <a:fillRect/>
              </a:stretch>
            </p:blipFill>
            <p:spPr>
              <a:xfrm>
                <a:off x="6004452" y="1973117"/>
                <a:ext cx="3406249" cy="609004"/>
              </a:xfrm>
              <a:prstGeom prst="rect">
                <a:avLst/>
              </a:prstGeom>
              <a:noFill/>
              <a:ln w="9525">
                <a:noFill/>
              </a:ln>
            </p:spPr>
          </p:pic>
          <p:sp>
            <p:nvSpPr>
              <p:cNvPr id="72" name="圆角矩形 71"/>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73" name="文本框 43"/>
            <p:cNvSpPr txBox="1"/>
            <p:nvPr/>
          </p:nvSpPr>
          <p:spPr>
            <a:xfrm>
              <a:off x="6825" y="7371"/>
              <a:ext cx="5503"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Web</a:t>
              </a:r>
              <a:r>
                <a:rPr lang="zh-CN" altLang="en-US" sz="2400" b="1" dirty="0">
                  <a:solidFill>
                    <a:schemeClr val="bg1"/>
                  </a:solidFill>
                  <a:latin typeface="微软雅黑" panose="020B0503020204020204" charset="-122"/>
                  <a:ea typeface="微软雅黑" panose="020B0503020204020204" charset="-122"/>
                </a:rPr>
                <a:t>服务器层使用的技术</a:t>
              </a:r>
            </a:p>
          </p:txBody>
        </p:sp>
        <p:sp>
          <p:nvSpPr>
            <p:cNvPr id="74" name="文本框 44"/>
            <p:cNvSpPr txBox="1"/>
            <p:nvPr/>
          </p:nvSpPr>
          <p:spPr>
            <a:xfrm>
              <a:off x="5288" y="7411"/>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04</a:t>
              </a:r>
              <a:endParaRPr lang="zh-CN" altLang="en-US" sz="2400" b="1" dirty="0">
                <a:solidFill>
                  <a:schemeClr val="bg1"/>
                </a:solidFill>
                <a:latin typeface="微软雅黑" panose="020B0503020204020204" charset="-122"/>
                <a:ea typeface="微软雅黑" panose="020B0503020204020204" charset="-122"/>
              </a:endParaRPr>
            </a:p>
          </p:txBody>
        </p:sp>
      </p:grpSp>
    </p:spTree>
    <p:custDataLst>
      <p:tags r:id="rId1"/>
    </p:custDataLst>
  </p:cSld>
  <p:clrMapOvr>
    <a:masterClrMapping/>
  </p:clrMapOvr>
  <p:transition>
    <p:pull dir="rd"/>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任意多边形 17"/>
          <p:cNvSpPr/>
          <p:nvPr>
            <p:custDataLst>
              <p:tags r:id="rId2"/>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sp>
        <p:nvSpPr>
          <p:cNvPr id="5123" name="Text Box 20"/>
          <p:cNvSpPr txBox="1">
            <a:spLocks noChangeArrowheads="1"/>
          </p:cNvSpPr>
          <p:nvPr>
            <p:custDataLst>
              <p:tags r:id="rId3"/>
            </p:custDataLst>
          </p:nvPr>
        </p:nvSpPr>
        <p:spPr bwMode="auto">
          <a:xfrm>
            <a:off x="1794269" y="1781267"/>
            <a:ext cx="2415116" cy="489585"/>
          </a:xfrm>
          <a:prstGeom prst="rect">
            <a:avLst/>
          </a:prstGeom>
          <a:noFill/>
          <a:ln w="9525">
            <a:noFill/>
            <a:miter lim="800000"/>
          </a:ln>
          <a:effectLst/>
        </p:spPr>
        <p:txBody>
          <a:bodyPr>
            <a:spAutoFit/>
          </a:bodyPr>
          <a:lstStyle/>
          <a:p>
            <a:pPr algn="dist" eaLnBrk="1" hangingPunct="1">
              <a:buFont typeface="Arial" panose="020B0604020202020204" pitchFamily="34" charset="0"/>
              <a:buNone/>
            </a:pPr>
            <a:r>
              <a:rPr lang="zh-CN" altLang="en-US" sz="2400" dirty="0">
                <a:solidFill>
                  <a:srgbClr val="FFFFFF"/>
                </a:solidFill>
                <a:latin typeface="Arial Black" panose="020B0A04020102020204" pitchFamily="34" charset="0"/>
                <a:ea typeface="华文新魏" panose="02010800040101010101" pitchFamily="2" charset="-122"/>
              </a:rPr>
              <a:t>Contents</a:t>
            </a:r>
          </a:p>
        </p:txBody>
      </p:sp>
      <p:sp>
        <p:nvSpPr>
          <p:cNvPr id="5124" name="文本框 20"/>
          <p:cNvSpPr txBox="1">
            <a:spLocks noChangeArrowheads="1"/>
          </p:cNvSpPr>
          <p:nvPr>
            <p:custDataLst>
              <p:tags r:id="rId4"/>
            </p:custDataLst>
          </p:nvPr>
        </p:nvSpPr>
        <p:spPr bwMode="auto">
          <a:xfrm>
            <a:off x="178820" y="828675"/>
            <a:ext cx="1797049" cy="822960"/>
          </a:xfrm>
          <a:prstGeom prst="rect">
            <a:avLst/>
          </a:prstGeom>
          <a:noFill/>
          <a:ln w="9525">
            <a:noFill/>
            <a:miter lim="800000"/>
          </a:ln>
        </p:spPr>
        <p:txBody>
          <a:bodyPr>
            <a:spAutoFit/>
          </a:bodyPr>
          <a:lstStyle/>
          <a:p>
            <a:pPr algn="ctr" eaLnBrk="1" hangingPunct="1">
              <a:buFont typeface="Arial" panose="020B0604020202020204" pitchFamily="34" charset="0"/>
              <a:buNone/>
            </a:pPr>
            <a:r>
              <a:rPr lang="zh-CN" altLang="en-US" sz="4800" dirty="0">
                <a:solidFill>
                  <a:srgbClr val="FFFFFF"/>
                </a:solidFill>
                <a:latin typeface="微软雅黑" panose="020B0503020204020204" charset="-122"/>
              </a:rPr>
              <a:t>目录</a:t>
            </a:r>
          </a:p>
        </p:txBody>
      </p:sp>
      <p:cxnSp>
        <p:nvCxnSpPr>
          <p:cNvPr id="5125" name="直接连接符 22"/>
          <p:cNvCxnSpPr>
            <a:cxnSpLocks noChangeShapeType="1"/>
          </p:cNvCxnSpPr>
          <p:nvPr>
            <p:custDataLst>
              <p:tags r:id="rId5"/>
            </p:custDataLst>
          </p:nvPr>
        </p:nvCxnSpPr>
        <p:spPr bwMode="auto">
          <a:xfrm>
            <a:off x="762001" y="1628775"/>
            <a:ext cx="3240617" cy="0"/>
          </a:xfrm>
          <a:prstGeom prst="line">
            <a:avLst/>
          </a:prstGeom>
          <a:noFill/>
          <a:ln w="9525">
            <a:solidFill>
              <a:srgbClr val="FFFFFF"/>
            </a:solidFill>
            <a:prstDash val="sysDash"/>
            <a:round/>
          </a:ln>
        </p:spPr>
      </p:cxnSp>
      <p:cxnSp>
        <p:nvCxnSpPr>
          <p:cNvPr id="5126" name="直接连接符 24"/>
          <p:cNvCxnSpPr>
            <a:cxnSpLocks noChangeShapeType="1"/>
          </p:cNvCxnSpPr>
          <p:nvPr>
            <p:custDataLst>
              <p:tags r:id="rId6"/>
            </p:custDataLst>
          </p:nvPr>
        </p:nvCxnSpPr>
        <p:spPr bwMode="auto">
          <a:xfrm>
            <a:off x="1761067" y="534989"/>
            <a:ext cx="0" cy="2124075"/>
          </a:xfrm>
          <a:prstGeom prst="line">
            <a:avLst/>
          </a:prstGeom>
          <a:noFill/>
          <a:ln w="9525">
            <a:solidFill>
              <a:srgbClr val="FFFFFF"/>
            </a:solidFill>
            <a:prstDash val="sysDash"/>
            <a:round/>
          </a:ln>
        </p:spPr>
      </p:cxnSp>
      <p:grpSp>
        <p:nvGrpSpPr>
          <p:cNvPr id="17" name="组合 16"/>
          <p:cNvGrpSpPr/>
          <p:nvPr/>
        </p:nvGrpSpPr>
        <p:grpSpPr>
          <a:xfrm>
            <a:off x="5480050" y="1720850"/>
            <a:ext cx="5085080" cy="611505"/>
            <a:chOff x="8728" y="2565"/>
            <a:chExt cx="8008" cy="963"/>
          </a:xfrm>
        </p:grpSpPr>
        <p:pic>
          <p:nvPicPr>
            <p:cNvPr id="47" name="图片 14"/>
            <p:cNvPicPr>
              <a:picLocks noChangeAspect="1"/>
            </p:cNvPicPr>
            <p:nvPr/>
          </p:nvPicPr>
          <p:blipFill>
            <a:blip r:embed="rId9" cstate="print"/>
            <a:stretch>
              <a:fillRect/>
            </a:stretch>
          </p:blipFill>
          <p:spPr>
            <a:xfrm>
              <a:off x="8728" y="2565"/>
              <a:ext cx="963" cy="963"/>
            </a:xfrm>
            <a:prstGeom prst="rect">
              <a:avLst/>
            </a:prstGeom>
            <a:noFill/>
            <a:ln w="9525">
              <a:noFill/>
            </a:ln>
          </p:spPr>
        </p:pic>
        <p:sp>
          <p:nvSpPr>
            <p:cNvPr id="48" name="椭圆 47"/>
            <p:cNvSpPr/>
            <p:nvPr/>
          </p:nvSpPr>
          <p:spPr>
            <a:xfrm>
              <a:off x="8728" y="2565"/>
              <a:ext cx="963" cy="963"/>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2" name="组合 20"/>
            <p:cNvGrpSpPr/>
            <p:nvPr/>
          </p:nvGrpSpPr>
          <p:grpSpPr>
            <a:xfrm>
              <a:off x="9883" y="2565"/>
              <a:ext cx="6853" cy="960"/>
              <a:chOff x="6004452" y="1971917"/>
              <a:chExt cx="3406249" cy="610204"/>
            </a:xfrm>
          </p:grpSpPr>
          <p:pic>
            <p:nvPicPr>
              <p:cNvPr id="50" name="图片 10"/>
              <p:cNvPicPr>
                <a:picLocks noChangeAspect="1"/>
              </p:cNvPicPr>
              <p:nvPr/>
            </p:nvPicPr>
            <p:blipFill>
              <a:blip r:embed="rId10" cstate="print"/>
              <a:stretch>
                <a:fillRect/>
              </a:stretch>
            </p:blipFill>
            <p:spPr>
              <a:xfrm>
                <a:off x="6004452" y="1973117"/>
                <a:ext cx="3406249" cy="609004"/>
              </a:xfrm>
              <a:prstGeom prst="rect">
                <a:avLst/>
              </a:prstGeom>
              <a:noFill/>
              <a:ln w="9525">
                <a:noFill/>
              </a:ln>
            </p:spPr>
          </p:pic>
          <p:sp>
            <p:nvSpPr>
              <p:cNvPr id="51" name="圆角矩形 50"/>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52" name="文本框 19"/>
            <p:cNvSpPr txBox="1"/>
            <p:nvPr/>
          </p:nvSpPr>
          <p:spPr>
            <a:xfrm>
              <a:off x="10325" y="2660"/>
              <a:ext cx="6217"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Web</a:t>
              </a:r>
              <a:r>
                <a:rPr lang="zh-CN" altLang="en-US" sz="2400" b="1" dirty="0">
                  <a:solidFill>
                    <a:schemeClr val="bg1"/>
                  </a:solidFill>
                  <a:latin typeface="微软雅黑" panose="020B0503020204020204" charset="-122"/>
                  <a:ea typeface="微软雅黑" panose="020B0503020204020204" charset="-122"/>
                </a:rPr>
                <a:t>软件设计模式</a:t>
              </a:r>
            </a:p>
          </p:txBody>
        </p:sp>
        <p:sp>
          <p:nvSpPr>
            <p:cNvPr id="53" name="文本框 21"/>
            <p:cNvSpPr txBox="1"/>
            <p:nvPr/>
          </p:nvSpPr>
          <p:spPr>
            <a:xfrm>
              <a:off x="8788" y="2700"/>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a:t>
              </a:r>
              <a:r>
                <a:rPr lang="en-US" sz="2400" b="1" dirty="0">
                  <a:solidFill>
                    <a:schemeClr val="bg1"/>
                  </a:solidFill>
                  <a:latin typeface="微软雅黑" panose="020B0503020204020204" charset="-122"/>
                  <a:ea typeface="微软雅黑" panose="020B0503020204020204" charset="-122"/>
                </a:rPr>
                <a:t>5</a:t>
              </a:r>
            </a:p>
          </p:txBody>
        </p:sp>
      </p:grpSp>
      <p:grpSp>
        <p:nvGrpSpPr>
          <p:cNvPr id="16" name="组合 15"/>
          <p:cNvGrpSpPr/>
          <p:nvPr/>
        </p:nvGrpSpPr>
        <p:grpSpPr>
          <a:xfrm>
            <a:off x="4443095" y="3125470"/>
            <a:ext cx="5048250" cy="612775"/>
            <a:chOff x="7754" y="4005"/>
            <a:chExt cx="7781" cy="965"/>
          </a:xfrm>
        </p:grpSpPr>
        <p:pic>
          <p:nvPicPr>
            <p:cNvPr id="54" name="图片 24"/>
            <p:cNvPicPr>
              <a:picLocks noChangeAspect="1"/>
            </p:cNvPicPr>
            <p:nvPr/>
          </p:nvPicPr>
          <p:blipFill>
            <a:blip r:embed="rId9" cstate="print"/>
            <a:stretch>
              <a:fillRect/>
            </a:stretch>
          </p:blipFill>
          <p:spPr>
            <a:xfrm>
              <a:off x="7754" y="4005"/>
              <a:ext cx="963" cy="965"/>
            </a:xfrm>
            <a:prstGeom prst="rect">
              <a:avLst/>
            </a:prstGeom>
            <a:noFill/>
            <a:ln w="9525">
              <a:noFill/>
            </a:ln>
          </p:spPr>
        </p:pic>
        <p:sp>
          <p:nvSpPr>
            <p:cNvPr id="55" name="椭圆 54"/>
            <p:cNvSpPr/>
            <p:nvPr/>
          </p:nvSpPr>
          <p:spPr>
            <a:xfrm>
              <a:off x="7754" y="4005"/>
              <a:ext cx="963" cy="965"/>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3" name="组合 26"/>
            <p:cNvGrpSpPr/>
            <p:nvPr/>
          </p:nvGrpSpPr>
          <p:grpSpPr>
            <a:xfrm>
              <a:off x="8909" y="4005"/>
              <a:ext cx="6360" cy="963"/>
              <a:chOff x="6004452" y="1971917"/>
              <a:chExt cx="3406249" cy="610204"/>
            </a:xfrm>
          </p:grpSpPr>
          <p:pic>
            <p:nvPicPr>
              <p:cNvPr id="57" name="图片 29"/>
              <p:cNvPicPr>
                <a:picLocks noChangeAspect="1"/>
              </p:cNvPicPr>
              <p:nvPr/>
            </p:nvPicPr>
            <p:blipFill>
              <a:blip r:embed="rId11" cstate="print"/>
              <a:stretch>
                <a:fillRect/>
              </a:stretch>
            </p:blipFill>
            <p:spPr>
              <a:xfrm>
                <a:off x="6004452" y="1973117"/>
                <a:ext cx="3406249" cy="609004"/>
              </a:xfrm>
              <a:prstGeom prst="rect">
                <a:avLst/>
              </a:prstGeom>
              <a:noFill/>
              <a:ln w="9525">
                <a:noFill/>
              </a:ln>
            </p:spPr>
          </p:pic>
          <p:sp>
            <p:nvSpPr>
              <p:cNvPr id="58" name="圆角矩形 57"/>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59" name="文本框 27"/>
            <p:cNvSpPr txBox="1"/>
            <p:nvPr/>
          </p:nvSpPr>
          <p:spPr>
            <a:xfrm>
              <a:off x="9352" y="4103"/>
              <a:ext cx="6183"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WebApp</a:t>
              </a:r>
              <a:r>
                <a:rPr lang="zh-CN" altLang="en-US" sz="2400" b="1" dirty="0">
                  <a:solidFill>
                    <a:schemeClr val="bg1"/>
                  </a:solidFill>
                  <a:latin typeface="微软雅黑" panose="020B0503020204020204" charset="-122"/>
                  <a:ea typeface="微软雅黑" panose="020B0503020204020204" charset="-122"/>
                </a:rPr>
                <a:t>设计</a:t>
              </a:r>
            </a:p>
          </p:txBody>
        </p:sp>
        <p:sp>
          <p:nvSpPr>
            <p:cNvPr id="60" name="文本框 28"/>
            <p:cNvSpPr txBox="1"/>
            <p:nvPr/>
          </p:nvSpPr>
          <p:spPr>
            <a:xfrm>
              <a:off x="7814" y="4143"/>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a:t>
              </a:r>
              <a:r>
                <a:rPr lang="en-US" sz="2400" b="1" dirty="0">
                  <a:solidFill>
                    <a:schemeClr val="bg1"/>
                  </a:solidFill>
                  <a:latin typeface="微软雅黑" panose="020B0503020204020204" charset="-122"/>
                  <a:ea typeface="微软雅黑" panose="020B0503020204020204" charset="-122"/>
                </a:rPr>
                <a:t>6</a:t>
              </a:r>
            </a:p>
          </p:txBody>
        </p:sp>
      </p:grpSp>
      <p:grpSp>
        <p:nvGrpSpPr>
          <p:cNvPr id="15" name="组合 14"/>
          <p:cNvGrpSpPr/>
          <p:nvPr/>
        </p:nvGrpSpPr>
        <p:grpSpPr>
          <a:xfrm>
            <a:off x="3373755" y="4556760"/>
            <a:ext cx="4770755" cy="612775"/>
            <a:chOff x="6616" y="5448"/>
            <a:chExt cx="7513" cy="965"/>
          </a:xfrm>
        </p:grpSpPr>
        <p:pic>
          <p:nvPicPr>
            <p:cNvPr id="61" name="图片 32"/>
            <p:cNvPicPr>
              <a:picLocks noChangeAspect="1"/>
            </p:cNvPicPr>
            <p:nvPr/>
          </p:nvPicPr>
          <p:blipFill>
            <a:blip r:embed="rId9" cstate="print"/>
            <a:stretch>
              <a:fillRect/>
            </a:stretch>
          </p:blipFill>
          <p:spPr>
            <a:xfrm>
              <a:off x="6616" y="5448"/>
              <a:ext cx="963" cy="965"/>
            </a:xfrm>
            <a:prstGeom prst="rect">
              <a:avLst/>
            </a:prstGeom>
            <a:noFill/>
            <a:ln w="9525">
              <a:noFill/>
            </a:ln>
          </p:spPr>
        </p:pic>
        <p:sp>
          <p:nvSpPr>
            <p:cNvPr id="62" name="椭圆 61"/>
            <p:cNvSpPr/>
            <p:nvPr/>
          </p:nvSpPr>
          <p:spPr>
            <a:xfrm>
              <a:off x="6616" y="5448"/>
              <a:ext cx="963" cy="965"/>
            </a:xfrm>
            <a:prstGeom prst="ellipse">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nvGrpSpPr>
            <p:cNvPr id="4" name="组合 34"/>
            <p:cNvGrpSpPr/>
            <p:nvPr/>
          </p:nvGrpSpPr>
          <p:grpSpPr>
            <a:xfrm>
              <a:off x="7771" y="5448"/>
              <a:ext cx="6358" cy="962"/>
              <a:chOff x="6004452" y="1971917"/>
              <a:chExt cx="3406249" cy="610204"/>
            </a:xfrm>
          </p:grpSpPr>
          <p:pic>
            <p:nvPicPr>
              <p:cNvPr id="64" name="图片 37"/>
              <p:cNvPicPr>
                <a:picLocks noChangeAspect="1"/>
              </p:cNvPicPr>
              <p:nvPr/>
            </p:nvPicPr>
            <p:blipFill>
              <a:blip r:embed="rId11" cstate="print"/>
              <a:stretch>
                <a:fillRect/>
              </a:stretch>
            </p:blipFill>
            <p:spPr>
              <a:xfrm>
                <a:off x="6004452" y="1973117"/>
                <a:ext cx="3406249" cy="609004"/>
              </a:xfrm>
              <a:prstGeom prst="rect">
                <a:avLst/>
              </a:prstGeom>
              <a:noFill/>
              <a:ln w="9525">
                <a:noFill/>
              </a:ln>
            </p:spPr>
          </p:pic>
          <p:sp>
            <p:nvSpPr>
              <p:cNvPr id="65" name="圆角矩形 64"/>
              <p:cNvSpPr/>
              <p:nvPr/>
            </p:nvSpPr>
            <p:spPr>
              <a:xfrm>
                <a:off x="6004452" y="1971917"/>
                <a:ext cx="3406249" cy="610204"/>
              </a:xfrm>
              <a:prstGeom prst="roundRect">
                <a:avLst>
                  <a:gd name="adj" fmla="val 50000"/>
                </a:avLst>
              </a:prstGeom>
              <a:solidFill>
                <a:schemeClr val="tx1">
                  <a:alpha val="3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66" name="文本框 35"/>
            <p:cNvSpPr txBox="1"/>
            <p:nvPr/>
          </p:nvSpPr>
          <p:spPr>
            <a:xfrm>
              <a:off x="8213" y="5545"/>
              <a:ext cx="5916"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WebApp</a:t>
              </a:r>
              <a:r>
                <a:rPr lang="zh-CN" altLang="en-US" sz="2400" b="1" dirty="0">
                  <a:solidFill>
                    <a:schemeClr val="bg1"/>
                  </a:solidFill>
                  <a:latin typeface="微软雅黑" panose="020B0503020204020204" charset="-122"/>
                  <a:ea typeface="微软雅黑" panose="020B0503020204020204" charset="-122"/>
                </a:rPr>
                <a:t>测试</a:t>
              </a:r>
            </a:p>
          </p:txBody>
        </p:sp>
        <p:sp>
          <p:nvSpPr>
            <p:cNvPr id="67" name="文本框 36"/>
            <p:cNvSpPr txBox="1"/>
            <p:nvPr/>
          </p:nvSpPr>
          <p:spPr>
            <a:xfrm>
              <a:off x="6676" y="5585"/>
              <a:ext cx="1000"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07</a:t>
              </a:r>
              <a:endParaRPr lang="zh-CN" altLang="en-US" sz="2400" b="1" dirty="0">
                <a:solidFill>
                  <a:schemeClr val="bg1"/>
                </a:solidFill>
                <a:latin typeface="微软雅黑" panose="020B0503020204020204" charset="-122"/>
                <a:ea typeface="微软雅黑" panose="020B0503020204020204" charset="-122"/>
              </a:endParaRPr>
            </a:p>
          </p:txBody>
        </p:sp>
      </p:grpSp>
    </p:spTree>
    <p:custDataLst>
      <p:tags r:id="rId1"/>
    </p:custDataLst>
  </p:cSld>
  <p:clrMapOvr>
    <a:masterClrMapping/>
  </p:clrMapOvr>
  <p:transition>
    <p:pull dir="rd"/>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1</a:t>
              </a:r>
            </a:p>
          </p:txBody>
        </p:sp>
      </p:grpSp>
      <p:sp>
        <p:nvSpPr>
          <p:cNvPr id="40" name="文本框 39"/>
          <p:cNvSpPr txBox="1"/>
          <p:nvPr/>
        </p:nvSpPr>
        <p:spPr>
          <a:xfrm>
            <a:off x="6006555" y="2913198"/>
            <a:ext cx="5137150" cy="87439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Web</a:t>
            </a: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软件的特性</a:t>
            </a:r>
          </a:p>
        </p:txBody>
      </p:sp>
      <p:grpSp>
        <p:nvGrpSpPr>
          <p:cNvPr id="11" name="组合 10"/>
          <p:cNvGrpSpPr/>
          <p:nvPr/>
        </p:nvGrpSpPr>
        <p:grpSpPr>
          <a:xfrm>
            <a:off x="6006465" y="4013835"/>
            <a:ext cx="5344160" cy="835660"/>
            <a:chOff x="9459" y="7259"/>
            <a:chExt cx="8416" cy="1316"/>
          </a:xfrm>
        </p:grpSpPr>
        <p:sp>
          <p:nvSpPr>
            <p:cNvPr id="48" name="文本框 47"/>
            <p:cNvSpPr txBox="1"/>
            <p:nvPr/>
          </p:nvSpPr>
          <p:spPr>
            <a:xfrm>
              <a:off x="9459" y="7259"/>
              <a:ext cx="8416"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Web</a:t>
              </a: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是图形化的和易于导航的</a:t>
              </a:r>
            </a:p>
          </p:txBody>
        </p:sp>
        <p:sp>
          <p:nvSpPr>
            <p:cNvPr id="50" name="文本框 49"/>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Web</a:t>
              </a: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与平台无关</a:t>
              </a:r>
            </a:p>
          </p:txBody>
        </p:sp>
      </p:grpSp>
      <p:grpSp>
        <p:nvGrpSpPr>
          <p:cNvPr id="3" name="组合 2"/>
          <p:cNvGrpSpPr/>
          <p:nvPr/>
        </p:nvGrpSpPr>
        <p:grpSpPr>
          <a:xfrm>
            <a:off x="6006465" y="4849495"/>
            <a:ext cx="3712845" cy="835660"/>
            <a:chOff x="9459" y="7259"/>
            <a:chExt cx="5847" cy="1316"/>
          </a:xfrm>
        </p:grpSpPr>
        <p:sp>
          <p:nvSpPr>
            <p:cNvPr id="5" name="文本框 4"/>
            <p:cNvSpPr txBox="1"/>
            <p:nvPr/>
          </p:nvSpPr>
          <p:spPr>
            <a:xfrm>
              <a:off x="9459" y="7259"/>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Web</a:t>
              </a: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是分布式的</a:t>
              </a:r>
            </a:p>
          </p:txBody>
        </p:sp>
        <p:sp>
          <p:nvSpPr>
            <p:cNvPr id="6" name="文本框 5"/>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Web</a:t>
              </a: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是动态的</a:t>
              </a:r>
            </a:p>
          </p:txBody>
        </p:sp>
      </p:grpSp>
      <p:grpSp>
        <p:nvGrpSpPr>
          <p:cNvPr id="8" name="组合 7"/>
          <p:cNvGrpSpPr/>
          <p:nvPr/>
        </p:nvGrpSpPr>
        <p:grpSpPr>
          <a:xfrm>
            <a:off x="6006465" y="5685155"/>
            <a:ext cx="3712845" cy="835660"/>
            <a:chOff x="9459" y="7259"/>
            <a:chExt cx="5847" cy="1316"/>
          </a:xfrm>
        </p:grpSpPr>
        <p:sp>
          <p:nvSpPr>
            <p:cNvPr id="9" name="文本框 8"/>
            <p:cNvSpPr txBox="1"/>
            <p:nvPr/>
          </p:nvSpPr>
          <p:spPr>
            <a:xfrm>
              <a:off x="9459" y="7259"/>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Web</a:t>
              </a: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是交互的</a:t>
              </a:r>
            </a:p>
          </p:txBody>
        </p:sp>
        <p:sp>
          <p:nvSpPr>
            <p:cNvPr id="12" name="文本框 11"/>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数据集可重复利用</a:t>
              </a:r>
            </a:p>
          </p:txBody>
        </p:sp>
      </p:grpSp>
    </p:spTree>
  </p:cSld>
  <p:clrMapOvr>
    <a:masterClrMapping/>
  </p:clrMapOvr>
  <p:transition spd="slow">
    <p:wip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8.1 Web</a:t>
            </a:r>
            <a:r>
              <a:rPr lang="zh-CN" altLang="en-US" dirty="0" smtClean="0">
                <a:solidFill>
                  <a:srgbClr val="FF0000"/>
                </a:solidFill>
                <a:sym typeface="+mn-ea"/>
              </a:rPr>
              <a:t>软件的特性</a:t>
            </a:r>
            <a:br>
              <a:rPr lang="zh-CN" altLang="en-US" dirty="0" smtClean="0">
                <a:solidFill>
                  <a:srgbClr val="FF0000"/>
                </a:solidFill>
                <a:sym typeface="+mn-ea"/>
              </a:rPr>
            </a:br>
            <a:endParaRPr lang="zh-CN" altLang="en-US" dirty="0" smtClean="0">
              <a:solidFill>
                <a:srgbClr val="FF0000"/>
              </a:solidFill>
              <a:sym typeface="+mn-ea"/>
            </a:endParaRPr>
          </a:p>
        </p:txBody>
      </p:sp>
      <p:grpSp>
        <p:nvGrpSpPr>
          <p:cNvPr id="7" name="组合 6"/>
          <p:cNvGrpSpPr/>
          <p:nvPr/>
        </p:nvGrpSpPr>
        <p:grpSpPr>
          <a:xfrm>
            <a:off x="0" y="2412365"/>
            <a:ext cx="12192000" cy="3074035"/>
            <a:chOff x="0" y="3848"/>
            <a:chExt cx="19200" cy="4841"/>
          </a:xfrm>
        </p:grpSpPr>
        <p:sp>
          <p:nvSpPr>
            <p:cNvPr id="18" name="矩形 17"/>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717" y="3928"/>
              <a:ext cx="11235" cy="4680"/>
            </a:xfrm>
            <a:prstGeom prst="rect">
              <a:avLst/>
            </a:prstGeom>
          </p:spPr>
          <p:txBody>
            <a:bodyPr wrap="square">
              <a:spAutoFit/>
            </a:bodyPr>
            <a:lstStyle/>
            <a:p>
              <a:pPr indent="457200">
                <a:lnSpc>
                  <a:spcPct val="150000"/>
                </a:lnSpc>
                <a:defRPr/>
              </a:pP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随着科技的不断发展，网络的发展更是飞速，Web已从Web</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 1.0发展到Web 3.0。2007年，谷歌首席执行官Eric </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Schmidt在出席首尔数字论坛时，曾谈到“对于Web</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 3.0，我的预测将是拼凑在一起的应用程序，带有一些主要特征：应用程序相对较小、数据处于Cloud中、应用程序可以在任何设备（PC或者移动电话）上运行、应用程序的速度非常快并能进行很多自定义，此外应用程序会像病毒一样地扩散（社交网络、电子邮件等）。”</a:t>
              </a:r>
            </a:p>
          </p:txBody>
        </p:sp>
      </p:grpSp>
      <p:pic>
        <p:nvPicPr>
          <p:cNvPr id="3" name="图片 2" descr="A000220150318R02PPIC"/>
          <p:cNvPicPr>
            <a:picLocks noChangeAspect="1"/>
          </p:cNvPicPr>
          <p:nvPr/>
        </p:nvPicPr>
        <p:blipFill>
          <a:blip r:embed="rId4" cstate="print"/>
          <a:stretch>
            <a:fillRect/>
          </a:stretch>
        </p:blipFill>
        <p:spPr>
          <a:xfrm>
            <a:off x="7361555" y="1116330"/>
            <a:ext cx="4830445" cy="3542030"/>
          </a:xfrm>
          <a:prstGeom prst="rect">
            <a:avLst/>
          </a:prstGeom>
        </p:spPr>
      </p:pic>
    </p:spTree>
    <p:custDataLst>
      <p:tags r:id="rId1"/>
    </p:custDataLst>
  </p:cSld>
  <p:clrMapOvr>
    <a:masterClrMapping/>
  </p:clrMapOvr>
  <p:transition>
    <p:zo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8.1 Web</a:t>
            </a:r>
            <a:r>
              <a:rPr lang="zh-CN" altLang="en-US" dirty="0" smtClean="0">
                <a:solidFill>
                  <a:srgbClr val="FF0000"/>
                </a:solidFill>
                <a:sym typeface="+mn-ea"/>
              </a:rPr>
              <a:t>软件的特性</a:t>
            </a:r>
          </a:p>
        </p:txBody>
      </p:sp>
      <p:grpSp>
        <p:nvGrpSpPr>
          <p:cNvPr id="4" name="组合 3"/>
          <p:cNvGrpSpPr/>
          <p:nvPr/>
        </p:nvGrpSpPr>
        <p:grpSpPr>
          <a:xfrm>
            <a:off x="810423" y="1881364"/>
            <a:ext cx="10707370" cy="2077085"/>
            <a:chOff x="1630" y="5726"/>
            <a:chExt cx="16862" cy="3271"/>
          </a:xfrm>
        </p:grpSpPr>
        <p:cxnSp>
          <p:nvCxnSpPr>
            <p:cNvPr id="5" name="MH_Other_1"/>
            <p:cNvCxnSpPr/>
            <p:nvPr/>
          </p:nvCxnSpPr>
          <p:spPr>
            <a:xfrm flipH="1">
              <a:off x="2470" y="6041"/>
              <a:ext cx="1545" cy="1450"/>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sp>
          <p:nvSpPr>
            <p:cNvPr id="6"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8" name="MH_SubTitle_1"/>
            <p:cNvSpPr txBox="1">
              <a:spLocks noChangeArrowheads="1"/>
            </p:cNvSpPr>
            <p:nvPr/>
          </p:nvSpPr>
          <p:spPr bwMode="auto">
            <a:xfrm>
              <a:off x="3283" y="6688"/>
              <a:ext cx="15209" cy="2309"/>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B0F0"/>
                  </a:solidFill>
                </a:rPr>
                <a:t>Web是图形化的和易于导航的</a:t>
              </a:r>
            </a:p>
            <a:p>
              <a:pPr indent="457200" fontAlgn="auto">
                <a:lnSpc>
                  <a:spcPct val="120000"/>
                </a:lnSpc>
              </a:pPr>
              <a:r>
                <a:rPr lang="zh-CN" altLang="en-US" dirty="0">
                  <a:ea typeface="微软雅黑" panose="020B0503020204020204" charset="-122"/>
                </a:rPr>
                <a:t>Web非常流行的一个很重要的原因，就在于它可以在一页上同时显示色彩丰富的图形和文本。在Web之前，Internet上的信息只有文本形式。而Web可以提供将图形、音频、视频信息集合于一体的特性。同时，Web是非常易于导航的，只需要从一个超链接跳到另一个超链接，就可以在各页、各站点之间进行转换浏览了。</a:t>
              </a:r>
            </a:p>
          </p:txBody>
        </p:sp>
        <p:sp>
          <p:nvSpPr>
            <p:cNvPr id="9"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A8E7"/>
                  </a:solidFill>
                  <a:latin typeface="Agency FB" panose="020B0503020202020204" pitchFamily="34" charset="0"/>
                  <a:ea typeface="微软雅黑" panose="020B0503020204020204" charset="-122"/>
                </a:rPr>
                <a:t>1</a:t>
              </a:r>
            </a:p>
          </p:txBody>
        </p:sp>
      </p:grpSp>
      <p:grpSp>
        <p:nvGrpSpPr>
          <p:cNvPr id="10" name="组合 9"/>
          <p:cNvGrpSpPr/>
          <p:nvPr/>
        </p:nvGrpSpPr>
        <p:grpSpPr>
          <a:xfrm>
            <a:off x="822488" y="3958296"/>
            <a:ext cx="10627360" cy="1920875"/>
            <a:chOff x="1840" y="2871"/>
            <a:chExt cx="16736" cy="3025"/>
          </a:xfrm>
        </p:grpSpPr>
        <p:cxnSp>
          <p:nvCxnSpPr>
            <p:cNvPr id="11" name="MH_Other_4"/>
            <p:cNvCxnSpPr/>
            <p:nvPr/>
          </p:nvCxnSpPr>
          <p:spPr>
            <a:xfrm flipH="1">
              <a:off x="2680" y="3183"/>
              <a:ext cx="1545" cy="1450"/>
            </a:xfrm>
            <a:prstGeom prst="line">
              <a:avLst/>
            </a:prstGeom>
            <a:ln w="381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2"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3" name="MH_SubTitle_2"/>
            <p:cNvSpPr txBox="1">
              <a:spLocks noChangeArrowheads="1"/>
            </p:cNvSpPr>
            <p:nvPr/>
          </p:nvSpPr>
          <p:spPr bwMode="auto">
            <a:xfrm>
              <a:off x="3455" y="4034"/>
              <a:ext cx="15121" cy="1862"/>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6">
                      <a:lumMod val="60000"/>
                      <a:lumOff val="40000"/>
                    </a:schemeClr>
                  </a:solidFill>
                  <a:ea typeface="微软雅黑" panose="020B0503020204020204" charset="-122"/>
                </a:rPr>
                <a:t>Web与平台无关</a:t>
              </a:r>
            </a:p>
            <a:p>
              <a:pPr indent="457200" fontAlgn="auto">
                <a:lnSpc>
                  <a:spcPct val="120000"/>
                </a:lnSpc>
              </a:pPr>
              <a:r>
                <a:rPr lang="zh-CN" altLang="en-US" dirty="0">
                  <a:solidFill>
                    <a:schemeClr val="tx1"/>
                  </a:solidFill>
                  <a:ea typeface="微软雅黑" panose="020B0503020204020204" charset="-122"/>
                </a:rPr>
                <a:t>无论用户的系统平台是什么，Windows，UNIX，Linux，Mac OS X，iOS，Android或其他，都可以通过Internet访问WWW。也就是说，浏览WWW对系统平台没有什么限制。对WWW的访问是通过一种叫做浏览器（Browser）的软件实现的，如IE（Internet Explorer），Chrome，Firefox，Safari等。</a:t>
              </a:r>
            </a:p>
          </p:txBody>
        </p:sp>
        <p:sp>
          <p:nvSpPr>
            <p:cNvPr id="14"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3600" b="1">
                  <a:solidFill>
                    <a:schemeClr val="accent6">
                      <a:lumMod val="60000"/>
                      <a:lumOff val="40000"/>
                    </a:schemeClr>
                  </a:solidFill>
                  <a:latin typeface="Agency FB" panose="020B0503020202020204" pitchFamily="34" charset="0"/>
                  <a:ea typeface="微软雅黑" panose="020B0503020204020204" charset="-122"/>
                </a:rPr>
                <a:t>2</a:t>
              </a:r>
            </a:p>
          </p:txBody>
        </p:sp>
      </p:grpSp>
      <p:sp>
        <p:nvSpPr>
          <p:cNvPr id="15" name="矩形 14"/>
          <p:cNvSpPr/>
          <p:nvPr/>
        </p:nvSpPr>
        <p:spPr>
          <a:xfrm>
            <a:off x="1050878" y="1221219"/>
            <a:ext cx="10495128" cy="707886"/>
          </a:xfrm>
          <a:prstGeom prst="rect">
            <a:avLst/>
          </a:prstGeom>
        </p:spPr>
        <p:txBody>
          <a:bodyPr wrap="square">
            <a:spAutoFit/>
          </a:bodyPr>
          <a:lstStyle/>
          <a:p>
            <a:r>
              <a:rPr lang="en-US" sz="2000" dirty="0" smtClean="0"/>
              <a:t>        Web</a:t>
            </a:r>
            <a:r>
              <a:rPr lang="zh-CN" altLang="en-US" sz="2000" dirty="0" smtClean="0"/>
              <a:t>软件的特性可以概括为：图形化的和易于导航的（</a:t>
            </a:r>
            <a:r>
              <a:rPr lang="en-US" sz="2000" dirty="0" smtClean="0"/>
              <a:t>Navigate</a:t>
            </a:r>
            <a:r>
              <a:rPr lang="zh-CN" altLang="en-US" sz="2000" dirty="0" smtClean="0"/>
              <a:t>）、与平台无关、分布式的、动态的和交互的。</a:t>
            </a:r>
            <a:endParaRPr lang="zh-CN" altLang="en-US" sz="2000" dirty="0"/>
          </a:p>
        </p:txBody>
      </p:sp>
    </p:spTree>
    <p:custDataLst>
      <p:tags r:id="rId1"/>
    </p:custDataLst>
  </p:cSld>
  <p:clrMapOvr>
    <a:masterClrMapping/>
  </p:clrMapOvr>
  <p:transition>
    <p:zo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8.1 Web</a:t>
            </a:r>
            <a:r>
              <a:rPr lang="zh-CN" altLang="en-US" dirty="0" smtClean="0">
                <a:solidFill>
                  <a:srgbClr val="FF0000"/>
                </a:solidFill>
                <a:sym typeface="+mn-ea"/>
              </a:rPr>
              <a:t>软件的特性</a:t>
            </a:r>
          </a:p>
        </p:txBody>
      </p:sp>
      <p:grpSp>
        <p:nvGrpSpPr>
          <p:cNvPr id="18" name="组合 17"/>
          <p:cNvGrpSpPr/>
          <p:nvPr/>
        </p:nvGrpSpPr>
        <p:grpSpPr>
          <a:xfrm>
            <a:off x="447362" y="1504458"/>
            <a:ext cx="11362055" cy="4433570"/>
            <a:chOff x="726" y="3014"/>
            <a:chExt cx="17893" cy="6982"/>
          </a:xfrm>
        </p:grpSpPr>
        <p:grpSp>
          <p:nvGrpSpPr>
            <p:cNvPr id="3" name="组合 2"/>
            <p:cNvGrpSpPr/>
            <p:nvPr/>
          </p:nvGrpSpPr>
          <p:grpSpPr>
            <a:xfrm>
              <a:off x="726" y="3014"/>
              <a:ext cx="9180" cy="4922"/>
              <a:chOff x="1630" y="5665"/>
              <a:chExt cx="9180" cy="4922"/>
            </a:xfrm>
          </p:grpSpPr>
          <p:cxnSp>
            <p:nvCxnSpPr>
              <p:cNvPr id="4" name="MH_Other_1"/>
              <p:cNvCxnSpPr/>
              <p:nvPr/>
            </p:nvCxnSpPr>
            <p:spPr>
              <a:xfrm flipH="1">
                <a:off x="2470" y="6041"/>
                <a:ext cx="1545" cy="145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5"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6" name="MH_SubTitle_1"/>
              <p:cNvSpPr txBox="1">
                <a:spLocks noChangeArrowheads="1"/>
              </p:cNvSpPr>
              <p:nvPr/>
            </p:nvSpPr>
            <p:spPr bwMode="auto">
              <a:xfrm>
                <a:off x="3043" y="5665"/>
                <a:ext cx="7767" cy="4922"/>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2">
                        <a:lumMod val="60000"/>
                        <a:lumOff val="40000"/>
                      </a:schemeClr>
                    </a:solidFill>
                  </a:rPr>
                  <a:t>Web是分布式的</a:t>
                </a:r>
              </a:p>
              <a:p>
                <a:pPr indent="457200" fontAlgn="auto">
                  <a:lnSpc>
                    <a:spcPct val="120000"/>
                  </a:lnSpc>
                </a:pPr>
                <a:r>
                  <a:rPr lang="zh-CN" altLang="en-US" dirty="0">
                    <a:ea typeface="微软雅黑" panose="020B0503020204020204" charset="-122"/>
                  </a:rPr>
                  <a:t>大量的图形、音频和视频信息会占用相当大的磁盘空间，应用Web时信息可以放在不同的站点上，只需要在浏览器中指明站点就可以了。这样可使物理上并不一定在一个站点的信息，在逻辑上一体化，而从用户角度来看这些信息是一体的。</a:t>
                </a:r>
              </a:p>
            </p:txBody>
          </p:sp>
          <p:sp>
            <p:nvSpPr>
              <p:cNvPr id="7"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chemeClr val="accent2">
                        <a:lumMod val="60000"/>
                        <a:lumOff val="40000"/>
                      </a:schemeClr>
                    </a:solidFill>
                    <a:latin typeface="Agency FB" panose="020B0503020202020204" pitchFamily="34" charset="0"/>
                    <a:ea typeface="微软雅黑" panose="020B0503020204020204" charset="-122"/>
                  </a:rPr>
                  <a:t>3</a:t>
                </a:r>
              </a:p>
            </p:txBody>
          </p:sp>
        </p:grpSp>
        <p:grpSp>
          <p:nvGrpSpPr>
            <p:cNvPr id="8" name="组合 7"/>
            <p:cNvGrpSpPr/>
            <p:nvPr/>
          </p:nvGrpSpPr>
          <p:grpSpPr>
            <a:xfrm>
              <a:off x="10077" y="3014"/>
              <a:ext cx="8543" cy="4373"/>
              <a:chOff x="1840" y="2871"/>
              <a:chExt cx="8543" cy="4373"/>
            </a:xfrm>
          </p:grpSpPr>
          <p:cxnSp>
            <p:nvCxnSpPr>
              <p:cNvPr id="9" name="MH_Other_4"/>
              <p:cNvCxnSpPr/>
              <p:nvPr/>
            </p:nvCxnSpPr>
            <p:spPr>
              <a:xfrm flipH="1">
                <a:off x="2680" y="3183"/>
                <a:ext cx="1545" cy="1450"/>
              </a:xfrm>
              <a:prstGeom prst="line">
                <a:avLst/>
              </a:prstGeom>
              <a:ln w="38100">
                <a:solidFill>
                  <a:srgbClr val="58B933"/>
                </a:solidFill>
              </a:ln>
            </p:spPr>
            <p:style>
              <a:lnRef idx="1">
                <a:schemeClr val="accent1"/>
              </a:lnRef>
              <a:fillRef idx="0">
                <a:schemeClr val="accent1"/>
              </a:fillRef>
              <a:effectRef idx="0">
                <a:schemeClr val="accent1"/>
              </a:effectRef>
              <a:fontRef idx="minor">
                <a:schemeClr val="tx1"/>
              </a:fontRef>
            </p:style>
          </p:cxnSp>
          <p:sp>
            <p:nvSpPr>
              <p:cNvPr id="10"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58B93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1" name="MH_SubTitle_2"/>
              <p:cNvSpPr txBox="1">
                <a:spLocks noChangeArrowheads="1"/>
              </p:cNvSpPr>
              <p:nvPr/>
            </p:nvSpPr>
            <p:spPr bwMode="auto">
              <a:xfrm>
                <a:off x="3179" y="2959"/>
                <a:ext cx="7204" cy="4285"/>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92D050"/>
                    </a:solidFill>
                    <a:ea typeface="微软雅黑" panose="020B0503020204020204" charset="-122"/>
                  </a:rPr>
                  <a:t>Web是动态的</a:t>
                </a:r>
              </a:p>
              <a:p>
                <a:pPr indent="457200" fontAlgn="auto">
                  <a:lnSpc>
                    <a:spcPct val="120000"/>
                  </a:lnSpc>
                </a:pPr>
                <a:r>
                  <a:rPr lang="zh-CN" altLang="en-US" dirty="0">
                    <a:solidFill>
                      <a:schemeClr val="tx1"/>
                    </a:solidFill>
                    <a:ea typeface="微软雅黑" panose="020B0503020204020204" charset="-122"/>
                  </a:rPr>
                  <a:t>由于各Web站点的信息包含了站点本身的信息，信息的提供者可以经常对站上的信息进行更新，例如某个协议的发展状况、公司的广告等。因此，Web站点上的信息是动态的、经常更新的。</a:t>
                </a:r>
              </a:p>
            </p:txBody>
          </p:sp>
          <p:sp>
            <p:nvSpPr>
              <p:cNvPr id="12"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58B933"/>
                    </a:solidFill>
                    <a:latin typeface="Agency FB" panose="020B0503020202020204" pitchFamily="34" charset="0"/>
                    <a:ea typeface="微软雅黑" panose="020B0503020204020204" charset="-122"/>
                  </a:rPr>
                  <a:t>4</a:t>
                </a:r>
              </a:p>
            </p:txBody>
          </p:sp>
        </p:grpSp>
        <p:grpSp>
          <p:nvGrpSpPr>
            <p:cNvPr id="13" name="组合 12"/>
            <p:cNvGrpSpPr/>
            <p:nvPr/>
          </p:nvGrpSpPr>
          <p:grpSpPr>
            <a:xfrm>
              <a:off x="764" y="7158"/>
              <a:ext cx="17100" cy="2839"/>
              <a:chOff x="1630" y="5726"/>
              <a:chExt cx="17100" cy="2839"/>
            </a:xfrm>
          </p:grpSpPr>
          <p:cxnSp>
            <p:nvCxnSpPr>
              <p:cNvPr id="14" name="MH_Other_1"/>
              <p:cNvCxnSpPr/>
              <p:nvPr/>
            </p:nvCxnSpPr>
            <p:spPr>
              <a:xfrm flipH="1">
                <a:off x="2470" y="6041"/>
                <a:ext cx="1545" cy="145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15"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6" name="MH_SubTitle_1"/>
              <p:cNvSpPr txBox="1">
                <a:spLocks noChangeArrowheads="1"/>
              </p:cNvSpPr>
              <p:nvPr/>
            </p:nvSpPr>
            <p:spPr bwMode="auto">
              <a:xfrm>
                <a:off x="3307" y="6256"/>
                <a:ext cx="15423" cy="2309"/>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2060"/>
                    </a:solidFill>
                  </a:rPr>
                  <a:t>Web是交互的</a:t>
                </a:r>
              </a:p>
              <a:p>
                <a:pPr indent="457200" fontAlgn="auto">
                  <a:lnSpc>
                    <a:spcPct val="120000"/>
                  </a:lnSpc>
                </a:pPr>
                <a:r>
                  <a:rPr lang="zh-CN" altLang="en-US" dirty="0">
                    <a:ea typeface="微软雅黑" panose="020B0503020204020204" charset="-122"/>
                  </a:rPr>
                  <a:t>Web的交互性首先表现在它的超链接上，用户的浏览顺序和所到站点完全由自己决定。另外，通过表单的形式可以从服务器方获得动态的信息，用户通过填写Form表单向服务器提交请求，服务器可以根据用户的请求返回相应信息。</a:t>
                </a:r>
              </a:p>
            </p:txBody>
          </p:sp>
          <p:sp>
            <p:nvSpPr>
              <p:cNvPr id="17"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2060"/>
                    </a:solidFill>
                    <a:latin typeface="Agency FB" panose="020B0503020202020204" pitchFamily="34" charset="0"/>
                    <a:ea typeface="微软雅黑" panose="020B0503020204020204" charset="-122"/>
                  </a:rPr>
                  <a:t>5</a:t>
                </a:r>
              </a:p>
            </p:txBody>
          </p:sp>
        </p:grpSp>
      </p:grpSp>
    </p:spTree>
    <p:custDataLst>
      <p:tags r:id="rId1"/>
    </p:custDataLst>
  </p:cSld>
  <p:clrMapOvr>
    <a:masterClrMapping/>
  </p:clrMapOvr>
  <p:transition>
    <p:zo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8.1 Web</a:t>
            </a:r>
            <a:r>
              <a:rPr lang="zh-CN" altLang="en-US" dirty="0" smtClean="0">
                <a:solidFill>
                  <a:srgbClr val="FF0000"/>
                </a:solidFill>
                <a:sym typeface="+mn-ea"/>
              </a:rPr>
              <a:t>软件的特性</a:t>
            </a:r>
          </a:p>
        </p:txBody>
      </p:sp>
      <p:grpSp>
        <p:nvGrpSpPr>
          <p:cNvPr id="8" name="组合 7"/>
          <p:cNvGrpSpPr/>
          <p:nvPr/>
        </p:nvGrpSpPr>
        <p:grpSpPr>
          <a:xfrm>
            <a:off x="339253" y="1564125"/>
            <a:ext cx="6049010" cy="4786630"/>
            <a:chOff x="1840" y="2871"/>
            <a:chExt cx="9526" cy="7538"/>
          </a:xfrm>
        </p:grpSpPr>
        <p:cxnSp>
          <p:nvCxnSpPr>
            <p:cNvPr id="9" name="MH_Other_4"/>
            <p:cNvCxnSpPr/>
            <p:nvPr/>
          </p:nvCxnSpPr>
          <p:spPr>
            <a:xfrm flipH="1">
              <a:off x="2680" y="3183"/>
              <a:ext cx="1545" cy="145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1" name="MH_SubTitle_2"/>
            <p:cNvSpPr txBox="1">
              <a:spLocks noChangeArrowheads="1"/>
            </p:cNvSpPr>
            <p:nvPr/>
          </p:nvSpPr>
          <p:spPr bwMode="auto">
            <a:xfrm>
              <a:off x="3035" y="3677"/>
              <a:ext cx="8331" cy="6732"/>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C00000"/>
                  </a:solidFill>
                  <a:ea typeface="微软雅黑" panose="020B0503020204020204" charset="-122"/>
                </a:rPr>
                <a:t>数据集可重复利用</a:t>
              </a:r>
            </a:p>
            <a:p>
              <a:pPr indent="457200" fontAlgn="auto">
                <a:lnSpc>
                  <a:spcPct val="120000"/>
                </a:lnSpc>
              </a:pPr>
              <a:r>
                <a:rPr lang="zh-CN" altLang="en-US" dirty="0">
                  <a:solidFill>
                    <a:schemeClr val="tx1"/>
                  </a:solidFill>
                  <a:ea typeface="微软雅黑" panose="020B0503020204020204" charset="-122"/>
                </a:rPr>
                <a:t>近年来网络技术在不断地发展，Web也在不断发展。Web 3.0使得结构化数据集可重复利用，其具体表现在：</a:t>
              </a:r>
            </a:p>
            <a:p>
              <a:pPr marL="285750" indent="-285750" fontAlgn="auto">
                <a:lnSpc>
                  <a:spcPct val="120000"/>
                </a:lnSpc>
                <a:buFont typeface="Wingdings" panose="05000000000000000000" charset="0"/>
                <a:buChar char="Ø"/>
              </a:pPr>
              <a:r>
                <a:rPr lang="zh-CN" altLang="en-US" dirty="0">
                  <a:solidFill>
                    <a:schemeClr val="tx1"/>
                  </a:solidFill>
                  <a:ea typeface="微软雅黑" panose="020B0503020204020204" charset="-122"/>
                </a:rPr>
                <a:t>无处不联网：宽带网的普及和发展，移动通信设备的互联网接入，实现了无处不联网。</a:t>
              </a:r>
            </a:p>
            <a:p>
              <a:pPr marL="285750" indent="-285750" fontAlgn="auto">
                <a:lnSpc>
                  <a:spcPct val="120000"/>
                </a:lnSpc>
                <a:buFont typeface="Wingdings" panose="05000000000000000000" charset="0"/>
                <a:buChar char="Ø"/>
              </a:pPr>
              <a:r>
                <a:rPr lang="zh-CN" altLang="en-US" dirty="0">
                  <a:solidFill>
                    <a:schemeClr val="tx1"/>
                  </a:solidFill>
                  <a:ea typeface="微软雅黑" panose="020B0503020204020204" charset="-122"/>
                </a:rPr>
                <a:t>网络计算：“软件就是服务”的商业模型，Web服务互用性，分布式计算，网格计算和效用计算（又称“云计算”）。</a:t>
              </a:r>
            </a:p>
            <a:p>
              <a:pPr marL="285750" indent="-285750" fontAlgn="auto">
                <a:lnSpc>
                  <a:spcPct val="120000"/>
                </a:lnSpc>
                <a:buFont typeface="Wingdings" panose="05000000000000000000" charset="0"/>
                <a:buChar char="Ø"/>
              </a:pPr>
              <a:r>
                <a:rPr lang="zh-CN" altLang="en-US" dirty="0">
                  <a:solidFill>
                    <a:schemeClr val="tx1"/>
                  </a:solidFill>
                  <a:ea typeface="微软雅黑" panose="020B0503020204020204" charset="-122"/>
                </a:rPr>
                <a:t>开放技术：开放API和协议，开放数据格式，开源软件平台和开放数据（如创作共享，开放数据许可）。</a:t>
              </a:r>
            </a:p>
            <a:p>
              <a:pPr marL="285750" indent="-285750" fontAlgn="auto">
                <a:lnSpc>
                  <a:spcPct val="120000"/>
                </a:lnSpc>
                <a:buFont typeface="Wingdings" panose="05000000000000000000" charset="0"/>
                <a:buChar char="Ø"/>
              </a:pPr>
              <a:endParaRPr lang="zh-CN" altLang="en-US" dirty="0">
                <a:solidFill>
                  <a:schemeClr val="tx1"/>
                </a:solidFill>
                <a:ea typeface="微软雅黑" panose="020B0503020204020204" charset="-122"/>
              </a:endParaRPr>
            </a:p>
          </p:txBody>
        </p:sp>
        <p:sp>
          <p:nvSpPr>
            <p:cNvPr id="12"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C00000"/>
                  </a:solidFill>
                  <a:latin typeface="Agency FB" panose="020B0503020202020204" pitchFamily="34" charset="0"/>
                  <a:ea typeface="微软雅黑" panose="020B0503020204020204" charset="-122"/>
                </a:rPr>
                <a:t>6</a:t>
              </a:r>
            </a:p>
          </p:txBody>
        </p:sp>
      </p:grpSp>
      <p:sp>
        <p:nvSpPr>
          <p:cNvPr id="13" name="文本框 12"/>
          <p:cNvSpPr txBox="1"/>
          <p:nvPr/>
        </p:nvSpPr>
        <p:spPr>
          <a:xfrm>
            <a:off x="6586855" y="1403350"/>
            <a:ext cx="5068570" cy="4696460"/>
          </a:xfrm>
          <a:prstGeom prst="rect">
            <a:avLst/>
          </a:prstGeom>
          <a:noFill/>
        </p:spPr>
        <p:txBody>
          <a:bodyPr wrap="square" rtlCol="0" anchor="t">
            <a:spAutoFit/>
          </a:bodyPr>
          <a:lstStyle/>
          <a:p>
            <a:pPr marL="285750" indent="-285750" fontAlgn="auto">
              <a:lnSpc>
                <a:spcPct val="120000"/>
              </a:lnSpc>
              <a:buFont typeface="Wingdings" panose="05000000000000000000" charset="0"/>
              <a:buChar char="Ø"/>
            </a:pPr>
            <a:r>
              <a:rPr lang="zh-CN" altLang="en-US" dirty="0">
                <a:ea typeface="微软雅黑" panose="020B0503020204020204" charset="-122"/>
                <a:sym typeface="+mn-ea"/>
              </a:rPr>
              <a:t>开放身份，OpenID，开放名声，跨域身份和个人数据。</a:t>
            </a:r>
            <a:endParaRPr lang="zh-CN" altLang="en-US" dirty="0">
              <a:solidFill>
                <a:schemeClr val="tx1"/>
              </a:solidFill>
              <a:ea typeface="微软雅黑" panose="020B0503020204020204" charset="-122"/>
            </a:endParaRPr>
          </a:p>
          <a:p>
            <a:pPr marL="285750" indent="-285750" fontAlgn="auto">
              <a:lnSpc>
                <a:spcPct val="120000"/>
              </a:lnSpc>
              <a:buFont typeface="Wingdings" panose="05000000000000000000" charset="0"/>
              <a:buChar char="Ø"/>
            </a:pPr>
            <a:r>
              <a:rPr lang="zh-CN" altLang="en-US" dirty="0">
                <a:ea typeface="微软雅黑" panose="020B0503020204020204" charset="-122"/>
                <a:sym typeface="+mn-ea"/>
              </a:rPr>
              <a:t>智能网络，语义网技术，如资源描述框架、网络实体语言、SWRL（Semantic Web Rule Language，以语义的方式呈现规则的一种语言）、SPARQL（Simple Protocol and RDF Query Language，为一种用于描述Web资源的标记语言RDF〔Resource Description Framework〕所开发的一种查询语言和数据获取协议）等语义应用程序平台。</a:t>
            </a:r>
            <a:endParaRPr lang="zh-CN" altLang="en-US" dirty="0">
              <a:solidFill>
                <a:schemeClr val="tx1"/>
              </a:solidFill>
              <a:ea typeface="微软雅黑" panose="020B0503020204020204" charset="-122"/>
            </a:endParaRPr>
          </a:p>
          <a:p>
            <a:pPr marL="285750" indent="-285750" fontAlgn="auto">
              <a:lnSpc>
                <a:spcPct val="120000"/>
              </a:lnSpc>
              <a:buFont typeface="Wingdings" panose="05000000000000000000" charset="0"/>
              <a:buChar char="Ø"/>
            </a:pPr>
            <a:r>
              <a:rPr lang="zh-CN" altLang="en-US" dirty="0">
                <a:ea typeface="微软雅黑" panose="020B0503020204020204" charset="-122"/>
                <a:sym typeface="+mn-ea"/>
              </a:rPr>
              <a:t>分布式数据库，万维数据库（World Wide Database，由语义网的技术实现）。</a:t>
            </a:r>
            <a:endParaRPr lang="zh-CN" altLang="en-US" dirty="0">
              <a:solidFill>
                <a:schemeClr val="tx1"/>
              </a:solidFill>
              <a:ea typeface="微软雅黑" panose="020B0503020204020204" charset="-122"/>
            </a:endParaRPr>
          </a:p>
          <a:p>
            <a:pPr marL="285750" indent="-285750" fontAlgn="auto">
              <a:lnSpc>
                <a:spcPct val="120000"/>
              </a:lnSpc>
              <a:buFont typeface="Wingdings" panose="05000000000000000000" charset="0"/>
              <a:buChar char="Ø"/>
            </a:pPr>
            <a:r>
              <a:rPr lang="zh-CN" altLang="en-US" dirty="0">
                <a:ea typeface="微软雅黑" panose="020B0503020204020204" charset="-122"/>
                <a:sym typeface="+mn-ea"/>
              </a:rPr>
              <a:t>智能应用程序，普通语言的处理，机器学习，机器推理，自主代理。</a:t>
            </a:r>
            <a:endParaRPr lang="zh-CN" altLang="en-US"/>
          </a:p>
        </p:txBody>
      </p:sp>
    </p:spTree>
    <p:custDataLst>
      <p:tags r:id="rId1"/>
    </p:custDataLst>
  </p:cSld>
  <p:clrMapOvr>
    <a:masterClrMapping/>
  </p:clrMapOvr>
  <p:transition>
    <p:zo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02</a:t>
              </a:r>
              <a:endParaRPr lang="en-US" sz="9600" b="1" dirty="0">
                <a:solidFill>
                  <a:srgbClr val="FF0000"/>
                </a:solidFill>
                <a:latin typeface="微软雅黑" panose="020B0503020204020204" charset="-122"/>
                <a:ea typeface="微软雅黑" panose="020B0503020204020204" charset="-122"/>
              </a:endParaRPr>
            </a:p>
          </p:txBody>
        </p:sp>
      </p:grpSp>
      <p:sp>
        <p:nvSpPr>
          <p:cNvPr id="40" name="文本框 39"/>
          <p:cNvSpPr txBox="1"/>
          <p:nvPr/>
        </p:nvSpPr>
        <p:spPr>
          <a:xfrm>
            <a:off x="6006555" y="2913198"/>
            <a:ext cx="5137150" cy="87439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Web</a:t>
            </a: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的层次结构</a:t>
            </a:r>
          </a:p>
        </p:txBody>
      </p:sp>
      <p:grpSp>
        <p:nvGrpSpPr>
          <p:cNvPr id="11" name="组合 10"/>
          <p:cNvGrpSpPr/>
          <p:nvPr/>
        </p:nvGrpSpPr>
        <p:grpSpPr>
          <a:xfrm>
            <a:off x="6320155" y="4034790"/>
            <a:ext cx="3712845" cy="835660"/>
            <a:chOff x="9459" y="7259"/>
            <a:chExt cx="5847" cy="1316"/>
          </a:xfrm>
        </p:grpSpPr>
        <p:sp>
          <p:nvSpPr>
            <p:cNvPr id="48" name="文本框 47"/>
            <p:cNvSpPr txBox="1"/>
            <p:nvPr/>
          </p:nvSpPr>
          <p:spPr>
            <a:xfrm>
              <a:off x="9459" y="7259"/>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两层</a:t>
              </a:r>
              <a:r>
                <a:rPr kumimoji="0" lang="en-US" altLang="zh-CN"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C/S</a:t>
              </a: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结构</a:t>
              </a:r>
            </a:p>
          </p:txBody>
        </p:sp>
        <p:sp>
          <p:nvSpPr>
            <p:cNvPr id="50" name="文本框 49"/>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三层</a:t>
              </a:r>
              <a:r>
                <a:rPr kumimoji="0" lang="en-US" altLang="zh-CN"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C/S</a:t>
              </a: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结构</a:t>
              </a:r>
            </a:p>
          </p:txBody>
        </p:sp>
      </p:grpSp>
      <p:grpSp>
        <p:nvGrpSpPr>
          <p:cNvPr id="3" name="组合 2"/>
          <p:cNvGrpSpPr/>
          <p:nvPr/>
        </p:nvGrpSpPr>
        <p:grpSpPr>
          <a:xfrm>
            <a:off x="6320155" y="4870450"/>
            <a:ext cx="3712845" cy="835660"/>
            <a:chOff x="9459" y="7259"/>
            <a:chExt cx="5847" cy="1316"/>
          </a:xfrm>
        </p:grpSpPr>
        <p:sp>
          <p:nvSpPr>
            <p:cNvPr id="5" name="文本框 4"/>
            <p:cNvSpPr txBox="1"/>
            <p:nvPr/>
          </p:nvSpPr>
          <p:spPr>
            <a:xfrm>
              <a:off x="9459" y="7259"/>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四层</a:t>
              </a:r>
              <a:r>
                <a:rPr kumimoji="0" lang="en-US" altLang="zh-CN"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C/S</a:t>
              </a: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结构</a:t>
              </a:r>
            </a:p>
          </p:txBody>
        </p:sp>
        <p:sp>
          <p:nvSpPr>
            <p:cNvPr id="6" name="文本框 5"/>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B/S</a:t>
              </a: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结构</a:t>
              </a:r>
            </a:p>
          </p:txBody>
        </p:sp>
      </p:grpSp>
    </p:spTree>
  </p:cSld>
  <p:clrMapOvr>
    <a:masterClrMapping/>
  </p:clrMapOvr>
  <p:transition spd="slow">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8.2 </a:t>
            </a:r>
            <a:r>
              <a:rPr lang="en-US" altLang="zh-CN" dirty="0" smtClean="0">
                <a:solidFill>
                  <a:srgbClr val="FF0000"/>
                </a:solidFill>
                <a:sym typeface="+mn-ea"/>
              </a:rPr>
              <a:t>Web</a:t>
            </a:r>
            <a:r>
              <a:rPr lang="zh-CN" altLang="en-US" dirty="0" smtClean="0">
                <a:solidFill>
                  <a:srgbClr val="FF0000"/>
                </a:solidFill>
                <a:sym typeface="+mn-ea"/>
              </a:rPr>
              <a:t>的层次结构</a:t>
            </a:r>
          </a:p>
        </p:txBody>
      </p:sp>
      <p:grpSp>
        <p:nvGrpSpPr>
          <p:cNvPr id="7" name="组合 6"/>
          <p:cNvGrpSpPr/>
          <p:nvPr/>
        </p:nvGrpSpPr>
        <p:grpSpPr>
          <a:xfrm>
            <a:off x="0" y="1975637"/>
            <a:ext cx="12192000" cy="3074035"/>
            <a:chOff x="0" y="3848"/>
            <a:chExt cx="19200" cy="4841"/>
          </a:xfrm>
        </p:grpSpPr>
        <p:sp>
          <p:nvSpPr>
            <p:cNvPr id="18" name="矩形 17"/>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741" y="4253"/>
              <a:ext cx="11235" cy="4032"/>
            </a:xfrm>
            <a:prstGeom prst="rect">
              <a:avLst/>
            </a:prstGeom>
          </p:spPr>
          <p:txBody>
            <a:bodyPr wrap="square">
              <a:spAutoFit/>
            </a:bodyPr>
            <a:lstStyle/>
            <a:p>
              <a:pPr indent="457200">
                <a:lnSpc>
                  <a:spcPct val="150000"/>
                </a:lnSpc>
                <a:defRPr/>
              </a:pP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早期网络采用集中式管理，通过一台物理上与宿主机相连接的非智能终端，来实现宿主机上的应用程序</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。20世纪80年代，这种集中式网络逐渐被分布式计算机网络所取代。</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分布式网络系统是一个多处理器系统，它由许多分布在不同的处理器上并行运行的进程组成，可以提高系统的性能</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分布式网络结构有以下几种：二层C</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S结构、三层C</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S结构、四层C</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S结构、B</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S结构</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a:t>
              </a:r>
            </a:p>
          </p:txBody>
        </p:sp>
      </p:grpSp>
      <p:pic>
        <p:nvPicPr>
          <p:cNvPr id="3" name="图片 2" descr="A000220150322G76PPIC"/>
          <p:cNvPicPr>
            <a:picLocks noChangeAspect="1"/>
          </p:cNvPicPr>
          <p:nvPr/>
        </p:nvPicPr>
        <p:blipFill>
          <a:blip r:embed="rId4" cstate="print"/>
          <a:stretch>
            <a:fillRect/>
          </a:stretch>
        </p:blipFill>
        <p:spPr>
          <a:xfrm>
            <a:off x="7741920" y="2026437"/>
            <a:ext cx="4015105" cy="2689860"/>
          </a:xfrm>
          <a:prstGeom prst="rect">
            <a:avLst/>
          </a:prstGeom>
        </p:spPr>
      </p:pic>
    </p:spTree>
    <p:custDataLst>
      <p:tags r:id="rId1"/>
    </p:custDataLst>
  </p:cSld>
  <p:clrMapOvr>
    <a:masterClrMapping/>
  </p:clrMapOvr>
  <p:transition>
    <p:circl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8.2 </a:t>
            </a:r>
            <a:r>
              <a:rPr lang="en-US" altLang="zh-CN" dirty="0" smtClean="0">
                <a:solidFill>
                  <a:srgbClr val="FF0000"/>
                </a:solidFill>
                <a:sym typeface="+mn-ea"/>
              </a:rPr>
              <a:t>Web</a:t>
            </a:r>
            <a:r>
              <a:rPr lang="zh-CN" altLang="en-US" dirty="0" smtClean="0">
                <a:solidFill>
                  <a:srgbClr val="FF0000"/>
                </a:solidFill>
                <a:sym typeface="+mn-ea"/>
              </a:rPr>
              <a:t>的层次结构</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8.2.1 </a:t>
            </a:r>
            <a:r>
              <a:rPr lang="zh-CN" altLang="en-US" sz="2400" dirty="0" smtClean="0">
                <a:solidFill>
                  <a:schemeClr val="tx1"/>
                </a:solidFill>
              </a:rPr>
              <a:t>两层</a:t>
            </a:r>
            <a:r>
              <a:rPr lang="en-US" altLang="zh-CN" sz="2400" dirty="0" smtClean="0">
                <a:solidFill>
                  <a:schemeClr val="tx1"/>
                </a:solidFill>
              </a:rPr>
              <a:t>C/S</a:t>
            </a:r>
            <a:r>
              <a:rPr lang="zh-CN" altLang="en-US" sz="2400" dirty="0" smtClean="0">
                <a:solidFill>
                  <a:schemeClr val="tx1"/>
                </a:solidFill>
              </a:rPr>
              <a:t>结构</a:t>
            </a:r>
          </a:p>
        </p:txBody>
      </p:sp>
      <p:grpSp>
        <p:nvGrpSpPr>
          <p:cNvPr id="3" name="组合 78"/>
          <p:cNvGrpSpPr/>
          <p:nvPr/>
        </p:nvGrpSpPr>
        <p:grpSpPr>
          <a:xfrm>
            <a:off x="1928362" y="2961407"/>
            <a:ext cx="9003666" cy="3398520"/>
            <a:chOff x="2771" y="3204"/>
            <a:chExt cx="14179" cy="5352"/>
          </a:xfrm>
        </p:grpSpPr>
        <p:sp>
          <p:nvSpPr>
            <p:cNvPr id="36" name="任意多边形 35"/>
            <p:cNvSpPr/>
            <p:nvPr/>
          </p:nvSpPr>
          <p:spPr>
            <a:xfrm rot="10800000">
              <a:off x="14158" y="3204"/>
              <a:ext cx="2792" cy="5352"/>
            </a:xfrm>
            <a:custGeom>
              <a:avLst/>
              <a:gdLst>
                <a:gd name="connsiteX0" fmla="*/ 2075543 w 2194909"/>
                <a:gd name="connsiteY0" fmla="*/ 0 h 4151086"/>
                <a:gd name="connsiteX1" fmla="*/ 2194909 w 2194909"/>
                <a:gd name="connsiteY1" fmla="*/ 6028 h 4151086"/>
                <a:gd name="connsiteX2" fmla="*/ 2102063 w 2194909"/>
                <a:gd name="connsiteY2" fmla="*/ 10716 h 4151086"/>
                <a:gd name="connsiteX3" fmla="*/ 238732 w 2194909"/>
                <a:gd name="connsiteY3" fmla="*/ 2075543 h 4151086"/>
                <a:gd name="connsiteX4" fmla="*/ 2102063 w 2194909"/>
                <a:gd name="connsiteY4" fmla="*/ 4140370 h 4151086"/>
                <a:gd name="connsiteX5" fmla="*/ 2194909 w 2194909"/>
                <a:gd name="connsiteY5" fmla="*/ 4145059 h 4151086"/>
                <a:gd name="connsiteX6" fmla="*/ 2075543 w 2194909"/>
                <a:gd name="connsiteY6" fmla="*/ 4151086 h 4151086"/>
                <a:gd name="connsiteX7" fmla="*/ 0 w 2194909"/>
                <a:gd name="connsiteY7" fmla="*/ 2075543 h 4151086"/>
                <a:gd name="connsiteX8" fmla="*/ 2075543 w 2194909"/>
                <a:gd name="connsiteY8" fmla="*/ 0 h 4151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4909" h="4151086">
                  <a:moveTo>
                    <a:pt x="2075543" y="0"/>
                  </a:moveTo>
                  <a:lnTo>
                    <a:pt x="2194909" y="6028"/>
                  </a:lnTo>
                  <a:lnTo>
                    <a:pt x="2102063" y="10716"/>
                  </a:lnTo>
                  <a:cubicBezTo>
                    <a:pt x="1055458" y="117004"/>
                    <a:pt x="238732" y="1000895"/>
                    <a:pt x="238732" y="2075543"/>
                  </a:cubicBezTo>
                  <a:cubicBezTo>
                    <a:pt x="238732" y="3150191"/>
                    <a:pt x="1055458" y="4034082"/>
                    <a:pt x="2102063" y="4140370"/>
                  </a:cubicBezTo>
                  <a:lnTo>
                    <a:pt x="2194909" y="4145059"/>
                  </a:lnTo>
                  <a:lnTo>
                    <a:pt x="2075543" y="4151086"/>
                  </a:lnTo>
                  <a:cubicBezTo>
                    <a:pt x="929252" y="4151086"/>
                    <a:pt x="0" y="3221834"/>
                    <a:pt x="0" y="2075543"/>
                  </a:cubicBezTo>
                  <a:cubicBezTo>
                    <a:pt x="0" y="929252"/>
                    <a:pt x="929252" y="0"/>
                    <a:pt x="2075543" y="0"/>
                  </a:cubicBezTo>
                  <a:close/>
                </a:path>
              </a:pathLst>
            </a:cu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7" name="圆角矩形 56"/>
            <p:cNvSpPr/>
            <p:nvPr/>
          </p:nvSpPr>
          <p:spPr>
            <a:xfrm rot="10800000">
              <a:off x="2816" y="7493"/>
              <a:ext cx="12018" cy="823"/>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8" name="椭圆 57"/>
            <p:cNvSpPr/>
            <p:nvPr/>
          </p:nvSpPr>
          <p:spPr>
            <a:xfrm rot="10800000">
              <a:off x="13908" y="7424"/>
              <a:ext cx="960" cy="96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9" name="圆角矩形 58"/>
            <p:cNvSpPr/>
            <p:nvPr/>
          </p:nvSpPr>
          <p:spPr>
            <a:xfrm rot="10800000">
              <a:off x="2771" y="6542"/>
              <a:ext cx="13035" cy="823"/>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0" name="椭圆 59"/>
            <p:cNvSpPr/>
            <p:nvPr/>
          </p:nvSpPr>
          <p:spPr>
            <a:xfrm rot="10800000">
              <a:off x="14900" y="6474"/>
              <a:ext cx="960" cy="96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1" name="圆角矩形 60"/>
            <p:cNvSpPr/>
            <p:nvPr/>
          </p:nvSpPr>
          <p:spPr>
            <a:xfrm rot="10800000">
              <a:off x="2816" y="5578"/>
              <a:ext cx="13225" cy="823"/>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2" name="圆角矩形 61"/>
            <p:cNvSpPr/>
            <p:nvPr/>
          </p:nvSpPr>
          <p:spPr>
            <a:xfrm rot="10800000">
              <a:off x="2771" y="4602"/>
              <a:ext cx="13035" cy="823"/>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3" name="椭圆 62"/>
            <p:cNvSpPr/>
            <p:nvPr/>
          </p:nvSpPr>
          <p:spPr>
            <a:xfrm rot="10800000">
              <a:off x="14964" y="4533"/>
              <a:ext cx="960" cy="96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4" name="圆角矩形 63"/>
            <p:cNvSpPr/>
            <p:nvPr/>
          </p:nvSpPr>
          <p:spPr>
            <a:xfrm rot="10800000">
              <a:off x="2816" y="3677"/>
              <a:ext cx="12052" cy="823"/>
            </a:xfrm>
            <a:prstGeom prst="roundRect">
              <a:avLst>
                <a:gd name="adj" fmla="val 50000"/>
              </a:avLst>
            </a:prstGeom>
            <a:solidFill>
              <a:schemeClr val="bg1"/>
            </a:solidFill>
            <a:ln>
              <a:solidFill>
                <a:srgbClr val="58BDA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5" name="椭圆 64"/>
            <p:cNvSpPr/>
            <p:nvPr/>
          </p:nvSpPr>
          <p:spPr>
            <a:xfrm rot="10800000">
              <a:off x="13940" y="3607"/>
              <a:ext cx="960" cy="96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6" name="文本框 44"/>
            <p:cNvSpPr txBox="1"/>
            <p:nvPr/>
          </p:nvSpPr>
          <p:spPr>
            <a:xfrm>
              <a:off x="14130" y="3725"/>
              <a:ext cx="488"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1</a:t>
              </a:r>
              <a:endParaRPr lang="zh-CN" altLang="en-US" sz="2400" b="1" dirty="0">
                <a:solidFill>
                  <a:schemeClr val="bg1"/>
                </a:solidFill>
                <a:latin typeface="微软雅黑" panose="020B0503020204020204" charset="-122"/>
                <a:ea typeface="微软雅黑" panose="020B0503020204020204" charset="-122"/>
              </a:endParaRPr>
            </a:p>
          </p:txBody>
        </p:sp>
        <p:sp>
          <p:nvSpPr>
            <p:cNvPr id="67" name="文本框 45"/>
            <p:cNvSpPr txBox="1"/>
            <p:nvPr/>
          </p:nvSpPr>
          <p:spPr>
            <a:xfrm>
              <a:off x="15090" y="4631"/>
              <a:ext cx="488"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2</a:t>
              </a:r>
              <a:endParaRPr lang="zh-CN" altLang="en-US" sz="2400" b="1" dirty="0">
                <a:solidFill>
                  <a:schemeClr val="bg1"/>
                </a:solidFill>
                <a:latin typeface="微软雅黑" panose="020B0503020204020204" charset="-122"/>
                <a:ea typeface="微软雅黑" panose="020B0503020204020204" charset="-122"/>
              </a:endParaRPr>
            </a:p>
          </p:txBody>
        </p:sp>
        <p:sp>
          <p:nvSpPr>
            <p:cNvPr id="68" name="文本框 46"/>
            <p:cNvSpPr txBox="1"/>
            <p:nvPr/>
          </p:nvSpPr>
          <p:spPr>
            <a:xfrm>
              <a:off x="15318" y="5889"/>
              <a:ext cx="487"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3</a:t>
              </a:r>
              <a:endParaRPr lang="zh-CN" altLang="en-US" sz="2400" b="1" dirty="0">
                <a:solidFill>
                  <a:schemeClr val="bg1"/>
                </a:solidFill>
                <a:latin typeface="微软雅黑" panose="020B0503020204020204" charset="-122"/>
                <a:ea typeface="微软雅黑" panose="020B0503020204020204" charset="-122"/>
              </a:endParaRPr>
            </a:p>
          </p:txBody>
        </p:sp>
        <p:sp>
          <p:nvSpPr>
            <p:cNvPr id="69" name="文本框 47"/>
            <p:cNvSpPr txBox="1"/>
            <p:nvPr/>
          </p:nvSpPr>
          <p:spPr>
            <a:xfrm>
              <a:off x="15090" y="6629"/>
              <a:ext cx="488"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4</a:t>
              </a:r>
              <a:endParaRPr lang="zh-CN" altLang="en-US" sz="2400" b="1" dirty="0">
                <a:solidFill>
                  <a:schemeClr val="bg1"/>
                </a:solidFill>
                <a:latin typeface="微软雅黑" panose="020B0503020204020204" charset="-122"/>
                <a:ea typeface="微软雅黑" panose="020B0503020204020204" charset="-122"/>
              </a:endParaRPr>
            </a:p>
          </p:txBody>
        </p:sp>
        <p:sp>
          <p:nvSpPr>
            <p:cNvPr id="70" name="文本框 48"/>
            <p:cNvSpPr txBox="1"/>
            <p:nvPr/>
          </p:nvSpPr>
          <p:spPr>
            <a:xfrm>
              <a:off x="14108" y="7579"/>
              <a:ext cx="487"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5</a:t>
              </a:r>
              <a:endParaRPr lang="zh-CN" altLang="en-US" sz="2400" b="1" dirty="0">
                <a:solidFill>
                  <a:schemeClr val="bg1"/>
                </a:solidFill>
                <a:latin typeface="微软雅黑" panose="020B0503020204020204" charset="-122"/>
                <a:ea typeface="微软雅黑" panose="020B0503020204020204" charset="-122"/>
              </a:endParaRPr>
            </a:p>
          </p:txBody>
        </p:sp>
        <p:sp>
          <p:nvSpPr>
            <p:cNvPr id="71" name="文本框 59"/>
            <p:cNvSpPr txBox="1"/>
            <p:nvPr/>
          </p:nvSpPr>
          <p:spPr>
            <a:xfrm>
              <a:off x="3112" y="3803"/>
              <a:ext cx="6842" cy="606"/>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latin typeface="微软雅黑" panose="020B0503020204020204" charset="-122"/>
                  <a:ea typeface="微软雅黑" panose="020B0503020204020204" charset="-122"/>
                </a:rPr>
                <a:t>① 用户使用简单，直观；</a:t>
              </a:r>
            </a:p>
          </p:txBody>
        </p:sp>
        <p:sp>
          <p:nvSpPr>
            <p:cNvPr id="72" name="文本框 60"/>
            <p:cNvSpPr txBox="1"/>
            <p:nvPr/>
          </p:nvSpPr>
          <p:spPr>
            <a:xfrm>
              <a:off x="3112" y="4711"/>
              <a:ext cx="7041" cy="606"/>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latin typeface="微软雅黑" panose="020B0503020204020204" charset="-122"/>
                  <a:ea typeface="微软雅黑" panose="020B0503020204020204" charset="-122"/>
                </a:rPr>
                <a:t>② 编程、调试和维护费用低；</a:t>
              </a:r>
            </a:p>
          </p:txBody>
        </p:sp>
        <p:sp>
          <p:nvSpPr>
            <p:cNvPr id="73" name="文本框 61"/>
            <p:cNvSpPr txBox="1"/>
            <p:nvPr/>
          </p:nvSpPr>
          <p:spPr>
            <a:xfrm>
              <a:off x="3112" y="5707"/>
              <a:ext cx="11977" cy="606"/>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latin typeface="微软雅黑" panose="020B0503020204020204" charset="-122"/>
                  <a:ea typeface="微软雅黑" panose="020B0503020204020204" charset="-122"/>
                </a:rPr>
                <a:t>③ 系统内部负荷可以做到比较均衡，资源利用率较高；</a:t>
              </a:r>
            </a:p>
          </p:txBody>
        </p:sp>
        <p:sp>
          <p:nvSpPr>
            <p:cNvPr id="74" name="文本框 62"/>
            <p:cNvSpPr txBox="1"/>
            <p:nvPr/>
          </p:nvSpPr>
          <p:spPr>
            <a:xfrm>
              <a:off x="3112" y="6651"/>
              <a:ext cx="11796" cy="582"/>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latin typeface="微软雅黑" panose="020B0503020204020204" charset="-122"/>
                  <a:ea typeface="微软雅黑" panose="020B0503020204020204" charset="-122"/>
                </a:rPr>
                <a:t>④ 允许在一个客户机上运行不同计算机平台上的多种应用；</a:t>
              </a:r>
            </a:p>
          </p:txBody>
        </p:sp>
        <p:sp>
          <p:nvSpPr>
            <p:cNvPr id="75" name="文本框 63"/>
            <p:cNvSpPr txBox="1"/>
            <p:nvPr/>
          </p:nvSpPr>
          <p:spPr>
            <a:xfrm>
              <a:off x="3112" y="7602"/>
              <a:ext cx="10657" cy="582"/>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latin typeface="微软雅黑" panose="020B0503020204020204" charset="-122"/>
                  <a:ea typeface="微软雅黑" panose="020B0503020204020204" charset="-122"/>
                </a:rPr>
                <a:t>⑤ 系统易于扩展，可用性较好，对用户需求变化的适应性好。</a:t>
              </a:r>
            </a:p>
          </p:txBody>
        </p:sp>
        <p:sp>
          <p:nvSpPr>
            <p:cNvPr id="76" name="椭圆 75"/>
            <p:cNvSpPr/>
            <p:nvPr/>
          </p:nvSpPr>
          <p:spPr>
            <a:xfrm rot="10800000">
              <a:off x="15145" y="5564"/>
              <a:ext cx="960" cy="960"/>
            </a:xfrm>
            <a:prstGeom prst="ellipse">
              <a:avLst/>
            </a:prstGeom>
            <a:solidFill>
              <a:srgbClr val="58BD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77" name="文本框 46"/>
            <p:cNvSpPr txBox="1"/>
            <p:nvPr/>
          </p:nvSpPr>
          <p:spPr>
            <a:xfrm>
              <a:off x="15318" y="5599"/>
              <a:ext cx="837"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3</a:t>
              </a:r>
              <a:endParaRPr lang="zh-CN" altLang="en-US" sz="2400" b="1" dirty="0">
                <a:solidFill>
                  <a:schemeClr val="bg1"/>
                </a:solidFill>
                <a:latin typeface="微软雅黑" panose="020B0503020204020204" charset="-122"/>
                <a:ea typeface="微软雅黑" panose="020B0503020204020204" charset="-122"/>
              </a:endParaRPr>
            </a:p>
          </p:txBody>
        </p:sp>
      </p:grpSp>
      <p:sp>
        <p:nvSpPr>
          <p:cNvPr id="100" name="文本框 99"/>
          <p:cNvSpPr txBox="1"/>
          <p:nvPr/>
        </p:nvSpPr>
        <p:spPr>
          <a:xfrm>
            <a:off x="682389" y="2035535"/>
            <a:ext cx="10672548" cy="794064"/>
          </a:xfrm>
          <a:prstGeom prst="rect">
            <a:avLst/>
          </a:prstGeom>
          <a:noFill/>
          <a:ln w="9525">
            <a:noFill/>
          </a:ln>
        </p:spPr>
        <p:txBody>
          <a:bodyPr wrap="square">
            <a:spAutoFit/>
          </a:bodyPr>
          <a:lstStyle/>
          <a:p>
            <a:pPr algn="l" fontAlgn="auto">
              <a:lnSpc>
                <a:spcPct val="120000"/>
              </a:lnSpc>
            </a:pPr>
            <a:r>
              <a:rPr lang="en-US" altLang="zh-CN" sz="2000" b="0" u="none" dirty="0">
                <a:latin typeface="宋体" panose="02010600030101010101" pitchFamily="2" charset="-122"/>
                <a:ea typeface="宋体" panose="02010600030101010101" pitchFamily="2" charset="-122"/>
                <a:cs typeface="宋体" panose="02010600030101010101" pitchFamily="2" charset="-122"/>
              </a:rPr>
              <a:t>   </a:t>
            </a:r>
            <a:r>
              <a:rPr lang="en-US" dirty="0">
                <a:latin typeface="微软雅黑" panose="020B0503020204020204" charset="-122"/>
                <a:ea typeface="微软雅黑" panose="020B0503020204020204" charset="-122"/>
                <a:sym typeface="+mn-ea"/>
              </a:rPr>
              <a:t>二层网络结构客户机/服务器（C/S）系统最重要的特征是：</a:t>
            </a:r>
            <a:r>
              <a:rPr lang="en-US" b="1" dirty="0">
                <a:solidFill>
                  <a:srgbClr val="7030A0"/>
                </a:solidFill>
                <a:latin typeface="微软雅黑" panose="020B0503020204020204" charset="-122"/>
                <a:ea typeface="微软雅黑" panose="020B0503020204020204" charset="-122"/>
                <a:sym typeface="+mn-ea"/>
              </a:rPr>
              <a:t>它不是一个主从环境，而是一个平等的环境，即C/S系统中各计算机在不同的场合既可能是客户机，又可能是服务器。 </a:t>
            </a:r>
            <a:r>
              <a:rPr dirty="0">
                <a:latin typeface="微软雅黑" panose="020B0503020204020204" charset="-122"/>
                <a:ea typeface="微软雅黑" panose="020B0503020204020204" charset="-122"/>
                <a:sym typeface="+mn-ea"/>
              </a:rPr>
              <a:t>C/S系统有很多优点：</a:t>
            </a:r>
            <a:endParaRPr lang="zh-CN" altLang="en-US" dirty="0">
              <a:solidFill>
                <a:srgbClr val="00B0F0"/>
              </a:solidFill>
              <a:latin typeface="宋体" panose="02010600030101010101" pitchFamily="2" charset="-122"/>
              <a:ea typeface="宋体" panose="02010600030101010101" pitchFamily="2" charset="-122"/>
              <a:cs typeface="宋体" panose="02010600030101010101" pitchFamily="2" charset="-122"/>
            </a:endParaRPr>
          </a:p>
        </p:txBody>
      </p:sp>
    </p:spTree>
    <p:custDataLst>
      <p:tags r:id="rId1"/>
    </p:custDataLst>
  </p:cSld>
  <p:clrMapOvr>
    <a:masterClrMapping/>
  </p:clrMapOvr>
  <p:transition>
    <p:circl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8.2 </a:t>
            </a:r>
            <a:r>
              <a:rPr lang="en-US" altLang="zh-CN" dirty="0" smtClean="0">
                <a:solidFill>
                  <a:srgbClr val="FF0000"/>
                </a:solidFill>
                <a:sym typeface="+mn-ea"/>
              </a:rPr>
              <a:t>Web</a:t>
            </a:r>
            <a:r>
              <a:rPr lang="zh-CN" altLang="en-US" dirty="0" smtClean="0">
                <a:solidFill>
                  <a:srgbClr val="FF0000"/>
                </a:solidFill>
                <a:sym typeface="+mn-ea"/>
              </a:rPr>
              <a:t>的层次结构</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8.2.1 </a:t>
            </a:r>
            <a:r>
              <a:rPr lang="zh-CN" altLang="en-US" sz="2400" dirty="0" smtClean="0">
                <a:solidFill>
                  <a:schemeClr val="tx1"/>
                </a:solidFill>
              </a:rPr>
              <a:t>两层</a:t>
            </a:r>
            <a:r>
              <a:rPr lang="en-US" altLang="zh-CN" sz="2400" dirty="0" smtClean="0">
                <a:solidFill>
                  <a:schemeClr val="tx1"/>
                </a:solidFill>
              </a:rPr>
              <a:t>C/S</a:t>
            </a:r>
            <a:r>
              <a:rPr lang="zh-CN" altLang="en-US" sz="2400" dirty="0" smtClean="0">
                <a:solidFill>
                  <a:schemeClr val="tx1"/>
                </a:solidFill>
              </a:rPr>
              <a:t>结构</a:t>
            </a:r>
          </a:p>
        </p:txBody>
      </p:sp>
      <p:grpSp>
        <p:nvGrpSpPr>
          <p:cNvPr id="4" name="组合 3"/>
          <p:cNvGrpSpPr/>
          <p:nvPr/>
        </p:nvGrpSpPr>
        <p:grpSpPr>
          <a:xfrm>
            <a:off x="983615" y="1856741"/>
            <a:ext cx="10419080" cy="3980814"/>
            <a:chOff x="1564218" y="2092627"/>
            <a:chExt cx="10988526" cy="2993727"/>
          </a:xfrm>
        </p:grpSpPr>
        <p:sp>
          <p:nvSpPr>
            <p:cNvPr id="5" name="MH_Other_1"/>
            <p:cNvSpPr/>
            <p:nvPr>
              <p:custDataLst>
                <p:tags r:id="rId2"/>
              </p:custDataLst>
            </p:nvPr>
          </p:nvSpPr>
          <p:spPr>
            <a:xfrm rot="21439215">
              <a:off x="3045884" y="3808414"/>
              <a:ext cx="1631949" cy="1239837"/>
            </a:xfrm>
            <a:prstGeom prst="roundRect">
              <a:avLst>
                <a:gd name="adj" fmla="val 18567"/>
              </a:avLst>
            </a:prstGeom>
            <a:solidFill>
              <a:srgbClr val="D3D3D3"/>
            </a:solidFill>
            <a:ln>
              <a:solidFill>
                <a:srgbClr val="B2B2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6000" dirty="0">
                <a:solidFill>
                  <a:srgbClr val="FFFFFF"/>
                </a:solidFill>
                <a:latin typeface="方正姚体" panose="02010601030101010101" pitchFamily="2" charset="-122"/>
                <a:ea typeface="方正姚体" panose="02010601030101010101" pitchFamily="2" charset="-122"/>
              </a:endParaRPr>
            </a:p>
          </p:txBody>
        </p:sp>
        <p:cxnSp>
          <p:nvCxnSpPr>
            <p:cNvPr id="6" name="MH_Other_2"/>
            <p:cNvCxnSpPr>
              <a:stCxn id="5" idx="3"/>
            </p:cNvCxnSpPr>
            <p:nvPr>
              <p:custDataLst>
                <p:tags r:id="rId3"/>
              </p:custDataLst>
            </p:nvPr>
          </p:nvCxnSpPr>
          <p:spPr>
            <a:xfrm flipV="1">
              <a:off x="4677833" y="4395788"/>
              <a:ext cx="1422400" cy="4762"/>
            </a:xfrm>
            <a:prstGeom prst="straightConnector1">
              <a:avLst/>
            </a:prstGeom>
            <a:ln>
              <a:solidFill>
                <a:srgbClr val="B2B2B2"/>
              </a:solidFill>
              <a:tailEnd type="triangle"/>
            </a:ln>
          </p:spPr>
          <p:style>
            <a:lnRef idx="1">
              <a:schemeClr val="accent1"/>
            </a:lnRef>
            <a:fillRef idx="0">
              <a:schemeClr val="accent1"/>
            </a:fillRef>
            <a:effectRef idx="0">
              <a:schemeClr val="accent1"/>
            </a:effectRef>
            <a:fontRef idx="minor">
              <a:schemeClr val="tx1"/>
            </a:fontRef>
          </p:style>
        </p:cxnSp>
        <p:sp>
          <p:nvSpPr>
            <p:cNvPr id="7" name="MH_Other_3"/>
            <p:cNvSpPr/>
            <p:nvPr>
              <p:custDataLst>
                <p:tags r:id="rId4"/>
              </p:custDataLst>
            </p:nvPr>
          </p:nvSpPr>
          <p:spPr>
            <a:xfrm rot="183635">
              <a:off x="2607230" y="2511646"/>
              <a:ext cx="1634067" cy="1239837"/>
            </a:xfrm>
            <a:prstGeom prst="roundRect">
              <a:avLst>
                <a:gd name="adj" fmla="val 18567"/>
              </a:avLst>
            </a:prstGeom>
            <a:solidFill>
              <a:srgbClr val="F06C55"/>
            </a:solidFill>
            <a:ln>
              <a:solidFill>
                <a:srgbClr val="E93C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6000" dirty="0">
                <a:solidFill>
                  <a:srgbClr val="FFFFFF"/>
                </a:solidFill>
                <a:latin typeface="方正姚体" panose="02010601030101010101" pitchFamily="2" charset="-122"/>
                <a:ea typeface="方正姚体" panose="02010601030101010101" pitchFamily="2" charset="-122"/>
              </a:endParaRPr>
            </a:p>
          </p:txBody>
        </p:sp>
        <p:cxnSp>
          <p:nvCxnSpPr>
            <p:cNvPr id="8" name="MH_Other_4"/>
            <p:cNvCxnSpPr/>
            <p:nvPr>
              <p:custDataLst>
                <p:tags r:id="rId5"/>
              </p:custDataLst>
            </p:nvPr>
          </p:nvCxnSpPr>
          <p:spPr>
            <a:xfrm>
              <a:off x="4286251" y="3074988"/>
              <a:ext cx="1784349" cy="0"/>
            </a:xfrm>
            <a:prstGeom prst="straightConnector1">
              <a:avLst/>
            </a:prstGeom>
            <a:ln>
              <a:solidFill>
                <a:srgbClr val="E93C1F"/>
              </a:solidFill>
              <a:tailEnd type="triangle"/>
            </a:ln>
          </p:spPr>
          <p:style>
            <a:lnRef idx="1">
              <a:schemeClr val="accent1"/>
            </a:lnRef>
            <a:fillRef idx="0">
              <a:schemeClr val="accent1"/>
            </a:fillRef>
            <a:effectRef idx="0">
              <a:schemeClr val="accent1"/>
            </a:effectRef>
            <a:fontRef idx="minor">
              <a:schemeClr val="tx1"/>
            </a:fontRef>
          </p:style>
        </p:cxnSp>
        <p:sp>
          <p:nvSpPr>
            <p:cNvPr id="9" name="MH_Other_5"/>
            <p:cNvSpPr/>
            <p:nvPr>
              <p:custDataLst>
                <p:tags r:id="rId6"/>
              </p:custDataLst>
            </p:nvPr>
          </p:nvSpPr>
          <p:spPr>
            <a:xfrm>
              <a:off x="1564218" y="3100388"/>
              <a:ext cx="1286933" cy="1985962"/>
            </a:xfrm>
            <a:custGeom>
              <a:avLst/>
              <a:gdLst>
                <a:gd name="connsiteX0" fmla="*/ 217182 w 965707"/>
                <a:gd name="connsiteY0" fmla="*/ 0 h 1986527"/>
                <a:gd name="connsiteX1" fmla="*/ 432892 w 965707"/>
                <a:gd name="connsiteY1" fmla="*/ 215710 h 1986527"/>
                <a:gd name="connsiteX2" fmla="*/ 428510 w 965707"/>
                <a:gd name="connsiteY2" fmla="*/ 259183 h 1986527"/>
                <a:gd name="connsiteX3" fmla="*/ 426677 w 965707"/>
                <a:gd name="connsiteY3" fmla="*/ 265085 h 1986527"/>
                <a:gd name="connsiteX4" fmla="*/ 691433 w 965707"/>
                <a:gd name="connsiteY4" fmla="*/ 70895 h 1986527"/>
                <a:gd name="connsiteX5" fmla="*/ 727149 w 965707"/>
                <a:gd name="connsiteY5" fmla="*/ 76387 h 1986527"/>
                <a:gd name="connsiteX6" fmla="*/ 787596 w 965707"/>
                <a:gd name="connsiteY6" fmla="*/ 158799 h 1986527"/>
                <a:gd name="connsiteX7" fmla="*/ 782104 w 965707"/>
                <a:gd name="connsiteY7" fmla="*/ 194515 h 1986527"/>
                <a:gd name="connsiteX8" fmla="*/ 453481 w 965707"/>
                <a:gd name="connsiteY8" fmla="*/ 435549 h 1986527"/>
                <a:gd name="connsiteX9" fmla="*/ 874061 w 965707"/>
                <a:gd name="connsiteY9" fmla="*/ 181449 h 1986527"/>
                <a:gd name="connsiteX10" fmla="*/ 909154 w 965707"/>
                <a:gd name="connsiteY10" fmla="*/ 190109 h 1986527"/>
                <a:gd name="connsiteX11" fmla="*/ 962021 w 965707"/>
                <a:gd name="connsiteY11" fmla="*/ 277611 h 1986527"/>
                <a:gd name="connsiteX12" fmla="*/ 953361 w 965707"/>
                <a:gd name="connsiteY12" fmla="*/ 312705 h 1986527"/>
                <a:gd name="connsiteX13" fmla="*/ 384793 w 965707"/>
                <a:gd name="connsiteY13" fmla="*/ 656215 h 1986527"/>
                <a:gd name="connsiteX14" fmla="*/ 384793 w 965707"/>
                <a:gd name="connsiteY14" fmla="*/ 1131649 h 1986527"/>
                <a:gd name="connsiteX15" fmla="*/ 381842 w 965707"/>
                <a:gd name="connsiteY15" fmla="*/ 1146266 h 1986527"/>
                <a:gd name="connsiteX16" fmla="*/ 387708 w 965707"/>
                <a:gd name="connsiteY16" fmla="*/ 1152370 h 1986527"/>
                <a:gd name="connsiteX17" fmla="*/ 442440 w 965707"/>
                <a:gd name="connsiteY17" fmla="*/ 1292303 h 1986527"/>
                <a:gd name="connsiteX18" fmla="*/ 445419 w 965707"/>
                <a:gd name="connsiteY18" fmla="*/ 1293537 h 1986527"/>
                <a:gd name="connsiteX19" fmla="*/ 453847 w 965707"/>
                <a:gd name="connsiteY19" fmla="*/ 1313884 h 1986527"/>
                <a:gd name="connsiteX20" fmla="*/ 453847 w 965707"/>
                <a:gd name="connsiteY20" fmla="*/ 1951177 h 1986527"/>
                <a:gd name="connsiteX21" fmla="*/ 425072 w 965707"/>
                <a:gd name="connsiteY21" fmla="*/ 1979952 h 1986527"/>
                <a:gd name="connsiteX22" fmla="*/ 309975 w 965707"/>
                <a:gd name="connsiteY22" fmla="*/ 1979952 h 1986527"/>
                <a:gd name="connsiteX23" fmla="*/ 281200 w 965707"/>
                <a:gd name="connsiteY23" fmla="*/ 1951177 h 1986527"/>
                <a:gd name="connsiteX24" fmla="*/ 281200 w 965707"/>
                <a:gd name="connsiteY24" fmla="*/ 1342234 h 1986527"/>
                <a:gd name="connsiteX25" fmla="*/ 230924 w 965707"/>
                <a:gd name="connsiteY25" fmla="*/ 1213693 h 1986527"/>
                <a:gd name="connsiteX26" fmla="*/ 227782 w 965707"/>
                <a:gd name="connsiteY26" fmla="*/ 1195782 h 1986527"/>
                <a:gd name="connsiteX27" fmla="*/ 172672 w 965707"/>
                <a:gd name="connsiteY27" fmla="*/ 1195782 h 1986527"/>
                <a:gd name="connsiteX28" fmla="*/ 172672 w 965707"/>
                <a:gd name="connsiteY28" fmla="*/ 1958468 h 1986527"/>
                <a:gd name="connsiteX29" fmla="*/ 144613 w 965707"/>
                <a:gd name="connsiteY29" fmla="*/ 1986527 h 1986527"/>
                <a:gd name="connsiteX30" fmla="*/ 32381 w 965707"/>
                <a:gd name="connsiteY30" fmla="*/ 1986527 h 1986527"/>
                <a:gd name="connsiteX31" fmla="*/ 4322 w 965707"/>
                <a:gd name="connsiteY31" fmla="*/ 1958468 h 1986527"/>
                <a:gd name="connsiteX32" fmla="*/ 4322 w 965707"/>
                <a:gd name="connsiteY32" fmla="*/ 1169537 h 1986527"/>
                <a:gd name="connsiteX33" fmla="*/ 7911 w 965707"/>
                <a:gd name="connsiteY33" fmla="*/ 1160872 h 1986527"/>
                <a:gd name="connsiteX34" fmla="*/ 5040 w 965707"/>
                <a:gd name="connsiteY34" fmla="*/ 1156613 h 1986527"/>
                <a:gd name="connsiteX35" fmla="*/ 0 w 965707"/>
                <a:gd name="connsiteY35" fmla="*/ 1131649 h 1986527"/>
                <a:gd name="connsiteX36" fmla="*/ 0 w 965707"/>
                <a:gd name="connsiteY36" fmla="*/ 514378 h 1986527"/>
                <a:gd name="connsiteX37" fmla="*/ 64133 w 965707"/>
                <a:gd name="connsiteY37" fmla="*/ 450245 h 1986527"/>
                <a:gd name="connsiteX38" fmla="*/ 174233 w 965707"/>
                <a:gd name="connsiteY38" fmla="*/ 450245 h 1986527"/>
                <a:gd name="connsiteX39" fmla="*/ 203629 w 965707"/>
                <a:gd name="connsiteY39" fmla="*/ 428684 h 1986527"/>
                <a:gd name="connsiteX40" fmla="*/ 133218 w 965707"/>
                <a:gd name="connsiteY40" fmla="*/ 414469 h 1986527"/>
                <a:gd name="connsiteX41" fmla="*/ 1472 w 965707"/>
                <a:gd name="connsiteY41" fmla="*/ 215710 h 1986527"/>
                <a:gd name="connsiteX42" fmla="*/ 217182 w 965707"/>
                <a:gd name="connsiteY42" fmla="*/ 0 h 1986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965707" h="1986527">
                  <a:moveTo>
                    <a:pt x="217182" y="0"/>
                  </a:moveTo>
                  <a:cubicBezTo>
                    <a:pt x="336315" y="0"/>
                    <a:pt x="432892" y="96577"/>
                    <a:pt x="432892" y="215710"/>
                  </a:cubicBezTo>
                  <a:cubicBezTo>
                    <a:pt x="432892" y="230602"/>
                    <a:pt x="431383" y="245141"/>
                    <a:pt x="428510" y="259183"/>
                  </a:cubicBezTo>
                  <a:lnTo>
                    <a:pt x="426677" y="265085"/>
                  </a:lnTo>
                  <a:lnTo>
                    <a:pt x="691433" y="70895"/>
                  </a:lnTo>
                  <a:cubicBezTo>
                    <a:pt x="702812" y="62549"/>
                    <a:pt x="718803" y="65008"/>
                    <a:pt x="727149" y="76387"/>
                  </a:cubicBezTo>
                  <a:lnTo>
                    <a:pt x="787596" y="158799"/>
                  </a:lnTo>
                  <a:cubicBezTo>
                    <a:pt x="795942" y="170178"/>
                    <a:pt x="793483" y="186169"/>
                    <a:pt x="782104" y="194515"/>
                  </a:cubicBezTo>
                  <a:lnTo>
                    <a:pt x="453481" y="435549"/>
                  </a:lnTo>
                  <a:lnTo>
                    <a:pt x="874061" y="181449"/>
                  </a:lnTo>
                  <a:cubicBezTo>
                    <a:pt x="886143" y="174150"/>
                    <a:pt x="901855" y="178027"/>
                    <a:pt x="909154" y="190109"/>
                  </a:cubicBezTo>
                  <a:lnTo>
                    <a:pt x="962021" y="277611"/>
                  </a:lnTo>
                  <a:cubicBezTo>
                    <a:pt x="969320" y="289694"/>
                    <a:pt x="965443" y="305405"/>
                    <a:pt x="953361" y="312705"/>
                  </a:cubicBezTo>
                  <a:lnTo>
                    <a:pt x="384793" y="656215"/>
                  </a:lnTo>
                  <a:lnTo>
                    <a:pt x="384793" y="1131649"/>
                  </a:lnTo>
                  <a:lnTo>
                    <a:pt x="381842" y="1146266"/>
                  </a:lnTo>
                  <a:lnTo>
                    <a:pt x="387708" y="1152370"/>
                  </a:lnTo>
                  <a:lnTo>
                    <a:pt x="442440" y="1292303"/>
                  </a:lnTo>
                  <a:lnTo>
                    <a:pt x="445419" y="1293537"/>
                  </a:lnTo>
                  <a:cubicBezTo>
                    <a:pt x="450626" y="1298744"/>
                    <a:pt x="453847" y="1305938"/>
                    <a:pt x="453847" y="1313884"/>
                  </a:cubicBezTo>
                  <a:lnTo>
                    <a:pt x="453847" y="1951177"/>
                  </a:lnTo>
                  <a:cubicBezTo>
                    <a:pt x="453847" y="1967069"/>
                    <a:pt x="440964" y="1979952"/>
                    <a:pt x="425072" y="1979952"/>
                  </a:cubicBezTo>
                  <a:lnTo>
                    <a:pt x="309975" y="1979952"/>
                  </a:lnTo>
                  <a:cubicBezTo>
                    <a:pt x="294083" y="1979952"/>
                    <a:pt x="281200" y="1967069"/>
                    <a:pt x="281200" y="1951177"/>
                  </a:cubicBezTo>
                  <a:lnTo>
                    <a:pt x="281200" y="1342234"/>
                  </a:lnTo>
                  <a:lnTo>
                    <a:pt x="230924" y="1213693"/>
                  </a:lnTo>
                  <a:lnTo>
                    <a:pt x="227782" y="1195782"/>
                  </a:lnTo>
                  <a:lnTo>
                    <a:pt x="172672" y="1195782"/>
                  </a:lnTo>
                  <a:lnTo>
                    <a:pt x="172672" y="1958468"/>
                  </a:lnTo>
                  <a:cubicBezTo>
                    <a:pt x="172672" y="1973965"/>
                    <a:pt x="160110" y="1986527"/>
                    <a:pt x="144613" y="1986527"/>
                  </a:cubicBezTo>
                  <a:lnTo>
                    <a:pt x="32381" y="1986527"/>
                  </a:lnTo>
                  <a:cubicBezTo>
                    <a:pt x="16884" y="1986527"/>
                    <a:pt x="4322" y="1973965"/>
                    <a:pt x="4322" y="1958468"/>
                  </a:cubicBezTo>
                  <a:lnTo>
                    <a:pt x="4322" y="1169537"/>
                  </a:lnTo>
                  <a:lnTo>
                    <a:pt x="7911" y="1160872"/>
                  </a:lnTo>
                  <a:lnTo>
                    <a:pt x="5040" y="1156613"/>
                  </a:lnTo>
                  <a:cubicBezTo>
                    <a:pt x="1795" y="1148940"/>
                    <a:pt x="0" y="1140504"/>
                    <a:pt x="0" y="1131649"/>
                  </a:cubicBezTo>
                  <a:lnTo>
                    <a:pt x="0" y="514378"/>
                  </a:lnTo>
                  <a:cubicBezTo>
                    <a:pt x="0" y="478958"/>
                    <a:pt x="28713" y="450245"/>
                    <a:pt x="64133" y="450245"/>
                  </a:cubicBezTo>
                  <a:lnTo>
                    <a:pt x="174233" y="450245"/>
                  </a:lnTo>
                  <a:lnTo>
                    <a:pt x="203629" y="428684"/>
                  </a:lnTo>
                  <a:lnTo>
                    <a:pt x="133218" y="414469"/>
                  </a:lnTo>
                  <a:cubicBezTo>
                    <a:pt x="55797" y="381722"/>
                    <a:pt x="1472" y="305060"/>
                    <a:pt x="1472" y="215710"/>
                  </a:cubicBezTo>
                  <a:cubicBezTo>
                    <a:pt x="1472" y="96577"/>
                    <a:pt x="98049" y="0"/>
                    <a:pt x="217182" y="0"/>
                  </a:cubicBezTo>
                  <a:close/>
                </a:path>
              </a:pathLst>
            </a:custGeom>
            <a:solidFill>
              <a:srgbClr val="D3D3D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0" name="MH_Text_2"/>
            <p:cNvSpPr txBox="1"/>
            <p:nvPr>
              <p:custDataLst>
                <p:tags r:id="rId7"/>
              </p:custDataLst>
            </p:nvPr>
          </p:nvSpPr>
          <p:spPr>
            <a:xfrm>
              <a:off x="6070665" y="2092627"/>
              <a:ext cx="6482078" cy="1964619"/>
            </a:xfrm>
            <a:prstGeom prst="rect">
              <a:avLst/>
            </a:prstGeom>
            <a:noFill/>
          </p:spPr>
          <p:txBody>
            <a:bodyPr lIns="0" tIns="0" rIns="0" bIns="0">
              <a:normAutofit/>
            </a:bodyPr>
            <a:lstStyle>
              <a:defPPr>
                <a:defRPr lang="zh-CN"/>
              </a:defPPr>
              <a:lvl1pPr>
                <a:lnSpc>
                  <a:spcPct val="130000"/>
                </a:lnSpc>
                <a:defRPr sz="1200"/>
              </a:lvl1pPr>
            </a:lstStyle>
            <a:p>
              <a:pPr marL="285750" indent="-285750" fontAlgn="auto">
                <a:lnSpc>
                  <a:spcPct val="130000"/>
                </a:lnSpc>
                <a:buFont typeface="Wingdings" panose="05000000000000000000" charset="0"/>
                <a:buChar char="Ø"/>
              </a:pPr>
              <a:r>
                <a:rPr lang="zh-CN" altLang="en-US" sz="1800" dirty="0" smtClean="0">
                  <a:solidFill>
                    <a:srgbClr val="C00000"/>
                  </a:solidFill>
                </a:rPr>
                <a:t>瘦客户机模型：</a:t>
              </a:r>
              <a:r>
                <a:rPr lang="zh-CN" altLang="en-US" sz="1800" dirty="0" smtClean="0"/>
                <a:t>如果所有的形式逻辑和业务逻辑均驻留在客户端（Client），而Server则成为数据库服务器，负责各种数据的处理和维护，因此Server变得很“瘦”，被称为“瘦服务器”（Thin Server）。而瘦客户机模型与瘦服务器模型相反，它将繁重的处理任务都放在服务器和网络上，由服务器负责所有的计算。因此，瘦客户机模型的缺点是将增加客户机和服务器之间的网络流量。</a:t>
              </a:r>
            </a:p>
          </p:txBody>
        </p:sp>
        <p:sp>
          <p:nvSpPr>
            <p:cNvPr id="11" name="MH_Text_1"/>
            <p:cNvSpPr txBox="1"/>
            <p:nvPr>
              <p:custDataLst>
                <p:tags r:id="rId8"/>
              </p:custDataLst>
            </p:nvPr>
          </p:nvSpPr>
          <p:spPr>
            <a:xfrm>
              <a:off x="6167773" y="4209582"/>
              <a:ext cx="6384971" cy="876772"/>
            </a:xfrm>
            <a:prstGeom prst="rect">
              <a:avLst/>
            </a:prstGeom>
            <a:noFill/>
          </p:spPr>
          <p:txBody>
            <a:bodyPr lIns="0" tIns="0" rIns="0" bIns="0">
              <a:noAutofit/>
            </a:bodyPr>
            <a:lstStyle>
              <a:defPPr>
                <a:defRPr lang="zh-CN"/>
              </a:defPPr>
              <a:lvl1pPr>
                <a:lnSpc>
                  <a:spcPct val="130000"/>
                </a:lnSpc>
                <a:defRPr sz="1200"/>
              </a:lvl1pPr>
            </a:lstStyle>
            <a:p>
              <a:pPr marL="285750" indent="-285750" fontAlgn="auto">
                <a:lnSpc>
                  <a:spcPct val="130000"/>
                </a:lnSpc>
                <a:buFont typeface="Wingdings" panose="05000000000000000000" charset="0"/>
                <a:buChar char="Ø"/>
              </a:pPr>
              <a:r>
                <a:rPr lang="zh-CN" altLang="en-US" sz="1800" dirty="0" smtClean="0">
                  <a:solidFill>
                    <a:srgbClr val="C00000"/>
                  </a:solidFill>
                </a:rPr>
                <a:t>胖客户机模型：</a:t>
              </a:r>
              <a:r>
                <a:rPr lang="zh-CN" altLang="en-US" sz="1800" dirty="0" smtClean="0"/>
                <a:t>胖客户机（Fat Client）模型与瘦客户机模型相反，需要在客户端运行庞大的应用程序，由客户机上的软件实现应用逻辑和系统用户的交互。胖客户机模型下，服务器只负责对数据的管理。</a:t>
              </a:r>
            </a:p>
          </p:txBody>
        </p:sp>
      </p:grpSp>
      <p:sp>
        <p:nvSpPr>
          <p:cNvPr id="12" name="TextBox 6"/>
          <p:cNvSpPr txBox="1"/>
          <p:nvPr/>
        </p:nvSpPr>
        <p:spPr>
          <a:xfrm>
            <a:off x="2558814" y="3248071"/>
            <a:ext cx="866775" cy="153272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zh-CN" altLang="en-US" sz="2400" dirty="0" smtClean="0">
                <a:solidFill>
                  <a:schemeClr val="tx1"/>
                </a:solidFill>
              </a:rPr>
              <a:t>传统</a:t>
            </a:r>
            <a:r>
              <a:rPr lang="en-US" altLang="zh-CN" sz="2400" dirty="0" smtClean="0">
                <a:solidFill>
                  <a:schemeClr val="tx1"/>
                </a:solidFill>
              </a:rPr>
              <a:t>C/S</a:t>
            </a:r>
            <a:r>
              <a:rPr lang="zh-CN" altLang="en-US" sz="2400" dirty="0" smtClean="0">
                <a:solidFill>
                  <a:schemeClr val="tx1"/>
                </a:solidFill>
              </a:rPr>
              <a:t>结构</a:t>
            </a:r>
          </a:p>
        </p:txBody>
      </p:sp>
    </p:spTree>
    <p:custDataLst>
      <p:tags r:id="rId1"/>
    </p:custDataLst>
  </p:cSld>
  <p:clrMapOvr>
    <a:masterClrMapping/>
  </p:clrMapOvr>
  <p:transition>
    <p:circl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754063" y="261258"/>
            <a:ext cx="8415337" cy="855290"/>
          </a:xfrm>
        </p:spPr>
        <p:txBody>
          <a:bodyPr/>
          <a:lstStyle/>
          <a:p>
            <a:r>
              <a:rPr lang="en-US" dirty="0" smtClean="0">
                <a:solidFill>
                  <a:srgbClr val="FF0000"/>
                </a:solidFill>
                <a:sym typeface="+mn-ea"/>
              </a:rPr>
              <a:t>8.2 </a:t>
            </a:r>
            <a:r>
              <a:rPr lang="en-US" altLang="zh-CN" dirty="0" smtClean="0">
                <a:solidFill>
                  <a:srgbClr val="FF0000"/>
                </a:solidFill>
                <a:sym typeface="+mn-ea"/>
              </a:rPr>
              <a:t>Web</a:t>
            </a:r>
            <a:r>
              <a:rPr lang="zh-CN" altLang="en-US" dirty="0" smtClean="0">
                <a:solidFill>
                  <a:srgbClr val="FF0000"/>
                </a:solidFill>
                <a:sym typeface="+mn-ea"/>
              </a:rPr>
              <a:t>的层次结构</a:t>
            </a:r>
          </a:p>
        </p:txBody>
      </p:sp>
      <p:sp>
        <p:nvSpPr>
          <p:cNvPr id="4"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8.2.1 </a:t>
            </a:r>
            <a:r>
              <a:rPr lang="zh-CN" altLang="en-US" sz="2400" dirty="0" smtClean="0">
                <a:solidFill>
                  <a:schemeClr val="tx1"/>
                </a:solidFill>
              </a:rPr>
              <a:t>两层</a:t>
            </a:r>
            <a:r>
              <a:rPr lang="en-US" altLang="zh-CN" sz="2400" dirty="0" smtClean="0">
                <a:solidFill>
                  <a:schemeClr val="tx1"/>
                </a:solidFill>
              </a:rPr>
              <a:t>C/S</a:t>
            </a:r>
            <a:r>
              <a:rPr lang="zh-CN" altLang="en-US" sz="2400" dirty="0" smtClean="0">
                <a:solidFill>
                  <a:schemeClr val="tx1"/>
                </a:solidFill>
              </a:rPr>
              <a:t>结构</a:t>
            </a:r>
          </a:p>
        </p:txBody>
      </p:sp>
      <p:pic>
        <p:nvPicPr>
          <p:cNvPr id="5" name="图片 4"/>
          <p:cNvPicPr>
            <a:picLocks noChangeAspect="1"/>
          </p:cNvPicPr>
          <p:nvPr/>
        </p:nvPicPr>
        <p:blipFill>
          <a:blip r:embed="rId2" cstate="print"/>
          <a:stretch>
            <a:fillRect/>
          </a:stretch>
        </p:blipFill>
        <p:spPr>
          <a:xfrm>
            <a:off x="5534489" y="1742816"/>
            <a:ext cx="5506549" cy="4146477"/>
          </a:xfrm>
          <a:prstGeom prst="rect">
            <a:avLst/>
          </a:prstGeom>
        </p:spPr>
      </p:pic>
      <p:sp>
        <p:nvSpPr>
          <p:cNvPr id="1025" name="Rectangle 1"/>
          <p:cNvSpPr>
            <a:spLocks noChangeArrowheads="1"/>
          </p:cNvSpPr>
          <p:nvPr/>
        </p:nvSpPr>
        <p:spPr bwMode="auto">
          <a:xfrm>
            <a:off x="1160060" y="3084395"/>
            <a:ext cx="4026090" cy="181588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266700" algn="l" defTabSz="914400" rtl="0" eaLnBrk="1" fontAlgn="base" latinLnBrk="0" hangingPunct="1">
              <a:lnSpc>
                <a:spcPct val="100000"/>
              </a:lnSpc>
              <a:spcBef>
                <a:spcPct val="0"/>
              </a:spcBef>
              <a:spcAft>
                <a:spcPct val="0"/>
              </a:spcAft>
              <a:buClrTx/>
              <a:buSzTx/>
              <a:buFontTx/>
              <a:buNone/>
              <a:tabLst/>
            </a:pPr>
            <a:r>
              <a:rPr kumimoji="0" lang="zh-CN" sz="28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二层</a:t>
            </a:r>
            <a:r>
              <a:rPr kumimoji="0" lang="en-US" altLang="zh-CN" sz="28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C/S</a:t>
            </a:r>
            <a:r>
              <a:rPr kumimoji="0" lang="zh-CN" altLang="en-US" sz="28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体系结构由前端客户机、后端服务器和网络三部分组成，如右图所示。</a:t>
            </a:r>
            <a:endParaRPr kumimoji="0" lang="zh-CN" altLang="en-US" sz="2800" b="0" i="0" u="none" strike="noStrike" cap="none" normalizeH="0" baseline="0" dirty="0" smtClean="0">
              <a:ln>
                <a:noFill/>
              </a:ln>
              <a:solidFill>
                <a:schemeClr val="tx1"/>
              </a:solidFill>
              <a:effectLst/>
              <a:latin typeface="Arial" pitchFamily="34" charset="0"/>
              <a:ea typeface="宋体" pitchFamily="2" charset="-122"/>
              <a:cs typeface="宋体"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8.2 </a:t>
            </a:r>
            <a:r>
              <a:rPr lang="en-US" altLang="zh-CN" dirty="0" smtClean="0">
                <a:solidFill>
                  <a:srgbClr val="FF0000"/>
                </a:solidFill>
                <a:sym typeface="+mn-ea"/>
              </a:rPr>
              <a:t>Web</a:t>
            </a:r>
            <a:r>
              <a:rPr lang="zh-CN" altLang="en-US" dirty="0" smtClean="0">
                <a:solidFill>
                  <a:srgbClr val="FF0000"/>
                </a:solidFill>
                <a:sym typeface="+mn-ea"/>
              </a:rPr>
              <a:t>的层次结构</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8.2.1 </a:t>
            </a:r>
            <a:r>
              <a:rPr lang="zh-CN" altLang="en-US" sz="2400" dirty="0" smtClean="0">
                <a:solidFill>
                  <a:schemeClr val="tx1"/>
                </a:solidFill>
              </a:rPr>
              <a:t>两层</a:t>
            </a:r>
            <a:r>
              <a:rPr lang="en-US" altLang="zh-CN" sz="2400" dirty="0" smtClean="0">
                <a:solidFill>
                  <a:schemeClr val="tx1"/>
                </a:solidFill>
              </a:rPr>
              <a:t>C/S</a:t>
            </a:r>
            <a:r>
              <a:rPr lang="zh-CN" altLang="en-US" sz="2400" dirty="0" smtClean="0">
                <a:solidFill>
                  <a:schemeClr val="tx1"/>
                </a:solidFill>
              </a:rPr>
              <a:t>结构</a:t>
            </a:r>
          </a:p>
        </p:txBody>
      </p:sp>
      <p:grpSp>
        <p:nvGrpSpPr>
          <p:cNvPr id="15" name="组合 14"/>
          <p:cNvGrpSpPr/>
          <p:nvPr/>
        </p:nvGrpSpPr>
        <p:grpSpPr>
          <a:xfrm>
            <a:off x="769620" y="1741170"/>
            <a:ext cx="11437620" cy="4107180"/>
            <a:chOff x="1188" y="2742"/>
            <a:chExt cx="18012" cy="6468"/>
          </a:xfrm>
        </p:grpSpPr>
        <p:grpSp>
          <p:nvGrpSpPr>
            <p:cNvPr id="16" name="组合 15"/>
            <p:cNvGrpSpPr/>
            <p:nvPr/>
          </p:nvGrpSpPr>
          <p:grpSpPr>
            <a:xfrm flipH="1">
              <a:off x="11305" y="2742"/>
              <a:ext cx="7895" cy="1533"/>
              <a:chOff x="1" y="3428100"/>
              <a:chExt cx="5013433" cy="973302"/>
            </a:xfrm>
          </p:grpSpPr>
          <p:sp>
            <p:nvSpPr>
              <p:cNvPr id="19" name="MH_SubTitle_2"/>
              <p:cNvSpPr/>
              <p:nvPr>
                <p:custDataLst>
                  <p:tags r:id="rId3"/>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smtClean="0">
                    <a:solidFill>
                      <a:schemeClr val="bg1"/>
                    </a:solidFill>
                    <a:latin typeface="微软雅黑" panose="020B0503020204020204" charset="-122"/>
                    <a:ea typeface="微软雅黑" panose="020B0503020204020204" charset="-122"/>
                    <a:cs typeface="黑体" panose="02010609060101010101" pitchFamily="49" charset="-122"/>
                  </a:rPr>
                  <a:t>前端客户机</a:t>
                </a:r>
              </a:p>
            </p:txBody>
          </p:sp>
          <p:sp>
            <p:nvSpPr>
              <p:cNvPr id="20" name="MH_Other_5"/>
              <p:cNvSpPr/>
              <p:nvPr>
                <p:custDataLst>
                  <p:tags r:id="rId4"/>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Impact" panose="020B0806030902050204" pitchFamily="34" charset="0"/>
                    <a:ea typeface="微软雅黑" panose="020B0503020204020204" charset="-122"/>
                  </a:rPr>
                  <a:t>01</a:t>
                </a:r>
                <a:endParaRPr lang="zh-CN" altLang="en-US" sz="3200" dirty="0">
                  <a:solidFill>
                    <a:srgbClr val="FFFFFF"/>
                  </a:solidFill>
                  <a:latin typeface="Impact" panose="020B0806030902050204" pitchFamily="34" charset="0"/>
                  <a:ea typeface="微软雅黑" panose="020B0503020204020204" charset="-122"/>
                </a:endParaRPr>
              </a:p>
            </p:txBody>
          </p:sp>
          <p:sp>
            <p:nvSpPr>
              <p:cNvPr id="21" name="MH_Other_6"/>
              <p:cNvSpPr/>
              <p:nvPr>
                <p:custDataLst>
                  <p:tags r:id="rId5"/>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22" name="MH_Desc_1"/>
            <p:cNvSpPr/>
            <p:nvPr>
              <p:custDataLst>
                <p:tags r:id="rId2"/>
              </p:custDataLst>
            </p:nvPr>
          </p:nvSpPr>
          <p:spPr>
            <a:xfrm>
              <a:off x="1188" y="3625"/>
              <a:ext cx="8403" cy="5585"/>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smtClean="0">
                  <a:solidFill>
                    <a:schemeClr val="tx1"/>
                  </a:solidFill>
                  <a:latin typeface="微软雅黑" panose="020B0503020204020204" charset="-122"/>
                  <a:ea typeface="微软雅黑" panose="020B0503020204020204" charset="-122"/>
                </a:rPr>
                <a:t>二层C/S体系结构的前端客户机负责接收用户发出的请求，并向数据库服务器发出请求。客户机通常是独立的子系统，同一时刻可能有多个客户机程序并发运行。</a:t>
              </a:r>
            </a:p>
          </p:txBody>
        </p:sp>
      </p:grpSp>
      <p:pic>
        <p:nvPicPr>
          <p:cNvPr id="5" name="图片 4"/>
          <p:cNvPicPr>
            <a:picLocks noChangeAspect="1"/>
          </p:cNvPicPr>
          <p:nvPr/>
        </p:nvPicPr>
        <p:blipFill>
          <a:blip r:embed="rId8" cstate="print"/>
          <a:stretch>
            <a:fillRect/>
          </a:stretch>
        </p:blipFill>
        <p:spPr>
          <a:xfrm>
            <a:off x="6944360" y="2828290"/>
            <a:ext cx="4010660" cy="3020060"/>
          </a:xfrm>
          <a:prstGeom prst="rect">
            <a:avLst/>
          </a:prstGeom>
        </p:spPr>
      </p:pic>
    </p:spTree>
    <p:custDataLst>
      <p:tags r:id="rId1"/>
    </p:custDataLst>
  </p:cSld>
  <p:clrMapOvr>
    <a:masterClrMapping/>
  </p:clrMapOvr>
  <p:transition>
    <p:circl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8.2 </a:t>
            </a:r>
            <a:r>
              <a:rPr lang="en-US" altLang="zh-CN" dirty="0" smtClean="0">
                <a:solidFill>
                  <a:srgbClr val="FF0000"/>
                </a:solidFill>
                <a:sym typeface="+mn-ea"/>
              </a:rPr>
              <a:t>Web</a:t>
            </a:r>
            <a:r>
              <a:rPr lang="zh-CN" altLang="en-US" dirty="0" smtClean="0">
                <a:solidFill>
                  <a:srgbClr val="FF0000"/>
                </a:solidFill>
                <a:sym typeface="+mn-ea"/>
              </a:rPr>
              <a:t>的层次结构</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8.2.1 </a:t>
            </a:r>
            <a:r>
              <a:rPr lang="zh-CN" altLang="en-US" sz="2400" dirty="0" smtClean="0">
                <a:solidFill>
                  <a:schemeClr val="tx1"/>
                </a:solidFill>
              </a:rPr>
              <a:t>两层</a:t>
            </a:r>
            <a:r>
              <a:rPr lang="en-US" altLang="zh-CN" sz="2400" dirty="0" smtClean="0">
                <a:solidFill>
                  <a:schemeClr val="tx1"/>
                </a:solidFill>
              </a:rPr>
              <a:t>C/S</a:t>
            </a:r>
            <a:r>
              <a:rPr lang="zh-CN" altLang="en-US" sz="2400" dirty="0" smtClean="0">
                <a:solidFill>
                  <a:schemeClr val="tx1"/>
                </a:solidFill>
              </a:rPr>
              <a:t>结构</a:t>
            </a:r>
          </a:p>
        </p:txBody>
      </p:sp>
      <p:grpSp>
        <p:nvGrpSpPr>
          <p:cNvPr id="15" name="组合 14"/>
          <p:cNvGrpSpPr/>
          <p:nvPr/>
        </p:nvGrpSpPr>
        <p:grpSpPr>
          <a:xfrm>
            <a:off x="769620" y="1741170"/>
            <a:ext cx="11437620" cy="4107180"/>
            <a:chOff x="1188" y="2742"/>
            <a:chExt cx="18012" cy="6468"/>
          </a:xfrm>
        </p:grpSpPr>
        <p:grpSp>
          <p:nvGrpSpPr>
            <p:cNvPr id="16" name="组合 15"/>
            <p:cNvGrpSpPr/>
            <p:nvPr/>
          </p:nvGrpSpPr>
          <p:grpSpPr>
            <a:xfrm flipH="1">
              <a:off x="11305" y="2742"/>
              <a:ext cx="7895" cy="1533"/>
              <a:chOff x="1" y="3428100"/>
              <a:chExt cx="5013433" cy="973302"/>
            </a:xfrm>
          </p:grpSpPr>
          <p:sp>
            <p:nvSpPr>
              <p:cNvPr id="19" name="MH_SubTitle_2"/>
              <p:cNvSpPr/>
              <p:nvPr>
                <p:custDataLst>
                  <p:tags r:id="rId3"/>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smtClean="0">
                    <a:solidFill>
                      <a:schemeClr val="bg1"/>
                    </a:solidFill>
                    <a:latin typeface="微软雅黑" panose="020B0503020204020204" charset="-122"/>
                    <a:ea typeface="微软雅黑" panose="020B0503020204020204" charset="-122"/>
                    <a:cs typeface="黑体" panose="02010609060101010101" pitchFamily="49" charset="-122"/>
                  </a:rPr>
                  <a:t>后端服务器</a:t>
                </a:r>
              </a:p>
            </p:txBody>
          </p:sp>
          <p:sp>
            <p:nvSpPr>
              <p:cNvPr id="20" name="MH_Other_5"/>
              <p:cNvSpPr/>
              <p:nvPr>
                <p:custDataLst>
                  <p:tags r:id="rId4"/>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Impact" panose="020B0806030902050204" pitchFamily="34" charset="0"/>
                    <a:ea typeface="微软雅黑" panose="020B0503020204020204" charset="-122"/>
                  </a:rPr>
                  <a:t>02</a:t>
                </a:r>
                <a:endParaRPr lang="zh-CN" altLang="en-US" sz="3200" dirty="0">
                  <a:solidFill>
                    <a:srgbClr val="FFFFFF"/>
                  </a:solidFill>
                  <a:latin typeface="Impact" panose="020B0806030902050204" pitchFamily="34" charset="0"/>
                  <a:ea typeface="微软雅黑" panose="020B0503020204020204" charset="-122"/>
                </a:endParaRPr>
              </a:p>
            </p:txBody>
          </p:sp>
          <p:sp>
            <p:nvSpPr>
              <p:cNvPr id="21" name="MH_Other_6"/>
              <p:cNvSpPr/>
              <p:nvPr>
                <p:custDataLst>
                  <p:tags r:id="rId5"/>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22" name="MH_Desc_1"/>
            <p:cNvSpPr/>
            <p:nvPr>
              <p:custDataLst>
                <p:tags r:id="rId2"/>
              </p:custDataLst>
            </p:nvPr>
          </p:nvSpPr>
          <p:spPr>
            <a:xfrm>
              <a:off x="1188" y="3625"/>
              <a:ext cx="8403" cy="5585"/>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smtClean="0">
                  <a:solidFill>
                    <a:schemeClr val="tx1"/>
                  </a:solidFill>
                  <a:latin typeface="微软雅黑" panose="020B0503020204020204" charset="-122"/>
                  <a:ea typeface="微软雅黑" panose="020B0503020204020204" charset="-122"/>
                </a:rPr>
                <a:t>二层C/S体系结构的后端服务器负责提供完善的安全保护以及对数据完整性进行处理，并允许多个用户同时访问一个数据库。从功能的角度来说，客户端负责与用户交互，管理用户界面和表示逻辑，具体包括管理各种界面对象，验证数据的完整性和有效性，并将客户的请求发送给服务器端，同时将服务器处理的结果输出到客户端。服务器端在功能上实现数据的存取，并根据用户的需求提供服务。</a:t>
              </a:r>
            </a:p>
          </p:txBody>
        </p:sp>
      </p:grpSp>
      <p:pic>
        <p:nvPicPr>
          <p:cNvPr id="5" name="图片 4"/>
          <p:cNvPicPr>
            <a:picLocks noChangeAspect="1"/>
          </p:cNvPicPr>
          <p:nvPr/>
        </p:nvPicPr>
        <p:blipFill>
          <a:blip r:embed="rId8" cstate="print"/>
          <a:stretch>
            <a:fillRect/>
          </a:stretch>
        </p:blipFill>
        <p:spPr>
          <a:xfrm>
            <a:off x="6944360" y="2828290"/>
            <a:ext cx="4010660" cy="3020060"/>
          </a:xfrm>
          <a:prstGeom prst="rect">
            <a:avLst/>
          </a:prstGeom>
        </p:spPr>
      </p:pic>
    </p:spTree>
    <p:custDataLst>
      <p:tags r:id="rId1"/>
    </p:custDataLst>
  </p:cSld>
  <p:clrMapOvr>
    <a:masterClrMapping/>
  </p:clrMapOvr>
  <p:transition>
    <p:circl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8.2 </a:t>
            </a:r>
            <a:r>
              <a:rPr lang="en-US" altLang="zh-CN" dirty="0" smtClean="0">
                <a:solidFill>
                  <a:srgbClr val="FF0000"/>
                </a:solidFill>
                <a:sym typeface="+mn-ea"/>
              </a:rPr>
              <a:t>Web</a:t>
            </a:r>
            <a:r>
              <a:rPr lang="zh-CN" altLang="en-US" dirty="0" smtClean="0">
                <a:solidFill>
                  <a:srgbClr val="FF0000"/>
                </a:solidFill>
                <a:sym typeface="+mn-ea"/>
              </a:rPr>
              <a:t>的层次结构</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8.2.1 </a:t>
            </a:r>
            <a:r>
              <a:rPr lang="zh-CN" altLang="en-US" sz="2400" dirty="0" smtClean="0">
                <a:solidFill>
                  <a:schemeClr val="tx1"/>
                </a:solidFill>
              </a:rPr>
              <a:t>两层</a:t>
            </a:r>
            <a:r>
              <a:rPr lang="en-US" altLang="zh-CN" sz="2400" dirty="0" smtClean="0">
                <a:solidFill>
                  <a:schemeClr val="tx1"/>
                </a:solidFill>
              </a:rPr>
              <a:t>C/S</a:t>
            </a:r>
            <a:r>
              <a:rPr lang="zh-CN" altLang="en-US" sz="2400" dirty="0" smtClean="0">
                <a:solidFill>
                  <a:schemeClr val="tx1"/>
                </a:solidFill>
              </a:rPr>
              <a:t>结构</a:t>
            </a:r>
          </a:p>
        </p:txBody>
      </p:sp>
      <p:grpSp>
        <p:nvGrpSpPr>
          <p:cNvPr id="15" name="组合 14"/>
          <p:cNvGrpSpPr/>
          <p:nvPr/>
        </p:nvGrpSpPr>
        <p:grpSpPr>
          <a:xfrm>
            <a:off x="769620" y="1741170"/>
            <a:ext cx="11437620" cy="4107180"/>
            <a:chOff x="1188" y="2742"/>
            <a:chExt cx="18012" cy="6468"/>
          </a:xfrm>
        </p:grpSpPr>
        <p:grpSp>
          <p:nvGrpSpPr>
            <p:cNvPr id="16" name="组合 15"/>
            <p:cNvGrpSpPr/>
            <p:nvPr/>
          </p:nvGrpSpPr>
          <p:grpSpPr>
            <a:xfrm flipH="1">
              <a:off x="11305" y="2742"/>
              <a:ext cx="7895" cy="1533"/>
              <a:chOff x="1" y="3428100"/>
              <a:chExt cx="5013433" cy="973302"/>
            </a:xfrm>
          </p:grpSpPr>
          <p:sp>
            <p:nvSpPr>
              <p:cNvPr id="19" name="MH_SubTitle_2"/>
              <p:cNvSpPr/>
              <p:nvPr>
                <p:custDataLst>
                  <p:tags r:id="rId3"/>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smtClean="0">
                    <a:solidFill>
                      <a:schemeClr val="bg1"/>
                    </a:solidFill>
                    <a:latin typeface="微软雅黑" panose="020B0503020204020204" charset="-122"/>
                    <a:ea typeface="微软雅黑" panose="020B0503020204020204" charset="-122"/>
                    <a:cs typeface="黑体" panose="02010609060101010101" pitchFamily="49" charset="-122"/>
                  </a:rPr>
                  <a:t>网络</a:t>
                </a:r>
              </a:p>
            </p:txBody>
          </p:sp>
          <p:sp>
            <p:nvSpPr>
              <p:cNvPr id="20" name="MH_Other_5"/>
              <p:cNvSpPr/>
              <p:nvPr>
                <p:custDataLst>
                  <p:tags r:id="rId4"/>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Impact" panose="020B0806030902050204" pitchFamily="34" charset="0"/>
                    <a:ea typeface="微软雅黑" panose="020B0503020204020204" charset="-122"/>
                  </a:rPr>
                  <a:t>0</a:t>
                </a:r>
                <a:r>
                  <a:rPr lang="en-US" sz="3200" dirty="0">
                    <a:solidFill>
                      <a:srgbClr val="FFFFFF"/>
                    </a:solidFill>
                    <a:latin typeface="Impact" panose="020B0806030902050204" pitchFamily="34" charset="0"/>
                    <a:ea typeface="微软雅黑" panose="020B0503020204020204" charset="-122"/>
                  </a:rPr>
                  <a:t>3</a:t>
                </a:r>
              </a:p>
            </p:txBody>
          </p:sp>
          <p:sp>
            <p:nvSpPr>
              <p:cNvPr id="21" name="MH_Other_6"/>
              <p:cNvSpPr/>
              <p:nvPr>
                <p:custDataLst>
                  <p:tags r:id="rId5"/>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22" name="MH_Desc_1"/>
            <p:cNvSpPr/>
            <p:nvPr>
              <p:custDataLst>
                <p:tags r:id="rId2"/>
              </p:custDataLst>
            </p:nvPr>
          </p:nvSpPr>
          <p:spPr>
            <a:xfrm>
              <a:off x="1188" y="3625"/>
              <a:ext cx="8403" cy="5585"/>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smtClean="0">
                  <a:solidFill>
                    <a:schemeClr val="tx1"/>
                  </a:solidFill>
                  <a:latin typeface="微软雅黑" panose="020B0503020204020204" charset="-122"/>
                  <a:ea typeface="微软雅黑" panose="020B0503020204020204" charset="-122"/>
                </a:rPr>
                <a:t>客户机和服务器通过网络连接。图8-2所示为二层C/S结构的数据处理流程图。客户机通过Web浏览器向服务器发出请求，服务器处理后将结果返回给客户浏览器端。在整个处理过程中，无论是胖客户机模型还是瘦客户机模型，都必须将任务映射到两个系统上，即客户端和服务器端。</a:t>
              </a:r>
            </a:p>
          </p:txBody>
        </p:sp>
      </p:grpSp>
      <p:pic>
        <p:nvPicPr>
          <p:cNvPr id="3" name="图片 234" descr="8-2"/>
          <p:cNvPicPr>
            <a:picLocks noChangeAspect="1"/>
          </p:cNvPicPr>
          <p:nvPr/>
        </p:nvPicPr>
        <p:blipFill>
          <a:blip r:embed="rId8" cstate="print"/>
          <a:stretch>
            <a:fillRect/>
          </a:stretch>
        </p:blipFill>
        <p:spPr>
          <a:xfrm>
            <a:off x="6880860" y="3210560"/>
            <a:ext cx="4576445" cy="2262505"/>
          </a:xfrm>
          <a:prstGeom prst="rect">
            <a:avLst/>
          </a:prstGeom>
          <a:noFill/>
          <a:ln w="9525">
            <a:noFill/>
          </a:ln>
        </p:spPr>
      </p:pic>
    </p:spTree>
    <p:custDataLst>
      <p:tags r:id="rId1"/>
    </p:custDataLst>
  </p:cSld>
  <p:clrMapOvr>
    <a:masterClrMapping/>
  </p:clrMapOvr>
  <p:transition>
    <p:circl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8.2 </a:t>
            </a:r>
            <a:r>
              <a:rPr lang="en-US" altLang="zh-CN" dirty="0" smtClean="0">
                <a:solidFill>
                  <a:srgbClr val="FF0000"/>
                </a:solidFill>
                <a:sym typeface="+mn-ea"/>
              </a:rPr>
              <a:t>Web</a:t>
            </a:r>
            <a:r>
              <a:rPr lang="zh-CN" altLang="en-US" dirty="0" smtClean="0">
                <a:solidFill>
                  <a:srgbClr val="FF0000"/>
                </a:solidFill>
                <a:sym typeface="+mn-ea"/>
              </a:rPr>
              <a:t>的层次结构</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8.2.1 </a:t>
            </a:r>
            <a:r>
              <a:rPr lang="zh-CN" altLang="en-US" sz="2400" dirty="0" smtClean="0">
                <a:solidFill>
                  <a:schemeClr val="tx1"/>
                </a:solidFill>
              </a:rPr>
              <a:t>两层</a:t>
            </a:r>
            <a:r>
              <a:rPr lang="en-US" altLang="zh-CN" sz="2400" dirty="0" smtClean="0">
                <a:solidFill>
                  <a:schemeClr val="tx1"/>
                </a:solidFill>
              </a:rPr>
              <a:t>C/S</a:t>
            </a:r>
            <a:r>
              <a:rPr lang="zh-CN" altLang="en-US" sz="2400" dirty="0" smtClean="0">
                <a:solidFill>
                  <a:schemeClr val="tx1"/>
                </a:solidFill>
              </a:rPr>
              <a:t>结构</a:t>
            </a:r>
          </a:p>
        </p:txBody>
      </p:sp>
      <p:sp>
        <p:nvSpPr>
          <p:cNvPr id="3" name="文本框 2"/>
          <p:cNvSpPr txBox="1"/>
          <p:nvPr/>
        </p:nvSpPr>
        <p:spPr>
          <a:xfrm>
            <a:off x="6048450" y="3080303"/>
            <a:ext cx="5483907" cy="2400657"/>
          </a:xfrm>
          <a:prstGeom prst="rect">
            <a:avLst/>
          </a:prstGeom>
          <a:noFill/>
        </p:spPr>
        <p:txBody>
          <a:bodyPr wrap="square" rtlCol="0" anchor="t">
            <a:spAutoFit/>
          </a:bodyPr>
          <a:lstStyle/>
          <a:p>
            <a:pPr marL="342900" indent="-342900" fontAlgn="auto">
              <a:lnSpc>
                <a:spcPct val="150000"/>
              </a:lnSpc>
              <a:buFont typeface="Wingdings" panose="05000000000000000000" charset="0"/>
              <a:buChar char="Ø"/>
            </a:pPr>
            <a:r>
              <a:rPr lang="zh-CN" altLang="en-US" sz="2000" dirty="0">
                <a:latin typeface="微软雅黑" panose="020B0503020204020204" charset="-122"/>
                <a:ea typeface="微软雅黑" panose="020B0503020204020204" charset="-122"/>
              </a:rPr>
              <a:t>随着企业规模的日益扩大，软件的复杂性也越来越大，二层C/S结构出现了很多缺点，例如开发成本越来越高，软件移植困难大，软件的维护和升级管理越来越困难等。因此，出现了三层C/S体系结构</a:t>
            </a:r>
            <a:r>
              <a:rPr lang="zh-CN" altLang="en-US" dirty="0">
                <a:latin typeface="微软雅黑" panose="020B0503020204020204" charset="-122"/>
                <a:ea typeface="微软雅黑" panose="020B0503020204020204" charset="-122"/>
              </a:rPr>
              <a:t>。</a:t>
            </a:r>
          </a:p>
        </p:txBody>
      </p:sp>
      <p:pic>
        <p:nvPicPr>
          <p:cNvPr id="7" name="图片 6" descr="A000220151119B95PPIC.png"/>
          <p:cNvPicPr>
            <a:picLocks noChangeAspect="1"/>
          </p:cNvPicPr>
          <p:nvPr/>
        </p:nvPicPr>
        <p:blipFill>
          <a:blip r:embed="rId4" cstate="print"/>
          <a:stretch>
            <a:fillRect/>
          </a:stretch>
        </p:blipFill>
        <p:spPr>
          <a:xfrm>
            <a:off x="451324" y="2333767"/>
            <a:ext cx="5829699" cy="4057469"/>
          </a:xfrm>
          <a:prstGeom prst="rect">
            <a:avLst/>
          </a:prstGeom>
        </p:spPr>
      </p:pic>
    </p:spTree>
    <p:custDataLst>
      <p:tags r:id="rId1"/>
    </p:custDataLst>
  </p:cSld>
  <p:clrMapOvr>
    <a:masterClrMapping/>
  </p:clrMapOvr>
  <p:transition>
    <p:circl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8.2 </a:t>
            </a:r>
            <a:r>
              <a:rPr lang="en-US" altLang="zh-CN" dirty="0" smtClean="0">
                <a:solidFill>
                  <a:srgbClr val="FF0000"/>
                </a:solidFill>
                <a:sym typeface="+mn-ea"/>
              </a:rPr>
              <a:t>Web</a:t>
            </a:r>
            <a:r>
              <a:rPr lang="zh-CN" altLang="en-US" dirty="0" smtClean="0">
                <a:solidFill>
                  <a:srgbClr val="FF0000"/>
                </a:solidFill>
                <a:sym typeface="+mn-ea"/>
              </a:rPr>
              <a:t>的层次结构</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8.2.2 </a:t>
            </a:r>
            <a:r>
              <a:rPr lang="zh-CN" altLang="en-US" sz="2400" dirty="0" smtClean="0">
                <a:solidFill>
                  <a:schemeClr val="tx1"/>
                </a:solidFill>
              </a:rPr>
              <a:t>三层</a:t>
            </a:r>
            <a:r>
              <a:rPr lang="en-US" altLang="zh-CN" sz="2400" dirty="0" smtClean="0">
                <a:solidFill>
                  <a:schemeClr val="tx1"/>
                </a:solidFill>
              </a:rPr>
              <a:t>C/S</a:t>
            </a:r>
            <a:r>
              <a:rPr lang="zh-CN" altLang="en-US" sz="2400" dirty="0" smtClean="0">
                <a:solidFill>
                  <a:schemeClr val="tx1"/>
                </a:solidFill>
              </a:rPr>
              <a:t>结构</a:t>
            </a:r>
          </a:p>
        </p:txBody>
      </p:sp>
      <p:sp>
        <p:nvSpPr>
          <p:cNvPr id="12" name="MH_Desc_1"/>
          <p:cNvSpPr/>
          <p:nvPr>
            <p:custDataLst>
              <p:tags r:id="rId2"/>
            </p:custDataLst>
          </p:nvPr>
        </p:nvSpPr>
        <p:spPr>
          <a:xfrm>
            <a:off x="518613" y="2133542"/>
            <a:ext cx="5415215" cy="3967007"/>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smtClean="0">
                <a:solidFill>
                  <a:schemeClr val="tx1"/>
                </a:solidFill>
                <a:latin typeface="微软雅黑" panose="020B0503020204020204" charset="-122"/>
                <a:ea typeface="微软雅黑" panose="020B0503020204020204" charset="-122"/>
              </a:rPr>
              <a:t>三层C/S体系结构如图8-3所示。在三层模式中，含有客户端、数据库服务器和一个Web服务器。Web服务器既作为一个浏览服务器，又作为一个应用服务器，系统将整个应用逻辑放在Web服务器上，而只有表示层存在于客户机上。</a:t>
            </a:r>
          </a:p>
          <a:p>
            <a:pPr indent="457200">
              <a:lnSpc>
                <a:spcPct val="120000"/>
              </a:lnSpc>
            </a:pPr>
            <a:r>
              <a:rPr dirty="0" smtClean="0">
                <a:solidFill>
                  <a:schemeClr val="tx1"/>
                </a:solidFill>
                <a:latin typeface="微软雅黑" panose="020B0503020204020204" charset="-122"/>
                <a:ea typeface="微软雅黑" panose="020B0503020204020204" charset="-122"/>
              </a:rPr>
              <a:t>这种结构中，无论是应用的HTML页还是Java Applet，都是运行时动态下载的，只需随机地增加中间层即应用逻辑的服务，即可满足扩充系统的需要。用此系统可以使用较少的资源建立起具有很强伸缩性的系统，这正是网络计算模式带来的重大改进。</a:t>
            </a:r>
          </a:p>
        </p:txBody>
      </p:sp>
      <p:pic>
        <p:nvPicPr>
          <p:cNvPr id="3" name="图片 235" descr="8-3"/>
          <p:cNvPicPr>
            <a:picLocks noChangeAspect="1"/>
          </p:cNvPicPr>
          <p:nvPr/>
        </p:nvPicPr>
        <p:blipFill>
          <a:blip r:embed="rId5" cstate="print"/>
          <a:stretch>
            <a:fillRect/>
          </a:stretch>
        </p:blipFill>
        <p:spPr>
          <a:xfrm>
            <a:off x="6228942" y="2265528"/>
            <a:ext cx="5524622" cy="3291320"/>
          </a:xfrm>
          <a:prstGeom prst="rect">
            <a:avLst/>
          </a:prstGeom>
          <a:noFill/>
          <a:ln w="9525">
            <a:noFill/>
          </a:ln>
        </p:spPr>
      </p:pic>
      <p:sp>
        <p:nvSpPr>
          <p:cNvPr id="6" name="矩形 5"/>
          <p:cNvSpPr/>
          <p:nvPr/>
        </p:nvSpPr>
        <p:spPr>
          <a:xfrm>
            <a:off x="7338340" y="5810113"/>
            <a:ext cx="2646878" cy="369332"/>
          </a:xfrm>
          <a:prstGeom prst="rect">
            <a:avLst/>
          </a:prstGeom>
        </p:spPr>
        <p:txBody>
          <a:bodyPr wrap="none">
            <a:spAutoFit/>
          </a:bodyPr>
          <a:lstStyle/>
          <a:p>
            <a:r>
              <a:rPr lang="zh-CN" altLang="en-US" dirty="0" smtClean="0"/>
              <a:t>图</a:t>
            </a:r>
            <a:r>
              <a:rPr lang="en-US" dirty="0" smtClean="0"/>
              <a:t>8-3  </a:t>
            </a:r>
            <a:r>
              <a:rPr lang="zh-CN" altLang="en-US" dirty="0" smtClean="0"/>
              <a:t>三层</a:t>
            </a:r>
            <a:r>
              <a:rPr lang="en-US" dirty="0" smtClean="0"/>
              <a:t>C/S</a:t>
            </a:r>
            <a:r>
              <a:rPr lang="zh-CN" altLang="en-US" dirty="0" smtClean="0"/>
              <a:t>体系结构</a:t>
            </a:r>
            <a:endParaRPr lang="zh-CN" altLang="en-US" dirty="0"/>
          </a:p>
        </p:txBody>
      </p:sp>
    </p:spTree>
    <p:custDataLst>
      <p:tags r:id="rId1"/>
    </p:custDataLst>
  </p:cSld>
  <p:clrMapOvr>
    <a:masterClrMapping/>
  </p:clrMapOvr>
  <p:transition>
    <p:circl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8.2 </a:t>
            </a:r>
            <a:r>
              <a:rPr lang="en-US" altLang="zh-CN" dirty="0" smtClean="0">
                <a:solidFill>
                  <a:srgbClr val="FF0000"/>
                </a:solidFill>
                <a:sym typeface="+mn-ea"/>
              </a:rPr>
              <a:t>Web</a:t>
            </a:r>
            <a:r>
              <a:rPr lang="zh-CN" altLang="en-US" dirty="0" smtClean="0">
                <a:solidFill>
                  <a:srgbClr val="FF0000"/>
                </a:solidFill>
                <a:sym typeface="+mn-ea"/>
              </a:rPr>
              <a:t>的层次结构</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8.2.2 </a:t>
            </a:r>
            <a:r>
              <a:rPr lang="zh-CN" altLang="en-US" sz="2400" dirty="0" smtClean="0">
                <a:solidFill>
                  <a:schemeClr val="tx1"/>
                </a:solidFill>
              </a:rPr>
              <a:t>三层</a:t>
            </a:r>
            <a:r>
              <a:rPr lang="en-US" altLang="zh-CN" sz="2400" dirty="0" smtClean="0">
                <a:solidFill>
                  <a:schemeClr val="tx1"/>
                </a:solidFill>
              </a:rPr>
              <a:t>C/S</a:t>
            </a:r>
            <a:r>
              <a:rPr lang="zh-CN" altLang="en-US" sz="2400" dirty="0" smtClean="0">
                <a:solidFill>
                  <a:schemeClr val="tx1"/>
                </a:solidFill>
              </a:rPr>
              <a:t>结构</a:t>
            </a:r>
          </a:p>
        </p:txBody>
      </p:sp>
      <p:grpSp>
        <p:nvGrpSpPr>
          <p:cNvPr id="7" name="组合 6"/>
          <p:cNvGrpSpPr/>
          <p:nvPr/>
        </p:nvGrpSpPr>
        <p:grpSpPr>
          <a:xfrm>
            <a:off x="0" y="2412365"/>
            <a:ext cx="12192000" cy="3074035"/>
            <a:chOff x="0" y="3848"/>
            <a:chExt cx="19200" cy="4841"/>
          </a:xfrm>
        </p:grpSpPr>
        <p:sp>
          <p:nvSpPr>
            <p:cNvPr id="18" name="矩形 17"/>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066" y="4576"/>
              <a:ext cx="12170" cy="3384"/>
            </a:xfrm>
            <a:prstGeom prst="rect">
              <a:avLst/>
            </a:prstGeom>
          </p:spPr>
          <p:txBody>
            <a:bodyPr wrap="square">
              <a:spAutoFit/>
            </a:bodyPr>
            <a:lstStyle/>
            <a:p>
              <a:pPr indent="457200">
                <a:lnSpc>
                  <a:spcPct val="150000"/>
                </a:lnSpc>
                <a:defRPr/>
              </a:pPr>
              <a:r>
                <a:rPr lang="en-US" altLang="zh-CN" kern="0" smtClean="0">
                  <a:solidFill>
                    <a:schemeClr val="bg1"/>
                  </a:solidFill>
                  <a:latin typeface="微软雅黑" panose="020B0503020204020204" charset="-122"/>
                  <a:ea typeface="微软雅黑" panose="020B0503020204020204" charset="-122"/>
                  <a:cs typeface="宋体" panose="02010600030101010101" pitchFamily="2" charset="-122"/>
                </a:rPr>
                <a:t>与二层C/S结构相比，三层C/S结构具有更灵活的硬件系统构成，对于各个层可以选择与其处理负荷和处理特性相适应的硬件。合理地分割三层结构并使各部分相对地独立，可以使系统的结构变得简单清晰，这样就提高了程序的可维护性。在三层C/S结构中，应用的各层可以并行开发，各层也可以选择各自最适合的开发语言，有利于变更和维护应用技术规范。</a:t>
              </a:r>
            </a:p>
          </p:txBody>
        </p:sp>
      </p:grpSp>
      <p:pic>
        <p:nvPicPr>
          <p:cNvPr id="3" name="图片 2" descr="A000220150821A43PPIC"/>
          <p:cNvPicPr>
            <a:picLocks noChangeAspect="1"/>
          </p:cNvPicPr>
          <p:nvPr/>
        </p:nvPicPr>
        <p:blipFill>
          <a:blip r:embed="rId4" cstate="print"/>
          <a:stretch>
            <a:fillRect/>
          </a:stretch>
        </p:blipFill>
        <p:spPr>
          <a:xfrm>
            <a:off x="8404860" y="478790"/>
            <a:ext cx="2880360" cy="5007610"/>
          </a:xfrm>
          <a:prstGeom prst="rect">
            <a:avLst/>
          </a:prstGeom>
        </p:spPr>
      </p:pic>
    </p:spTree>
    <p:custDataLst>
      <p:tags r:id="rId1"/>
    </p:custDataLst>
  </p:cSld>
  <p:clrMapOvr>
    <a:masterClrMapping/>
  </p:clrMapOvr>
  <p:transition>
    <p:circl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8.2 </a:t>
            </a:r>
            <a:r>
              <a:rPr lang="en-US" altLang="zh-CN" dirty="0" smtClean="0">
                <a:solidFill>
                  <a:srgbClr val="FF0000"/>
                </a:solidFill>
                <a:sym typeface="+mn-ea"/>
              </a:rPr>
              <a:t>Web</a:t>
            </a:r>
            <a:r>
              <a:rPr lang="zh-CN" altLang="en-US" dirty="0" smtClean="0">
                <a:solidFill>
                  <a:srgbClr val="FF0000"/>
                </a:solidFill>
                <a:sym typeface="+mn-ea"/>
              </a:rPr>
              <a:t>的层次结构</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8.2.2 </a:t>
            </a:r>
            <a:r>
              <a:rPr lang="zh-CN" altLang="en-US" sz="2400" dirty="0" smtClean="0">
                <a:solidFill>
                  <a:schemeClr val="tx1"/>
                </a:solidFill>
              </a:rPr>
              <a:t>三层</a:t>
            </a:r>
            <a:r>
              <a:rPr lang="en-US" altLang="zh-CN" sz="2400" dirty="0" smtClean="0">
                <a:solidFill>
                  <a:schemeClr val="tx1"/>
                </a:solidFill>
              </a:rPr>
              <a:t>C/S</a:t>
            </a:r>
            <a:r>
              <a:rPr lang="zh-CN" altLang="en-US" sz="2400" dirty="0" smtClean="0">
                <a:solidFill>
                  <a:schemeClr val="tx1"/>
                </a:solidFill>
              </a:rPr>
              <a:t>结构</a:t>
            </a:r>
          </a:p>
        </p:txBody>
      </p:sp>
      <p:pic>
        <p:nvPicPr>
          <p:cNvPr id="3" name="图片 236" descr="8-4"/>
          <p:cNvPicPr>
            <a:picLocks noChangeAspect="1"/>
          </p:cNvPicPr>
          <p:nvPr/>
        </p:nvPicPr>
        <p:blipFill>
          <a:blip r:embed="rId5" cstate="print"/>
          <a:srcRect l="-928"/>
          <a:stretch>
            <a:fillRect/>
          </a:stretch>
        </p:blipFill>
        <p:spPr>
          <a:xfrm>
            <a:off x="1843405" y="2303145"/>
            <a:ext cx="8504555" cy="2526030"/>
          </a:xfrm>
          <a:prstGeom prst="rect">
            <a:avLst/>
          </a:prstGeom>
          <a:noFill/>
          <a:ln w="9525">
            <a:noFill/>
          </a:ln>
        </p:spPr>
      </p:pic>
      <p:sp>
        <p:nvSpPr>
          <p:cNvPr id="5" name="MH_Text_1"/>
          <p:cNvSpPr/>
          <p:nvPr>
            <p:custDataLst>
              <p:tags r:id="rId2"/>
            </p:custDataLst>
          </p:nvPr>
        </p:nvSpPr>
        <p:spPr>
          <a:xfrm>
            <a:off x="1506220" y="5050790"/>
            <a:ext cx="9179560" cy="113474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indent="457200">
              <a:lnSpc>
                <a:spcPct val="130000"/>
              </a:lnSpc>
            </a:pPr>
            <a:r>
              <a:rPr dirty="0" smtClean="0">
                <a:solidFill>
                  <a:schemeClr val="tx1"/>
                </a:solidFill>
                <a:latin typeface="+mn-ea"/>
              </a:rPr>
              <a:t>三层C/S结构将整个系统分成表示层、应用逻辑层和数据存储层3个部分，其数据处理流程如图8-4所示。</a:t>
            </a:r>
          </a:p>
        </p:txBody>
      </p:sp>
    </p:spTree>
    <p:custDataLst>
      <p:tags r:id="rId1"/>
    </p:custDataLst>
  </p:cSld>
  <p:clrMapOvr>
    <a:masterClrMapping/>
  </p:clrMapOvr>
  <p:transition>
    <p:circl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8.2 </a:t>
            </a:r>
            <a:r>
              <a:rPr lang="en-US" altLang="zh-CN" dirty="0" smtClean="0">
                <a:solidFill>
                  <a:srgbClr val="FF0000"/>
                </a:solidFill>
                <a:sym typeface="+mn-ea"/>
              </a:rPr>
              <a:t>Web</a:t>
            </a:r>
            <a:r>
              <a:rPr lang="zh-CN" altLang="en-US" dirty="0" smtClean="0">
                <a:solidFill>
                  <a:srgbClr val="FF0000"/>
                </a:solidFill>
                <a:sym typeface="+mn-ea"/>
              </a:rPr>
              <a:t>的层次结构</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8.2.2 </a:t>
            </a:r>
            <a:r>
              <a:rPr lang="zh-CN" altLang="en-US" sz="2400" dirty="0" smtClean="0">
                <a:solidFill>
                  <a:schemeClr val="tx1"/>
                </a:solidFill>
              </a:rPr>
              <a:t>三层</a:t>
            </a:r>
            <a:r>
              <a:rPr lang="en-US" altLang="zh-CN" sz="2400" dirty="0" smtClean="0">
                <a:solidFill>
                  <a:schemeClr val="tx1"/>
                </a:solidFill>
              </a:rPr>
              <a:t>C/S</a:t>
            </a:r>
            <a:r>
              <a:rPr lang="zh-CN" altLang="en-US" sz="2400" dirty="0" smtClean="0">
                <a:solidFill>
                  <a:schemeClr val="tx1"/>
                </a:solidFill>
              </a:rPr>
              <a:t>结构</a:t>
            </a:r>
          </a:p>
        </p:txBody>
      </p:sp>
      <p:grpSp>
        <p:nvGrpSpPr>
          <p:cNvPr id="3" name="组合 2"/>
          <p:cNvGrpSpPr/>
          <p:nvPr/>
        </p:nvGrpSpPr>
        <p:grpSpPr>
          <a:xfrm>
            <a:off x="604520" y="1969770"/>
            <a:ext cx="10805160" cy="4319905"/>
            <a:chOff x="952" y="3102"/>
            <a:chExt cx="17016" cy="6803"/>
          </a:xfrm>
        </p:grpSpPr>
        <p:grpSp>
          <p:nvGrpSpPr>
            <p:cNvPr id="27" name="组合 26"/>
            <p:cNvGrpSpPr/>
            <p:nvPr/>
          </p:nvGrpSpPr>
          <p:grpSpPr>
            <a:xfrm>
              <a:off x="1009" y="7269"/>
              <a:ext cx="16958" cy="2636"/>
              <a:chOff x="2842" y="8085"/>
              <a:chExt cx="16958" cy="2636"/>
            </a:xfrm>
          </p:grpSpPr>
          <p:sp>
            <p:nvSpPr>
              <p:cNvPr id="11" name="MH_Other_6"/>
              <p:cNvSpPr>
                <a:spLocks noChangeArrowheads="1"/>
              </p:cNvSpPr>
              <p:nvPr>
                <p:custDataLst>
                  <p:tags r:id="rId9"/>
                </p:custDataLst>
              </p:nvPr>
            </p:nvSpPr>
            <p:spPr bwMode="auto">
              <a:xfrm>
                <a:off x="3708" y="8285"/>
                <a:ext cx="747" cy="560"/>
              </a:xfrm>
              <a:prstGeom prst="diamond">
                <a:avLst/>
              </a:prstGeom>
              <a:solidFill>
                <a:srgbClr val="D0EDF8"/>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3" name="MH_Other_7"/>
              <p:cNvSpPr>
                <a:spLocks noChangeArrowheads="1"/>
              </p:cNvSpPr>
              <p:nvPr>
                <p:custDataLst>
                  <p:tags r:id="rId10"/>
                </p:custDataLst>
              </p:nvPr>
            </p:nvSpPr>
            <p:spPr bwMode="auto">
              <a:xfrm>
                <a:off x="3708" y="8925"/>
                <a:ext cx="747" cy="560"/>
              </a:xfrm>
              <a:prstGeom prst="diamond">
                <a:avLst/>
              </a:prstGeom>
              <a:solidFill>
                <a:srgbClr val="D0EDF8"/>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4" name="MH_Other_8"/>
              <p:cNvSpPr>
                <a:spLocks noChangeArrowheads="1"/>
              </p:cNvSpPr>
              <p:nvPr>
                <p:custDataLst>
                  <p:tags r:id="rId11"/>
                </p:custDataLst>
              </p:nvPr>
            </p:nvSpPr>
            <p:spPr bwMode="auto">
              <a:xfrm>
                <a:off x="4138" y="8605"/>
                <a:ext cx="747" cy="560"/>
              </a:xfrm>
              <a:prstGeom prst="diamond">
                <a:avLst/>
              </a:prstGeom>
              <a:solidFill>
                <a:srgbClr val="9AD7F0"/>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5" name="MH_Other_9"/>
              <p:cNvSpPr/>
              <p:nvPr>
                <p:custDataLst>
                  <p:tags r:id="rId12"/>
                </p:custDataLst>
              </p:nvPr>
            </p:nvSpPr>
            <p:spPr>
              <a:xfrm>
                <a:off x="2898" y="8085"/>
                <a:ext cx="1127" cy="1603"/>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3">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16" name="MH_Other_10"/>
              <p:cNvSpPr/>
              <p:nvPr>
                <p:custDataLst>
                  <p:tags r:id="rId13"/>
                </p:custDataLst>
              </p:nvPr>
            </p:nvSpPr>
            <p:spPr bwMode="auto">
              <a:xfrm>
                <a:off x="2842" y="8085"/>
                <a:ext cx="1070" cy="1603"/>
              </a:xfrm>
              <a:custGeom>
                <a:avLst/>
                <a:gdLst>
                  <a:gd name="T0" fmla="*/ 36 w 1806862"/>
                  <a:gd name="T1" fmla="*/ 0 h 3612822"/>
                  <a:gd name="T2" fmla="*/ 143580 w 1806862"/>
                  <a:gd name="T3" fmla="*/ 143357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68C6EA"/>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sp>
            <p:nvSpPr>
              <p:cNvPr id="17" name="MH_Text_3"/>
              <p:cNvSpPr/>
              <p:nvPr>
                <p:custDataLst>
                  <p:tags r:id="rId14"/>
                </p:custDataLst>
              </p:nvPr>
            </p:nvSpPr>
            <p:spPr>
              <a:xfrm>
                <a:off x="5034" y="9068"/>
                <a:ext cx="14766" cy="1653"/>
              </a:xfrm>
              <a:prstGeom prst="rect">
                <a:avLst/>
              </a:prstGeom>
            </p:spPr>
            <p:txBody>
              <a:bodyPr>
                <a:normAutofit/>
              </a:bodyPr>
              <a:lstStyle/>
              <a:p>
                <a:pPr indent="457200">
                  <a:lnSpc>
                    <a:spcPct val="150000"/>
                  </a:lnSpc>
                </a:pPr>
                <a:r>
                  <a:rPr lang="zh-CN" altLang="en-US" dirty="0" smtClean="0">
                    <a:latin typeface="+mn-ea"/>
                  </a:rPr>
                  <a:t>应用逻辑层相当于应用的本体，它将具体的业务处理逻辑地编入程序中。表示层在应用逻辑层和数据存储层之间的数据，交互时要尽可能简洁。</a:t>
                </a:r>
              </a:p>
            </p:txBody>
          </p:sp>
          <p:sp>
            <p:nvSpPr>
              <p:cNvPr id="18" name="MH_SubTitle_3"/>
              <p:cNvSpPr/>
              <p:nvPr>
                <p:custDataLst>
                  <p:tags r:id="rId15"/>
                </p:custDataLst>
              </p:nvPr>
            </p:nvSpPr>
            <p:spPr>
              <a:xfrm>
                <a:off x="5034" y="8308"/>
                <a:ext cx="7360" cy="845"/>
              </a:xfrm>
              <a:prstGeom prst="rect">
                <a:avLst/>
              </a:prstGeom>
            </p:spPr>
            <p:txBody>
              <a:bodyPr anchor="b">
                <a:normAutofit/>
              </a:bodyPr>
              <a:lstStyle/>
              <a:p>
                <a:r>
                  <a:rPr lang="zh-CN" altLang="en-US" b="1" dirty="0" smtClean="0">
                    <a:solidFill>
                      <a:srgbClr val="00B0F0"/>
                    </a:solidFill>
                  </a:rPr>
                  <a:t>应用逻辑层</a:t>
                </a:r>
              </a:p>
            </p:txBody>
          </p:sp>
        </p:grpSp>
        <p:grpSp>
          <p:nvGrpSpPr>
            <p:cNvPr id="26" name="组合 25"/>
            <p:cNvGrpSpPr/>
            <p:nvPr/>
          </p:nvGrpSpPr>
          <p:grpSpPr>
            <a:xfrm>
              <a:off x="952" y="3102"/>
              <a:ext cx="17016" cy="4679"/>
              <a:chOff x="1092" y="3793"/>
              <a:chExt cx="17016" cy="4679"/>
            </a:xfrm>
          </p:grpSpPr>
          <p:sp>
            <p:nvSpPr>
              <p:cNvPr id="9" name="MH_Text_1"/>
              <p:cNvSpPr/>
              <p:nvPr>
                <p:custDataLst>
                  <p:tags r:id="rId2"/>
                </p:custDataLst>
              </p:nvPr>
            </p:nvSpPr>
            <p:spPr>
              <a:xfrm>
                <a:off x="3289" y="4752"/>
                <a:ext cx="14819" cy="3720"/>
              </a:xfrm>
              <a:prstGeom prst="rect">
                <a:avLst/>
              </a:prstGeom>
            </p:spPr>
            <p:txBody>
              <a:bodyPr>
                <a:normAutofit/>
              </a:bodyPr>
              <a:lstStyle/>
              <a:p>
                <a:pPr indent="457200">
                  <a:lnSpc>
                    <a:spcPct val="150000"/>
                  </a:lnSpc>
                </a:pPr>
                <a:r>
                  <a:rPr lang="zh-CN" altLang="en-US" dirty="0" smtClean="0">
                    <a:latin typeface="+mn-ea"/>
                  </a:rPr>
                  <a:t>在三层C/S结构中，表示层是应用的用户接口部分，它担负着用户与应用间的对话功能。用于检查用户从键盘等输入设备所输入的数据，显示应用输出的数据。为使用户能直观地进行操作，一般要使用图形用户接口（Graphical User Interface，GUI），使操作简单、易学易用。在变更用户接口时，只需改写显示控制和数据检查程序，而不影响其他两层，检查的内容也只限于数据的形式和值的范围，不包括有关业务本身的处理逻辑。</a:t>
                </a:r>
              </a:p>
            </p:txBody>
          </p:sp>
          <p:sp>
            <p:nvSpPr>
              <p:cNvPr id="10" name="MH_SubTitle_1"/>
              <p:cNvSpPr/>
              <p:nvPr>
                <p:custDataLst>
                  <p:tags r:id="rId3"/>
                </p:custDataLst>
              </p:nvPr>
            </p:nvSpPr>
            <p:spPr>
              <a:xfrm>
                <a:off x="3265" y="3905"/>
                <a:ext cx="7357" cy="847"/>
              </a:xfrm>
              <a:prstGeom prst="rect">
                <a:avLst/>
              </a:prstGeom>
            </p:spPr>
            <p:txBody>
              <a:bodyPr anchor="b">
                <a:normAutofit/>
              </a:bodyPr>
              <a:lstStyle/>
              <a:p>
                <a:r>
                  <a:rPr lang="zh-CN" altLang="en-US" b="1" dirty="0">
                    <a:solidFill>
                      <a:srgbClr val="FF7C80"/>
                    </a:solidFill>
                  </a:rPr>
                  <a:t>表示层</a:t>
                </a:r>
              </a:p>
            </p:txBody>
          </p:sp>
          <p:sp>
            <p:nvSpPr>
              <p:cNvPr id="19" name="MH_Other_11"/>
              <p:cNvSpPr>
                <a:spLocks noChangeArrowheads="1"/>
              </p:cNvSpPr>
              <p:nvPr>
                <p:custDataLst>
                  <p:tags r:id="rId4"/>
                </p:custDataLst>
              </p:nvPr>
            </p:nvSpPr>
            <p:spPr bwMode="auto">
              <a:xfrm>
                <a:off x="1959" y="3993"/>
                <a:ext cx="747" cy="560"/>
              </a:xfrm>
              <a:prstGeom prst="diamond">
                <a:avLst/>
              </a:prstGeom>
              <a:solidFill>
                <a:srgbClr val="FFDAD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0" name="MH_Other_12"/>
              <p:cNvSpPr>
                <a:spLocks noChangeArrowheads="1"/>
              </p:cNvSpPr>
              <p:nvPr>
                <p:custDataLst>
                  <p:tags r:id="rId5"/>
                </p:custDataLst>
              </p:nvPr>
            </p:nvSpPr>
            <p:spPr bwMode="auto">
              <a:xfrm>
                <a:off x="1959" y="4633"/>
                <a:ext cx="747" cy="560"/>
              </a:xfrm>
              <a:prstGeom prst="diamond">
                <a:avLst/>
              </a:prstGeom>
              <a:solidFill>
                <a:srgbClr val="FFDAD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1" name="MH_Other_13"/>
              <p:cNvSpPr>
                <a:spLocks noChangeArrowheads="1"/>
              </p:cNvSpPr>
              <p:nvPr>
                <p:custDataLst>
                  <p:tags r:id="rId6"/>
                </p:custDataLst>
              </p:nvPr>
            </p:nvSpPr>
            <p:spPr bwMode="auto">
              <a:xfrm>
                <a:off x="2389" y="4313"/>
                <a:ext cx="747" cy="560"/>
              </a:xfrm>
              <a:prstGeom prst="diamond">
                <a:avLst/>
              </a:prstGeom>
              <a:solidFill>
                <a:srgbClr val="FFA093"/>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2" name="MH_Other_14"/>
              <p:cNvSpPr/>
              <p:nvPr>
                <p:custDataLst>
                  <p:tags r:id="rId7"/>
                </p:custDataLst>
              </p:nvPr>
            </p:nvSpPr>
            <p:spPr>
              <a:xfrm>
                <a:off x="1149" y="3793"/>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23" name="MH_Other_15"/>
              <p:cNvSpPr/>
              <p:nvPr>
                <p:custDataLst>
                  <p:tags r:id="rId8"/>
                </p:custDataLst>
              </p:nvPr>
            </p:nvSpPr>
            <p:spPr bwMode="auto">
              <a:xfrm>
                <a:off x="1092" y="3793"/>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FF6B55"/>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grpSp>
    </p:spTree>
    <p:custDataLst>
      <p:tags r:id="rId1"/>
    </p:custDataLst>
  </p:cSld>
  <p:clrMapOvr>
    <a:masterClrMapping/>
  </p:clrMapOvr>
  <p:transition>
    <p:circl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8.2 </a:t>
            </a:r>
            <a:r>
              <a:rPr lang="en-US" altLang="zh-CN" dirty="0" smtClean="0">
                <a:solidFill>
                  <a:srgbClr val="FF0000"/>
                </a:solidFill>
                <a:sym typeface="+mn-ea"/>
              </a:rPr>
              <a:t>Web</a:t>
            </a:r>
            <a:r>
              <a:rPr lang="zh-CN" altLang="en-US" dirty="0" smtClean="0">
                <a:solidFill>
                  <a:srgbClr val="FF0000"/>
                </a:solidFill>
                <a:sym typeface="+mn-ea"/>
              </a:rPr>
              <a:t>的层次结构</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8.2.2 </a:t>
            </a:r>
            <a:r>
              <a:rPr lang="zh-CN" altLang="en-US" sz="2400" dirty="0" smtClean="0">
                <a:solidFill>
                  <a:schemeClr val="tx1"/>
                </a:solidFill>
              </a:rPr>
              <a:t>三层</a:t>
            </a:r>
            <a:r>
              <a:rPr lang="en-US" altLang="zh-CN" sz="2400" dirty="0" smtClean="0">
                <a:solidFill>
                  <a:schemeClr val="tx1"/>
                </a:solidFill>
              </a:rPr>
              <a:t>C/S</a:t>
            </a:r>
            <a:r>
              <a:rPr lang="zh-CN" altLang="en-US" sz="2400" dirty="0" smtClean="0">
                <a:solidFill>
                  <a:schemeClr val="tx1"/>
                </a:solidFill>
              </a:rPr>
              <a:t>结构</a:t>
            </a:r>
          </a:p>
        </p:txBody>
      </p:sp>
      <p:grpSp>
        <p:nvGrpSpPr>
          <p:cNvPr id="28" name="组合 27"/>
          <p:cNvGrpSpPr/>
          <p:nvPr/>
        </p:nvGrpSpPr>
        <p:grpSpPr>
          <a:xfrm>
            <a:off x="658846" y="2439670"/>
            <a:ext cx="10859770" cy="2680335"/>
            <a:chOff x="7040" y="1178"/>
            <a:chExt cx="17102" cy="4221"/>
          </a:xfrm>
        </p:grpSpPr>
        <p:sp>
          <p:nvSpPr>
            <p:cNvPr id="4" name="MH_Other_1"/>
            <p:cNvSpPr>
              <a:spLocks noChangeArrowheads="1"/>
            </p:cNvSpPr>
            <p:nvPr>
              <p:custDataLst>
                <p:tags r:id="rId2"/>
              </p:custDataLst>
            </p:nvPr>
          </p:nvSpPr>
          <p:spPr bwMode="auto">
            <a:xfrm>
              <a:off x="7906" y="1381"/>
              <a:ext cx="750" cy="560"/>
            </a:xfrm>
            <a:prstGeom prst="diamond">
              <a:avLst/>
            </a:prstGeom>
            <a:solidFill>
              <a:srgbClr val="CFEDE0"/>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5" name="MH_Other_2"/>
            <p:cNvSpPr>
              <a:spLocks noChangeArrowheads="1"/>
            </p:cNvSpPr>
            <p:nvPr>
              <p:custDataLst>
                <p:tags r:id="rId3"/>
              </p:custDataLst>
            </p:nvPr>
          </p:nvSpPr>
          <p:spPr bwMode="auto">
            <a:xfrm>
              <a:off x="7906" y="2018"/>
              <a:ext cx="750" cy="562"/>
            </a:xfrm>
            <a:prstGeom prst="diamond">
              <a:avLst/>
            </a:prstGeom>
            <a:solidFill>
              <a:srgbClr val="CFEDE0"/>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6" name="MH_Other_3"/>
            <p:cNvSpPr>
              <a:spLocks noChangeArrowheads="1"/>
            </p:cNvSpPr>
            <p:nvPr>
              <p:custDataLst>
                <p:tags r:id="rId4"/>
              </p:custDataLst>
            </p:nvPr>
          </p:nvSpPr>
          <p:spPr bwMode="auto">
            <a:xfrm>
              <a:off x="8340" y="1701"/>
              <a:ext cx="747" cy="560"/>
            </a:xfrm>
            <a:prstGeom prst="diamond">
              <a:avLst/>
            </a:prstGeom>
            <a:solidFill>
              <a:srgbClr val="95D7B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7" name="MH_Other_4"/>
            <p:cNvSpPr/>
            <p:nvPr>
              <p:custDataLst>
                <p:tags r:id="rId5"/>
              </p:custDataLst>
            </p:nvPr>
          </p:nvSpPr>
          <p:spPr>
            <a:xfrm>
              <a:off x="7100" y="1178"/>
              <a:ext cx="1123" cy="1605"/>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3">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8" name="MH_Other_5"/>
            <p:cNvSpPr/>
            <p:nvPr>
              <p:custDataLst>
                <p:tags r:id="rId6"/>
              </p:custDataLst>
            </p:nvPr>
          </p:nvSpPr>
          <p:spPr bwMode="auto">
            <a:xfrm>
              <a:off x="7040" y="1178"/>
              <a:ext cx="1070" cy="1605"/>
            </a:xfrm>
            <a:custGeom>
              <a:avLst/>
              <a:gdLst>
                <a:gd name="T0" fmla="*/ 36 w 1806862"/>
                <a:gd name="T1" fmla="*/ 0 h 3612822"/>
                <a:gd name="T2" fmla="*/ 143580 w 1806862"/>
                <a:gd name="T3" fmla="*/ 143580 h 3612822"/>
                <a:gd name="T4" fmla="*/ 36 w 1806862"/>
                <a:gd name="T5" fmla="*/ 287160 h 3612822"/>
                <a:gd name="T6" fmla="*/ 0 w 1806862"/>
                <a:gd name="T7" fmla="*/ 287124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76CBA6"/>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sp>
          <p:nvSpPr>
            <p:cNvPr id="24" name="MH_Text_2"/>
            <p:cNvSpPr/>
            <p:nvPr>
              <p:custDataLst>
                <p:tags r:id="rId7"/>
              </p:custDataLst>
            </p:nvPr>
          </p:nvSpPr>
          <p:spPr>
            <a:xfrm>
              <a:off x="9379" y="2261"/>
              <a:ext cx="14763" cy="3138"/>
            </a:xfrm>
            <a:prstGeom prst="rect">
              <a:avLst/>
            </a:prstGeom>
          </p:spPr>
          <p:txBody>
            <a:bodyPr>
              <a:normAutofit/>
            </a:bodyPr>
            <a:lstStyle/>
            <a:p>
              <a:pPr indent="457200">
                <a:lnSpc>
                  <a:spcPct val="150000"/>
                </a:lnSpc>
              </a:pPr>
              <a:r>
                <a:rPr dirty="0" smtClean="0">
                  <a:latin typeface="+mn-ea"/>
                </a:rPr>
                <a:t>数据存储层就是数据库管理系统（Database Management System，DBMS），负责管理对数据库数据的读写。DBMS必须能迅速执行大量数据的更新和检索。现在数据存储层的主流是关系型数据库管理系统（Relational Database Management System，RDBMS）。因此，现在一般从应用逻辑层传送到数据层的实现大都使用SQL语言。</a:t>
              </a:r>
            </a:p>
          </p:txBody>
        </p:sp>
        <p:sp>
          <p:nvSpPr>
            <p:cNvPr id="25" name="MH_SubTitle_2"/>
            <p:cNvSpPr/>
            <p:nvPr>
              <p:custDataLst>
                <p:tags r:id="rId8"/>
              </p:custDataLst>
            </p:nvPr>
          </p:nvSpPr>
          <p:spPr>
            <a:xfrm>
              <a:off x="9379" y="1365"/>
              <a:ext cx="7360" cy="845"/>
            </a:xfrm>
            <a:prstGeom prst="rect">
              <a:avLst/>
            </a:prstGeom>
          </p:spPr>
          <p:txBody>
            <a:bodyPr anchor="b">
              <a:normAutofit/>
            </a:bodyPr>
            <a:lstStyle/>
            <a:p>
              <a:r>
                <a:rPr lang="zh-CN" altLang="en-US" b="1" dirty="0" smtClean="0">
                  <a:solidFill>
                    <a:srgbClr val="00B050"/>
                  </a:solidFill>
                </a:rPr>
                <a:t>数据存储层</a:t>
              </a:r>
            </a:p>
          </p:txBody>
        </p:sp>
      </p:grpSp>
    </p:spTree>
    <p:custDataLst>
      <p:tags r:id="rId1"/>
    </p:custDataLst>
  </p:cSld>
  <p:clrMapOvr>
    <a:masterClrMapping/>
  </p:clrMapOvr>
  <p:transition>
    <p:circl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8.2 </a:t>
            </a:r>
            <a:r>
              <a:rPr lang="en-US" altLang="zh-CN" dirty="0" smtClean="0">
                <a:solidFill>
                  <a:srgbClr val="FF0000"/>
                </a:solidFill>
                <a:sym typeface="+mn-ea"/>
              </a:rPr>
              <a:t>Web</a:t>
            </a:r>
            <a:r>
              <a:rPr lang="zh-CN" altLang="en-US" dirty="0" smtClean="0">
                <a:solidFill>
                  <a:srgbClr val="FF0000"/>
                </a:solidFill>
                <a:sym typeface="+mn-ea"/>
              </a:rPr>
              <a:t>的层次结构</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8.2.2 </a:t>
            </a:r>
            <a:r>
              <a:rPr lang="zh-CN" altLang="en-US" sz="2400" dirty="0" smtClean="0">
                <a:solidFill>
                  <a:schemeClr val="tx1"/>
                </a:solidFill>
              </a:rPr>
              <a:t>三层</a:t>
            </a:r>
            <a:r>
              <a:rPr lang="en-US" altLang="zh-CN" sz="2400" dirty="0" smtClean="0">
                <a:solidFill>
                  <a:schemeClr val="tx1"/>
                </a:solidFill>
              </a:rPr>
              <a:t>C/S</a:t>
            </a:r>
            <a:r>
              <a:rPr lang="zh-CN" altLang="en-US" sz="2400" dirty="0" smtClean="0">
                <a:solidFill>
                  <a:schemeClr val="tx1"/>
                </a:solidFill>
              </a:rPr>
              <a:t>结构</a:t>
            </a:r>
          </a:p>
        </p:txBody>
      </p:sp>
      <p:sp>
        <p:nvSpPr>
          <p:cNvPr id="3" name="MH_Text_1"/>
          <p:cNvSpPr>
            <a:spLocks noChangeArrowheads="1"/>
          </p:cNvSpPr>
          <p:nvPr>
            <p:custDataLst>
              <p:tags r:id="rId2"/>
            </p:custDataLst>
          </p:nvPr>
        </p:nvSpPr>
        <p:spPr bwMode="auto">
          <a:xfrm>
            <a:off x="754380" y="2905760"/>
            <a:ext cx="6842760" cy="2906395"/>
          </a:xfrm>
          <a:prstGeom prst="rect">
            <a:avLst/>
          </a:prstGeom>
          <a:solidFill>
            <a:schemeClr val="accent5">
              <a:lumMod val="60000"/>
              <a:lumOff val="40000"/>
            </a:schemeClr>
          </a:solidFill>
          <a:ln w="9525">
            <a:noFill/>
            <a:miter lim="800000"/>
          </a:ln>
        </p:spPr>
        <p:txBody>
          <a:bodyPr lIns="180000" tIns="46800" rIns="180000" bIns="46800" anchor="ctr"/>
          <a:lstStyle/>
          <a:p>
            <a:pPr lvl="0" indent="457200" eaLnBrk="0" fontAlgn="base" hangingPunct="0">
              <a:lnSpc>
                <a:spcPct val="120000"/>
              </a:lnSpc>
              <a:spcBef>
                <a:spcPct val="0"/>
              </a:spcBef>
              <a:spcAft>
                <a:spcPct val="0"/>
              </a:spcAft>
            </a:pPr>
            <a:r>
              <a:rPr lang="zh-CN" altLang="en-US" dirty="0" smtClean="0">
                <a:latin typeface="+mn-ea"/>
                <a:cs typeface="Times New Roman" panose="02020603050405020304" charset="0"/>
              </a:rPr>
              <a:t>以商品购买为例，在图8-4中，表示层是应用的最高层，它显示与商品浏览、购买、购物车内容服务相关的信息，并将结果输出到浏览器/客户端层和网络上的所有其他层，来与应用架构的其他层进行通信。应用逻辑层是从表示层剥离出来的，作为单独的一层，它通过执行细节处理来控制应用的功能。数据存储层包括数据库服务器，用于对信息进行存储和检索。</a:t>
            </a:r>
          </a:p>
        </p:txBody>
      </p:sp>
      <p:pic>
        <p:nvPicPr>
          <p:cNvPr id="9" name="图片 8" descr="A000220150318R84PPIC"/>
          <p:cNvPicPr>
            <a:picLocks noChangeAspect="1"/>
          </p:cNvPicPr>
          <p:nvPr/>
        </p:nvPicPr>
        <p:blipFill>
          <a:blip r:embed="rId5" cstate="print"/>
          <a:stretch>
            <a:fillRect/>
          </a:stretch>
        </p:blipFill>
        <p:spPr>
          <a:xfrm>
            <a:off x="6495415" y="751840"/>
            <a:ext cx="5074920" cy="5060315"/>
          </a:xfrm>
          <a:prstGeom prst="rect">
            <a:avLst/>
          </a:prstGeom>
        </p:spPr>
      </p:pic>
    </p:spTree>
    <p:custDataLst>
      <p:tags r:id="rId1"/>
    </p:custDataLst>
  </p:cSld>
  <p:clrMapOvr>
    <a:masterClrMapping/>
  </p:clrMapOvr>
  <p:transition>
    <p:circl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8.2 </a:t>
            </a:r>
            <a:r>
              <a:rPr lang="en-US" altLang="zh-CN" dirty="0" smtClean="0">
                <a:solidFill>
                  <a:srgbClr val="FF0000"/>
                </a:solidFill>
                <a:sym typeface="+mn-ea"/>
              </a:rPr>
              <a:t>Web</a:t>
            </a:r>
            <a:r>
              <a:rPr lang="zh-CN" altLang="en-US" dirty="0" smtClean="0">
                <a:solidFill>
                  <a:srgbClr val="FF0000"/>
                </a:solidFill>
                <a:sym typeface="+mn-ea"/>
              </a:rPr>
              <a:t>的层次结构</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8.2.2 </a:t>
            </a:r>
            <a:r>
              <a:rPr lang="zh-CN" altLang="en-US" sz="2400" dirty="0" smtClean="0">
                <a:solidFill>
                  <a:schemeClr val="tx1"/>
                </a:solidFill>
              </a:rPr>
              <a:t>三层</a:t>
            </a:r>
            <a:r>
              <a:rPr lang="en-US" altLang="zh-CN" sz="2400" dirty="0" smtClean="0">
                <a:solidFill>
                  <a:schemeClr val="tx1"/>
                </a:solidFill>
              </a:rPr>
              <a:t>C/S</a:t>
            </a:r>
            <a:r>
              <a:rPr lang="zh-CN" altLang="en-US" sz="2400" dirty="0" smtClean="0">
                <a:solidFill>
                  <a:schemeClr val="tx1"/>
                </a:solidFill>
              </a:rPr>
              <a:t>结构</a:t>
            </a:r>
          </a:p>
        </p:txBody>
      </p:sp>
      <p:grpSp>
        <p:nvGrpSpPr>
          <p:cNvPr id="7" name="组合 6"/>
          <p:cNvGrpSpPr/>
          <p:nvPr/>
        </p:nvGrpSpPr>
        <p:grpSpPr>
          <a:xfrm>
            <a:off x="0" y="2412365"/>
            <a:ext cx="12192000" cy="3074035"/>
            <a:chOff x="0" y="3848"/>
            <a:chExt cx="19200" cy="4841"/>
          </a:xfrm>
        </p:grpSpPr>
        <p:sp>
          <p:nvSpPr>
            <p:cNvPr id="18" name="矩形 17"/>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188" y="4576"/>
              <a:ext cx="12170" cy="3384"/>
            </a:xfrm>
            <a:prstGeom prst="rect">
              <a:avLst/>
            </a:prstGeom>
          </p:spPr>
          <p:txBody>
            <a:bodyPr wrap="square">
              <a:spAutoFit/>
            </a:bodyPr>
            <a:lstStyle/>
            <a:p>
              <a:pPr indent="457200">
                <a:lnSpc>
                  <a:spcPct val="150000"/>
                </a:lnSpc>
                <a:defRPr/>
              </a:pPr>
              <a:r>
                <a:rPr lang="en-US" altLang="zh-CN" kern="0" smtClean="0">
                  <a:solidFill>
                    <a:schemeClr val="bg1"/>
                  </a:solidFill>
                  <a:latin typeface="微软雅黑" panose="020B0503020204020204" charset="-122"/>
                  <a:ea typeface="微软雅黑" panose="020B0503020204020204" charset="-122"/>
                  <a:cs typeface="宋体" panose="02010600030101010101" pitchFamily="2" charset="-122"/>
                </a:rPr>
                <a:t>数据存储层保证数据独立于应用逻辑层，将数据作为单独的一层，还可以提高程序的可扩展性和性能。Web浏览器（表示层）向中间层（应用逻辑层）发送请求，中间层通过查询、更新数据库（数据存储层）并响应此请求。三层架构中一条最</a:t>
              </a:r>
              <a:r>
                <a:rPr lang="en-US" altLang="zh-CN" b="1" kern="0" smtClean="0">
                  <a:solidFill>
                    <a:srgbClr val="FFFF00"/>
                  </a:solidFill>
                  <a:latin typeface="微软雅黑" panose="020B0503020204020204" charset="-122"/>
                  <a:ea typeface="微软雅黑" panose="020B0503020204020204" charset="-122"/>
                  <a:cs typeface="宋体" panose="02010600030101010101" pitchFamily="2" charset="-122"/>
                </a:rPr>
                <a:t>基本的规则</a:t>
              </a:r>
              <a:r>
                <a:rPr lang="en-US" altLang="zh-CN" kern="0" smtClean="0">
                  <a:solidFill>
                    <a:schemeClr val="bg1"/>
                  </a:solidFill>
                  <a:latin typeface="微软雅黑" panose="020B0503020204020204" charset="-122"/>
                  <a:ea typeface="微软雅黑" panose="020B0503020204020204" charset="-122"/>
                  <a:cs typeface="宋体" panose="02010600030101010101" pitchFamily="2" charset="-122"/>
                </a:rPr>
                <a:t>是：表示层不直接与数据存储层通信。在三层架构中，所有通信都必须经过应用逻辑层。</a:t>
              </a:r>
            </a:p>
          </p:txBody>
        </p:sp>
      </p:grpSp>
      <p:pic>
        <p:nvPicPr>
          <p:cNvPr id="3" name="图片 2" descr="A000220150318G25PPIC"/>
          <p:cNvPicPr>
            <a:picLocks noChangeAspect="1"/>
          </p:cNvPicPr>
          <p:nvPr/>
        </p:nvPicPr>
        <p:blipFill>
          <a:blip r:embed="rId4" cstate="print"/>
          <a:stretch>
            <a:fillRect/>
          </a:stretch>
        </p:blipFill>
        <p:spPr>
          <a:xfrm>
            <a:off x="7979410" y="745490"/>
            <a:ext cx="4212590" cy="4740910"/>
          </a:xfrm>
          <a:prstGeom prst="rect">
            <a:avLst/>
          </a:prstGeom>
        </p:spPr>
      </p:pic>
    </p:spTree>
    <p:custDataLst>
      <p:tags r:id="rId1"/>
    </p:custDataLst>
  </p:cSld>
  <p:clrMapOvr>
    <a:masterClrMapping/>
  </p:clrMapOvr>
  <p:transition>
    <p:circle/>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8.2 </a:t>
            </a:r>
            <a:r>
              <a:rPr lang="en-US" altLang="zh-CN" dirty="0" smtClean="0">
                <a:solidFill>
                  <a:srgbClr val="FF0000"/>
                </a:solidFill>
                <a:sym typeface="+mn-ea"/>
              </a:rPr>
              <a:t>Web</a:t>
            </a:r>
            <a:r>
              <a:rPr lang="zh-CN" altLang="en-US" dirty="0" smtClean="0">
                <a:solidFill>
                  <a:srgbClr val="FF0000"/>
                </a:solidFill>
                <a:sym typeface="+mn-ea"/>
              </a:rPr>
              <a:t>的层次结构</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8.2.2 </a:t>
            </a:r>
            <a:r>
              <a:rPr lang="zh-CN" altLang="en-US" sz="2400" dirty="0" smtClean="0">
                <a:solidFill>
                  <a:schemeClr val="tx1"/>
                </a:solidFill>
              </a:rPr>
              <a:t>三层</a:t>
            </a:r>
            <a:r>
              <a:rPr lang="en-US" altLang="zh-CN" sz="2400" dirty="0" smtClean="0">
                <a:solidFill>
                  <a:schemeClr val="tx1"/>
                </a:solidFill>
              </a:rPr>
              <a:t>C/S</a:t>
            </a:r>
            <a:r>
              <a:rPr lang="zh-CN" altLang="en-US" sz="2400" dirty="0" smtClean="0">
                <a:solidFill>
                  <a:schemeClr val="tx1"/>
                </a:solidFill>
              </a:rPr>
              <a:t>结构</a:t>
            </a:r>
          </a:p>
        </p:txBody>
      </p:sp>
      <p:grpSp>
        <p:nvGrpSpPr>
          <p:cNvPr id="17" name="组合 16"/>
          <p:cNvGrpSpPr/>
          <p:nvPr/>
        </p:nvGrpSpPr>
        <p:grpSpPr>
          <a:xfrm>
            <a:off x="709930" y="2291080"/>
            <a:ext cx="11073130" cy="4239260"/>
            <a:chOff x="1094" y="3656"/>
            <a:chExt cx="17438" cy="6676"/>
          </a:xfrm>
        </p:grpSpPr>
        <p:sp>
          <p:nvSpPr>
            <p:cNvPr id="5" name="Oval 15"/>
            <p:cNvSpPr>
              <a:spLocks noChangeArrowheads="1"/>
            </p:cNvSpPr>
            <p:nvPr>
              <p:custDataLst>
                <p:tags r:id="rId2"/>
              </p:custDataLst>
            </p:nvPr>
          </p:nvSpPr>
          <p:spPr bwMode="auto">
            <a:xfrm>
              <a:off x="1366" y="4268"/>
              <a:ext cx="4966" cy="5012"/>
            </a:xfrm>
            <a:prstGeom prst="ellipse">
              <a:avLst/>
            </a:prstGeom>
            <a:noFill/>
            <a:ln w="19050">
              <a:solidFill>
                <a:srgbClr val="4F5A71">
                  <a:alpha val="50000"/>
                </a:srgbClr>
              </a:solidFill>
              <a:round/>
            </a:ln>
            <a:effectLst/>
            <a:extLst>
              <a:ext uri="{909E8E84-426E-40DD-AFC4-6F175D3DCCD1}">
                <a14:hiddenFill xmlns="" xmlns:a14="http://schemas.microsoft.com/office/drawing/2010/main">
                  <a:solidFill>
                    <a:srgbClr val="4F5A71"/>
                  </a:solidFill>
                </a14:hiddenFill>
              </a:ext>
              <a:ext uri="{AF507438-7753-43E0-B8FC-AC1667EBCBE1}">
                <a14:hiddenEffects xmln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6" name="Line 16"/>
            <p:cNvSpPr>
              <a:spLocks noChangeShapeType="1"/>
            </p:cNvSpPr>
            <p:nvPr>
              <p:custDataLst>
                <p:tags r:id="rId3"/>
              </p:custDataLst>
            </p:nvPr>
          </p:nvSpPr>
          <p:spPr bwMode="gray">
            <a:xfrm>
              <a:off x="1094" y="6785"/>
              <a:ext cx="5486" cy="0"/>
            </a:xfrm>
            <a:prstGeom prst="line">
              <a:avLst/>
            </a:prstGeom>
            <a:noFill/>
            <a:ln w="28575">
              <a:solidFill>
                <a:srgbClr val="4F5A71">
                  <a:alpha val="50000"/>
                </a:srgbClr>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4" name="Line 17"/>
            <p:cNvSpPr>
              <a:spLocks noChangeShapeType="1"/>
            </p:cNvSpPr>
            <p:nvPr>
              <p:custDataLst>
                <p:tags r:id="rId4"/>
              </p:custDataLst>
            </p:nvPr>
          </p:nvSpPr>
          <p:spPr bwMode="gray">
            <a:xfrm>
              <a:off x="3837" y="3898"/>
              <a:ext cx="0" cy="5770"/>
            </a:xfrm>
            <a:prstGeom prst="line">
              <a:avLst/>
            </a:prstGeom>
            <a:noFill/>
            <a:ln w="28575">
              <a:solidFill>
                <a:srgbClr val="4F5A71">
                  <a:alpha val="50000"/>
                </a:srgbClr>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8" name="Oval 10"/>
            <p:cNvSpPr>
              <a:spLocks noChangeArrowheads="1"/>
            </p:cNvSpPr>
            <p:nvPr>
              <p:custDataLst>
                <p:tags r:id="rId5"/>
              </p:custDataLst>
            </p:nvPr>
          </p:nvSpPr>
          <p:spPr bwMode="gray">
            <a:xfrm>
              <a:off x="1638" y="4552"/>
              <a:ext cx="4393" cy="4427"/>
            </a:xfrm>
            <a:prstGeom prst="ellipse">
              <a:avLst/>
            </a:prstGeom>
            <a:noFill/>
            <a:ln w="9525">
              <a:solidFill>
                <a:srgbClr val="4F5A71">
                  <a:alpha val="50000"/>
                </a:srgbClr>
              </a:solidFill>
              <a:round/>
            </a:ln>
            <a:effectLst/>
            <a:extLst>
              <a:ext uri="{909E8E84-426E-40DD-AFC4-6F175D3DCCD1}">
                <a14:hiddenFill xmlns="" xmlns:a14="http://schemas.microsoft.com/office/drawing/2010/main">
                  <a:solidFill>
                    <a:srgbClr val="4F5A71">
                      <a:alpha val="64999"/>
                    </a:srgbClr>
                  </a:solidFill>
                </a14:hiddenFill>
              </a:ext>
              <a:ext uri="{AF507438-7753-43E0-B8FC-AC1667EBCBE1}">
                <a14:hiddenEffects xmln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40" name="Oval 13"/>
            <p:cNvSpPr>
              <a:spLocks noChangeArrowheads="1"/>
            </p:cNvSpPr>
            <p:nvPr>
              <p:custDataLst>
                <p:tags r:id="rId6"/>
              </p:custDataLst>
            </p:nvPr>
          </p:nvSpPr>
          <p:spPr bwMode="gray">
            <a:xfrm>
              <a:off x="2140" y="5083"/>
              <a:ext cx="3366" cy="3436"/>
            </a:xfrm>
            <a:prstGeom prst="ellipse">
              <a:avLst/>
            </a:prstGeom>
            <a:solidFill>
              <a:srgbClr val="4F5A71">
                <a:lumMod val="60000"/>
                <a:lumOff val="40000"/>
              </a:srgb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9" name="KSO_GT1"/>
            <p:cNvSpPr>
              <a:spLocks noChangeArrowheads="1"/>
            </p:cNvSpPr>
            <p:nvPr>
              <p:custDataLst>
                <p:tags r:id="rId7"/>
              </p:custDataLst>
            </p:nvPr>
          </p:nvSpPr>
          <p:spPr bwMode="gray">
            <a:xfrm>
              <a:off x="2746" y="5701"/>
              <a:ext cx="2155" cy="2201"/>
            </a:xfrm>
            <a:prstGeom prst="ellipse">
              <a:avLst/>
            </a:prstGeom>
            <a:solidFill>
              <a:srgbClr val="4F5A71"/>
            </a:solidFill>
            <a:ln>
              <a:noFill/>
            </a:ln>
            <a:effectLst/>
          </p:spPr>
          <p:txBody>
            <a:bodyPr wrap="square" lIns="0" tIns="0" rIns="0" bIns="0" anchor="ctr">
              <a:normAutofit fontScale="70000" lnSpcReduction="20000"/>
            </a:bodyPr>
            <a:lstStyle/>
            <a:p>
              <a:pPr algn="ctr">
                <a:defRPr/>
              </a:pPr>
              <a:r>
                <a:rPr lang="zh-CN" altLang="en-US" sz="2800" kern="0" dirty="0">
                  <a:solidFill>
                    <a:srgbClr val="FFFFFF"/>
                  </a:solidFill>
                  <a:latin typeface="Arial" panose="020B0604020202020204" pitchFamily="34" charset="0"/>
                  <a:ea typeface="宋体" panose="02010600030101010101" pitchFamily="2" charset="-122"/>
                  <a:cs typeface="黑体" panose="02010609060101010101" pitchFamily="49" charset="-122"/>
                </a:rPr>
                <a:t>三层C/S结构的优势</a:t>
              </a:r>
            </a:p>
          </p:txBody>
        </p:sp>
        <p:sp>
          <p:nvSpPr>
            <p:cNvPr id="43" name="Oval 19"/>
            <p:cNvSpPr>
              <a:spLocks noChangeArrowheads="1"/>
            </p:cNvSpPr>
            <p:nvPr>
              <p:custDataLst>
                <p:tags r:id="rId8"/>
              </p:custDataLst>
            </p:nvPr>
          </p:nvSpPr>
          <p:spPr bwMode="gray">
            <a:xfrm>
              <a:off x="4107" y="4156"/>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0" name="文本框 9"/>
            <p:cNvSpPr txBox="1"/>
            <p:nvPr>
              <p:custDataLst>
                <p:tags r:id="rId9"/>
              </p:custDataLst>
            </p:nvPr>
          </p:nvSpPr>
          <p:spPr>
            <a:xfrm>
              <a:off x="5721" y="3656"/>
              <a:ext cx="12596" cy="1037"/>
            </a:xfrm>
            <a:prstGeom prst="rect">
              <a:avLst/>
            </a:prstGeom>
            <a:noFill/>
          </p:spPr>
          <p:txBody>
            <a:bodyPr wrap="square" lIns="0" rIns="0">
              <a:normAutofit/>
            </a:bodyPr>
            <a:lstStyle/>
            <a:p>
              <a:pPr>
                <a:lnSpc>
                  <a:spcPct val="130000"/>
                </a:lnSpc>
                <a:spcBef>
                  <a:spcPts val="600"/>
                </a:spcBef>
                <a:defRPr/>
              </a:pPr>
              <a:r>
                <a:rPr dirty="0"/>
                <a:t>（1）利用单一的访问点，可以在任何地方访问站点的数据库；</a:t>
              </a:r>
            </a:p>
            <a:p>
              <a:pPr>
                <a:lnSpc>
                  <a:spcPct val="130000"/>
                </a:lnSpc>
                <a:spcBef>
                  <a:spcPts val="600"/>
                </a:spcBef>
                <a:defRPr/>
              </a:pPr>
              <a:endParaRPr dirty="0"/>
            </a:p>
          </p:txBody>
        </p:sp>
        <p:sp>
          <p:nvSpPr>
            <p:cNvPr id="46" name="Oval 19"/>
            <p:cNvSpPr>
              <a:spLocks noChangeArrowheads="1"/>
            </p:cNvSpPr>
            <p:nvPr>
              <p:custDataLst>
                <p:tags r:id="rId10"/>
              </p:custDataLst>
            </p:nvPr>
          </p:nvSpPr>
          <p:spPr bwMode="gray">
            <a:xfrm>
              <a:off x="5110" y="4872"/>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47" name="文本框 46"/>
            <p:cNvSpPr txBox="1"/>
            <p:nvPr>
              <p:custDataLst>
                <p:tags r:id="rId11"/>
              </p:custDataLst>
            </p:nvPr>
          </p:nvSpPr>
          <p:spPr>
            <a:xfrm>
              <a:off x="7127" y="5507"/>
              <a:ext cx="11405" cy="965"/>
            </a:xfrm>
            <a:prstGeom prst="rect">
              <a:avLst/>
            </a:prstGeom>
            <a:noFill/>
          </p:spPr>
          <p:txBody>
            <a:bodyPr wrap="square" lIns="0" rIns="0">
              <a:normAutofit/>
            </a:bodyPr>
            <a:lstStyle/>
            <a:p>
              <a:pPr>
                <a:lnSpc>
                  <a:spcPct val="130000"/>
                </a:lnSpc>
                <a:spcBef>
                  <a:spcPts val="600"/>
                </a:spcBef>
                <a:defRPr/>
              </a:pPr>
              <a:r>
                <a:rPr dirty="0"/>
                <a:t>（3）所有的信息，不论其所基于的平台，都可用相同的界面访问；</a:t>
              </a:r>
            </a:p>
          </p:txBody>
        </p:sp>
        <p:sp>
          <p:nvSpPr>
            <p:cNvPr id="49" name="Oval 19"/>
            <p:cNvSpPr>
              <a:spLocks noChangeArrowheads="1"/>
            </p:cNvSpPr>
            <p:nvPr>
              <p:custDataLst>
                <p:tags r:id="rId12"/>
              </p:custDataLst>
            </p:nvPr>
          </p:nvSpPr>
          <p:spPr bwMode="gray">
            <a:xfrm>
              <a:off x="5721" y="6604"/>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1" name="文本框 10"/>
            <p:cNvSpPr txBox="1"/>
            <p:nvPr>
              <p:custDataLst>
                <p:tags r:id="rId13"/>
              </p:custDataLst>
            </p:nvPr>
          </p:nvSpPr>
          <p:spPr>
            <a:xfrm>
              <a:off x="7127" y="7330"/>
              <a:ext cx="11405" cy="759"/>
            </a:xfrm>
            <a:prstGeom prst="rect">
              <a:avLst/>
            </a:prstGeom>
            <a:noFill/>
          </p:spPr>
          <p:txBody>
            <a:bodyPr wrap="square" lIns="0" rIns="0">
              <a:normAutofit/>
            </a:bodyPr>
            <a:lstStyle/>
            <a:p>
              <a:pPr>
                <a:lnSpc>
                  <a:spcPct val="130000"/>
                </a:lnSpc>
                <a:spcBef>
                  <a:spcPts val="600"/>
                </a:spcBef>
                <a:defRPr/>
              </a:pPr>
              <a:r>
                <a:rPr lang="zh-CN" altLang="en-US" dirty="0"/>
                <a:t>（5）具有良好的开放性，系统的可扩充性良好；</a:t>
              </a:r>
            </a:p>
          </p:txBody>
        </p:sp>
        <p:sp>
          <p:nvSpPr>
            <p:cNvPr id="53" name="Oval 19"/>
            <p:cNvSpPr>
              <a:spLocks noChangeArrowheads="1"/>
            </p:cNvSpPr>
            <p:nvPr>
              <p:custDataLst>
                <p:tags r:id="rId14"/>
              </p:custDataLst>
            </p:nvPr>
          </p:nvSpPr>
          <p:spPr bwMode="gray">
            <a:xfrm>
              <a:off x="5110" y="8123"/>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2" name="文本框 11"/>
            <p:cNvSpPr txBox="1"/>
            <p:nvPr>
              <p:custDataLst>
                <p:tags r:id="rId15"/>
              </p:custDataLst>
            </p:nvPr>
          </p:nvSpPr>
          <p:spPr>
            <a:xfrm>
              <a:off x="5506" y="8979"/>
              <a:ext cx="12811" cy="1353"/>
            </a:xfrm>
            <a:prstGeom prst="rect">
              <a:avLst/>
            </a:prstGeom>
            <a:noFill/>
          </p:spPr>
          <p:txBody>
            <a:bodyPr wrap="square" lIns="0" rIns="0">
              <a:normAutofit/>
            </a:bodyPr>
            <a:lstStyle/>
            <a:p>
              <a:pPr>
                <a:lnSpc>
                  <a:spcPct val="130000"/>
                </a:lnSpc>
                <a:spcBef>
                  <a:spcPts val="600"/>
                </a:spcBef>
                <a:defRPr/>
              </a:pPr>
              <a:r>
                <a:rPr lang="zh-CN" altLang="en-US" dirty="0"/>
                <a:t>（7）系统管理简单，可支持异种数据库，有很高的可用性。</a:t>
              </a:r>
            </a:p>
          </p:txBody>
        </p:sp>
        <p:sp>
          <p:nvSpPr>
            <p:cNvPr id="56" name="Oval 19"/>
            <p:cNvSpPr>
              <a:spLocks noChangeArrowheads="1"/>
            </p:cNvSpPr>
            <p:nvPr>
              <p:custDataLst>
                <p:tags r:id="rId16"/>
              </p:custDataLst>
            </p:nvPr>
          </p:nvSpPr>
          <p:spPr bwMode="gray">
            <a:xfrm>
              <a:off x="4107" y="8979"/>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57" name="文本框 56"/>
            <p:cNvSpPr txBox="1"/>
            <p:nvPr>
              <p:custDataLst>
                <p:tags r:id="rId17"/>
              </p:custDataLst>
            </p:nvPr>
          </p:nvSpPr>
          <p:spPr>
            <a:xfrm>
              <a:off x="7489" y="6472"/>
              <a:ext cx="9960" cy="858"/>
            </a:xfrm>
            <a:prstGeom prst="rect">
              <a:avLst/>
            </a:prstGeom>
            <a:noFill/>
          </p:spPr>
          <p:txBody>
            <a:bodyPr wrap="square" lIns="0" rIns="0">
              <a:normAutofit fontScale="92500"/>
            </a:bodyPr>
            <a:lstStyle/>
            <a:p>
              <a:pPr>
                <a:lnSpc>
                  <a:spcPct val="130000"/>
                </a:lnSpc>
                <a:spcBef>
                  <a:spcPts val="600"/>
                </a:spcBef>
                <a:defRPr/>
              </a:pPr>
              <a:r>
                <a:rPr dirty="0">
                  <a:sym typeface="+mn-ea"/>
                </a:rPr>
                <a:t>（4）可跨平台操作，减少整个系统的成本，维护升级十分方便；</a:t>
              </a:r>
            </a:p>
          </p:txBody>
        </p:sp>
        <p:sp>
          <p:nvSpPr>
            <p:cNvPr id="13" name="Oval 19"/>
            <p:cNvSpPr>
              <a:spLocks noChangeArrowheads="1"/>
            </p:cNvSpPr>
            <p:nvPr>
              <p:custDataLst>
                <p:tags r:id="rId18"/>
              </p:custDataLst>
            </p:nvPr>
          </p:nvSpPr>
          <p:spPr bwMode="gray">
            <a:xfrm>
              <a:off x="5975" y="5523"/>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4" name="Oval 19"/>
            <p:cNvSpPr>
              <a:spLocks noChangeArrowheads="1"/>
            </p:cNvSpPr>
            <p:nvPr>
              <p:custDataLst>
                <p:tags r:id="rId19"/>
              </p:custDataLst>
            </p:nvPr>
          </p:nvSpPr>
          <p:spPr bwMode="gray">
            <a:xfrm>
              <a:off x="5936" y="7727"/>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5" name="文本框 14"/>
            <p:cNvSpPr txBox="1"/>
            <p:nvPr/>
          </p:nvSpPr>
          <p:spPr>
            <a:xfrm>
              <a:off x="6580" y="4692"/>
              <a:ext cx="10568" cy="576"/>
            </a:xfrm>
            <a:prstGeom prst="rect">
              <a:avLst/>
            </a:prstGeom>
            <a:noFill/>
          </p:spPr>
          <p:txBody>
            <a:bodyPr wrap="none" rtlCol="0" anchor="t">
              <a:spAutoFit/>
            </a:bodyPr>
            <a:lstStyle/>
            <a:p>
              <a:pPr algn="l"/>
              <a:r>
                <a:rPr dirty="0">
                  <a:sym typeface="+mn-ea"/>
                </a:rPr>
                <a:t>（2）对于各种信息源，不论是文本还是图形都采用相同的界面；</a:t>
              </a:r>
            </a:p>
          </p:txBody>
        </p:sp>
        <p:sp>
          <p:nvSpPr>
            <p:cNvPr id="16" name="文本框 15"/>
            <p:cNvSpPr txBox="1"/>
            <p:nvPr/>
          </p:nvSpPr>
          <p:spPr>
            <a:xfrm>
              <a:off x="6371" y="8123"/>
              <a:ext cx="4808" cy="705"/>
            </a:xfrm>
            <a:prstGeom prst="rect">
              <a:avLst/>
            </a:prstGeom>
            <a:noFill/>
          </p:spPr>
          <p:txBody>
            <a:bodyPr wrap="none" rtlCol="0" anchor="t">
              <a:spAutoFit/>
            </a:bodyPr>
            <a:lstStyle/>
            <a:p>
              <a:pPr algn="l">
                <a:lnSpc>
                  <a:spcPct val="130000"/>
                </a:lnSpc>
                <a:spcBef>
                  <a:spcPts val="600"/>
                </a:spcBef>
                <a:defRPr/>
              </a:pPr>
              <a:r>
                <a:rPr lang="zh-CN" altLang="en-US" dirty="0">
                  <a:sym typeface="+mn-ea"/>
                </a:rPr>
                <a:t>（6）进行严密的安全管理；</a:t>
              </a:r>
            </a:p>
          </p:txBody>
        </p:sp>
      </p:grpSp>
    </p:spTree>
    <p:custDataLst>
      <p:tags r:id="rId1"/>
    </p:custDataLst>
  </p:cSld>
  <p:clrMapOvr>
    <a:masterClrMapping/>
  </p:clrMapOvr>
  <p:transition>
    <p:circle/>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8.2 </a:t>
            </a:r>
            <a:r>
              <a:rPr lang="en-US" altLang="zh-CN" dirty="0" smtClean="0">
                <a:solidFill>
                  <a:srgbClr val="FF0000"/>
                </a:solidFill>
                <a:sym typeface="+mn-ea"/>
              </a:rPr>
              <a:t>Web</a:t>
            </a:r>
            <a:r>
              <a:rPr lang="zh-CN" altLang="en-US" dirty="0" smtClean="0">
                <a:solidFill>
                  <a:srgbClr val="FF0000"/>
                </a:solidFill>
                <a:sym typeface="+mn-ea"/>
              </a:rPr>
              <a:t>的层次结构</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8.2.2 </a:t>
            </a:r>
            <a:r>
              <a:rPr lang="zh-CN" altLang="en-US" sz="2400" dirty="0" smtClean="0">
                <a:solidFill>
                  <a:schemeClr val="tx1"/>
                </a:solidFill>
              </a:rPr>
              <a:t>三层</a:t>
            </a:r>
            <a:r>
              <a:rPr lang="en-US" altLang="zh-CN" sz="2400" dirty="0" smtClean="0">
                <a:solidFill>
                  <a:schemeClr val="tx1"/>
                </a:solidFill>
              </a:rPr>
              <a:t>C/S</a:t>
            </a:r>
            <a:r>
              <a:rPr lang="zh-CN" altLang="en-US" sz="2400" dirty="0" smtClean="0">
                <a:solidFill>
                  <a:schemeClr val="tx1"/>
                </a:solidFill>
              </a:rPr>
              <a:t>结构</a:t>
            </a:r>
          </a:p>
        </p:txBody>
      </p:sp>
      <p:pic>
        <p:nvPicPr>
          <p:cNvPr id="9" name="图片 8" descr="A000220150322J79PPIC.png"/>
          <p:cNvPicPr>
            <a:picLocks noChangeAspect="1"/>
          </p:cNvPicPr>
          <p:nvPr/>
        </p:nvPicPr>
        <p:blipFill>
          <a:blip r:embed="rId5" cstate="print"/>
          <a:stretch>
            <a:fillRect/>
          </a:stretch>
        </p:blipFill>
        <p:spPr>
          <a:xfrm>
            <a:off x="867239" y="1928827"/>
            <a:ext cx="3595579" cy="4262120"/>
          </a:xfrm>
          <a:prstGeom prst="rect">
            <a:avLst/>
          </a:prstGeom>
        </p:spPr>
      </p:pic>
      <p:sp>
        <p:nvSpPr>
          <p:cNvPr id="12" name="MH_Desc_1"/>
          <p:cNvSpPr/>
          <p:nvPr>
            <p:custDataLst>
              <p:tags r:id="rId2"/>
            </p:custDataLst>
          </p:nvPr>
        </p:nvSpPr>
        <p:spPr>
          <a:xfrm>
            <a:off x="4946650" y="2395220"/>
            <a:ext cx="6297295" cy="3251200"/>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50000"/>
              </a:lnSpc>
            </a:pPr>
            <a:r>
              <a:rPr dirty="0" smtClean="0">
                <a:solidFill>
                  <a:schemeClr val="tx1"/>
                </a:solidFill>
                <a:latin typeface="微软雅黑" panose="020B0503020204020204" charset="-122"/>
                <a:ea typeface="微软雅黑" panose="020B0503020204020204" charset="-122"/>
              </a:rPr>
              <a:t>三层C/S结构各层间的通信效率如果不高，即使分配给各层的硬件能力很强，从整体来说也达不到所要求的性能。在设计时，必须考虑三层间的通信方法、通信频度及数据量，这和提高各层的独立性一样，是三层C/S结构的关键问题。</a:t>
            </a:r>
          </a:p>
        </p:txBody>
      </p:sp>
    </p:spTree>
    <p:custDataLst>
      <p:tags r:id="rId1"/>
    </p:custDataLst>
  </p:cSld>
  <p:clrMapOvr>
    <a:masterClrMapping/>
  </p:clrMapOvr>
  <p:transition>
    <p:circl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8.2 </a:t>
            </a:r>
            <a:r>
              <a:rPr lang="en-US" altLang="zh-CN" dirty="0" smtClean="0">
                <a:solidFill>
                  <a:srgbClr val="FF0000"/>
                </a:solidFill>
                <a:sym typeface="+mn-ea"/>
              </a:rPr>
              <a:t>Web</a:t>
            </a:r>
            <a:r>
              <a:rPr lang="zh-CN" altLang="en-US" dirty="0" smtClean="0">
                <a:solidFill>
                  <a:srgbClr val="FF0000"/>
                </a:solidFill>
                <a:sym typeface="+mn-ea"/>
              </a:rPr>
              <a:t>的层次结构</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8.2.3 </a:t>
            </a:r>
            <a:r>
              <a:rPr lang="zh-CN" altLang="en-US" sz="2400" dirty="0" smtClean="0">
                <a:solidFill>
                  <a:schemeClr val="tx1"/>
                </a:solidFill>
              </a:rPr>
              <a:t>四层</a:t>
            </a:r>
            <a:r>
              <a:rPr lang="en-US" altLang="zh-CN" sz="2400" dirty="0" smtClean="0">
                <a:solidFill>
                  <a:schemeClr val="tx1"/>
                </a:solidFill>
              </a:rPr>
              <a:t>C/S</a:t>
            </a:r>
            <a:r>
              <a:rPr lang="zh-CN" altLang="en-US" sz="2400" dirty="0" smtClean="0">
                <a:solidFill>
                  <a:schemeClr val="tx1"/>
                </a:solidFill>
              </a:rPr>
              <a:t>结构</a:t>
            </a:r>
          </a:p>
        </p:txBody>
      </p:sp>
      <p:sp>
        <p:nvSpPr>
          <p:cNvPr id="13" name="MH_Picture_1"/>
          <p:cNvSpPr/>
          <p:nvPr>
            <p:custDataLst>
              <p:tags r:id="rId2"/>
            </p:custDataLst>
          </p:nvPr>
        </p:nvSpPr>
        <p:spPr>
          <a:xfrm>
            <a:off x="809612" y="2551387"/>
            <a:ext cx="4544336" cy="3028183"/>
          </a:xfrm>
          <a:prstGeom prst="rect">
            <a:avLst/>
          </a:prstGeom>
          <a:blipFill>
            <a:blip r:embed="rId6" cstate="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5" name="MH_SubTitle_1"/>
          <p:cNvSpPr/>
          <p:nvPr>
            <p:custDataLst>
              <p:tags r:id="rId3"/>
            </p:custDataLst>
          </p:nvPr>
        </p:nvSpPr>
        <p:spPr>
          <a:xfrm>
            <a:off x="5290820" y="2535555"/>
            <a:ext cx="6012815" cy="3044190"/>
          </a:xfrm>
          <a:prstGeom prst="rect">
            <a:avLst/>
          </a:prstGeom>
          <a:solidFill>
            <a:srgbClr val="45C1A4"/>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rIns="144000" anchor="ctr"/>
          <a:lstStyle/>
          <a:p>
            <a:pPr indent="457200" algn="just" fontAlgn="auto">
              <a:lnSpc>
                <a:spcPct val="120000"/>
              </a:lnSpc>
              <a:spcBef>
                <a:spcPts val="600"/>
              </a:spcBef>
              <a:spcAft>
                <a:spcPts val="600"/>
              </a:spcAft>
              <a:defRPr/>
            </a:pPr>
            <a:r>
              <a:rPr lang="en-US" altLang="zh-CN" b="1" dirty="0" smtClean="0">
                <a:solidFill>
                  <a:schemeClr val="bg1"/>
                </a:solidFill>
                <a:latin typeface="微软雅黑" panose="020B0503020204020204" charset="-122"/>
                <a:ea typeface="微软雅黑" panose="020B0503020204020204" charset="-122"/>
              </a:rPr>
              <a:t>由于三层结构解决方案的通信效率问题以及扩展性还不够高，因此提出了一种四层解决方案，该方案在Web服务器和数据库之间使用了一层中间件（通常称为应用服务器）。</a:t>
            </a:r>
            <a:r>
              <a:rPr lang="en-US" altLang="zh-CN" b="1" dirty="0" err="1" smtClean="0">
                <a:solidFill>
                  <a:schemeClr val="bg1"/>
                </a:solidFill>
                <a:latin typeface="微软雅黑" panose="020B0503020204020204" charset="-122"/>
                <a:ea typeface="微软雅黑" panose="020B0503020204020204" charset="-122"/>
              </a:rPr>
              <a:t>应用服务器负责将应用编程接口（Application</a:t>
            </a:r>
            <a:r>
              <a:rPr lang="en-US" altLang="zh-CN" b="1" dirty="0" smtClean="0">
                <a:solidFill>
                  <a:schemeClr val="bg1"/>
                </a:solidFill>
                <a:latin typeface="微软雅黑" panose="020B0503020204020204" charset="-122"/>
                <a:ea typeface="微软雅黑" panose="020B0503020204020204" charset="-122"/>
              </a:rPr>
              <a:t> Programming </a:t>
            </a:r>
            <a:r>
              <a:rPr lang="en-US" altLang="zh-CN" b="1" dirty="0" err="1" smtClean="0">
                <a:solidFill>
                  <a:schemeClr val="bg1"/>
                </a:solidFill>
                <a:latin typeface="微软雅黑" panose="020B0503020204020204" charset="-122"/>
                <a:ea typeface="微软雅黑" panose="020B0503020204020204" charset="-122"/>
              </a:rPr>
              <a:t>Interface，API）提供给业务逻辑和业务流程以供程序使用，可以根据需要引入其他的Web服务器</a:t>
            </a:r>
            <a:r>
              <a:rPr lang="en-US" altLang="zh-CN" b="1" dirty="0" smtClean="0">
                <a:solidFill>
                  <a:schemeClr val="bg1"/>
                </a:solidFill>
                <a:latin typeface="微软雅黑" panose="020B0503020204020204" charset="-122"/>
                <a:ea typeface="微软雅黑" panose="020B0503020204020204" charset="-122"/>
              </a:rPr>
              <a:t>。</a:t>
            </a:r>
            <a:r>
              <a:rPr lang="en-US" altLang="zh-CN" b="1" dirty="0" err="1" smtClean="0">
                <a:solidFill>
                  <a:schemeClr val="bg1"/>
                </a:solidFill>
                <a:latin typeface="微软雅黑" panose="020B0503020204020204" charset="-122"/>
                <a:ea typeface="微软雅黑" panose="020B0503020204020204" charset="-122"/>
              </a:rPr>
              <a:t>此外，应用服务器可以与多个数据源通信，包括数据库、大型机以及其他旧式系统</a:t>
            </a:r>
            <a:r>
              <a:rPr lang="en-US" altLang="zh-CN" b="1" dirty="0" smtClean="0">
                <a:solidFill>
                  <a:schemeClr val="bg1"/>
                </a:solidFill>
                <a:latin typeface="微软雅黑" panose="020B0503020204020204" charset="-122"/>
                <a:ea typeface="微软雅黑" panose="020B0503020204020204" charset="-122"/>
              </a:rPr>
              <a:t>。</a:t>
            </a:r>
          </a:p>
        </p:txBody>
      </p:sp>
    </p:spTree>
    <p:custDataLst>
      <p:tags r:id="rId1"/>
    </p:custDataLst>
  </p:cSld>
  <p:clrMapOvr>
    <a:masterClrMapping/>
  </p:clrMapOvr>
  <p:transition>
    <p:circl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8.2 </a:t>
            </a:r>
            <a:r>
              <a:rPr lang="en-US" altLang="zh-CN" dirty="0" smtClean="0">
                <a:solidFill>
                  <a:srgbClr val="FF0000"/>
                </a:solidFill>
                <a:sym typeface="+mn-ea"/>
              </a:rPr>
              <a:t>Web</a:t>
            </a:r>
            <a:r>
              <a:rPr lang="zh-CN" altLang="en-US" dirty="0" smtClean="0">
                <a:solidFill>
                  <a:srgbClr val="FF0000"/>
                </a:solidFill>
                <a:sym typeface="+mn-ea"/>
              </a:rPr>
              <a:t>的层次结构</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8.2.3 </a:t>
            </a:r>
            <a:r>
              <a:rPr lang="zh-CN" altLang="en-US" sz="2400" dirty="0" smtClean="0">
                <a:solidFill>
                  <a:schemeClr val="tx1"/>
                </a:solidFill>
              </a:rPr>
              <a:t>四层</a:t>
            </a:r>
            <a:r>
              <a:rPr lang="en-US" altLang="zh-CN" sz="2400" dirty="0" smtClean="0">
                <a:solidFill>
                  <a:schemeClr val="tx1"/>
                </a:solidFill>
              </a:rPr>
              <a:t>C/S</a:t>
            </a:r>
            <a:r>
              <a:rPr lang="zh-CN" altLang="en-US" sz="2400" dirty="0" smtClean="0">
                <a:solidFill>
                  <a:schemeClr val="tx1"/>
                </a:solidFill>
              </a:rPr>
              <a:t>结构</a:t>
            </a:r>
          </a:p>
        </p:txBody>
      </p:sp>
      <p:grpSp>
        <p:nvGrpSpPr>
          <p:cNvPr id="3" name="组合 2"/>
          <p:cNvGrpSpPr/>
          <p:nvPr/>
        </p:nvGrpSpPr>
        <p:grpSpPr>
          <a:xfrm>
            <a:off x="1230630" y="2564130"/>
            <a:ext cx="9730740" cy="3575050"/>
            <a:chOff x="1938" y="4038"/>
            <a:chExt cx="15324" cy="5630"/>
          </a:xfrm>
        </p:grpSpPr>
        <p:pic>
          <p:nvPicPr>
            <p:cNvPr id="4" name="图片 237" descr="8-5"/>
            <p:cNvPicPr>
              <a:picLocks noChangeAspect="1"/>
            </p:cNvPicPr>
            <p:nvPr/>
          </p:nvPicPr>
          <p:blipFill>
            <a:blip r:embed="rId5" cstate="print"/>
            <a:stretch>
              <a:fillRect/>
            </a:stretch>
          </p:blipFill>
          <p:spPr>
            <a:xfrm>
              <a:off x="1939" y="4038"/>
              <a:ext cx="15323" cy="3492"/>
            </a:xfrm>
            <a:prstGeom prst="rect">
              <a:avLst/>
            </a:prstGeom>
            <a:noFill/>
            <a:ln w="9525">
              <a:noFill/>
            </a:ln>
          </p:spPr>
        </p:pic>
        <p:sp>
          <p:nvSpPr>
            <p:cNvPr id="5" name="MH_Text_1"/>
            <p:cNvSpPr/>
            <p:nvPr>
              <p:custDataLst>
                <p:tags r:id="rId2"/>
              </p:custDataLst>
            </p:nvPr>
          </p:nvSpPr>
          <p:spPr>
            <a:xfrm>
              <a:off x="1938" y="7810"/>
              <a:ext cx="15324" cy="1859"/>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indent="457200">
                <a:lnSpc>
                  <a:spcPct val="130000"/>
                </a:lnSpc>
              </a:pPr>
              <a:r>
                <a:rPr dirty="0" smtClean="0">
                  <a:solidFill>
                    <a:schemeClr val="tx1"/>
                  </a:solidFill>
                  <a:latin typeface="+mn-ea"/>
                </a:rPr>
                <a:t>图8-5描绘了一种简单的四层结构。在图8-5中，Web浏览器（表示层）向中间层（逻辑层）发送请求，依次调用位于应用层的应用服务器所提供的API，应用层通过查询、更新数据库（数据存储层）来响应该请求。</a:t>
              </a:r>
            </a:p>
          </p:txBody>
        </p:sp>
      </p:grpSp>
    </p:spTree>
    <p:custDataLst>
      <p:tags r:id="rId1"/>
    </p:custDataLst>
  </p:cSld>
  <p:clrMapOvr>
    <a:masterClrMapping/>
  </p:clrMapOvr>
  <p:transition>
    <p:circl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8.2 </a:t>
            </a:r>
            <a:r>
              <a:rPr lang="en-US" altLang="zh-CN" dirty="0" smtClean="0">
                <a:solidFill>
                  <a:srgbClr val="FF0000"/>
                </a:solidFill>
                <a:sym typeface="+mn-ea"/>
              </a:rPr>
              <a:t>Web</a:t>
            </a:r>
            <a:r>
              <a:rPr lang="zh-CN" altLang="en-US" dirty="0" smtClean="0">
                <a:solidFill>
                  <a:srgbClr val="FF0000"/>
                </a:solidFill>
                <a:sym typeface="+mn-ea"/>
              </a:rPr>
              <a:t>的层次结构</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8.2.3 </a:t>
            </a:r>
            <a:r>
              <a:rPr lang="zh-CN" altLang="en-US" sz="2400" dirty="0" smtClean="0">
                <a:solidFill>
                  <a:schemeClr val="tx1"/>
                </a:solidFill>
              </a:rPr>
              <a:t>四层</a:t>
            </a:r>
            <a:r>
              <a:rPr lang="en-US" altLang="zh-CN" sz="2400" dirty="0" smtClean="0">
                <a:solidFill>
                  <a:schemeClr val="tx1"/>
                </a:solidFill>
              </a:rPr>
              <a:t>C/S</a:t>
            </a:r>
            <a:r>
              <a:rPr lang="zh-CN" altLang="en-US" sz="2400" dirty="0" smtClean="0">
                <a:solidFill>
                  <a:schemeClr val="tx1"/>
                </a:solidFill>
              </a:rPr>
              <a:t>结构</a:t>
            </a:r>
          </a:p>
        </p:txBody>
      </p:sp>
      <p:sp>
        <p:nvSpPr>
          <p:cNvPr id="8" name="圆角矩形 7"/>
          <p:cNvSpPr/>
          <p:nvPr/>
        </p:nvSpPr>
        <p:spPr>
          <a:xfrm>
            <a:off x="617220" y="2288540"/>
            <a:ext cx="7919085" cy="3753485"/>
          </a:xfrm>
          <a:prstGeom prst="roundRect">
            <a:avLst/>
          </a:prstGeom>
          <a:noFill/>
          <a:ln w="28575">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fontAlgn="auto">
              <a:lnSpc>
                <a:spcPct val="130000"/>
              </a:lnSpc>
            </a:pPr>
            <a:r>
              <a:rPr lang="en-US" altLang="zh-CN">
                <a:solidFill>
                  <a:schemeClr val="tx1">
                    <a:lumMod val="50000"/>
                  </a:schemeClr>
                </a:solidFill>
                <a:latin typeface="微软雅黑" panose="020B0503020204020204" charset="-122"/>
                <a:ea typeface="微软雅黑" panose="020B0503020204020204" charset="-122"/>
              </a:rPr>
              <a:t>       </a:t>
            </a:r>
            <a:r>
              <a:rPr lang="zh-CN" altLang="en-US">
                <a:solidFill>
                  <a:schemeClr val="tx1">
                    <a:lumMod val="50000"/>
                  </a:schemeClr>
                </a:solidFill>
                <a:latin typeface="微软雅黑" panose="020B0503020204020204" charset="-122"/>
                <a:ea typeface="微软雅黑" panose="020B0503020204020204" charset="-122"/>
              </a:rPr>
              <a:t>在图8-5中，如果用户激活Web浏览器并连接到某个网址，位于逻辑层的Web服务器将从文件系统中加载脚本，并将其传递给脚本引擎，脚本引擎负责解析并执行脚本。脚本调用位于应用层的应用服务器所提供的应用程序编程接口（API）。应用服务器使用数据库连接器打开存储层连接，并对数据库执行SQL语句。数据库将数据返回给数据库连接器，应用服务器在将数据返回给Web服务器之前先执行相关的应用或业务逻辑规则。Web服务器再将数据以HTML格式返回给表示层的用户的Web浏览器。用户的Web浏览器以HTML呈现并借助代码的图形化表示展现给用户。所有操作都将在数秒内完成，并且对用户是透明的。</a:t>
            </a:r>
          </a:p>
        </p:txBody>
      </p:sp>
      <p:pic>
        <p:nvPicPr>
          <p:cNvPr id="23" name="图片 22" descr="474ffc7bc8a9e8770776b7c07f58d0fdad576b94.png"/>
          <p:cNvPicPr>
            <a:picLocks noChangeAspect="1"/>
          </p:cNvPicPr>
          <p:nvPr/>
        </p:nvPicPr>
        <p:blipFill>
          <a:blip r:embed="rId4" cstate="print"/>
          <a:stretch>
            <a:fillRect/>
          </a:stretch>
        </p:blipFill>
        <p:spPr>
          <a:xfrm>
            <a:off x="7927340" y="1304138"/>
            <a:ext cx="4096385" cy="5123180"/>
          </a:xfrm>
          <a:prstGeom prst="rect">
            <a:avLst/>
          </a:prstGeom>
        </p:spPr>
      </p:pic>
    </p:spTree>
    <p:custDataLst>
      <p:tags r:id="rId1"/>
    </p:custDataLst>
  </p:cSld>
  <p:clrMapOvr>
    <a:masterClrMapping/>
  </p:clrMapOvr>
  <p:transition>
    <p:circl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8.2 </a:t>
            </a:r>
            <a:r>
              <a:rPr lang="en-US" altLang="zh-CN" dirty="0" smtClean="0">
                <a:solidFill>
                  <a:srgbClr val="FF0000"/>
                </a:solidFill>
                <a:sym typeface="+mn-ea"/>
              </a:rPr>
              <a:t>Web</a:t>
            </a:r>
            <a:r>
              <a:rPr lang="zh-CN" altLang="en-US" dirty="0" smtClean="0">
                <a:solidFill>
                  <a:srgbClr val="FF0000"/>
                </a:solidFill>
                <a:sym typeface="+mn-ea"/>
              </a:rPr>
              <a:t>的层次结构</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8.2.3 </a:t>
            </a:r>
            <a:r>
              <a:rPr lang="zh-CN" altLang="en-US" sz="2400" dirty="0" smtClean="0">
                <a:solidFill>
                  <a:schemeClr val="tx1"/>
                </a:solidFill>
              </a:rPr>
              <a:t>四层</a:t>
            </a:r>
            <a:r>
              <a:rPr lang="en-US" altLang="zh-CN" sz="2400" dirty="0" smtClean="0">
                <a:solidFill>
                  <a:schemeClr val="tx1"/>
                </a:solidFill>
              </a:rPr>
              <a:t>C/S</a:t>
            </a:r>
            <a:r>
              <a:rPr lang="zh-CN" altLang="en-US" sz="2400" dirty="0" smtClean="0">
                <a:solidFill>
                  <a:schemeClr val="tx1"/>
                </a:solidFill>
              </a:rPr>
              <a:t>结构</a:t>
            </a:r>
          </a:p>
        </p:txBody>
      </p:sp>
      <p:grpSp>
        <p:nvGrpSpPr>
          <p:cNvPr id="7" name="组合 6"/>
          <p:cNvGrpSpPr/>
          <p:nvPr/>
        </p:nvGrpSpPr>
        <p:grpSpPr>
          <a:xfrm>
            <a:off x="0" y="2412365"/>
            <a:ext cx="12192000" cy="3074035"/>
            <a:chOff x="0" y="3848"/>
            <a:chExt cx="19200" cy="4841"/>
          </a:xfrm>
        </p:grpSpPr>
        <p:sp>
          <p:nvSpPr>
            <p:cNvPr id="18" name="矩形 17"/>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188" y="4576"/>
              <a:ext cx="11138" cy="3384"/>
            </a:xfrm>
            <a:prstGeom prst="rect">
              <a:avLst/>
            </a:prstGeom>
          </p:spPr>
          <p:txBody>
            <a:bodyPr wrap="square">
              <a:spAutoFit/>
            </a:bodyPr>
            <a:lstStyle/>
            <a:p>
              <a:pPr indent="457200">
                <a:lnSpc>
                  <a:spcPct val="150000"/>
                </a:lnSpc>
                <a:defRPr/>
              </a:pPr>
              <a:r>
                <a:rPr lang="en-US" altLang="zh-CN" kern="0" smtClean="0">
                  <a:solidFill>
                    <a:schemeClr val="bg1"/>
                  </a:solidFill>
                  <a:latin typeface="微软雅黑" panose="020B0503020204020204" charset="-122"/>
                  <a:ea typeface="微软雅黑" panose="020B0503020204020204" charset="-122"/>
                  <a:cs typeface="宋体" panose="02010600030101010101" pitchFamily="2" charset="-122"/>
                </a:rPr>
                <a:t>Web软件的客户端即表示层，一般采用浏览器支持的脚本语言（如JavaScript）实现；Web服务器端即逻辑层，一般采用JSP，PHP，Java Servlet或ASP.NET等实现；应用服务器采用的技术包括Spring Framework，EJB，.NET等；数据库服务器即数据存储层，一般采用SQL Server，Oracle等技术。</a:t>
              </a:r>
            </a:p>
          </p:txBody>
        </p:sp>
      </p:grpSp>
      <p:pic>
        <p:nvPicPr>
          <p:cNvPr id="3" name="图片 2" descr="A000220150318R99PPIC"/>
          <p:cNvPicPr>
            <a:picLocks noChangeAspect="1"/>
          </p:cNvPicPr>
          <p:nvPr/>
        </p:nvPicPr>
        <p:blipFill>
          <a:blip r:embed="rId4" cstate="print"/>
          <a:stretch>
            <a:fillRect/>
          </a:stretch>
        </p:blipFill>
        <p:spPr>
          <a:xfrm>
            <a:off x="7693660" y="2078355"/>
            <a:ext cx="4238625" cy="3408045"/>
          </a:xfrm>
          <a:prstGeom prst="rect">
            <a:avLst/>
          </a:prstGeom>
        </p:spPr>
      </p:pic>
    </p:spTree>
    <p:custDataLst>
      <p:tags r:id="rId1"/>
    </p:custDataLst>
  </p:cSld>
  <p:clrMapOvr>
    <a:masterClrMapping/>
  </p:clrMapOvr>
  <p:transition>
    <p:circl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8.2 </a:t>
            </a:r>
            <a:r>
              <a:rPr lang="en-US" altLang="zh-CN" dirty="0" smtClean="0">
                <a:solidFill>
                  <a:srgbClr val="FF0000"/>
                </a:solidFill>
                <a:sym typeface="+mn-ea"/>
              </a:rPr>
              <a:t>Web</a:t>
            </a:r>
            <a:r>
              <a:rPr lang="zh-CN" altLang="en-US" dirty="0" smtClean="0">
                <a:solidFill>
                  <a:srgbClr val="FF0000"/>
                </a:solidFill>
                <a:sym typeface="+mn-ea"/>
              </a:rPr>
              <a:t>的层次结构</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8.2.4 B</a:t>
            </a:r>
            <a:r>
              <a:rPr lang="en-US" altLang="zh-CN" sz="2400" dirty="0" smtClean="0">
                <a:solidFill>
                  <a:schemeClr val="tx1"/>
                </a:solidFill>
              </a:rPr>
              <a:t>/S</a:t>
            </a:r>
            <a:r>
              <a:rPr lang="zh-CN" altLang="en-US" sz="2400" dirty="0" smtClean="0">
                <a:solidFill>
                  <a:schemeClr val="tx1"/>
                </a:solidFill>
              </a:rPr>
              <a:t>结构</a:t>
            </a:r>
          </a:p>
        </p:txBody>
      </p:sp>
      <p:sp>
        <p:nvSpPr>
          <p:cNvPr id="5" name="MH_Text_1"/>
          <p:cNvSpPr/>
          <p:nvPr>
            <p:custDataLst>
              <p:tags r:id="rId2"/>
            </p:custDataLst>
          </p:nvPr>
        </p:nvSpPr>
        <p:spPr>
          <a:xfrm>
            <a:off x="357172" y="2871244"/>
            <a:ext cx="4692499" cy="241044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indent="457200">
              <a:lnSpc>
                <a:spcPct val="130000"/>
              </a:lnSpc>
            </a:pPr>
            <a:r>
              <a:rPr dirty="0" smtClean="0">
                <a:solidFill>
                  <a:schemeClr val="tx1"/>
                </a:solidFill>
                <a:latin typeface="+mn-ea"/>
              </a:rPr>
              <a:t>随着因特网的兴起，人们提出了浏览器/服务器（Browser/Server，B/S）结构。从本质上说，B/S结构也是一种Client/Server结构，它可看做是C/S结构在Web上应用的特例，如图8-6所示为B/S结构。</a:t>
            </a:r>
          </a:p>
        </p:txBody>
      </p:sp>
      <p:pic>
        <p:nvPicPr>
          <p:cNvPr id="3" name="图片 238" descr="8-6"/>
          <p:cNvPicPr>
            <a:picLocks noChangeAspect="1"/>
          </p:cNvPicPr>
          <p:nvPr/>
        </p:nvPicPr>
        <p:blipFill>
          <a:blip r:embed="rId5" cstate="print">
            <a:clrChange>
              <a:clrFrom>
                <a:srgbClr val="FFFFFF"/>
              </a:clrFrom>
              <a:clrTo>
                <a:srgbClr val="FFFFFF">
                  <a:alpha val="0"/>
                </a:srgbClr>
              </a:clrTo>
            </a:clrChange>
          </a:blip>
          <a:stretch>
            <a:fillRect/>
          </a:stretch>
        </p:blipFill>
        <p:spPr>
          <a:xfrm>
            <a:off x="5593602" y="2259719"/>
            <a:ext cx="5997575" cy="3302635"/>
          </a:xfrm>
          <a:prstGeom prst="rect">
            <a:avLst/>
          </a:prstGeom>
          <a:noFill/>
          <a:ln w="9525">
            <a:noFill/>
          </a:ln>
        </p:spPr>
      </p:pic>
    </p:spTree>
    <p:custDataLst>
      <p:tags r:id="rId1"/>
    </p:custDataLst>
  </p:cSld>
  <p:clrMapOvr>
    <a:masterClrMapping/>
  </p:clrMapOvr>
  <p:transition>
    <p:circl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8.2 </a:t>
            </a:r>
            <a:r>
              <a:rPr lang="en-US" altLang="zh-CN" dirty="0" smtClean="0">
                <a:solidFill>
                  <a:srgbClr val="FF0000"/>
                </a:solidFill>
                <a:sym typeface="+mn-ea"/>
              </a:rPr>
              <a:t>Web</a:t>
            </a:r>
            <a:r>
              <a:rPr lang="zh-CN" altLang="en-US" dirty="0" smtClean="0">
                <a:solidFill>
                  <a:srgbClr val="FF0000"/>
                </a:solidFill>
                <a:sym typeface="+mn-ea"/>
              </a:rPr>
              <a:t>的层次结构</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8.2.4 B</a:t>
            </a:r>
            <a:r>
              <a:rPr lang="en-US" altLang="zh-CN" sz="2400" dirty="0" smtClean="0">
                <a:solidFill>
                  <a:schemeClr val="tx1"/>
                </a:solidFill>
              </a:rPr>
              <a:t>/S</a:t>
            </a:r>
            <a:r>
              <a:rPr lang="zh-CN" altLang="en-US" sz="2400" dirty="0" smtClean="0">
                <a:solidFill>
                  <a:schemeClr val="tx1"/>
                </a:solidFill>
              </a:rPr>
              <a:t>结构</a:t>
            </a:r>
          </a:p>
        </p:txBody>
      </p:sp>
      <p:sp>
        <p:nvSpPr>
          <p:cNvPr id="6" name="MH_Other_1"/>
          <p:cNvSpPr>
            <a:spLocks noChangeArrowheads="1"/>
          </p:cNvSpPr>
          <p:nvPr>
            <p:custDataLst>
              <p:tags r:id="rId2"/>
            </p:custDataLst>
          </p:nvPr>
        </p:nvSpPr>
        <p:spPr bwMode="auto">
          <a:xfrm>
            <a:off x="550545" y="2246585"/>
            <a:ext cx="710565" cy="494665"/>
          </a:xfrm>
          <a:prstGeom prst="rect">
            <a:avLst/>
          </a:prstGeom>
          <a:solidFill>
            <a:srgbClr val="25B4E9"/>
          </a:solidFill>
          <a:ln w="9525">
            <a:noFill/>
            <a:miter lim="800000"/>
          </a:ln>
        </p:spPr>
        <p:txBody>
          <a:bodyPr anchor="ctr"/>
          <a:lstStyle/>
          <a:p>
            <a:pPr algn="ctr" eaLnBrk="1" hangingPunct="1"/>
            <a:endParaRPr lang="zh-CN" altLang="en-US" sz="2400" b="1" dirty="0">
              <a:solidFill>
                <a:srgbClr val="FFFFFF"/>
              </a:solidFill>
              <a:ea typeface="微软雅黑" panose="020B0503020204020204" charset="-122"/>
            </a:endParaRPr>
          </a:p>
        </p:txBody>
      </p:sp>
      <p:sp>
        <p:nvSpPr>
          <p:cNvPr id="7" name="MH_Other_2"/>
          <p:cNvSpPr>
            <a:spLocks noChangeArrowheads="1"/>
          </p:cNvSpPr>
          <p:nvPr>
            <p:custDataLst>
              <p:tags r:id="rId3"/>
            </p:custDataLst>
          </p:nvPr>
        </p:nvSpPr>
        <p:spPr bwMode="auto">
          <a:xfrm>
            <a:off x="1301115" y="2349455"/>
            <a:ext cx="563245" cy="391795"/>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8" name="MH_Other_3"/>
          <p:cNvSpPr>
            <a:spLocks noChangeArrowheads="1"/>
          </p:cNvSpPr>
          <p:nvPr>
            <p:custDataLst>
              <p:tags r:id="rId4"/>
            </p:custDataLst>
          </p:nvPr>
        </p:nvSpPr>
        <p:spPr bwMode="auto">
          <a:xfrm>
            <a:off x="711200" y="2769190"/>
            <a:ext cx="549910" cy="382905"/>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9" name="MH_Other_4"/>
          <p:cNvSpPr>
            <a:spLocks noChangeArrowheads="1"/>
          </p:cNvSpPr>
          <p:nvPr>
            <p:custDataLst>
              <p:tags r:id="rId5"/>
            </p:custDataLst>
          </p:nvPr>
        </p:nvSpPr>
        <p:spPr bwMode="auto">
          <a:xfrm>
            <a:off x="1301115" y="2769190"/>
            <a:ext cx="710565" cy="326390"/>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0" name="MH_SubTitle_1"/>
          <p:cNvSpPr/>
          <p:nvPr>
            <p:custDataLst>
              <p:tags r:id="rId6"/>
            </p:custDataLst>
          </p:nvPr>
        </p:nvSpPr>
        <p:spPr>
          <a:xfrm>
            <a:off x="2309495" y="2300560"/>
            <a:ext cx="7928610" cy="796290"/>
          </a:xfrm>
          <a:prstGeom prst="rect">
            <a:avLst/>
          </a:prstGeom>
        </p:spPr>
        <p:txBody>
          <a:bodyPr lIns="0" tIns="0" rIns="0" bIns="0" anchor="ctr">
            <a:noAutofit/>
          </a:bodyPr>
          <a:lstStyle/>
          <a:p>
            <a:pPr>
              <a:lnSpc>
                <a:spcPct val="140000"/>
              </a:lnSpc>
              <a:defRPr/>
            </a:pPr>
            <a:r>
              <a:rPr lang="zh-CN" altLang="en-US" sz="1600" dirty="0" smtClean="0">
                <a:solidFill>
                  <a:srgbClr val="000000"/>
                </a:solidFill>
                <a:latin typeface="微软雅黑" panose="020B0503020204020204" charset="-122"/>
                <a:ea typeface="微软雅黑" panose="020B0503020204020204" charset="-122"/>
                <a:sym typeface="+mn-ea"/>
              </a:rPr>
              <a:t>      </a:t>
            </a:r>
            <a:r>
              <a:rPr lang="zh-CN" altLang="en-US" dirty="0" smtClean="0">
                <a:solidFill>
                  <a:srgbClr val="000000"/>
                </a:solidFill>
                <a:latin typeface="微软雅黑" panose="020B0503020204020204" charset="-122"/>
                <a:ea typeface="微软雅黑" panose="020B0503020204020204" charset="-122"/>
                <a:sym typeface="+mn-ea"/>
              </a:rPr>
              <a:t>B/S结构主要是利用了不断成熟的Web浏览器技术：结合浏览器的多种脚本语言和ActiveX（IE浏览器的插件）技术，用通用浏览器实现原来需要复杂专用软件才能实现的强大功能，同时节约了开发成本。</a:t>
            </a:r>
          </a:p>
        </p:txBody>
      </p:sp>
      <p:grpSp>
        <p:nvGrpSpPr>
          <p:cNvPr id="4" name="组合 3"/>
          <p:cNvGrpSpPr/>
          <p:nvPr/>
        </p:nvGrpSpPr>
        <p:grpSpPr>
          <a:xfrm>
            <a:off x="3473450" y="4670425"/>
            <a:ext cx="8256905" cy="1351280"/>
            <a:chOff x="5921" y="7331"/>
            <a:chExt cx="13003" cy="2128"/>
          </a:xfrm>
        </p:grpSpPr>
        <p:sp>
          <p:nvSpPr>
            <p:cNvPr id="13" name="MH_Other_7"/>
            <p:cNvSpPr>
              <a:spLocks noChangeArrowheads="1"/>
            </p:cNvSpPr>
            <p:nvPr>
              <p:custDataLst>
                <p:tags r:id="rId12"/>
              </p:custDataLst>
            </p:nvPr>
          </p:nvSpPr>
          <p:spPr bwMode="auto">
            <a:xfrm>
              <a:off x="6174" y="8155"/>
              <a:ext cx="866" cy="603"/>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4" name="MH_Other_8"/>
            <p:cNvSpPr>
              <a:spLocks noChangeArrowheads="1"/>
            </p:cNvSpPr>
            <p:nvPr>
              <p:custDataLst>
                <p:tags r:id="rId13"/>
              </p:custDataLst>
            </p:nvPr>
          </p:nvSpPr>
          <p:spPr bwMode="auto">
            <a:xfrm>
              <a:off x="7103" y="8155"/>
              <a:ext cx="1119" cy="514"/>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5" name="MH_SubTitle_3"/>
            <p:cNvSpPr/>
            <p:nvPr>
              <p:custDataLst>
                <p:tags r:id="rId14"/>
              </p:custDataLst>
            </p:nvPr>
          </p:nvSpPr>
          <p:spPr>
            <a:xfrm>
              <a:off x="8857" y="7365"/>
              <a:ext cx="10067" cy="2094"/>
            </a:xfrm>
            <a:prstGeom prst="rect">
              <a:avLst/>
            </a:prstGeom>
          </p:spPr>
          <p:txBody>
            <a:bodyPr lIns="0" tIns="0" rIns="0" bIns="0" anchor="ctr">
              <a:noAutofit/>
            </a:bodyPr>
            <a:lstStyle/>
            <a:p>
              <a:pPr>
                <a:lnSpc>
                  <a:spcPct val="130000"/>
                </a:lnSpc>
                <a:defRPr/>
              </a:pPr>
              <a:r>
                <a:rPr lang="zh-CN" altLang="en-US" sz="1600" dirty="0" smtClean="0">
                  <a:solidFill>
                    <a:srgbClr val="000000"/>
                  </a:solidFill>
                  <a:latin typeface="微软雅黑" panose="020B0503020204020204" charset="-122"/>
                  <a:ea typeface="微软雅黑" panose="020B0503020204020204" charset="-122"/>
                  <a:sym typeface="+mn-ea"/>
                </a:rPr>
                <a:t>     </a:t>
              </a:r>
              <a:r>
                <a:rPr lang="zh-CN" altLang="en-US" dirty="0" smtClean="0">
                  <a:solidFill>
                    <a:srgbClr val="000000"/>
                  </a:solidFill>
                  <a:latin typeface="微软雅黑" panose="020B0503020204020204" charset="-122"/>
                  <a:ea typeface="微软雅黑" panose="020B0503020204020204" charset="-122"/>
                  <a:sym typeface="+mn-ea"/>
                </a:rPr>
                <a:t>  B/S结构的使用越来越多，特别是由需求推动了AJAX技术的发展。AJAX是一种创建交互式网页应用的网页开发技术。它的程序也能在客户端电脑上进行部分处理，从而大大地减轻了服务器的负担，并增加了交互性，能进行局部实时刷新。</a:t>
              </a:r>
            </a:p>
          </p:txBody>
        </p:sp>
        <p:sp>
          <p:nvSpPr>
            <p:cNvPr id="11" name="MH_Other_5"/>
            <p:cNvSpPr>
              <a:spLocks noChangeArrowheads="1"/>
            </p:cNvSpPr>
            <p:nvPr>
              <p:custDataLst>
                <p:tags r:id="rId15"/>
              </p:custDataLst>
            </p:nvPr>
          </p:nvSpPr>
          <p:spPr bwMode="auto">
            <a:xfrm>
              <a:off x="5921" y="7331"/>
              <a:ext cx="1119" cy="779"/>
            </a:xfrm>
            <a:prstGeom prst="rect">
              <a:avLst/>
            </a:prstGeom>
            <a:solidFill>
              <a:srgbClr val="4FB469"/>
            </a:solidFill>
            <a:ln w="9525">
              <a:noFill/>
              <a:miter lim="800000"/>
            </a:ln>
          </p:spPr>
          <p:txBody>
            <a:bodyPr anchor="ctr"/>
            <a:lstStyle/>
            <a:p>
              <a:pPr algn="ctr" eaLnBrk="1" hangingPunct="1"/>
              <a:endParaRPr lang="zh-CN" altLang="en-US" sz="2400" b="1" dirty="0">
                <a:solidFill>
                  <a:srgbClr val="FFFFFF"/>
                </a:solidFill>
                <a:ea typeface="微软雅黑" panose="020B0503020204020204" charset="-122"/>
              </a:endParaRPr>
            </a:p>
          </p:txBody>
        </p:sp>
        <p:sp>
          <p:nvSpPr>
            <p:cNvPr id="12" name="MH_Other_6"/>
            <p:cNvSpPr>
              <a:spLocks noChangeArrowheads="1"/>
            </p:cNvSpPr>
            <p:nvPr>
              <p:custDataLst>
                <p:tags r:id="rId16"/>
              </p:custDataLst>
            </p:nvPr>
          </p:nvSpPr>
          <p:spPr bwMode="auto">
            <a:xfrm>
              <a:off x="7103" y="7493"/>
              <a:ext cx="887" cy="617"/>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grpSp>
      <p:sp>
        <p:nvSpPr>
          <p:cNvPr id="16" name="MH_Other_9"/>
          <p:cNvSpPr>
            <a:spLocks noChangeArrowheads="1"/>
          </p:cNvSpPr>
          <p:nvPr>
            <p:custDataLst>
              <p:tags r:id="rId7"/>
            </p:custDataLst>
          </p:nvPr>
        </p:nvSpPr>
        <p:spPr bwMode="auto">
          <a:xfrm>
            <a:off x="2011680" y="3545795"/>
            <a:ext cx="710565" cy="494665"/>
          </a:xfrm>
          <a:prstGeom prst="rect">
            <a:avLst/>
          </a:prstGeom>
          <a:solidFill>
            <a:schemeClr val="accent5">
              <a:lumMod val="75000"/>
            </a:schemeClr>
          </a:solidFill>
          <a:ln w="9525">
            <a:noFill/>
            <a:miter lim="800000"/>
          </a:ln>
        </p:spPr>
        <p:txBody>
          <a:bodyPr anchor="ctr"/>
          <a:lstStyle/>
          <a:p>
            <a:pPr algn="ctr" eaLnBrk="1" hangingPunct="1"/>
            <a:endParaRPr lang="zh-CN" altLang="en-US" sz="2400" b="1" dirty="0">
              <a:solidFill>
                <a:srgbClr val="FFFFFF"/>
              </a:solidFill>
              <a:ea typeface="微软雅黑" panose="020B0503020204020204" charset="-122"/>
            </a:endParaRPr>
          </a:p>
        </p:txBody>
      </p:sp>
      <p:sp>
        <p:nvSpPr>
          <p:cNvPr id="17" name="MH_Other_10"/>
          <p:cNvSpPr>
            <a:spLocks noChangeArrowheads="1"/>
          </p:cNvSpPr>
          <p:nvPr>
            <p:custDataLst>
              <p:tags r:id="rId8"/>
            </p:custDataLst>
          </p:nvPr>
        </p:nvSpPr>
        <p:spPr bwMode="auto">
          <a:xfrm>
            <a:off x="2762885" y="3648665"/>
            <a:ext cx="563245" cy="391795"/>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8" name="MH_Other_11"/>
          <p:cNvSpPr>
            <a:spLocks noChangeArrowheads="1"/>
          </p:cNvSpPr>
          <p:nvPr>
            <p:custDataLst>
              <p:tags r:id="rId9"/>
            </p:custDataLst>
          </p:nvPr>
        </p:nvSpPr>
        <p:spPr bwMode="auto">
          <a:xfrm>
            <a:off x="2172970" y="4068400"/>
            <a:ext cx="549910" cy="382905"/>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9" name="MH_Other_12"/>
          <p:cNvSpPr>
            <a:spLocks noChangeArrowheads="1"/>
          </p:cNvSpPr>
          <p:nvPr>
            <p:custDataLst>
              <p:tags r:id="rId10"/>
            </p:custDataLst>
          </p:nvPr>
        </p:nvSpPr>
        <p:spPr bwMode="auto">
          <a:xfrm>
            <a:off x="2762885" y="4068400"/>
            <a:ext cx="710565" cy="326390"/>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0" name="MH_SubTitle_2"/>
          <p:cNvSpPr/>
          <p:nvPr>
            <p:custDataLst>
              <p:tags r:id="rId11"/>
            </p:custDataLst>
          </p:nvPr>
        </p:nvSpPr>
        <p:spPr>
          <a:xfrm>
            <a:off x="3735070" y="3572465"/>
            <a:ext cx="7295515" cy="796290"/>
          </a:xfrm>
          <a:prstGeom prst="rect">
            <a:avLst/>
          </a:prstGeom>
        </p:spPr>
        <p:txBody>
          <a:bodyPr lIns="0" tIns="0" rIns="0" bIns="0" anchor="ctr">
            <a:noAutofit/>
          </a:bodyPr>
          <a:lstStyle/>
          <a:p>
            <a:pPr lvl="0" algn="just">
              <a:lnSpc>
                <a:spcPct val="120000"/>
              </a:lnSpc>
              <a:spcBef>
                <a:spcPct val="0"/>
              </a:spcBef>
            </a:pPr>
            <a:r>
              <a:rPr lang="en-US" altLang="zh-CN" sz="1600" dirty="0" smtClean="0">
                <a:solidFill>
                  <a:srgbClr val="000000"/>
                </a:solidFill>
                <a:latin typeface="微软雅黑" panose="020B0503020204020204" charset="-122"/>
                <a:ea typeface="微软雅黑" panose="020B0503020204020204" charset="-122"/>
                <a:sym typeface="+mn-ea"/>
              </a:rPr>
              <a:t>      </a:t>
            </a:r>
            <a:r>
              <a:rPr lang="en-US" altLang="zh-CN" dirty="0" smtClean="0">
                <a:solidFill>
                  <a:srgbClr val="000000"/>
                </a:solidFill>
                <a:latin typeface="微软雅黑" panose="020B0503020204020204" charset="-122"/>
                <a:ea typeface="微软雅黑" panose="020B0503020204020204" charset="-122"/>
                <a:sym typeface="+mn-ea"/>
              </a:rPr>
              <a:t>  </a:t>
            </a:r>
            <a:r>
              <a:rPr lang="zh-CN" altLang="en-US" dirty="0" smtClean="0">
                <a:solidFill>
                  <a:srgbClr val="000000"/>
                </a:solidFill>
                <a:latin typeface="微软雅黑" panose="020B0503020204020204" charset="-122"/>
                <a:ea typeface="微软雅黑" panose="020B0503020204020204" charset="-122"/>
                <a:sym typeface="+mn-ea"/>
              </a:rPr>
              <a:t>B/S最大的优点就是可以在任何地方进行操作而不用安装任何专门的软件，只要有一台能上网的电脑就能使用，客户端零安装、零维护，系统的扩展非常容易。</a:t>
            </a:r>
          </a:p>
        </p:txBody>
      </p:sp>
    </p:spTree>
    <p:custDataLst>
      <p:tags r:id="rId1"/>
    </p:custDataLst>
  </p:cSld>
  <p:clrMapOvr>
    <a:masterClrMapping/>
  </p:clrMapOvr>
  <p:transition>
    <p:circl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8.2 </a:t>
            </a:r>
            <a:r>
              <a:rPr lang="en-US" altLang="zh-CN" dirty="0" smtClean="0">
                <a:solidFill>
                  <a:srgbClr val="FF0000"/>
                </a:solidFill>
                <a:sym typeface="+mn-ea"/>
              </a:rPr>
              <a:t>Web</a:t>
            </a:r>
            <a:r>
              <a:rPr lang="zh-CN" altLang="en-US" dirty="0" smtClean="0">
                <a:solidFill>
                  <a:srgbClr val="FF0000"/>
                </a:solidFill>
                <a:sym typeface="+mn-ea"/>
              </a:rPr>
              <a:t>的层次结构</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8.2.4 B/S</a:t>
            </a:r>
            <a:r>
              <a:rPr lang="zh-CN" altLang="en-US" sz="2400" dirty="0" smtClean="0">
                <a:solidFill>
                  <a:schemeClr val="tx1"/>
                </a:solidFill>
              </a:rPr>
              <a:t>结构</a:t>
            </a:r>
            <a:endParaRPr lang="en-US" sz="2400" dirty="0" smtClean="0">
              <a:solidFill>
                <a:schemeClr val="tx1"/>
              </a:solidFill>
            </a:endParaRPr>
          </a:p>
        </p:txBody>
      </p:sp>
      <p:grpSp>
        <p:nvGrpSpPr>
          <p:cNvPr id="3" name="组合 2"/>
          <p:cNvGrpSpPr/>
          <p:nvPr/>
        </p:nvGrpSpPr>
        <p:grpSpPr>
          <a:xfrm>
            <a:off x="712470" y="2573752"/>
            <a:ext cx="10784840" cy="3190240"/>
            <a:chOff x="1630" y="5726"/>
            <a:chExt cx="16984" cy="5024"/>
          </a:xfrm>
        </p:grpSpPr>
        <p:cxnSp>
          <p:nvCxnSpPr>
            <p:cNvPr id="4" name="MH_Other_1"/>
            <p:cNvCxnSpPr/>
            <p:nvPr/>
          </p:nvCxnSpPr>
          <p:spPr>
            <a:xfrm flipH="1">
              <a:off x="2470" y="6041"/>
              <a:ext cx="1545" cy="145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5"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6" name="MH_SubTitle_1"/>
            <p:cNvSpPr txBox="1">
              <a:spLocks noChangeArrowheads="1"/>
            </p:cNvSpPr>
            <p:nvPr/>
          </p:nvSpPr>
          <p:spPr bwMode="auto">
            <a:xfrm>
              <a:off x="3071" y="5828"/>
              <a:ext cx="15543" cy="4922"/>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2">
                      <a:lumMod val="60000"/>
                      <a:lumOff val="40000"/>
                    </a:schemeClr>
                  </a:solidFill>
                </a:rPr>
                <a:t>维护和升级方式简单</a:t>
              </a:r>
            </a:p>
            <a:p>
              <a:pPr indent="457200" fontAlgn="auto">
                <a:lnSpc>
                  <a:spcPct val="130000"/>
                </a:lnSpc>
              </a:pPr>
              <a:r>
                <a:rPr lang="zh-CN" altLang="en-US" dirty="0">
                  <a:ea typeface="微软雅黑" panose="020B0503020204020204" charset="-122"/>
                </a:rPr>
                <a:t>软件系统的改进和升级越发频繁，B/S架构的产品明显体现出系统改进和升级更为方便的特性。对企业来说需要提高效率和减少管理人员的工作量，而B/S架构的所有的客户端只是浏览器，不需任何的维护。无论用户的规模有多大，有多少分支机构，都不会增加任何维护升级的工作量，所有的操作只需要针对服务器进行；如果是异地应用，只需要把服务器连接专网即可实现远程维护、升级和共享。所以客户机越来越“瘦”，而服务器越来越“胖”是将来信息化发展的主流方向，可节约人力、物力、时间和费用。</a:t>
              </a:r>
            </a:p>
          </p:txBody>
        </p:sp>
        <p:sp>
          <p:nvSpPr>
            <p:cNvPr id="7"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chemeClr val="accent2">
                      <a:lumMod val="60000"/>
                      <a:lumOff val="40000"/>
                    </a:schemeClr>
                  </a:solidFill>
                  <a:latin typeface="Agency FB" panose="020B0503020202020204" pitchFamily="34" charset="0"/>
                  <a:ea typeface="微软雅黑" panose="020B0503020204020204" charset="-122"/>
                </a:rPr>
                <a:t>1</a:t>
              </a:r>
            </a:p>
          </p:txBody>
        </p:sp>
      </p:grpSp>
      <p:sp>
        <p:nvSpPr>
          <p:cNvPr id="14" name="矩形 7"/>
          <p:cNvSpPr>
            <a:spLocks noChangeArrowheads="1"/>
          </p:cNvSpPr>
          <p:nvPr/>
        </p:nvSpPr>
        <p:spPr bwMode="auto">
          <a:xfrm>
            <a:off x="906574" y="2100610"/>
            <a:ext cx="2688904"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en-US" altLang="zh-CN" sz="2000" b="1" dirty="0" smtClean="0">
                <a:latin typeface="微软雅黑" panose="020B0503020204020204" charset="-122"/>
                <a:ea typeface="微软雅黑" panose="020B0503020204020204" charset="-122"/>
              </a:rPr>
              <a:t>1</a:t>
            </a:r>
            <a:r>
              <a:rPr lang="zh-CN" altLang="en-US" sz="2000" b="1" dirty="0" smtClean="0">
                <a:latin typeface="微软雅黑" panose="020B0503020204020204" charset="-122"/>
                <a:ea typeface="微软雅黑" panose="020B0503020204020204" charset="-122"/>
              </a:rPr>
              <a:t>．</a:t>
            </a:r>
            <a:r>
              <a:rPr lang="en-US" altLang="zh-CN" sz="2000" b="1" dirty="0" smtClean="0">
                <a:latin typeface="微软雅黑" panose="020B0503020204020204" charset="-122"/>
                <a:ea typeface="微软雅黑" panose="020B0503020204020204" charset="-122"/>
              </a:rPr>
              <a:t>B/S</a:t>
            </a:r>
            <a:r>
              <a:rPr lang="zh-CN" altLang="en-US" sz="2000" b="1" dirty="0" smtClean="0">
                <a:latin typeface="微软雅黑" panose="020B0503020204020204" charset="-122"/>
                <a:ea typeface="微软雅黑" panose="020B0503020204020204" charset="-122"/>
              </a:rPr>
              <a:t>的特点</a:t>
            </a:r>
          </a:p>
        </p:txBody>
      </p:sp>
    </p:spTree>
    <p:custDataLst>
      <p:tags r:id="rId1"/>
    </p:custDataLst>
  </p:cSld>
  <p:clrMapOvr>
    <a:masterClrMapping/>
  </p:clrMapOvr>
  <p:transition>
    <p:circl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8.2 </a:t>
            </a:r>
            <a:r>
              <a:rPr lang="en-US" altLang="zh-CN" dirty="0" smtClean="0">
                <a:solidFill>
                  <a:srgbClr val="FF0000"/>
                </a:solidFill>
                <a:sym typeface="+mn-ea"/>
              </a:rPr>
              <a:t>Web</a:t>
            </a:r>
            <a:r>
              <a:rPr lang="zh-CN" altLang="en-US" dirty="0" smtClean="0">
                <a:solidFill>
                  <a:srgbClr val="FF0000"/>
                </a:solidFill>
                <a:sym typeface="+mn-ea"/>
              </a:rPr>
              <a:t>的层次结构</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8.2.4 B/S</a:t>
            </a:r>
            <a:r>
              <a:rPr lang="zh-CN" altLang="en-US" sz="2400" dirty="0" smtClean="0">
                <a:solidFill>
                  <a:schemeClr val="tx1"/>
                </a:solidFill>
              </a:rPr>
              <a:t>结构</a:t>
            </a:r>
            <a:endParaRPr lang="en-US" sz="2400" dirty="0" smtClean="0">
              <a:solidFill>
                <a:schemeClr val="tx1"/>
              </a:solidFill>
            </a:endParaRPr>
          </a:p>
        </p:txBody>
      </p:sp>
      <p:grpSp>
        <p:nvGrpSpPr>
          <p:cNvPr id="13" name="组合 12"/>
          <p:cNvGrpSpPr/>
          <p:nvPr/>
        </p:nvGrpSpPr>
        <p:grpSpPr>
          <a:xfrm>
            <a:off x="707694" y="3354050"/>
            <a:ext cx="10858500" cy="2869565"/>
            <a:chOff x="1630" y="5726"/>
            <a:chExt cx="17100" cy="4519"/>
          </a:xfrm>
        </p:grpSpPr>
        <p:cxnSp>
          <p:nvCxnSpPr>
            <p:cNvPr id="14" name="MH_Other_1"/>
            <p:cNvCxnSpPr/>
            <p:nvPr/>
          </p:nvCxnSpPr>
          <p:spPr>
            <a:xfrm flipH="1">
              <a:off x="2470" y="6041"/>
              <a:ext cx="1545" cy="145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15"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6" name="MH_SubTitle_1"/>
            <p:cNvSpPr txBox="1">
              <a:spLocks noChangeArrowheads="1"/>
            </p:cNvSpPr>
            <p:nvPr/>
          </p:nvSpPr>
          <p:spPr bwMode="auto">
            <a:xfrm>
              <a:off x="3307" y="6256"/>
              <a:ext cx="15423" cy="3989"/>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2060"/>
                  </a:solidFill>
                </a:rPr>
                <a:t>应用服务器运行数据负荷较重</a:t>
              </a:r>
            </a:p>
            <a:p>
              <a:pPr indent="457200" fontAlgn="auto">
                <a:lnSpc>
                  <a:spcPct val="130000"/>
                </a:lnSpc>
              </a:pPr>
              <a:r>
                <a:rPr lang="zh-CN" altLang="en-US" dirty="0">
                  <a:ea typeface="微软雅黑" panose="020B0503020204020204" charset="-122"/>
                </a:rPr>
                <a:t>由于B/S架构管理软件只安装在服务器端，网络管理人员只需要管理服务器就行了，用户界面主要的应用逻辑在服务器端，完全通过WWW浏览器实现，极少部分应用逻辑在前端实现，所有的客户端只有浏览器，网络管理人员只需要做硬件维护。但是，应用服务器运行数据负荷较重，一旦发生服务器“崩溃”等问题，后果不堪设想。因此，许多单位都备有数据库存储服务器，以防万一。</a:t>
              </a:r>
            </a:p>
          </p:txBody>
        </p:sp>
        <p:sp>
          <p:nvSpPr>
            <p:cNvPr id="17"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2060"/>
                  </a:solidFill>
                  <a:latin typeface="Agency FB" panose="020B0503020202020204" pitchFamily="34" charset="0"/>
                  <a:ea typeface="微软雅黑" panose="020B0503020204020204" charset="-122"/>
                </a:rPr>
                <a:t>3</a:t>
              </a:r>
            </a:p>
          </p:txBody>
        </p:sp>
      </p:grpSp>
      <p:grpSp>
        <p:nvGrpSpPr>
          <p:cNvPr id="9" name="组合 8"/>
          <p:cNvGrpSpPr/>
          <p:nvPr/>
        </p:nvGrpSpPr>
        <p:grpSpPr>
          <a:xfrm>
            <a:off x="707694" y="2099199"/>
            <a:ext cx="10742930" cy="1548765"/>
            <a:chOff x="1840" y="2871"/>
            <a:chExt cx="16918" cy="2439"/>
          </a:xfrm>
        </p:grpSpPr>
        <p:cxnSp>
          <p:nvCxnSpPr>
            <p:cNvPr id="10" name="MH_Other_4"/>
            <p:cNvCxnSpPr/>
            <p:nvPr/>
          </p:nvCxnSpPr>
          <p:spPr>
            <a:xfrm flipH="1">
              <a:off x="2680" y="3183"/>
              <a:ext cx="1545" cy="1450"/>
            </a:xfrm>
            <a:prstGeom prst="line">
              <a:avLst/>
            </a:prstGeom>
            <a:ln w="38100">
              <a:solidFill>
                <a:srgbClr val="58B933"/>
              </a:solidFill>
            </a:ln>
          </p:spPr>
          <p:style>
            <a:lnRef idx="1">
              <a:schemeClr val="accent1"/>
            </a:lnRef>
            <a:fillRef idx="0">
              <a:schemeClr val="accent1"/>
            </a:fillRef>
            <a:effectRef idx="0">
              <a:schemeClr val="accent1"/>
            </a:effectRef>
            <a:fontRef idx="minor">
              <a:schemeClr val="tx1"/>
            </a:fontRef>
          </p:style>
        </p:cxnSp>
        <p:sp>
          <p:nvSpPr>
            <p:cNvPr id="11"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58B93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2" name="MH_SubTitle_2"/>
            <p:cNvSpPr txBox="1">
              <a:spLocks noChangeArrowheads="1"/>
            </p:cNvSpPr>
            <p:nvPr/>
          </p:nvSpPr>
          <p:spPr bwMode="auto">
            <a:xfrm>
              <a:off x="3215" y="3183"/>
              <a:ext cx="15543" cy="2127"/>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92D050"/>
                  </a:solidFill>
                  <a:ea typeface="微软雅黑" panose="020B0503020204020204" charset="-122"/>
                </a:rPr>
                <a:t>成本降低，选择更多</a:t>
              </a:r>
            </a:p>
            <a:p>
              <a:pPr indent="457200" fontAlgn="auto">
                <a:lnSpc>
                  <a:spcPct val="120000"/>
                </a:lnSpc>
              </a:pPr>
              <a:r>
                <a:rPr lang="zh-CN" altLang="en-US" dirty="0">
                  <a:solidFill>
                    <a:schemeClr val="tx1"/>
                  </a:solidFill>
                  <a:ea typeface="微软雅黑" panose="020B0503020204020204" charset="-122"/>
                </a:rPr>
                <a:t>B/S体系结构提供了异种机、异种网、异种应用服务的联机、联网、统一服务的开放性基础。</a:t>
              </a:r>
            </a:p>
          </p:txBody>
        </p:sp>
        <p:sp>
          <p:nvSpPr>
            <p:cNvPr id="18"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58B933"/>
                  </a:solidFill>
                  <a:latin typeface="Agency FB" panose="020B0503020202020204" pitchFamily="34" charset="0"/>
                  <a:ea typeface="微软雅黑" panose="020B0503020204020204" charset="-122"/>
                </a:rPr>
                <a:t>2</a:t>
              </a:r>
            </a:p>
          </p:txBody>
        </p:sp>
      </p:grpSp>
    </p:spTree>
    <p:custDataLst>
      <p:tags r:id="rId1"/>
    </p:custDataLst>
  </p:cSld>
  <p:clrMapOvr>
    <a:masterClrMapping/>
  </p:clrMapOvr>
  <p:transition>
    <p:circl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8.2 </a:t>
            </a:r>
            <a:r>
              <a:rPr lang="en-US" altLang="zh-CN" dirty="0" smtClean="0">
                <a:solidFill>
                  <a:srgbClr val="FF0000"/>
                </a:solidFill>
                <a:sym typeface="+mn-ea"/>
              </a:rPr>
              <a:t>Web</a:t>
            </a:r>
            <a:r>
              <a:rPr lang="zh-CN" altLang="en-US" dirty="0" smtClean="0">
                <a:solidFill>
                  <a:srgbClr val="FF0000"/>
                </a:solidFill>
                <a:sym typeface="+mn-ea"/>
              </a:rPr>
              <a:t>的层次结构</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8.2.4 B/S</a:t>
            </a:r>
            <a:r>
              <a:rPr lang="zh-CN" altLang="en-US" sz="2400" dirty="0" smtClean="0">
                <a:solidFill>
                  <a:schemeClr val="tx1"/>
                </a:solidFill>
              </a:rPr>
              <a:t>结构</a:t>
            </a:r>
          </a:p>
        </p:txBody>
      </p:sp>
      <p:grpSp>
        <p:nvGrpSpPr>
          <p:cNvPr id="3" name="组合 2"/>
          <p:cNvGrpSpPr/>
          <p:nvPr/>
        </p:nvGrpSpPr>
        <p:grpSpPr>
          <a:xfrm>
            <a:off x="1053815" y="1912221"/>
            <a:ext cx="10170160" cy="4106862"/>
            <a:chOff x="3814" y="5139"/>
            <a:chExt cx="16016" cy="6467"/>
          </a:xfrm>
        </p:grpSpPr>
        <p:sp>
          <p:nvSpPr>
            <p:cNvPr id="25" name="MH_SubTitle_2"/>
            <p:cNvSpPr/>
            <p:nvPr/>
          </p:nvSpPr>
          <p:spPr>
            <a:xfrm>
              <a:off x="3814" y="6756"/>
              <a:ext cx="7662" cy="1615"/>
            </a:xfrm>
            <a:prstGeom prst="rect">
              <a:avLst/>
            </a:prstGeom>
            <a:solidFill>
              <a:srgbClr val="FFF6D9"/>
            </a:solidFill>
            <a:ln w="25400" cap="flat" cmpd="sng" algn="ctr">
              <a:noFill/>
              <a:prstDash val="solid"/>
            </a:ln>
            <a:effectLst/>
          </p:spPr>
          <p:txBody>
            <a:bodyPr rIns="21600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30000"/>
                </a:lnSpc>
              </a:pPr>
              <a:r>
                <a:rPr lang="zh-CN" altLang="en-US" dirty="0"/>
                <a:t>B/S体系结构的系统扩展能力差，安全性难以控制。</a:t>
              </a:r>
            </a:p>
          </p:txBody>
        </p:sp>
        <p:sp>
          <p:nvSpPr>
            <p:cNvPr id="26" name="MH_Other_1"/>
            <p:cNvSpPr/>
            <p:nvPr/>
          </p:nvSpPr>
          <p:spPr>
            <a:xfrm flipH="1">
              <a:off x="11161" y="6756"/>
              <a:ext cx="2078" cy="1615"/>
            </a:xfrm>
            <a:custGeom>
              <a:avLst/>
              <a:gdLst/>
              <a:ahLst/>
              <a:cxnLst/>
              <a:rect l="l" t="t" r="r" b="b"/>
              <a:pathLst>
                <a:path w="1759256" h="1368152">
                  <a:moveTo>
                    <a:pt x="0" y="0"/>
                  </a:moveTo>
                  <a:lnTo>
                    <a:pt x="1512168" y="0"/>
                  </a:lnTo>
                  <a:lnTo>
                    <a:pt x="1512168" y="255262"/>
                  </a:lnTo>
                  <a:lnTo>
                    <a:pt x="1759256" y="409692"/>
                  </a:lnTo>
                  <a:lnTo>
                    <a:pt x="1512168" y="564122"/>
                  </a:lnTo>
                  <a:lnTo>
                    <a:pt x="1512168" y="1368152"/>
                  </a:lnTo>
                  <a:lnTo>
                    <a:pt x="0" y="1368152"/>
                  </a:lnTo>
                  <a:close/>
                </a:path>
              </a:pathLst>
            </a:custGeom>
            <a:solidFill>
              <a:srgbClr val="FDC200"/>
            </a:solidFill>
            <a:ln w="19050" cap="flat" cmpd="sng" algn="ctr">
              <a:noFill/>
              <a:prstDash val="solid"/>
            </a:ln>
            <a:effectLst/>
          </p:spPr>
          <p:txBody>
            <a:bodyPr lIns="14400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r>
                <a:rPr lang="en-US" altLang="zh-CN" sz="3200" kern="0" dirty="0">
                  <a:solidFill>
                    <a:srgbClr val="FFFFFF"/>
                  </a:solidFill>
                  <a:latin typeface="Arial Black" panose="020B0A04020102020204" pitchFamily="34" charset="0"/>
                  <a:ea typeface="宋体" panose="02010600030101010101" pitchFamily="2" charset="-122"/>
                </a:rPr>
                <a:t>02</a:t>
              </a:r>
              <a:endParaRPr lang="zh-CN" altLang="en-US" sz="3200" kern="0" dirty="0">
                <a:solidFill>
                  <a:srgbClr val="FFFFFF"/>
                </a:solidFill>
                <a:latin typeface="Arial Black" panose="020B0A04020102020204" pitchFamily="34" charset="0"/>
                <a:ea typeface="宋体" panose="02010600030101010101" pitchFamily="2" charset="-122"/>
              </a:endParaRPr>
            </a:p>
          </p:txBody>
        </p:sp>
        <p:sp>
          <p:nvSpPr>
            <p:cNvPr id="27" name="MH_SubTitle_1"/>
            <p:cNvSpPr/>
            <p:nvPr/>
          </p:nvSpPr>
          <p:spPr>
            <a:xfrm>
              <a:off x="11369" y="5139"/>
              <a:ext cx="8461" cy="1617"/>
            </a:xfrm>
            <a:prstGeom prst="rect">
              <a:avLst/>
            </a:prstGeom>
            <a:solidFill>
              <a:srgbClr val="EEF9DF"/>
            </a:solidFill>
            <a:ln w="25400" cap="flat" cmpd="sng" algn="ctr">
              <a:noFill/>
              <a:prstDash val="solid"/>
            </a:ln>
            <a:effectLst/>
          </p:spPr>
          <p:txBody>
            <a:bodyPr lIns="216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30000"/>
                </a:lnSpc>
                <a:defRPr/>
              </a:pPr>
              <a:r>
                <a:rPr lang="zh-CN" altLang="en-US" dirty="0"/>
                <a:t>B/S体系结构缺乏对动态页面的支持能力，没有集成有效的数据库处理能力。</a:t>
              </a:r>
            </a:p>
          </p:txBody>
        </p:sp>
        <p:sp>
          <p:nvSpPr>
            <p:cNvPr id="28" name="MH_Other_2"/>
            <p:cNvSpPr/>
            <p:nvPr/>
          </p:nvSpPr>
          <p:spPr>
            <a:xfrm>
              <a:off x="9669" y="5139"/>
              <a:ext cx="2077" cy="1617"/>
            </a:xfrm>
            <a:custGeom>
              <a:avLst/>
              <a:gdLst/>
              <a:ahLst/>
              <a:cxnLst/>
              <a:rect l="l" t="t" r="r" b="b"/>
              <a:pathLst>
                <a:path w="1759256" h="1368152">
                  <a:moveTo>
                    <a:pt x="0" y="0"/>
                  </a:moveTo>
                  <a:lnTo>
                    <a:pt x="1512168" y="0"/>
                  </a:lnTo>
                  <a:lnTo>
                    <a:pt x="1512168" y="255262"/>
                  </a:lnTo>
                  <a:lnTo>
                    <a:pt x="1759256" y="409692"/>
                  </a:lnTo>
                  <a:lnTo>
                    <a:pt x="1512168" y="564122"/>
                  </a:lnTo>
                  <a:lnTo>
                    <a:pt x="1512168" y="1368152"/>
                  </a:lnTo>
                  <a:lnTo>
                    <a:pt x="0" y="1368152"/>
                  </a:lnTo>
                  <a:close/>
                </a:path>
              </a:pathLst>
            </a:custGeom>
            <a:solidFill>
              <a:srgbClr val="77BA27"/>
            </a:solidFill>
            <a:ln w="19050" cap="flat" cmpd="sng" algn="ctr">
              <a:noFill/>
              <a:prstDash val="solid"/>
            </a:ln>
            <a:effectLst/>
          </p:spPr>
          <p:txBody>
            <a:bodyPr lIns="0" tIns="0" rIns="144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r>
                <a:rPr lang="en-US" altLang="zh-CN" sz="3200" kern="0" dirty="0">
                  <a:solidFill>
                    <a:srgbClr val="FFFFFF"/>
                  </a:solidFill>
                  <a:latin typeface="Arial Black" panose="020B0A04020102020204" pitchFamily="34" charset="0"/>
                  <a:ea typeface="宋体" panose="02010600030101010101" pitchFamily="2" charset="-122"/>
                </a:rPr>
                <a:t>01</a:t>
              </a:r>
              <a:endParaRPr lang="zh-CN" altLang="en-US" sz="3200" kern="0" dirty="0">
                <a:solidFill>
                  <a:srgbClr val="FFFFFF"/>
                </a:solidFill>
                <a:latin typeface="Arial Black" panose="020B0A04020102020204" pitchFamily="34" charset="0"/>
                <a:ea typeface="宋体" panose="02010600030101010101" pitchFamily="2" charset="-122"/>
              </a:endParaRPr>
            </a:p>
          </p:txBody>
        </p:sp>
        <p:sp>
          <p:nvSpPr>
            <p:cNvPr id="5126" name="MH_SubTitle_4"/>
            <p:cNvSpPr>
              <a:spLocks noChangeArrowheads="1"/>
            </p:cNvSpPr>
            <p:nvPr/>
          </p:nvSpPr>
          <p:spPr bwMode="auto">
            <a:xfrm>
              <a:off x="3815" y="9991"/>
              <a:ext cx="7662" cy="1615"/>
            </a:xfrm>
            <a:prstGeom prst="rect">
              <a:avLst/>
            </a:prstGeom>
            <a:solidFill>
              <a:srgbClr val="FFF6D9"/>
            </a:solidFill>
            <a:ln w="25400" algn="ctr">
              <a:noFill/>
              <a:miter lim="800000"/>
            </a:ln>
          </p:spPr>
          <p:txBody>
            <a:bodyPr rIns="216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30000"/>
                </a:lnSpc>
              </a:pPr>
              <a:r>
                <a:rPr lang="zh-CN" altLang="en-US" dirty="0"/>
                <a:t>B/S体系结构的数据提交一般以页面为单位，数据的动态交互性不强，不利于在线事务处理应用。</a:t>
              </a:r>
            </a:p>
          </p:txBody>
        </p:sp>
        <p:sp>
          <p:nvSpPr>
            <p:cNvPr id="36" name="MH_Other_3"/>
            <p:cNvSpPr/>
            <p:nvPr/>
          </p:nvSpPr>
          <p:spPr>
            <a:xfrm flipH="1">
              <a:off x="11161" y="9991"/>
              <a:ext cx="2078" cy="1615"/>
            </a:xfrm>
            <a:custGeom>
              <a:avLst/>
              <a:gdLst/>
              <a:ahLst/>
              <a:cxnLst/>
              <a:rect l="l" t="t" r="r" b="b"/>
              <a:pathLst>
                <a:path w="1759256" h="1368152">
                  <a:moveTo>
                    <a:pt x="0" y="0"/>
                  </a:moveTo>
                  <a:lnTo>
                    <a:pt x="1512168" y="0"/>
                  </a:lnTo>
                  <a:lnTo>
                    <a:pt x="1512168" y="255262"/>
                  </a:lnTo>
                  <a:lnTo>
                    <a:pt x="1759256" y="409692"/>
                  </a:lnTo>
                  <a:lnTo>
                    <a:pt x="1512168" y="564122"/>
                  </a:lnTo>
                  <a:lnTo>
                    <a:pt x="1512168" y="1368152"/>
                  </a:lnTo>
                  <a:lnTo>
                    <a:pt x="0" y="1368152"/>
                  </a:lnTo>
                  <a:close/>
                </a:path>
              </a:pathLst>
            </a:custGeom>
            <a:solidFill>
              <a:srgbClr val="FDC200"/>
            </a:solidFill>
            <a:ln w="19050" cap="flat" cmpd="sng" algn="ctr">
              <a:noFill/>
              <a:prstDash val="solid"/>
            </a:ln>
            <a:effectLst/>
          </p:spPr>
          <p:txBody>
            <a:bodyPr lIns="144000" tIns="0" rIns="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r>
                <a:rPr lang="en-US" altLang="zh-CN" sz="3200" kern="0" dirty="0">
                  <a:solidFill>
                    <a:srgbClr val="FFFFFF"/>
                  </a:solidFill>
                  <a:latin typeface="Arial Black" panose="020B0A04020102020204" pitchFamily="34" charset="0"/>
                  <a:ea typeface="宋体" panose="02010600030101010101" pitchFamily="2" charset="-122"/>
                </a:rPr>
                <a:t>04</a:t>
              </a:r>
              <a:endParaRPr lang="zh-CN" altLang="en-US" sz="3200" kern="0" dirty="0">
                <a:solidFill>
                  <a:srgbClr val="FFFFFF"/>
                </a:solidFill>
                <a:latin typeface="Arial Black" panose="020B0A04020102020204" pitchFamily="34" charset="0"/>
                <a:ea typeface="宋体" panose="02010600030101010101" pitchFamily="2" charset="-122"/>
              </a:endParaRPr>
            </a:p>
          </p:txBody>
        </p:sp>
        <p:sp>
          <p:nvSpPr>
            <p:cNvPr id="5128" name="MH_SubTitle_3"/>
            <p:cNvSpPr>
              <a:spLocks noChangeArrowheads="1"/>
            </p:cNvSpPr>
            <p:nvPr/>
          </p:nvSpPr>
          <p:spPr bwMode="auto">
            <a:xfrm>
              <a:off x="11369" y="8376"/>
              <a:ext cx="8461" cy="1615"/>
            </a:xfrm>
            <a:prstGeom prst="rect">
              <a:avLst/>
            </a:prstGeom>
            <a:solidFill>
              <a:srgbClr val="EEF9DF"/>
            </a:solidFill>
            <a:ln w="25400" algn="ctr">
              <a:noFill/>
              <a:miter lim="800000"/>
            </a:ln>
          </p:spPr>
          <p:txBody>
            <a:bodyPr lIns="216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30000"/>
                </a:lnSpc>
              </a:pPr>
              <a:r>
                <a:rPr lang="zh-CN" altLang="en-US" dirty="0"/>
                <a:t>采用B/S体系结构的应用系统，在数据查询等响应速度上，要远远低于C/S体系结构。</a:t>
              </a:r>
            </a:p>
          </p:txBody>
        </p:sp>
        <p:sp>
          <p:nvSpPr>
            <p:cNvPr id="38" name="MH_Other_4"/>
            <p:cNvSpPr/>
            <p:nvPr/>
          </p:nvSpPr>
          <p:spPr>
            <a:xfrm>
              <a:off x="9669" y="8376"/>
              <a:ext cx="2077" cy="1615"/>
            </a:xfrm>
            <a:custGeom>
              <a:avLst/>
              <a:gdLst/>
              <a:ahLst/>
              <a:cxnLst/>
              <a:rect l="l" t="t" r="r" b="b"/>
              <a:pathLst>
                <a:path w="1759256" h="1368152">
                  <a:moveTo>
                    <a:pt x="0" y="0"/>
                  </a:moveTo>
                  <a:lnTo>
                    <a:pt x="1512168" y="0"/>
                  </a:lnTo>
                  <a:lnTo>
                    <a:pt x="1512168" y="255262"/>
                  </a:lnTo>
                  <a:lnTo>
                    <a:pt x="1759256" y="409692"/>
                  </a:lnTo>
                  <a:lnTo>
                    <a:pt x="1512168" y="564122"/>
                  </a:lnTo>
                  <a:lnTo>
                    <a:pt x="1512168" y="1368152"/>
                  </a:lnTo>
                  <a:lnTo>
                    <a:pt x="0" y="1368152"/>
                  </a:lnTo>
                  <a:close/>
                </a:path>
              </a:pathLst>
            </a:custGeom>
            <a:solidFill>
              <a:srgbClr val="77BA27"/>
            </a:solidFill>
            <a:ln w="19050" cap="flat" cmpd="sng" algn="ctr">
              <a:noFill/>
              <a:prstDash val="solid"/>
            </a:ln>
            <a:effectLst/>
          </p:spPr>
          <p:txBody>
            <a:bodyPr lIns="0" tIns="0" rIns="144000" bIns="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fontAlgn="auto" hangingPunct="1">
                <a:spcBef>
                  <a:spcPts val="0"/>
                </a:spcBef>
                <a:spcAft>
                  <a:spcPts val="0"/>
                </a:spcAft>
                <a:defRPr/>
              </a:pPr>
              <a:r>
                <a:rPr lang="en-US" altLang="zh-CN" sz="3200" kern="0" dirty="0">
                  <a:solidFill>
                    <a:srgbClr val="FFFFFF"/>
                  </a:solidFill>
                  <a:latin typeface="Arial Black" panose="020B0A04020102020204" pitchFamily="34" charset="0"/>
                  <a:ea typeface="宋体" panose="02010600030101010101" pitchFamily="2" charset="-122"/>
                </a:rPr>
                <a:t>03</a:t>
              </a:r>
              <a:endParaRPr lang="zh-CN" altLang="en-US" sz="3200" kern="0" dirty="0">
                <a:solidFill>
                  <a:srgbClr val="FFFFFF"/>
                </a:solidFill>
                <a:latin typeface="Arial Black" panose="020B0A04020102020204" pitchFamily="34" charset="0"/>
                <a:ea typeface="宋体" panose="02010600030101010101" pitchFamily="2" charset="-122"/>
              </a:endParaRPr>
            </a:p>
          </p:txBody>
        </p:sp>
      </p:grpSp>
      <p:sp>
        <p:nvSpPr>
          <p:cNvPr id="13" name="矩形 7"/>
          <p:cNvSpPr>
            <a:spLocks noChangeArrowheads="1"/>
          </p:cNvSpPr>
          <p:nvPr/>
        </p:nvSpPr>
        <p:spPr bwMode="auto">
          <a:xfrm>
            <a:off x="906574" y="2100610"/>
            <a:ext cx="2688904" cy="4001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en-US" altLang="zh-CN" sz="2000" b="1" dirty="0" smtClean="0">
                <a:latin typeface="微软雅黑" panose="020B0503020204020204" charset="-122"/>
                <a:ea typeface="微软雅黑" panose="020B0503020204020204" charset="-122"/>
              </a:rPr>
              <a:t>2</a:t>
            </a:r>
            <a:r>
              <a:rPr lang="zh-CN" altLang="en-US" sz="2000" b="1" dirty="0" smtClean="0">
                <a:latin typeface="微软雅黑" panose="020B0503020204020204" charset="-122"/>
                <a:ea typeface="微软雅黑" panose="020B0503020204020204" charset="-122"/>
              </a:rPr>
              <a:t>．</a:t>
            </a:r>
            <a:r>
              <a:rPr lang="en-US" altLang="zh-CN" sz="2000" b="1" dirty="0" smtClean="0">
                <a:latin typeface="微软雅黑" panose="020B0503020204020204" charset="-122"/>
                <a:ea typeface="微软雅黑" panose="020B0503020204020204" charset="-122"/>
              </a:rPr>
              <a:t>B/S</a:t>
            </a:r>
            <a:r>
              <a:rPr lang="zh-CN" altLang="en-US" sz="2000" b="1" dirty="0" smtClean="0">
                <a:latin typeface="微软雅黑" panose="020B0503020204020204" charset="-122"/>
                <a:ea typeface="微软雅黑" panose="020B0503020204020204" charset="-122"/>
              </a:rPr>
              <a:t>的缺点</a:t>
            </a:r>
          </a:p>
        </p:txBody>
      </p:sp>
    </p:spTree>
    <p:custDataLst>
      <p:tags r:id="rId1"/>
    </p:custDataLst>
  </p:cSld>
  <p:clrMapOvr>
    <a:masterClrMapping/>
  </p:clrMapOvr>
  <p:transition>
    <p:circl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3</a:t>
              </a:r>
            </a:p>
          </p:txBody>
        </p:sp>
      </p:grpSp>
      <p:sp>
        <p:nvSpPr>
          <p:cNvPr id="40" name="文本框 39"/>
          <p:cNvSpPr txBox="1"/>
          <p:nvPr/>
        </p:nvSpPr>
        <p:spPr>
          <a:xfrm>
            <a:off x="6006465" y="2913380"/>
            <a:ext cx="5867400" cy="8743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客户端层可用的技术</a:t>
            </a:r>
          </a:p>
        </p:txBody>
      </p:sp>
      <p:grpSp>
        <p:nvGrpSpPr>
          <p:cNvPr id="11" name="组合 10"/>
          <p:cNvGrpSpPr/>
          <p:nvPr/>
        </p:nvGrpSpPr>
        <p:grpSpPr>
          <a:xfrm>
            <a:off x="6006465" y="4013835"/>
            <a:ext cx="3712845" cy="835660"/>
            <a:chOff x="9459" y="7259"/>
            <a:chExt cx="5847" cy="1316"/>
          </a:xfrm>
        </p:grpSpPr>
        <p:sp>
          <p:nvSpPr>
            <p:cNvPr id="48" name="文本框 47"/>
            <p:cNvSpPr txBox="1"/>
            <p:nvPr/>
          </p:nvSpPr>
          <p:spPr>
            <a:xfrm>
              <a:off x="9459" y="7259"/>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基本</a:t>
              </a:r>
              <a:r>
                <a:rPr kumimoji="0" lang="en-US" altLang="zh-CN"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HTML</a:t>
              </a:r>
            </a:p>
          </p:txBody>
        </p:sp>
        <p:sp>
          <p:nvSpPr>
            <p:cNvPr id="50" name="文本框 49"/>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脚本语言</a:t>
              </a:r>
            </a:p>
          </p:txBody>
        </p:sp>
      </p:grpSp>
      <p:grpSp>
        <p:nvGrpSpPr>
          <p:cNvPr id="3" name="组合 2"/>
          <p:cNvGrpSpPr/>
          <p:nvPr/>
        </p:nvGrpSpPr>
        <p:grpSpPr>
          <a:xfrm>
            <a:off x="6006465" y="4849495"/>
            <a:ext cx="3712845" cy="835660"/>
            <a:chOff x="9459" y="7259"/>
            <a:chExt cx="5847" cy="1316"/>
          </a:xfrm>
        </p:grpSpPr>
        <p:sp>
          <p:nvSpPr>
            <p:cNvPr id="5" name="文本框 4"/>
            <p:cNvSpPr txBox="1"/>
            <p:nvPr/>
          </p:nvSpPr>
          <p:spPr>
            <a:xfrm>
              <a:off x="9459" y="7259"/>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Applet</a:t>
              </a:r>
            </a:p>
          </p:txBody>
        </p:sp>
        <p:sp>
          <p:nvSpPr>
            <p:cNvPr id="6" name="文本框 5"/>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AJAX</a:t>
              </a:r>
            </a:p>
          </p:txBody>
        </p:sp>
      </p:grpSp>
    </p:spTree>
  </p:cSld>
  <p:clrMapOvr>
    <a:masterClrMapping/>
  </p:clrMapOvr>
  <p:transition spd="slow">
    <p:wipe/>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p:nvPr/>
        </p:nvSpPr>
        <p:spPr>
          <a:xfrm>
            <a:off x="0" y="2262237"/>
            <a:ext cx="12192000" cy="3074035"/>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r>
              <a:rPr lang="en-US" dirty="0" smtClean="0">
                <a:solidFill>
                  <a:srgbClr val="FF0000"/>
                </a:solidFill>
                <a:sym typeface="+mn-ea"/>
              </a:rPr>
              <a:t>8.3 </a:t>
            </a:r>
            <a:r>
              <a:rPr lang="zh-CN" altLang="en-US" dirty="0" smtClean="0">
                <a:solidFill>
                  <a:srgbClr val="FF0000"/>
                </a:solidFill>
                <a:sym typeface="+mn-ea"/>
              </a:rPr>
              <a:t>客户端层可用的技术</a:t>
            </a:r>
          </a:p>
        </p:txBody>
      </p:sp>
      <p:grpSp>
        <p:nvGrpSpPr>
          <p:cNvPr id="3" name="组合 2"/>
          <p:cNvGrpSpPr/>
          <p:nvPr/>
        </p:nvGrpSpPr>
        <p:grpSpPr>
          <a:xfrm>
            <a:off x="900752" y="2413967"/>
            <a:ext cx="10542128" cy="2753995"/>
            <a:chOff x="1567" y="3866"/>
            <a:chExt cx="15830" cy="4337"/>
          </a:xfrm>
        </p:grpSpPr>
        <p:sp>
          <p:nvSpPr>
            <p:cNvPr id="26" name="MH_Other_1"/>
            <p:cNvSpPr/>
            <p:nvPr>
              <p:custDataLst>
                <p:tags r:id="rId2"/>
              </p:custDataLst>
            </p:nvPr>
          </p:nvSpPr>
          <p:spPr>
            <a:xfrm>
              <a:off x="10207" y="3866"/>
              <a:ext cx="7190" cy="272"/>
            </a:xfrm>
            <a:prstGeom prst="rect">
              <a:avLst/>
            </a:prstGeom>
            <a:solidFill>
              <a:srgbClr val="4981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27" name="MH_Picture_1"/>
            <p:cNvSpPr/>
            <p:nvPr>
              <p:custDataLst>
                <p:tags r:id="rId3"/>
              </p:custDataLst>
            </p:nvPr>
          </p:nvSpPr>
          <p:spPr>
            <a:xfrm>
              <a:off x="10207" y="4139"/>
              <a:ext cx="7190" cy="3703"/>
            </a:xfrm>
            <a:prstGeom prst="rect">
              <a:avLst/>
            </a:prstGeom>
            <a:blipFill dpi="0" rotWithShape="1">
              <a:blip r:embed="rId9"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 name="MH_Other_2"/>
            <p:cNvSpPr/>
            <p:nvPr>
              <p:custDataLst>
                <p:tags r:id="rId4"/>
              </p:custDataLst>
            </p:nvPr>
          </p:nvSpPr>
          <p:spPr>
            <a:xfrm>
              <a:off x="10207" y="7841"/>
              <a:ext cx="7190" cy="275"/>
            </a:xfrm>
            <a:prstGeom prst="rect">
              <a:avLst/>
            </a:prstGeom>
            <a:solidFill>
              <a:srgbClr val="4981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cxnSp>
          <p:nvCxnSpPr>
            <p:cNvPr id="30" name="MH_Other_3"/>
            <p:cNvCxnSpPr/>
            <p:nvPr>
              <p:custDataLst>
                <p:tags r:id="rId5"/>
              </p:custDataLst>
            </p:nvPr>
          </p:nvCxnSpPr>
          <p:spPr>
            <a:xfrm>
              <a:off x="9526" y="3941"/>
              <a:ext cx="0" cy="4262"/>
            </a:xfrm>
            <a:prstGeom prst="line">
              <a:avLst/>
            </a:prstGeom>
            <a:ln w="19050">
              <a:solidFill>
                <a:srgbClr val="DDDDDD"/>
              </a:solidFill>
            </a:ln>
          </p:spPr>
          <p:style>
            <a:lnRef idx="1">
              <a:schemeClr val="accent1"/>
            </a:lnRef>
            <a:fillRef idx="0">
              <a:schemeClr val="accent1"/>
            </a:fillRef>
            <a:effectRef idx="0">
              <a:schemeClr val="accent1"/>
            </a:effectRef>
            <a:fontRef idx="minor">
              <a:schemeClr val="tx1"/>
            </a:fontRef>
          </p:style>
        </p:cxnSp>
        <p:sp>
          <p:nvSpPr>
            <p:cNvPr id="37" name="MH_Desc_1"/>
            <p:cNvSpPr txBox="1"/>
            <p:nvPr>
              <p:custDataLst>
                <p:tags r:id="rId6"/>
              </p:custDataLst>
            </p:nvPr>
          </p:nvSpPr>
          <p:spPr>
            <a:xfrm>
              <a:off x="1567" y="4653"/>
              <a:ext cx="7147" cy="2040"/>
            </a:xfrm>
            <a:prstGeom prst="rect">
              <a:avLst/>
            </a:prstGeom>
            <a:noFill/>
          </p:spPr>
          <p:txBody>
            <a:bodyPr lIns="0" tIns="0" rIns="0" bIns="0"/>
            <a:lstStyle/>
            <a:p>
              <a:pPr indent="457200">
                <a:lnSpc>
                  <a:spcPct val="120000"/>
                </a:lnSpc>
              </a:pPr>
              <a:r>
                <a:rPr lang="en-US" altLang="zh-CN" dirty="0" err="1" smtClean="0">
                  <a:solidFill>
                    <a:schemeClr val="bg1"/>
                  </a:solidFill>
                  <a:latin typeface="微软雅黑" panose="020B0503020204020204" charset="-122"/>
                  <a:ea typeface="微软雅黑" panose="020B0503020204020204" charset="-122"/>
                </a:rPr>
                <a:t>客户端是指在工作站上的用户通过输入向服务器发出请求，用户能够在工作站上观察到系统执行的结果</a:t>
              </a:r>
              <a:r>
                <a:rPr lang="en-US" altLang="zh-CN" dirty="0" smtClean="0">
                  <a:solidFill>
                    <a:schemeClr val="bg1"/>
                  </a:solidFill>
                  <a:latin typeface="微软雅黑" panose="020B0503020204020204" charset="-122"/>
                  <a:ea typeface="微软雅黑" panose="020B0503020204020204" charset="-122"/>
                </a:rPr>
                <a:t>。</a:t>
              </a:r>
              <a:r>
                <a:rPr lang="en-US" altLang="zh-CN" dirty="0" err="1" smtClean="0">
                  <a:solidFill>
                    <a:schemeClr val="bg1"/>
                  </a:solidFill>
                  <a:latin typeface="微软雅黑" panose="020B0503020204020204" charset="-122"/>
                  <a:ea typeface="微软雅黑" panose="020B0503020204020204" charset="-122"/>
                </a:rPr>
                <a:t>本节将介绍Web客户端层所使用的技术，包括</a:t>
              </a:r>
              <a:r>
                <a:rPr lang="en-US" altLang="zh-CN" sz="2400" b="1" dirty="0" err="1" smtClean="0">
                  <a:solidFill>
                    <a:schemeClr val="tx1">
                      <a:lumMod val="50000"/>
                    </a:schemeClr>
                  </a:solidFill>
                  <a:latin typeface="微软雅黑" panose="020B0503020204020204" charset="-122"/>
                  <a:ea typeface="微软雅黑" panose="020B0503020204020204" charset="-122"/>
                </a:rPr>
                <a:t>HTML</a:t>
              </a:r>
              <a:r>
                <a:rPr lang="en-US" altLang="zh-CN" dirty="0" err="1" smtClean="0">
                  <a:latin typeface="微软雅黑" panose="020B0503020204020204" charset="-122"/>
                  <a:ea typeface="微软雅黑" panose="020B0503020204020204" charset="-122"/>
                </a:rPr>
                <a:t>、</a:t>
              </a:r>
              <a:r>
                <a:rPr lang="en-US" altLang="zh-CN" sz="2400" b="1" dirty="0" err="1" smtClean="0">
                  <a:solidFill>
                    <a:schemeClr val="tx1">
                      <a:lumMod val="50000"/>
                    </a:schemeClr>
                  </a:solidFill>
                  <a:latin typeface="微软雅黑" panose="020B0503020204020204" charset="-122"/>
                  <a:ea typeface="微软雅黑" panose="020B0503020204020204" charset="-122"/>
                </a:rPr>
                <a:t>脚本语言</a:t>
              </a:r>
              <a:r>
                <a:rPr lang="en-US" altLang="zh-CN" dirty="0" err="1" smtClean="0">
                  <a:latin typeface="微软雅黑" panose="020B0503020204020204" charset="-122"/>
                  <a:ea typeface="微软雅黑" panose="020B0503020204020204" charset="-122"/>
                </a:rPr>
                <a:t>、</a:t>
              </a:r>
              <a:r>
                <a:rPr lang="en-US" altLang="zh-CN" sz="2400" b="1" dirty="0" err="1" smtClean="0">
                  <a:solidFill>
                    <a:schemeClr val="tx1">
                      <a:lumMod val="50000"/>
                    </a:schemeClr>
                  </a:solidFill>
                  <a:latin typeface="微软雅黑" panose="020B0503020204020204" charset="-122"/>
                  <a:ea typeface="微软雅黑" panose="020B0503020204020204" charset="-122"/>
                </a:rPr>
                <a:t>Applet</a:t>
              </a:r>
              <a:r>
                <a:rPr lang="en-US" altLang="zh-CN" dirty="0" err="1" smtClean="0">
                  <a:latin typeface="微软雅黑" panose="020B0503020204020204" charset="-122"/>
                  <a:ea typeface="微软雅黑" panose="020B0503020204020204" charset="-122"/>
                </a:rPr>
                <a:t>和</a:t>
              </a:r>
              <a:r>
                <a:rPr lang="en-US" altLang="zh-CN" sz="2400" b="1" dirty="0" err="1" smtClean="0">
                  <a:solidFill>
                    <a:schemeClr val="tx1">
                      <a:lumMod val="50000"/>
                    </a:schemeClr>
                  </a:solidFill>
                  <a:latin typeface="微软雅黑" panose="020B0503020204020204" charset="-122"/>
                  <a:ea typeface="微软雅黑" panose="020B0503020204020204" charset="-122"/>
                </a:rPr>
                <a:t>AJAX</a:t>
              </a:r>
              <a:r>
                <a:rPr lang="en-US" altLang="zh-CN" dirty="0" smtClean="0">
                  <a:latin typeface="微软雅黑" panose="020B0503020204020204" charset="-122"/>
                  <a:ea typeface="微软雅黑" panose="020B0503020204020204" charset="-122"/>
                </a:rPr>
                <a:t>。</a:t>
              </a:r>
            </a:p>
          </p:txBody>
        </p:sp>
      </p:grpSp>
    </p:spTree>
    <p:custDataLst>
      <p:tags r:id="rId1"/>
    </p:custDataLst>
  </p:cSld>
  <p:clrMapOvr>
    <a:masterClrMapping/>
  </p:clrMapOvr>
  <p:transition>
    <p:split orient="vert"/>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8.3 </a:t>
            </a:r>
            <a:r>
              <a:rPr lang="zh-CN" altLang="en-US" dirty="0" smtClean="0">
                <a:solidFill>
                  <a:srgbClr val="FF0000"/>
                </a:solidFill>
                <a:sym typeface="+mn-ea"/>
              </a:rPr>
              <a:t>客户端层可用的技术</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8.3.1 </a:t>
            </a:r>
            <a:r>
              <a:rPr lang="zh-CN" altLang="en-US" sz="2400" dirty="0" smtClean="0">
                <a:solidFill>
                  <a:schemeClr val="tx1"/>
                </a:solidFill>
              </a:rPr>
              <a:t>基本</a:t>
            </a:r>
            <a:r>
              <a:rPr lang="en-US" altLang="zh-CN" sz="2400" dirty="0" smtClean="0">
                <a:solidFill>
                  <a:schemeClr val="tx1"/>
                </a:solidFill>
              </a:rPr>
              <a:t>HTML</a:t>
            </a:r>
          </a:p>
        </p:txBody>
      </p:sp>
      <p:pic>
        <p:nvPicPr>
          <p:cNvPr id="3" name="图片 2" descr="20150324164357_64382"/>
          <p:cNvPicPr>
            <a:picLocks noChangeAspect="1"/>
          </p:cNvPicPr>
          <p:nvPr/>
        </p:nvPicPr>
        <p:blipFill>
          <a:blip r:embed="rId4" cstate="print"/>
          <a:stretch>
            <a:fillRect/>
          </a:stretch>
        </p:blipFill>
        <p:spPr>
          <a:xfrm>
            <a:off x="8014335" y="1812925"/>
            <a:ext cx="3566795" cy="2154555"/>
          </a:xfrm>
          <a:prstGeom prst="rect">
            <a:avLst/>
          </a:prstGeom>
        </p:spPr>
      </p:pic>
      <p:sp>
        <p:nvSpPr>
          <p:cNvPr id="4" name="文本框 3"/>
          <p:cNvSpPr txBox="1"/>
          <p:nvPr/>
        </p:nvSpPr>
        <p:spPr>
          <a:xfrm>
            <a:off x="809625" y="1969770"/>
            <a:ext cx="7098030" cy="2228850"/>
          </a:xfrm>
          <a:prstGeom prst="rect">
            <a:avLst/>
          </a:prstGeom>
          <a:noFill/>
        </p:spPr>
        <p:txBody>
          <a:bodyPr wrap="square" rtlCol="0" anchor="t">
            <a:spAutoFit/>
          </a:bodyPr>
          <a:lstStyle/>
          <a:p>
            <a:pPr fontAlgn="auto">
              <a:lnSpc>
                <a:spcPct val="130000"/>
              </a:lnSpc>
            </a:pPr>
            <a:r>
              <a:rPr lang="en-US" altLang="zh-CN" dirty="0" smtClean="0">
                <a:latin typeface="+mn-ea"/>
              </a:rPr>
              <a:t>    </a:t>
            </a:r>
            <a:r>
              <a:rPr lang="zh-CN" altLang="en-US" dirty="0" smtClean="0">
                <a:latin typeface="+mn-ea"/>
              </a:rPr>
              <a:t>HTML（HyperText Markup Language，即超文本标记语言），是一种用来制作超文本文档的简单标记语言。HTML是由Web的发明者Tim Berners-Lee和同事Daniel W．Connolly于1990年创立的一种标记式语言。1997年，万维网联盟组织编写和制定了新的HTML 3.2标准，从而使HTML文档能够在不同的浏览器和操作平台中正确显示。目前HTML已经发展到5.0版本。</a:t>
            </a:r>
          </a:p>
        </p:txBody>
      </p:sp>
      <p:sp>
        <p:nvSpPr>
          <p:cNvPr id="5" name="文本框 4"/>
          <p:cNvSpPr txBox="1"/>
          <p:nvPr/>
        </p:nvSpPr>
        <p:spPr>
          <a:xfrm>
            <a:off x="754380" y="4089400"/>
            <a:ext cx="11061700" cy="2228850"/>
          </a:xfrm>
          <a:prstGeom prst="rect">
            <a:avLst/>
          </a:prstGeom>
          <a:noFill/>
        </p:spPr>
        <p:txBody>
          <a:bodyPr wrap="square" rtlCol="0" anchor="t">
            <a:spAutoFit/>
          </a:bodyPr>
          <a:lstStyle/>
          <a:p>
            <a:pPr fontAlgn="auto">
              <a:lnSpc>
                <a:spcPct val="130000"/>
              </a:lnSpc>
            </a:pPr>
            <a:r>
              <a:rPr lang="en-US" altLang="zh-CN" dirty="0" smtClean="0">
                <a:latin typeface="+mn-ea"/>
                <a:sym typeface="+mn-ea"/>
              </a:rPr>
              <a:t>    </a:t>
            </a:r>
            <a:r>
              <a:rPr lang="zh-CN" altLang="en-US" dirty="0" smtClean="0">
                <a:latin typeface="+mn-ea"/>
                <a:sym typeface="+mn-ea"/>
              </a:rPr>
              <a:t>HTML（超文本标记语言）是一种建立网页文件的语言，它透过标记式的指令（Tag），将图片、文字、声音、动画、影视等内容显示出来。HTML文档主要包括文档内容、文档标记和HTML超链接三部分。</a:t>
            </a:r>
            <a:endParaRPr lang="zh-CN" altLang="en-US" dirty="0" smtClean="0">
              <a:latin typeface="+mn-ea"/>
            </a:endParaRPr>
          </a:p>
          <a:p>
            <a:pPr fontAlgn="auto">
              <a:lnSpc>
                <a:spcPct val="130000"/>
              </a:lnSpc>
            </a:pPr>
            <a:r>
              <a:rPr lang="zh-CN" altLang="en-US" dirty="0" smtClean="0">
                <a:latin typeface="+mn-ea"/>
              </a:rPr>
              <a:t>    文档内容是在计算机屏幕上显示的所有信息，包括文本、图片等；文档标记是插在文档中的HTML编码，如&lt;html&gt;、&lt;/html&gt;、&lt;head&gt;、&lt;/head&gt;这些称为标记（Tag），它规定了文档中的每一部分的格式和屏幕上显示的方式；HTML超链接负责把当前文件链接到同一文档的另一位置、同一主机的其他文档或因特网上其他的文档，最终实现将因特网中的各种文档彼此链接起来，形成一个全球性的信息资源库。</a:t>
            </a:r>
          </a:p>
        </p:txBody>
      </p:sp>
    </p:spTree>
    <p:custDataLst>
      <p:tags r:id="rId1"/>
    </p:custDataLst>
  </p:cSld>
  <p:clrMapOvr>
    <a:masterClrMapping/>
  </p:clrMapOvr>
  <p:transition>
    <p:split orient="vert"/>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8.3 </a:t>
            </a:r>
            <a:r>
              <a:rPr lang="zh-CN" altLang="en-US" dirty="0" smtClean="0">
                <a:solidFill>
                  <a:srgbClr val="FF0000"/>
                </a:solidFill>
                <a:sym typeface="+mn-ea"/>
              </a:rPr>
              <a:t>客户端层可用的技术</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8.3.1 </a:t>
            </a:r>
            <a:r>
              <a:rPr lang="zh-CN" altLang="en-US" sz="2400" dirty="0" smtClean="0">
                <a:solidFill>
                  <a:schemeClr val="tx1"/>
                </a:solidFill>
              </a:rPr>
              <a:t>基本</a:t>
            </a:r>
            <a:r>
              <a:rPr lang="en-US" altLang="zh-CN" sz="2400" dirty="0" smtClean="0">
                <a:solidFill>
                  <a:schemeClr val="tx1"/>
                </a:solidFill>
              </a:rPr>
              <a:t>HTML</a:t>
            </a:r>
          </a:p>
        </p:txBody>
      </p:sp>
      <p:pic>
        <p:nvPicPr>
          <p:cNvPr id="3" name="图片 2" descr="55k58PICI6j_1024"/>
          <p:cNvPicPr>
            <a:picLocks noChangeAspect="1"/>
          </p:cNvPicPr>
          <p:nvPr/>
        </p:nvPicPr>
        <p:blipFill>
          <a:blip r:embed="rId6" cstate="print"/>
          <a:srcRect l="14925" t="7382" r="14561" b="7382"/>
          <a:stretch>
            <a:fillRect/>
          </a:stretch>
        </p:blipFill>
        <p:spPr>
          <a:xfrm>
            <a:off x="1807210" y="2268855"/>
            <a:ext cx="2952115" cy="3167380"/>
          </a:xfrm>
          <a:prstGeom prst="rect">
            <a:avLst/>
          </a:prstGeom>
        </p:spPr>
      </p:pic>
      <p:grpSp>
        <p:nvGrpSpPr>
          <p:cNvPr id="5" name="组合 4"/>
          <p:cNvGrpSpPr/>
          <p:nvPr/>
        </p:nvGrpSpPr>
        <p:grpSpPr>
          <a:xfrm>
            <a:off x="5257165" y="1581785"/>
            <a:ext cx="5932805" cy="4033520"/>
            <a:chOff x="8279" y="2491"/>
            <a:chExt cx="9343" cy="6352"/>
          </a:xfrm>
        </p:grpSpPr>
        <p:sp>
          <p:nvSpPr>
            <p:cNvPr id="15" name="MH_SubTitle_1"/>
            <p:cNvSpPr/>
            <p:nvPr>
              <p:custDataLst>
                <p:tags r:id="rId2"/>
              </p:custDataLst>
            </p:nvPr>
          </p:nvSpPr>
          <p:spPr>
            <a:xfrm>
              <a:off x="9414" y="2491"/>
              <a:ext cx="8209" cy="6352"/>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rIns="144000" anchor="ctr"/>
            <a:lstStyle/>
            <a:p>
              <a:pPr indent="457200" algn="just" fontAlgn="auto">
                <a:lnSpc>
                  <a:spcPct val="100000"/>
                </a:lnSpc>
                <a:spcBef>
                  <a:spcPts val="600"/>
                </a:spcBef>
                <a:spcAft>
                  <a:spcPts val="600"/>
                </a:spcAft>
                <a:defRPr/>
              </a:pPr>
              <a:r>
                <a:rPr lang="en-US" altLang="zh-CN" smtClean="0">
                  <a:solidFill>
                    <a:schemeClr val="tx1">
                      <a:lumMod val="50000"/>
                    </a:schemeClr>
                  </a:solidFill>
                  <a:latin typeface="微软雅黑" panose="020B0503020204020204" charset="-122"/>
                  <a:ea typeface="微软雅黑" panose="020B0503020204020204" charset="-122"/>
                </a:rPr>
                <a:t>HTML总体的基本结构为：</a:t>
              </a:r>
            </a:p>
            <a:p>
              <a:pPr indent="457200" algn="just" fontAlgn="auto">
                <a:lnSpc>
                  <a:spcPct val="100000"/>
                </a:lnSpc>
                <a:spcBef>
                  <a:spcPts val="600"/>
                </a:spcBef>
                <a:spcAft>
                  <a:spcPts val="600"/>
                </a:spcAft>
                <a:defRPr/>
              </a:pPr>
              <a:r>
                <a:rPr lang="en-US" altLang="zh-CN" smtClean="0">
                  <a:solidFill>
                    <a:schemeClr val="tx1">
                      <a:lumMod val="50000"/>
                    </a:schemeClr>
                  </a:solidFill>
                  <a:latin typeface="微软雅黑" panose="020B0503020204020204" charset="-122"/>
                  <a:ea typeface="微软雅黑" panose="020B0503020204020204" charset="-122"/>
                </a:rPr>
                <a:t>&lt;html&gt;</a:t>
              </a:r>
            </a:p>
            <a:p>
              <a:pPr indent="457200" algn="just" fontAlgn="auto">
                <a:lnSpc>
                  <a:spcPct val="100000"/>
                </a:lnSpc>
                <a:spcBef>
                  <a:spcPts val="600"/>
                </a:spcBef>
                <a:spcAft>
                  <a:spcPts val="600"/>
                </a:spcAft>
                <a:defRPr/>
              </a:pPr>
              <a:r>
                <a:rPr lang="en-US" altLang="zh-CN" smtClean="0">
                  <a:solidFill>
                    <a:schemeClr val="tx1">
                      <a:lumMod val="50000"/>
                    </a:schemeClr>
                  </a:solidFill>
                  <a:latin typeface="微软雅黑" panose="020B0503020204020204" charset="-122"/>
                  <a:ea typeface="微软雅黑" panose="020B0503020204020204" charset="-122"/>
                </a:rPr>
                <a:t>&lt;head&gt;</a:t>
              </a:r>
            </a:p>
            <a:p>
              <a:pPr indent="457200" algn="just" fontAlgn="auto">
                <a:lnSpc>
                  <a:spcPct val="100000"/>
                </a:lnSpc>
                <a:spcBef>
                  <a:spcPts val="600"/>
                </a:spcBef>
                <a:spcAft>
                  <a:spcPts val="600"/>
                </a:spcAft>
                <a:defRPr/>
              </a:pPr>
              <a:r>
                <a:rPr lang="en-US" altLang="zh-CN" smtClean="0">
                  <a:solidFill>
                    <a:schemeClr val="tx1">
                      <a:lumMod val="50000"/>
                    </a:schemeClr>
                  </a:solidFill>
                  <a:latin typeface="微软雅黑" panose="020B0503020204020204" charset="-122"/>
                  <a:ea typeface="微软雅黑" panose="020B0503020204020204" charset="-122"/>
                </a:rPr>
                <a:t>&lt;title&gt;网页的标题&lt;/title&gt;</a:t>
              </a:r>
            </a:p>
            <a:p>
              <a:pPr indent="457200" algn="just" fontAlgn="auto">
                <a:lnSpc>
                  <a:spcPct val="100000"/>
                </a:lnSpc>
                <a:spcBef>
                  <a:spcPts val="600"/>
                </a:spcBef>
                <a:spcAft>
                  <a:spcPts val="600"/>
                </a:spcAft>
                <a:defRPr/>
              </a:pPr>
              <a:r>
                <a:rPr lang="en-US" altLang="zh-CN" smtClean="0">
                  <a:solidFill>
                    <a:schemeClr val="tx1">
                      <a:lumMod val="50000"/>
                    </a:schemeClr>
                  </a:solidFill>
                  <a:latin typeface="微软雅黑" panose="020B0503020204020204" charset="-122"/>
                  <a:ea typeface="微软雅黑" panose="020B0503020204020204" charset="-122"/>
                </a:rPr>
                <a:t>&lt;/head&gt;</a:t>
              </a:r>
            </a:p>
            <a:p>
              <a:pPr indent="457200" algn="just" fontAlgn="auto">
                <a:lnSpc>
                  <a:spcPct val="100000"/>
                </a:lnSpc>
                <a:spcBef>
                  <a:spcPts val="600"/>
                </a:spcBef>
                <a:spcAft>
                  <a:spcPts val="600"/>
                </a:spcAft>
                <a:defRPr/>
              </a:pPr>
              <a:r>
                <a:rPr lang="en-US" altLang="zh-CN" smtClean="0">
                  <a:solidFill>
                    <a:schemeClr val="tx1">
                      <a:lumMod val="50000"/>
                    </a:schemeClr>
                  </a:solidFill>
                  <a:latin typeface="微软雅黑" panose="020B0503020204020204" charset="-122"/>
                  <a:ea typeface="微软雅黑" panose="020B0503020204020204" charset="-122"/>
                </a:rPr>
                <a:t>&lt;body&gt;</a:t>
              </a:r>
            </a:p>
            <a:p>
              <a:pPr indent="457200" algn="just" fontAlgn="auto">
                <a:lnSpc>
                  <a:spcPct val="100000"/>
                </a:lnSpc>
                <a:spcBef>
                  <a:spcPts val="600"/>
                </a:spcBef>
                <a:spcAft>
                  <a:spcPts val="600"/>
                </a:spcAft>
                <a:defRPr/>
              </a:pPr>
              <a:r>
                <a:rPr lang="en-US" altLang="zh-CN" smtClean="0">
                  <a:solidFill>
                    <a:schemeClr val="tx1">
                      <a:lumMod val="50000"/>
                    </a:schemeClr>
                  </a:solidFill>
                  <a:latin typeface="微软雅黑" panose="020B0503020204020204" charset="-122"/>
                  <a:ea typeface="微软雅黑" panose="020B0503020204020204" charset="-122"/>
                </a:rPr>
                <a:t>在网页中要显示的内容</a:t>
              </a:r>
            </a:p>
            <a:p>
              <a:pPr indent="457200" algn="just" fontAlgn="auto">
                <a:lnSpc>
                  <a:spcPct val="100000"/>
                </a:lnSpc>
                <a:spcBef>
                  <a:spcPts val="600"/>
                </a:spcBef>
                <a:spcAft>
                  <a:spcPts val="600"/>
                </a:spcAft>
                <a:defRPr/>
              </a:pPr>
              <a:r>
                <a:rPr lang="en-US" altLang="zh-CN" smtClean="0">
                  <a:solidFill>
                    <a:schemeClr val="tx1">
                      <a:lumMod val="50000"/>
                    </a:schemeClr>
                  </a:solidFill>
                  <a:latin typeface="微软雅黑" panose="020B0503020204020204" charset="-122"/>
                  <a:ea typeface="微软雅黑" panose="020B0503020204020204" charset="-122"/>
                </a:rPr>
                <a:t>&lt;/body&gt;</a:t>
              </a:r>
            </a:p>
            <a:p>
              <a:pPr indent="457200" algn="just" fontAlgn="auto">
                <a:lnSpc>
                  <a:spcPct val="100000"/>
                </a:lnSpc>
                <a:spcBef>
                  <a:spcPts val="600"/>
                </a:spcBef>
                <a:spcAft>
                  <a:spcPts val="600"/>
                </a:spcAft>
                <a:defRPr/>
              </a:pPr>
              <a:r>
                <a:rPr lang="en-US" altLang="zh-CN" smtClean="0">
                  <a:solidFill>
                    <a:schemeClr val="tx1">
                      <a:lumMod val="50000"/>
                    </a:schemeClr>
                  </a:solidFill>
                  <a:latin typeface="微软雅黑" panose="020B0503020204020204" charset="-122"/>
                  <a:ea typeface="微软雅黑" panose="020B0503020204020204" charset="-122"/>
                </a:rPr>
                <a:t>&lt;/html&gt;</a:t>
              </a:r>
            </a:p>
          </p:txBody>
        </p:sp>
        <p:cxnSp>
          <p:nvCxnSpPr>
            <p:cNvPr id="12" name="MH_Other_1"/>
            <p:cNvCxnSpPr/>
            <p:nvPr>
              <p:custDataLst>
                <p:tags r:id="rId3"/>
              </p:custDataLst>
            </p:nvPr>
          </p:nvCxnSpPr>
          <p:spPr>
            <a:xfrm flipH="1">
              <a:off x="8279" y="2503"/>
              <a:ext cx="24" cy="6340"/>
            </a:xfrm>
            <a:prstGeom prst="line">
              <a:avLst/>
            </a:prstGeom>
            <a:ln w="28575" cmpd="sng">
              <a:solidFill>
                <a:schemeClr val="accent1">
                  <a:shade val="5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 name="文本框 3"/>
          <p:cNvSpPr txBox="1"/>
          <p:nvPr/>
        </p:nvSpPr>
        <p:spPr>
          <a:xfrm>
            <a:off x="754380" y="5615305"/>
            <a:ext cx="10436225" cy="803910"/>
          </a:xfrm>
          <a:prstGeom prst="rect">
            <a:avLst/>
          </a:prstGeom>
          <a:noFill/>
        </p:spPr>
        <p:txBody>
          <a:bodyPr wrap="square" rtlCol="0" anchor="t">
            <a:spAutoFit/>
          </a:bodyPr>
          <a:lstStyle/>
          <a:p>
            <a:pPr marL="285750" indent="-285750" fontAlgn="auto">
              <a:lnSpc>
                <a:spcPct val="130000"/>
              </a:lnSpc>
              <a:buFont typeface="Arial" panose="020B0604020202020204" pitchFamily="34" charset="0"/>
              <a:buChar char="•"/>
            </a:pPr>
            <a:r>
              <a:rPr lang="zh-CN" altLang="en-US"/>
              <a:t>网页设计常用的软件有Dreamweaver和FrontPage。但要在网页中加入图片、视频、音频等其他元素，还必须配合使用Photoshop，Flash，Adobe Audition和JavaScript等相关元素的处理软件。</a:t>
            </a:r>
          </a:p>
        </p:txBody>
      </p:sp>
    </p:spTree>
    <p:custDataLst>
      <p:tags r:id="rId1"/>
    </p:custDataLst>
  </p:cSld>
  <p:clrMapOvr>
    <a:masterClrMapping/>
  </p:clrMapOvr>
  <p:transition>
    <p:split orient="vert"/>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8.3 </a:t>
            </a:r>
            <a:r>
              <a:rPr lang="zh-CN" altLang="en-US" dirty="0" smtClean="0">
                <a:solidFill>
                  <a:srgbClr val="FF0000"/>
                </a:solidFill>
                <a:sym typeface="+mn-ea"/>
              </a:rPr>
              <a:t>客户端层可用的技术</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8.3.2 </a:t>
            </a:r>
            <a:r>
              <a:rPr lang="zh-CN" altLang="en-US" sz="2400" dirty="0" smtClean="0">
                <a:solidFill>
                  <a:schemeClr val="tx1"/>
                </a:solidFill>
              </a:rPr>
              <a:t>脚本语言</a:t>
            </a:r>
          </a:p>
        </p:txBody>
      </p:sp>
      <p:sp>
        <p:nvSpPr>
          <p:cNvPr id="8" name="MH_Other_1"/>
          <p:cNvSpPr/>
          <p:nvPr>
            <p:custDataLst>
              <p:tags r:id="rId2"/>
            </p:custDataLst>
          </p:nvPr>
        </p:nvSpPr>
        <p:spPr bwMode="auto">
          <a:xfrm>
            <a:off x="802640" y="1969135"/>
            <a:ext cx="9842500" cy="4417060"/>
          </a:xfrm>
          <a:custGeom>
            <a:avLst/>
            <a:gdLst>
              <a:gd name="T0" fmla="*/ 6952593 w 6952593"/>
              <a:gd name="T1" fmla="*/ 3704897 h 4729656"/>
              <a:gd name="T2" fmla="*/ 6952593 w 6952593"/>
              <a:gd name="T3" fmla="*/ 4729656 h 4729656"/>
              <a:gd name="T4" fmla="*/ 0 w 6952593"/>
              <a:gd name="T5" fmla="*/ 4729656 h 4729656"/>
              <a:gd name="T6" fmla="*/ 0 w 6952593"/>
              <a:gd name="T7" fmla="*/ 0 h 4729656"/>
            </a:gdLst>
            <a:ahLst/>
            <a:cxnLst>
              <a:cxn ang="0">
                <a:pos x="T0" y="T1"/>
              </a:cxn>
              <a:cxn ang="0">
                <a:pos x="T2" y="T3"/>
              </a:cxn>
              <a:cxn ang="0">
                <a:pos x="T4" y="T5"/>
              </a:cxn>
              <a:cxn ang="0">
                <a:pos x="T6" y="T7"/>
              </a:cxn>
            </a:cxnLst>
            <a:rect l="0" t="0" r="r" b="b"/>
            <a:pathLst>
              <a:path w="6952593" h="4729656">
                <a:moveTo>
                  <a:pt x="6952593" y="3704897"/>
                </a:moveTo>
                <a:lnTo>
                  <a:pt x="6952593" y="4729656"/>
                </a:lnTo>
                <a:lnTo>
                  <a:pt x="0" y="4729656"/>
                </a:lnTo>
                <a:lnTo>
                  <a:pt x="0" y="0"/>
                </a:lnTo>
              </a:path>
            </a:pathLst>
          </a:custGeom>
          <a:noFill/>
          <a:ln w="12700" cap="flat" cmpd="sng">
            <a:solidFill>
              <a:srgbClr val="35D2FD"/>
            </a:solidFill>
            <a:round/>
          </a:ln>
          <a:extLst>
            <a:ext uri="{909E8E84-426E-40DD-AFC4-6F175D3DCCD1}">
              <a14:hiddenFill xmlns="" xmlns:a14="http://schemas.microsoft.com/office/drawing/2010/main">
                <a:solidFill>
                  <a:srgbClr val="FFFFFF"/>
                </a:solidFill>
              </a14:hiddenFill>
            </a:ext>
          </a:extLst>
        </p:spPr>
        <p:txBody>
          <a:bodyPr anchor="ctr"/>
          <a:lstStyle/>
          <a:p>
            <a:endParaRPr lang="zh-CN" altLang="en-US">
              <a:solidFill>
                <a:srgbClr val="5CABB5"/>
              </a:solidFill>
            </a:endParaRPr>
          </a:p>
        </p:txBody>
      </p:sp>
      <p:sp>
        <p:nvSpPr>
          <p:cNvPr id="3" name="文本框 2"/>
          <p:cNvSpPr txBox="1"/>
          <p:nvPr/>
        </p:nvSpPr>
        <p:spPr>
          <a:xfrm>
            <a:off x="1142329" y="2132911"/>
            <a:ext cx="6909852" cy="4053417"/>
          </a:xfrm>
          <a:prstGeom prst="rect">
            <a:avLst/>
          </a:prstGeom>
          <a:noFill/>
        </p:spPr>
        <p:txBody>
          <a:bodyPr wrap="square" rtlCol="0" anchor="t">
            <a:spAutoFit/>
          </a:bodyPr>
          <a:lstStyle/>
          <a:p>
            <a:pPr fontAlgn="auto">
              <a:lnSpc>
                <a:spcPct val="130000"/>
              </a:lnSpc>
            </a:pPr>
            <a:r>
              <a:rPr lang="en-US" altLang="zh-CN" dirty="0"/>
              <a:t>       </a:t>
            </a:r>
            <a:r>
              <a:rPr lang="zh-CN" altLang="en-US" dirty="0"/>
              <a:t>脚本语言用在HTML文档中，用于丰富用户的交互，是一种介于HTML语言和VB，Java等高级语言之间的语言。常用的脚本语言有VBScript和JavaScript等语言，默认的脚本语言为VBScript语言。</a:t>
            </a:r>
          </a:p>
          <a:p>
            <a:pPr fontAlgn="auto">
              <a:lnSpc>
                <a:spcPct val="130000"/>
              </a:lnSpc>
            </a:pPr>
            <a:r>
              <a:rPr lang="zh-CN" altLang="en-US" dirty="0"/>
              <a:t>        JavaScript的原名叫LiveScript，是NetScape公司在引入Sun公司有关Java的程序设计概念后，重新设计而更名的。JavaScript是一种可以嵌入HTML文档的，基于对象并具有某些面向对象特征的脚本语言；是一种基于对象（Object-Based）和事件驱动（Event Driven），由浏览器解释执行的，具有安全性能的客户端脚本语言。通过使用HTML，Java Applet来实现，在一个Web页面中链接多个对象，与Web客户交互作用，从而可以开发客户端的应用程序等。</a:t>
            </a:r>
          </a:p>
        </p:txBody>
      </p:sp>
      <p:pic>
        <p:nvPicPr>
          <p:cNvPr id="4" name="图片 3" descr="timg (1)"/>
          <p:cNvPicPr>
            <a:picLocks noChangeAspect="1"/>
          </p:cNvPicPr>
          <p:nvPr/>
        </p:nvPicPr>
        <p:blipFill>
          <a:blip r:embed="rId5" cstate="print"/>
          <a:stretch>
            <a:fillRect/>
          </a:stretch>
        </p:blipFill>
        <p:spPr>
          <a:xfrm rot="19860000">
            <a:off x="8315824" y="2638708"/>
            <a:ext cx="3527629" cy="2350184"/>
          </a:xfrm>
          <a:prstGeom prst="rect">
            <a:avLst/>
          </a:prstGeom>
        </p:spPr>
      </p:pic>
    </p:spTree>
    <p:custDataLst>
      <p:tags r:id="rId1"/>
    </p:custDataLst>
  </p:cSld>
  <p:clrMapOvr>
    <a:masterClrMapping/>
  </p:clrMapOvr>
  <p:transition>
    <p:split orient="vert"/>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8.3 </a:t>
            </a:r>
            <a:r>
              <a:rPr lang="zh-CN" altLang="en-US" dirty="0" smtClean="0">
                <a:solidFill>
                  <a:srgbClr val="FF0000"/>
                </a:solidFill>
                <a:sym typeface="+mn-ea"/>
              </a:rPr>
              <a:t>客户端层可用的技术</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8.3.2 </a:t>
            </a:r>
            <a:r>
              <a:rPr lang="zh-CN" altLang="en-US" sz="2400" dirty="0" smtClean="0">
                <a:solidFill>
                  <a:schemeClr val="tx1"/>
                </a:solidFill>
              </a:rPr>
              <a:t>脚本语言</a:t>
            </a:r>
          </a:p>
        </p:txBody>
      </p:sp>
      <p:sp>
        <p:nvSpPr>
          <p:cNvPr id="15" name="MH_SubTitle_1"/>
          <p:cNvSpPr/>
          <p:nvPr>
            <p:custDataLst>
              <p:tags r:id="rId2"/>
            </p:custDataLst>
          </p:nvPr>
        </p:nvSpPr>
        <p:spPr>
          <a:xfrm>
            <a:off x="876631" y="2361062"/>
            <a:ext cx="5212715" cy="3809707"/>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rIns="144000" anchor="ctr"/>
          <a:lstStyle/>
          <a:p>
            <a:pPr indent="457200" algn="just" fontAlgn="auto">
              <a:lnSpc>
                <a:spcPct val="100000"/>
              </a:lnSpc>
              <a:spcBef>
                <a:spcPts val="600"/>
              </a:spcBef>
              <a:spcAft>
                <a:spcPts val="600"/>
              </a:spcAft>
              <a:defRPr/>
            </a:pPr>
            <a:r>
              <a:rPr lang="en-US" altLang="zh-CN" dirty="0" smtClean="0">
                <a:solidFill>
                  <a:schemeClr val="tx1">
                    <a:lumMod val="50000"/>
                  </a:schemeClr>
                </a:solidFill>
                <a:latin typeface="微软雅黑" panose="020B0503020204020204" charset="-122"/>
                <a:ea typeface="微软雅黑" panose="020B0503020204020204" charset="-122"/>
              </a:rPr>
              <a:t>&lt;HTML&gt;</a:t>
            </a:r>
          </a:p>
          <a:p>
            <a:pPr indent="457200" algn="just" fontAlgn="auto">
              <a:lnSpc>
                <a:spcPct val="100000"/>
              </a:lnSpc>
              <a:spcBef>
                <a:spcPts val="600"/>
              </a:spcBef>
              <a:spcAft>
                <a:spcPts val="600"/>
              </a:spcAft>
              <a:defRPr/>
            </a:pPr>
            <a:r>
              <a:rPr lang="en-US" altLang="zh-CN" dirty="0" smtClean="0">
                <a:solidFill>
                  <a:schemeClr val="tx1">
                    <a:lumMod val="50000"/>
                  </a:schemeClr>
                </a:solidFill>
                <a:latin typeface="微软雅黑" panose="020B0503020204020204" charset="-122"/>
                <a:ea typeface="微软雅黑" panose="020B0503020204020204" charset="-122"/>
              </a:rPr>
              <a:t>&lt;Head&gt;</a:t>
            </a:r>
          </a:p>
          <a:p>
            <a:pPr indent="457200" algn="just" fontAlgn="auto">
              <a:lnSpc>
                <a:spcPct val="100000"/>
              </a:lnSpc>
              <a:spcBef>
                <a:spcPts val="600"/>
              </a:spcBef>
              <a:spcAft>
                <a:spcPts val="600"/>
              </a:spcAft>
              <a:defRPr/>
            </a:pPr>
            <a:r>
              <a:rPr lang="en-US" altLang="zh-CN" dirty="0" smtClean="0">
                <a:solidFill>
                  <a:schemeClr val="tx1">
                    <a:lumMod val="50000"/>
                  </a:schemeClr>
                </a:solidFill>
                <a:latin typeface="微软雅黑" panose="020B0503020204020204" charset="-122"/>
                <a:ea typeface="微软雅黑" panose="020B0503020204020204" charset="-122"/>
              </a:rPr>
              <a:t>	&lt;Script Language="JavaScript"&gt;</a:t>
            </a:r>
          </a:p>
          <a:p>
            <a:pPr indent="457200" algn="just" fontAlgn="auto">
              <a:lnSpc>
                <a:spcPct val="100000"/>
              </a:lnSpc>
              <a:spcBef>
                <a:spcPts val="600"/>
              </a:spcBef>
              <a:spcAft>
                <a:spcPts val="600"/>
              </a:spcAft>
              <a:defRPr/>
            </a:pPr>
            <a:r>
              <a:rPr lang="en-US" altLang="zh-CN" dirty="0" smtClean="0">
                <a:solidFill>
                  <a:schemeClr val="tx1">
                    <a:lumMod val="50000"/>
                  </a:schemeClr>
                </a:solidFill>
                <a:latin typeface="微软雅黑" panose="020B0503020204020204" charset="-122"/>
                <a:ea typeface="微软雅黑" panose="020B0503020204020204" charset="-122"/>
              </a:rPr>
              <a:t>	</a:t>
            </a:r>
            <a:r>
              <a:rPr lang="en-US" altLang="zh-CN" dirty="0" err="1" smtClean="0">
                <a:solidFill>
                  <a:schemeClr val="tx1">
                    <a:lumMod val="50000"/>
                  </a:schemeClr>
                </a:solidFill>
                <a:latin typeface="微软雅黑" panose="020B0503020204020204" charset="-122"/>
                <a:ea typeface="微软雅黑" panose="020B0503020204020204" charset="-122"/>
              </a:rPr>
              <a:t>document.write</a:t>
            </a:r>
            <a:r>
              <a:rPr lang="en-US" altLang="zh-CN" dirty="0" smtClean="0">
                <a:solidFill>
                  <a:schemeClr val="tx1">
                    <a:lumMod val="50000"/>
                  </a:schemeClr>
                </a:solidFill>
                <a:latin typeface="微软雅黑" panose="020B0503020204020204" charset="-122"/>
                <a:ea typeface="微软雅黑" panose="020B0503020204020204" charset="-122"/>
              </a:rPr>
              <a:t>("</a:t>
            </a:r>
            <a:r>
              <a:rPr lang="en-US" altLang="zh-CN" dirty="0" err="1" smtClean="0">
                <a:solidFill>
                  <a:schemeClr val="tx1">
                    <a:lumMod val="50000"/>
                  </a:schemeClr>
                </a:solidFill>
                <a:latin typeface="微软雅黑" panose="020B0503020204020204" charset="-122"/>
                <a:ea typeface="微软雅黑" panose="020B0503020204020204" charset="-122"/>
              </a:rPr>
              <a:t>hello,world</a:t>
            </a:r>
            <a:r>
              <a:rPr lang="en-US" altLang="zh-CN" dirty="0" smtClean="0">
                <a:solidFill>
                  <a:schemeClr val="tx1">
                    <a:lumMod val="50000"/>
                  </a:schemeClr>
                </a:solidFill>
                <a:latin typeface="微软雅黑" panose="020B0503020204020204" charset="-122"/>
                <a:ea typeface="微软雅黑" panose="020B0503020204020204" charset="-122"/>
              </a:rPr>
              <a:t>");</a:t>
            </a:r>
          </a:p>
          <a:p>
            <a:pPr indent="457200" algn="just" fontAlgn="auto">
              <a:lnSpc>
                <a:spcPct val="100000"/>
              </a:lnSpc>
              <a:spcBef>
                <a:spcPts val="600"/>
              </a:spcBef>
              <a:spcAft>
                <a:spcPts val="600"/>
              </a:spcAft>
              <a:defRPr/>
            </a:pPr>
            <a:r>
              <a:rPr lang="en-US" altLang="zh-CN" dirty="0" smtClean="0">
                <a:solidFill>
                  <a:schemeClr val="tx1">
                    <a:lumMod val="50000"/>
                  </a:schemeClr>
                </a:solidFill>
                <a:latin typeface="微软雅黑" panose="020B0503020204020204" charset="-122"/>
                <a:ea typeface="微软雅黑" panose="020B0503020204020204" charset="-122"/>
              </a:rPr>
              <a:t>	&lt;/Script&gt;</a:t>
            </a:r>
          </a:p>
          <a:p>
            <a:pPr indent="457200" algn="just" fontAlgn="auto">
              <a:lnSpc>
                <a:spcPct val="100000"/>
              </a:lnSpc>
              <a:spcBef>
                <a:spcPts val="600"/>
              </a:spcBef>
              <a:spcAft>
                <a:spcPts val="600"/>
              </a:spcAft>
              <a:defRPr/>
            </a:pPr>
            <a:r>
              <a:rPr lang="en-US" altLang="zh-CN" dirty="0" smtClean="0">
                <a:solidFill>
                  <a:schemeClr val="tx1">
                    <a:lumMod val="50000"/>
                  </a:schemeClr>
                </a:solidFill>
                <a:latin typeface="微软雅黑" panose="020B0503020204020204" charset="-122"/>
                <a:ea typeface="微软雅黑" panose="020B0503020204020204" charset="-122"/>
              </a:rPr>
              <a:t>&lt;/Head&gt;</a:t>
            </a:r>
          </a:p>
          <a:p>
            <a:pPr indent="457200" algn="just" fontAlgn="auto">
              <a:lnSpc>
                <a:spcPct val="100000"/>
              </a:lnSpc>
              <a:spcBef>
                <a:spcPts val="600"/>
              </a:spcBef>
              <a:spcAft>
                <a:spcPts val="600"/>
              </a:spcAft>
              <a:defRPr/>
            </a:pPr>
            <a:r>
              <a:rPr lang="en-US" altLang="zh-CN" dirty="0" smtClean="0">
                <a:solidFill>
                  <a:schemeClr val="tx1">
                    <a:lumMod val="50000"/>
                  </a:schemeClr>
                </a:solidFill>
                <a:latin typeface="微软雅黑" panose="020B0503020204020204" charset="-122"/>
                <a:ea typeface="微软雅黑" panose="020B0503020204020204" charset="-122"/>
              </a:rPr>
              <a:t>&lt;/HTML&gt;</a:t>
            </a:r>
          </a:p>
        </p:txBody>
      </p:sp>
      <p:cxnSp>
        <p:nvCxnSpPr>
          <p:cNvPr id="12" name="MH_Other_1"/>
          <p:cNvCxnSpPr/>
          <p:nvPr>
            <p:custDataLst>
              <p:tags r:id="rId3"/>
            </p:custDataLst>
          </p:nvPr>
        </p:nvCxnSpPr>
        <p:spPr>
          <a:xfrm rot="16200000" flipH="1">
            <a:off x="4171867" y="4103630"/>
            <a:ext cx="4263555" cy="3243"/>
          </a:xfrm>
          <a:prstGeom prst="line">
            <a:avLst/>
          </a:prstGeom>
          <a:ln w="28575" cmpd="sng">
            <a:solidFill>
              <a:schemeClr val="accent1">
                <a:shade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8" name="圆角矩形 7"/>
          <p:cNvSpPr/>
          <p:nvPr/>
        </p:nvSpPr>
        <p:spPr>
          <a:xfrm>
            <a:off x="6513735" y="2470691"/>
            <a:ext cx="5209540" cy="3525520"/>
          </a:xfrm>
          <a:prstGeom prst="roundRect">
            <a:avLst/>
          </a:prstGeom>
          <a:noFill/>
          <a:ln w="28575">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fontAlgn="auto">
              <a:lnSpc>
                <a:spcPct val="130000"/>
              </a:lnSpc>
            </a:pPr>
            <a:r>
              <a:rPr lang="en-US" altLang="zh-CN">
                <a:solidFill>
                  <a:schemeClr val="tx1">
                    <a:lumMod val="50000"/>
                  </a:schemeClr>
                </a:solidFill>
                <a:latin typeface="微软雅黑" panose="020B0503020204020204" charset="-122"/>
                <a:ea typeface="微软雅黑" panose="020B0503020204020204" charset="-122"/>
              </a:rPr>
              <a:t>       </a:t>
            </a:r>
            <a:r>
              <a:rPr lang="zh-CN" altLang="en-US">
                <a:solidFill>
                  <a:schemeClr val="tx1">
                    <a:lumMod val="50000"/>
                  </a:schemeClr>
                </a:solidFill>
                <a:latin typeface="微软雅黑" panose="020B0503020204020204" charset="-122"/>
                <a:ea typeface="微软雅黑" panose="020B0503020204020204" charset="-122"/>
              </a:rPr>
              <a:t>在B/S程序中，为了均衡负载，减轻服务器的计算负担，凡是不需要服务器程序做的工作，可尽量交给客户端程序（如JavaScript程序）去做。用HTML标记构造出用户界面，例如用户通过界面输入数据，向浏览器请求数据等操作都可以用JavaScript程序来完成。在用户输入数据，或者是输入完毕，将数据向服务器提交的时候，由JavaScript程序来完成对数据的检验和验证等任务。</a:t>
            </a:r>
          </a:p>
        </p:txBody>
      </p:sp>
    </p:spTree>
    <p:custDataLst>
      <p:tags r:id="rId1"/>
    </p:custDataLst>
  </p:cSld>
  <p:clrMapOvr>
    <a:masterClrMapping/>
  </p:clrMapOvr>
  <p:transition>
    <p:split orient="vert"/>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8.3 </a:t>
            </a:r>
            <a:r>
              <a:rPr lang="zh-CN" altLang="en-US" dirty="0" smtClean="0">
                <a:solidFill>
                  <a:srgbClr val="FF0000"/>
                </a:solidFill>
                <a:sym typeface="+mn-ea"/>
              </a:rPr>
              <a:t>客户端层可用的技术</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8.3.2 </a:t>
            </a:r>
            <a:r>
              <a:rPr lang="zh-CN" altLang="en-US" sz="2400" dirty="0" smtClean="0">
                <a:solidFill>
                  <a:schemeClr val="tx1"/>
                </a:solidFill>
              </a:rPr>
              <a:t>脚本语言</a:t>
            </a:r>
          </a:p>
        </p:txBody>
      </p:sp>
      <p:grpSp>
        <p:nvGrpSpPr>
          <p:cNvPr id="3" name="组合 2"/>
          <p:cNvGrpSpPr/>
          <p:nvPr/>
        </p:nvGrpSpPr>
        <p:grpSpPr>
          <a:xfrm>
            <a:off x="848995" y="2303145"/>
            <a:ext cx="10144760" cy="4650740"/>
            <a:chOff x="1337" y="3627"/>
            <a:chExt cx="15976" cy="7324"/>
          </a:xfrm>
        </p:grpSpPr>
        <p:sp>
          <p:nvSpPr>
            <p:cNvPr id="16" name="Oval 15"/>
            <p:cNvSpPr>
              <a:spLocks noChangeArrowheads="1"/>
            </p:cNvSpPr>
            <p:nvPr>
              <p:custDataLst>
                <p:tags r:id="rId2"/>
              </p:custDataLst>
            </p:nvPr>
          </p:nvSpPr>
          <p:spPr bwMode="auto">
            <a:xfrm>
              <a:off x="1609" y="3997"/>
              <a:ext cx="4966" cy="5012"/>
            </a:xfrm>
            <a:prstGeom prst="ellipse">
              <a:avLst/>
            </a:prstGeom>
            <a:noFill/>
            <a:ln w="19050">
              <a:solidFill>
                <a:srgbClr val="4F5A71">
                  <a:alpha val="50000"/>
                </a:srgbClr>
              </a:solidFill>
              <a:round/>
            </a:ln>
            <a:effectLst/>
            <a:extLst>
              <a:ext uri="{909E8E84-426E-40DD-AFC4-6F175D3DCCD1}">
                <a14:hiddenFill xmlns="" xmlns:a14="http://schemas.microsoft.com/office/drawing/2010/main">
                  <a:solidFill>
                    <a:srgbClr val="4F5A71"/>
                  </a:solidFill>
                </a14:hiddenFill>
              </a:ext>
              <a:ext uri="{AF507438-7753-43E0-B8FC-AC1667EBCBE1}">
                <a14:hiddenEffects xmln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33" name="Line 16"/>
            <p:cNvSpPr>
              <a:spLocks noChangeShapeType="1"/>
            </p:cNvSpPr>
            <p:nvPr>
              <p:custDataLst>
                <p:tags r:id="rId3"/>
              </p:custDataLst>
            </p:nvPr>
          </p:nvSpPr>
          <p:spPr bwMode="gray">
            <a:xfrm>
              <a:off x="1337" y="6514"/>
              <a:ext cx="5486" cy="0"/>
            </a:xfrm>
            <a:prstGeom prst="line">
              <a:avLst/>
            </a:prstGeom>
            <a:noFill/>
            <a:ln w="28575">
              <a:solidFill>
                <a:srgbClr val="4F5A71">
                  <a:alpha val="50000"/>
                </a:srgbClr>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34" name="Line 17"/>
            <p:cNvSpPr>
              <a:spLocks noChangeShapeType="1"/>
            </p:cNvSpPr>
            <p:nvPr>
              <p:custDataLst>
                <p:tags r:id="rId4"/>
              </p:custDataLst>
            </p:nvPr>
          </p:nvSpPr>
          <p:spPr bwMode="gray">
            <a:xfrm>
              <a:off x="4080" y="3627"/>
              <a:ext cx="0" cy="5770"/>
            </a:xfrm>
            <a:prstGeom prst="line">
              <a:avLst/>
            </a:prstGeom>
            <a:noFill/>
            <a:ln w="28575">
              <a:solidFill>
                <a:srgbClr val="4F5A71">
                  <a:alpha val="50000"/>
                </a:srgbClr>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35" name="Oval 10"/>
            <p:cNvSpPr>
              <a:spLocks noChangeArrowheads="1"/>
            </p:cNvSpPr>
            <p:nvPr>
              <p:custDataLst>
                <p:tags r:id="rId5"/>
              </p:custDataLst>
            </p:nvPr>
          </p:nvSpPr>
          <p:spPr bwMode="gray">
            <a:xfrm>
              <a:off x="1881" y="4281"/>
              <a:ext cx="4393" cy="4427"/>
            </a:xfrm>
            <a:prstGeom prst="ellipse">
              <a:avLst/>
            </a:prstGeom>
            <a:noFill/>
            <a:ln w="9525">
              <a:solidFill>
                <a:srgbClr val="4F5A71">
                  <a:alpha val="50000"/>
                </a:srgbClr>
              </a:solidFill>
              <a:round/>
            </a:ln>
            <a:effectLst/>
            <a:extLst>
              <a:ext uri="{909E8E84-426E-40DD-AFC4-6F175D3DCCD1}">
                <a14:hiddenFill xmlns="" xmlns:a14="http://schemas.microsoft.com/office/drawing/2010/main">
                  <a:solidFill>
                    <a:srgbClr val="4F5A71">
                      <a:alpha val="64999"/>
                    </a:srgbClr>
                  </a:solidFill>
                </a14:hiddenFill>
              </a:ext>
              <a:ext uri="{AF507438-7753-43E0-B8FC-AC1667EBCBE1}">
                <a14:hiddenEffects xmln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37" name="Oval 13"/>
            <p:cNvSpPr>
              <a:spLocks noChangeArrowheads="1"/>
            </p:cNvSpPr>
            <p:nvPr>
              <p:custDataLst>
                <p:tags r:id="rId6"/>
              </p:custDataLst>
            </p:nvPr>
          </p:nvSpPr>
          <p:spPr bwMode="gray">
            <a:xfrm>
              <a:off x="2383" y="4812"/>
              <a:ext cx="3366" cy="3436"/>
            </a:xfrm>
            <a:prstGeom prst="ellipse">
              <a:avLst/>
            </a:prstGeom>
            <a:solidFill>
              <a:srgbClr val="4F5A71">
                <a:lumMod val="60000"/>
                <a:lumOff val="40000"/>
              </a:srgb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51" name="KSO_GT1"/>
            <p:cNvSpPr>
              <a:spLocks noChangeArrowheads="1"/>
            </p:cNvSpPr>
            <p:nvPr>
              <p:custDataLst>
                <p:tags r:id="rId7"/>
              </p:custDataLst>
            </p:nvPr>
          </p:nvSpPr>
          <p:spPr bwMode="gray">
            <a:xfrm>
              <a:off x="2989" y="5430"/>
              <a:ext cx="2155" cy="2201"/>
            </a:xfrm>
            <a:prstGeom prst="ellipse">
              <a:avLst/>
            </a:prstGeom>
            <a:solidFill>
              <a:srgbClr val="4F5A71"/>
            </a:solidFill>
            <a:ln>
              <a:noFill/>
            </a:ln>
            <a:effectLst/>
          </p:spPr>
          <p:txBody>
            <a:bodyPr wrap="square" lIns="0" tIns="0" rIns="0" bIns="0" anchor="ctr">
              <a:normAutofit fontScale="90000" lnSpcReduction="20000"/>
            </a:bodyPr>
            <a:lstStyle/>
            <a:p>
              <a:pPr algn="ctr">
                <a:defRPr/>
              </a:pPr>
              <a:r>
                <a:rPr lang="zh-CN" altLang="en-US" sz="2800" kern="0" dirty="0">
                  <a:solidFill>
                    <a:srgbClr val="FFFFFF"/>
                  </a:solidFill>
                  <a:latin typeface="Arial" panose="020B0604020202020204" pitchFamily="34" charset="0"/>
                  <a:ea typeface="宋体" panose="02010600030101010101" pitchFamily="2" charset="-122"/>
                  <a:cs typeface="黑体" panose="02010609060101010101" pitchFamily="49" charset="-122"/>
                </a:rPr>
                <a:t>Java</a:t>
              </a:r>
            </a:p>
            <a:p>
              <a:pPr algn="ctr">
                <a:defRPr/>
              </a:pPr>
              <a:r>
                <a:rPr lang="zh-CN" altLang="en-US" sz="2800" kern="0" dirty="0">
                  <a:solidFill>
                    <a:srgbClr val="FFFFFF"/>
                  </a:solidFill>
                  <a:latin typeface="Arial" panose="020B0604020202020204" pitchFamily="34" charset="0"/>
                  <a:ea typeface="宋体" panose="02010600030101010101" pitchFamily="2" charset="-122"/>
                  <a:cs typeface="黑体" panose="02010609060101010101" pitchFamily="49" charset="-122"/>
                </a:rPr>
                <a:t>Script</a:t>
              </a:r>
            </a:p>
            <a:p>
              <a:pPr algn="ctr">
                <a:defRPr/>
              </a:pPr>
              <a:r>
                <a:rPr lang="zh-CN" altLang="en-US" sz="2800" kern="0" dirty="0">
                  <a:solidFill>
                    <a:srgbClr val="FFFFFF"/>
                  </a:solidFill>
                  <a:latin typeface="Arial" panose="020B0604020202020204" pitchFamily="34" charset="0"/>
                  <a:ea typeface="宋体" panose="02010600030101010101" pitchFamily="2" charset="-122"/>
                  <a:cs typeface="黑体" panose="02010609060101010101" pitchFamily="49" charset="-122"/>
                </a:rPr>
                <a:t>的特点</a:t>
              </a:r>
            </a:p>
          </p:txBody>
        </p:sp>
        <p:sp>
          <p:nvSpPr>
            <p:cNvPr id="30" name="Oval 19"/>
            <p:cNvSpPr>
              <a:spLocks noChangeArrowheads="1"/>
            </p:cNvSpPr>
            <p:nvPr>
              <p:custDataLst>
                <p:tags r:id="rId8"/>
              </p:custDataLst>
            </p:nvPr>
          </p:nvSpPr>
          <p:spPr bwMode="gray">
            <a:xfrm>
              <a:off x="4744" y="3927"/>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21" name="文本框 20"/>
            <p:cNvSpPr txBox="1"/>
            <p:nvPr>
              <p:custDataLst>
                <p:tags r:id="rId9"/>
              </p:custDataLst>
            </p:nvPr>
          </p:nvSpPr>
          <p:spPr>
            <a:xfrm>
              <a:off x="5510" y="3650"/>
              <a:ext cx="9630" cy="674"/>
            </a:xfrm>
            <a:prstGeom prst="rect">
              <a:avLst/>
            </a:prstGeom>
            <a:noFill/>
          </p:spPr>
          <p:txBody>
            <a:bodyPr wrap="square" lIns="0" rIns="0">
              <a:normAutofit lnSpcReduction="10000"/>
            </a:bodyPr>
            <a:lstStyle/>
            <a:p>
              <a:pPr>
                <a:lnSpc>
                  <a:spcPct val="130000"/>
                </a:lnSpc>
                <a:spcBef>
                  <a:spcPts val="600"/>
                </a:spcBef>
                <a:defRPr/>
              </a:pPr>
              <a:r>
                <a:rPr dirty="0"/>
                <a:t>① 解释性：由浏览器直接解释执行；</a:t>
              </a:r>
            </a:p>
          </p:txBody>
        </p:sp>
        <p:sp>
          <p:nvSpPr>
            <p:cNvPr id="19" name="Oval 19"/>
            <p:cNvSpPr>
              <a:spLocks noChangeArrowheads="1"/>
            </p:cNvSpPr>
            <p:nvPr>
              <p:custDataLst>
                <p:tags r:id="rId10"/>
              </p:custDataLst>
            </p:nvPr>
          </p:nvSpPr>
          <p:spPr bwMode="gray">
            <a:xfrm>
              <a:off x="5822" y="4710"/>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22" name="文本框 21"/>
            <p:cNvSpPr txBox="1"/>
            <p:nvPr>
              <p:custDataLst>
                <p:tags r:id="rId11"/>
              </p:custDataLst>
            </p:nvPr>
          </p:nvSpPr>
          <p:spPr>
            <a:xfrm>
              <a:off x="6564" y="4494"/>
              <a:ext cx="7375" cy="768"/>
            </a:xfrm>
            <a:prstGeom prst="rect">
              <a:avLst/>
            </a:prstGeom>
            <a:noFill/>
          </p:spPr>
          <p:txBody>
            <a:bodyPr wrap="square" lIns="0" rIns="0">
              <a:normAutofit/>
            </a:bodyPr>
            <a:lstStyle/>
            <a:p>
              <a:pPr>
                <a:lnSpc>
                  <a:spcPct val="130000"/>
                </a:lnSpc>
                <a:spcBef>
                  <a:spcPts val="600"/>
                </a:spcBef>
                <a:defRPr/>
              </a:pPr>
              <a:r>
                <a:rPr dirty="0"/>
                <a:t>② 用于客户端；</a:t>
              </a:r>
            </a:p>
          </p:txBody>
        </p:sp>
        <p:sp>
          <p:nvSpPr>
            <p:cNvPr id="20" name="Oval 19"/>
            <p:cNvSpPr>
              <a:spLocks noChangeArrowheads="1"/>
            </p:cNvSpPr>
            <p:nvPr>
              <p:custDataLst>
                <p:tags r:id="rId12"/>
              </p:custDataLst>
            </p:nvPr>
          </p:nvSpPr>
          <p:spPr bwMode="gray">
            <a:xfrm>
              <a:off x="6311" y="5745"/>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5" name="文本框 4"/>
            <p:cNvSpPr txBox="1"/>
            <p:nvPr>
              <p:custDataLst>
                <p:tags r:id="rId13"/>
              </p:custDataLst>
            </p:nvPr>
          </p:nvSpPr>
          <p:spPr>
            <a:xfrm>
              <a:off x="7098" y="5430"/>
              <a:ext cx="7735" cy="768"/>
            </a:xfrm>
            <a:prstGeom prst="rect">
              <a:avLst/>
            </a:prstGeom>
            <a:noFill/>
          </p:spPr>
          <p:txBody>
            <a:bodyPr wrap="square" lIns="0" rIns="0">
              <a:normAutofit/>
            </a:bodyPr>
            <a:lstStyle/>
            <a:p>
              <a:pPr>
                <a:lnSpc>
                  <a:spcPct val="130000"/>
                </a:lnSpc>
                <a:spcBef>
                  <a:spcPts val="600"/>
                </a:spcBef>
                <a:defRPr/>
              </a:pPr>
              <a:r>
                <a:rPr dirty="0"/>
                <a:t>③ 安全性：不允许直接访问本地硬盘；</a:t>
              </a:r>
            </a:p>
          </p:txBody>
        </p:sp>
        <p:sp>
          <p:nvSpPr>
            <p:cNvPr id="23" name="Oval 19"/>
            <p:cNvSpPr>
              <a:spLocks noChangeArrowheads="1"/>
            </p:cNvSpPr>
            <p:nvPr>
              <p:custDataLst>
                <p:tags r:id="rId14"/>
              </p:custDataLst>
            </p:nvPr>
          </p:nvSpPr>
          <p:spPr bwMode="gray">
            <a:xfrm>
              <a:off x="6325" y="6861"/>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6" name="文本框 5"/>
            <p:cNvSpPr txBox="1"/>
            <p:nvPr>
              <p:custDataLst>
                <p:tags r:id="rId15"/>
              </p:custDataLst>
            </p:nvPr>
          </p:nvSpPr>
          <p:spPr>
            <a:xfrm>
              <a:off x="7259" y="6282"/>
              <a:ext cx="10039" cy="1211"/>
            </a:xfrm>
            <a:prstGeom prst="rect">
              <a:avLst/>
            </a:prstGeom>
            <a:noFill/>
          </p:spPr>
          <p:txBody>
            <a:bodyPr wrap="square" lIns="0" rIns="0">
              <a:normAutofit lnSpcReduction="10000"/>
            </a:bodyPr>
            <a:lstStyle/>
            <a:p>
              <a:pPr>
                <a:lnSpc>
                  <a:spcPct val="130000"/>
                </a:lnSpc>
                <a:spcBef>
                  <a:spcPts val="600"/>
                </a:spcBef>
                <a:defRPr/>
              </a:pPr>
              <a:r>
                <a:rPr dirty="0"/>
                <a:t>④ 简单易用：脚本式语言最大的优点是易学易用，是一种轻量级的程序语言；</a:t>
              </a:r>
            </a:p>
          </p:txBody>
        </p:sp>
        <p:sp>
          <p:nvSpPr>
            <p:cNvPr id="24" name="Oval 19"/>
            <p:cNvSpPr>
              <a:spLocks noChangeArrowheads="1"/>
            </p:cNvSpPr>
            <p:nvPr>
              <p:custDataLst>
                <p:tags r:id="rId16"/>
              </p:custDataLst>
            </p:nvPr>
          </p:nvSpPr>
          <p:spPr bwMode="gray">
            <a:xfrm>
              <a:off x="5805" y="7926"/>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38" name="文本框 37"/>
            <p:cNvSpPr txBox="1"/>
            <p:nvPr>
              <p:custDataLst>
                <p:tags r:id="rId17"/>
              </p:custDataLst>
            </p:nvPr>
          </p:nvSpPr>
          <p:spPr>
            <a:xfrm>
              <a:off x="6721" y="7517"/>
              <a:ext cx="10592" cy="1215"/>
            </a:xfrm>
            <a:prstGeom prst="rect">
              <a:avLst/>
            </a:prstGeom>
            <a:noFill/>
          </p:spPr>
          <p:txBody>
            <a:bodyPr wrap="square" lIns="0" rIns="0">
              <a:normAutofit lnSpcReduction="10000"/>
            </a:bodyPr>
            <a:lstStyle/>
            <a:p>
              <a:pPr>
                <a:lnSpc>
                  <a:spcPct val="130000"/>
                </a:lnSpc>
                <a:spcBef>
                  <a:spcPts val="600"/>
                </a:spcBef>
                <a:defRPr/>
              </a:pPr>
              <a:r>
                <a:rPr lang="zh-CN" altLang="en-US" dirty="0"/>
                <a:t>⑤ 动态性：可以直接对用户或客户的输入作出响应，无须经过Web服务程序，它对用户输入的响应，是采用以事件驱动的方式进行的；</a:t>
              </a:r>
            </a:p>
          </p:txBody>
        </p:sp>
        <p:sp>
          <p:nvSpPr>
            <p:cNvPr id="25" name="Oval 19"/>
            <p:cNvSpPr>
              <a:spLocks noChangeArrowheads="1"/>
            </p:cNvSpPr>
            <p:nvPr>
              <p:custDataLst>
                <p:tags r:id="rId18"/>
              </p:custDataLst>
            </p:nvPr>
          </p:nvSpPr>
          <p:spPr bwMode="gray">
            <a:xfrm>
              <a:off x="4685" y="8682"/>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39" name="文本框 38"/>
            <p:cNvSpPr txBox="1"/>
            <p:nvPr>
              <p:custDataLst>
                <p:tags r:id="rId19"/>
              </p:custDataLst>
            </p:nvPr>
          </p:nvSpPr>
          <p:spPr>
            <a:xfrm>
              <a:off x="5337" y="8815"/>
              <a:ext cx="11961" cy="2136"/>
            </a:xfrm>
            <a:prstGeom prst="rect">
              <a:avLst/>
            </a:prstGeom>
            <a:noFill/>
          </p:spPr>
          <p:txBody>
            <a:bodyPr wrap="square" lIns="0" rIns="0">
              <a:normAutofit/>
            </a:bodyPr>
            <a:lstStyle/>
            <a:p>
              <a:pPr>
                <a:lnSpc>
                  <a:spcPct val="130000"/>
                </a:lnSpc>
                <a:spcBef>
                  <a:spcPts val="600"/>
                </a:spcBef>
                <a:defRPr/>
              </a:pPr>
              <a:r>
                <a:rPr lang="zh-CN" altLang="en-US" dirty="0"/>
                <a:t>⑥ 跨平台性：只要是可以解释JavaScript的浏览器都可以执行，和操作系统无关。</a:t>
              </a:r>
            </a:p>
          </p:txBody>
        </p:sp>
      </p:grpSp>
    </p:spTree>
    <p:custDataLst>
      <p:tags r:id="rId1"/>
    </p:custDataLst>
  </p:cSld>
  <p:clrMapOvr>
    <a:masterClrMapping/>
  </p:clrMapOvr>
  <p:transition>
    <p:split orient="vert"/>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8.3 </a:t>
            </a:r>
            <a:r>
              <a:rPr lang="zh-CN" altLang="en-US" dirty="0" smtClean="0">
                <a:solidFill>
                  <a:srgbClr val="FF0000"/>
                </a:solidFill>
                <a:sym typeface="+mn-ea"/>
              </a:rPr>
              <a:t>客户端层可用的技术</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8.3.2 </a:t>
            </a:r>
            <a:r>
              <a:rPr lang="zh-CN" altLang="en-US" sz="2400" dirty="0" smtClean="0">
                <a:solidFill>
                  <a:schemeClr val="tx1"/>
                </a:solidFill>
              </a:rPr>
              <a:t>脚本语言</a:t>
            </a:r>
          </a:p>
        </p:txBody>
      </p:sp>
      <p:sp>
        <p:nvSpPr>
          <p:cNvPr id="45" name="文本框 44"/>
          <p:cNvSpPr txBox="1"/>
          <p:nvPr>
            <p:custDataLst>
              <p:tags r:id="rId2"/>
            </p:custDataLst>
          </p:nvPr>
        </p:nvSpPr>
        <p:spPr>
          <a:xfrm>
            <a:off x="7738110" y="4695825"/>
            <a:ext cx="3632835" cy="1351915"/>
          </a:xfrm>
          <a:prstGeom prst="rect">
            <a:avLst/>
          </a:prstGeom>
          <a:noFill/>
        </p:spPr>
        <p:txBody>
          <a:bodyPr wrap="square" rtlCol="0">
            <a:normAutofit/>
          </a:bodyPr>
          <a:lstStyle/>
          <a:p>
            <a:pPr algn="just" eaLnBrk="1" hangingPunct="1">
              <a:lnSpc>
                <a:spcPct val="120000"/>
              </a:lnSpc>
              <a:spcBef>
                <a:spcPts val="0"/>
              </a:spcBef>
              <a:spcAft>
                <a:spcPts val="0"/>
              </a:spcAft>
              <a:defRPr/>
            </a:pPr>
            <a:r>
              <a:rPr lang="zh-CN" altLang="en-US" dirty="0" smtClean="0"/>
              <a:t>（</a:t>
            </a:r>
            <a:r>
              <a:rPr lang="en-US" altLang="zh-CN" dirty="0" smtClean="0"/>
              <a:t>3</a:t>
            </a:r>
            <a:r>
              <a:rPr lang="zh-CN" altLang="en-US" dirty="0" smtClean="0"/>
              <a:t>）执行：与HTML文档配合，将其插入到HTML文档中，然后通过浏览器执行HTML文档即可。</a:t>
            </a:r>
          </a:p>
        </p:txBody>
      </p:sp>
      <p:sp>
        <p:nvSpPr>
          <p:cNvPr id="77" name="文本框 76"/>
          <p:cNvSpPr txBox="1"/>
          <p:nvPr>
            <p:custDataLst>
              <p:tags r:id="rId3"/>
            </p:custDataLst>
          </p:nvPr>
        </p:nvSpPr>
        <p:spPr>
          <a:xfrm>
            <a:off x="1007745" y="3423920"/>
            <a:ext cx="3112135" cy="1421765"/>
          </a:xfrm>
          <a:prstGeom prst="rect">
            <a:avLst/>
          </a:prstGeom>
          <a:noFill/>
        </p:spPr>
        <p:txBody>
          <a:bodyPr wrap="square" rtlCol="0">
            <a:normAutofit/>
          </a:bodyPr>
          <a:lstStyle/>
          <a:p>
            <a:pPr algn="just" eaLnBrk="1" hangingPunct="1">
              <a:lnSpc>
                <a:spcPct val="120000"/>
              </a:lnSpc>
              <a:spcBef>
                <a:spcPts val="0"/>
              </a:spcBef>
              <a:spcAft>
                <a:spcPts val="0"/>
              </a:spcAft>
              <a:defRPr/>
            </a:pPr>
            <a:r>
              <a:rPr lang="zh-CN" altLang="en-US" dirty="0" smtClean="0"/>
              <a:t>（</a:t>
            </a:r>
            <a:r>
              <a:rPr lang="en-US" altLang="zh-CN" dirty="0" smtClean="0"/>
              <a:t>1</a:t>
            </a:r>
            <a:r>
              <a:rPr lang="zh-CN" altLang="en-US" dirty="0" smtClean="0"/>
              <a:t>）校验用户输入的内容：用于用户输入内容的校验；</a:t>
            </a:r>
          </a:p>
        </p:txBody>
      </p:sp>
      <p:sp>
        <p:nvSpPr>
          <p:cNvPr id="78" name="文本框 77"/>
          <p:cNvSpPr txBox="1"/>
          <p:nvPr>
            <p:custDataLst>
              <p:tags r:id="rId4"/>
            </p:custDataLst>
          </p:nvPr>
        </p:nvSpPr>
        <p:spPr>
          <a:xfrm>
            <a:off x="7738110" y="2052955"/>
            <a:ext cx="3673475" cy="1464310"/>
          </a:xfrm>
          <a:prstGeom prst="rect">
            <a:avLst/>
          </a:prstGeom>
          <a:noFill/>
        </p:spPr>
        <p:txBody>
          <a:bodyPr wrap="square" rtlCol="0">
            <a:normAutofit/>
          </a:bodyPr>
          <a:lstStyle/>
          <a:p>
            <a:pPr algn="just" eaLnBrk="1" hangingPunct="1">
              <a:lnSpc>
                <a:spcPct val="120000"/>
              </a:lnSpc>
              <a:spcBef>
                <a:spcPts val="0"/>
              </a:spcBef>
              <a:spcAft>
                <a:spcPts val="0"/>
              </a:spcAft>
              <a:defRPr/>
            </a:pPr>
            <a:r>
              <a:rPr lang="zh-CN" altLang="en-US" dirty="0" smtClean="0">
                <a:sym typeface="+mn-ea"/>
              </a:rPr>
              <a:t>（</a:t>
            </a:r>
            <a:r>
              <a:rPr lang="en-US" altLang="zh-CN" dirty="0" smtClean="0">
                <a:sym typeface="+mn-ea"/>
              </a:rPr>
              <a:t>2</a:t>
            </a:r>
            <a:r>
              <a:rPr lang="zh-CN" altLang="en-US" dirty="0" smtClean="0">
                <a:sym typeface="+mn-ea"/>
              </a:rPr>
              <a:t>）</a:t>
            </a:r>
            <a:r>
              <a:rPr dirty="0" smtClean="0"/>
              <a:t>编写JavaScript脚本：可以使用任何一种文字编辑器来编写，如Dreamweaver，EditPlus，UltraEdit等；</a:t>
            </a:r>
          </a:p>
        </p:txBody>
      </p:sp>
      <p:grpSp>
        <p:nvGrpSpPr>
          <p:cNvPr id="4" name="组合 3"/>
          <p:cNvGrpSpPr/>
          <p:nvPr/>
        </p:nvGrpSpPr>
        <p:grpSpPr>
          <a:xfrm>
            <a:off x="4340225" y="2437130"/>
            <a:ext cx="3357880" cy="3360420"/>
            <a:chOff x="6956" y="3838"/>
            <a:chExt cx="5288" cy="5292"/>
          </a:xfrm>
        </p:grpSpPr>
        <p:grpSp>
          <p:nvGrpSpPr>
            <p:cNvPr id="46" name="组合 45"/>
            <p:cNvGrpSpPr/>
            <p:nvPr>
              <p:custDataLst>
                <p:tags r:id="rId5"/>
              </p:custDataLst>
            </p:nvPr>
          </p:nvGrpSpPr>
          <p:grpSpPr>
            <a:xfrm>
              <a:off x="6956" y="3838"/>
              <a:ext cx="5288" cy="5293"/>
              <a:chOff x="4545541" y="1813445"/>
              <a:chExt cx="3358094" cy="3360852"/>
            </a:xfrm>
          </p:grpSpPr>
          <p:grpSp>
            <p:nvGrpSpPr>
              <p:cNvPr id="47" name="组合 46"/>
              <p:cNvGrpSpPr/>
              <p:nvPr/>
            </p:nvGrpSpPr>
            <p:grpSpPr>
              <a:xfrm rot="19780964">
                <a:off x="4545541" y="1813445"/>
                <a:ext cx="3358094" cy="3360852"/>
                <a:chOff x="4292600" y="1528763"/>
                <a:chExt cx="3863975" cy="3867151"/>
              </a:xfrm>
            </p:grpSpPr>
            <p:sp>
              <p:nvSpPr>
                <p:cNvPr id="52" name="Freeform 5"/>
                <p:cNvSpPr/>
                <p:nvPr>
                  <p:custDataLst>
                    <p:tags r:id="rId15"/>
                  </p:custDataLst>
                </p:nvPr>
              </p:nvSpPr>
              <p:spPr bwMode="auto">
                <a:xfrm>
                  <a:off x="6096000" y="1528763"/>
                  <a:ext cx="2060575" cy="2708275"/>
                </a:xfrm>
                <a:custGeom>
                  <a:avLst/>
                  <a:gdLst>
                    <a:gd name="T0" fmla="*/ 0 w 10817"/>
                    <a:gd name="T1" fmla="*/ 9470 h 14205"/>
                    <a:gd name="T2" fmla="*/ 8202 w 10817"/>
                    <a:gd name="T3" fmla="*/ 14205 h 14205"/>
                    <a:gd name="T4" fmla="*/ 4736 w 10817"/>
                    <a:gd name="T5" fmla="*/ 1268 h 14205"/>
                    <a:gd name="T6" fmla="*/ 0 w 10817"/>
                    <a:gd name="T7" fmla="*/ 0 h 14205"/>
                    <a:gd name="T8" fmla="*/ 0 w 10817"/>
                    <a:gd name="T9" fmla="*/ 9470 h 14205"/>
                  </a:gdLst>
                  <a:ahLst/>
                  <a:cxnLst>
                    <a:cxn ang="0">
                      <a:pos x="T0" y="T1"/>
                    </a:cxn>
                    <a:cxn ang="0">
                      <a:pos x="T2" y="T3"/>
                    </a:cxn>
                    <a:cxn ang="0">
                      <a:pos x="T4" y="T5"/>
                    </a:cxn>
                    <a:cxn ang="0">
                      <a:pos x="T6" y="T7"/>
                    </a:cxn>
                    <a:cxn ang="0">
                      <a:pos x="T8" y="T9"/>
                    </a:cxn>
                  </a:cxnLst>
                  <a:rect l="0" t="0" r="r" b="b"/>
                  <a:pathLst>
                    <a:path w="10817" h="14205">
                      <a:moveTo>
                        <a:pt x="0" y="9470"/>
                      </a:moveTo>
                      <a:lnTo>
                        <a:pt x="8202" y="14205"/>
                      </a:lnTo>
                      <a:cubicBezTo>
                        <a:pt x="10817" y="9675"/>
                        <a:pt x="9265" y="3884"/>
                        <a:pt x="4736" y="1268"/>
                      </a:cubicBezTo>
                      <a:cubicBezTo>
                        <a:pt x="3296" y="437"/>
                        <a:pt x="1663" y="0"/>
                        <a:pt x="0" y="0"/>
                      </a:cubicBezTo>
                      <a:lnTo>
                        <a:pt x="0" y="9470"/>
                      </a:lnTo>
                      <a:close/>
                    </a:path>
                  </a:pathLst>
                </a:custGeom>
                <a:solidFill>
                  <a:schemeClr val="accent3">
                    <a:lumMod val="20000"/>
                    <a:lumOff val="80000"/>
                  </a:schemeClr>
                </a:solidFill>
                <a:ln w="0">
                  <a:noFill/>
                  <a:prstDash val="solid"/>
                  <a:round/>
                </a:ln>
              </p:spPr>
              <p:txBody>
                <a:bodyPr vert="horz" wrap="square" lIns="91440" tIns="45720" rIns="91440" bIns="45720" numCol="1" anchor="t" anchorCtr="0" compatLnSpc="1">
                  <a:normAutofit/>
                </a:bodyPr>
                <a:lstStyle/>
                <a:p>
                  <a:endParaRPr lang="zh-CN" altLang="en-US">
                    <a:sym typeface="Arial" panose="020B0604020202020204" pitchFamily="34" charset="0"/>
                  </a:endParaRPr>
                </a:p>
              </p:txBody>
            </p:sp>
            <p:sp>
              <p:nvSpPr>
                <p:cNvPr id="58" name="Freeform 7"/>
                <p:cNvSpPr/>
                <p:nvPr>
                  <p:custDataLst>
                    <p:tags r:id="rId16"/>
                  </p:custDataLst>
                </p:nvPr>
              </p:nvSpPr>
              <p:spPr bwMode="auto">
                <a:xfrm>
                  <a:off x="4533900" y="3333751"/>
                  <a:ext cx="3124200" cy="2062163"/>
                </a:xfrm>
                <a:custGeom>
                  <a:avLst/>
                  <a:gdLst>
                    <a:gd name="T0" fmla="*/ 8201 w 16403"/>
                    <a:gd name="T1" fmla="*/ 0 h 10816"/>
                    <a:gd name="T2" fmla="*/ 0 w 16403"/>
                    <a:gd name="T3" fmla="*/ 4735 h 10816"/>
                    <a:gd name="T4" fmla="*/ 12937 w 16403"/>
                    <a:gd name="T5" fmla="*/ 8201 h 10816"/>
                    <a:gd name="T6" fmla="*/ 16403 w 16403"/>
                    <a:gd name="T7" fmla="*/ 4735 h 10816"/>
                    <a:gd name="T8" fmla="*/ 8201 w 16403"/>
                    <a:gd name="T9" fmla="*/ 0 h 10816"/>
                  </a:gdLst>
                  <a:ahLst/>
                  <a:cxnLst>
                    <a:cxn ang="0">
                      <a:pos x="T0" y="T1"/>
                    </a:cxn>
                    <a:cxn ang="0">
                      <a:pos x="T2" y="T3"/>
                    </a:cxn>
                    <a:cxn ang="0">
                      <a:pos x="T4" y="T5"/>
                    </a:cxn>
                    <a:cxn ang="0">
                      <a:pos x="T6" y="T7"/>
                    </a:cxn>
                    <a:cxn ang="0">
                      <a:pos x="T8" y="T9"/>
                    </a:cxn>
                  </a:cxnLst>
                  <a:rect l="0" t="0" r="r" b="b"/>
                  <a:pathLst>
                    <a:path w="16403" h="10816">
                      <a:moveTo>
                        <a:pt x="8201" y="0"/>
                      </a:moveTo>
                      <a:lnTo>
                        <a:pt x="0" y="4735"/>
                      </a:lnTo>
                      <a:cubicBezTo>
                        <a:pt x="2615" y="9265"/>
                        <a:pt x="8407" y="10816"/>
                        <a:pt x="12937" y="8201"/>
                      </a:cubicBezTo>
                      <a:cubicBezTo>
                        <a:pt x="14376" y="7370"/>
                        <a:pt x="15572" y="6175"/>
                        <a:pt x="16403" y="4735"/>
                      </a:cubicBezTo>
                      <a:lnTo>
                        <a:pt x="8201" y="0"/>
                      </a:lnTo>
                      <a:close/>
                    </a:path>
                  </a:pathLst>
                </a:custGeom>
                <a:solidFill>
                  <a:schemeClr val="accent3">
                    <a:lumMod val="40000"/>
                    <a:lumOff val="60000"/>
                  </a:schemeClr>
                </a:solidFill>
                <a:ln w="0">
                  <a:noFill/>
                  <a:prstDash val="solid"/>
                  <a:round/>
                </a:ln>
              </p:spPr>
              <p:txBody>
                <a:bodyPr vert="horz" wrap="square" lIns="91440" tIns="45720" rIns="91440" bIns="45720" numCol="1" anchor="t" anchorCtr="0" compatLnSpc="1">
                  <a:normAutofit/>
                </a:bodyPr>
                <a:lstStyle/>
                <a:p>
                  <a:endParaRPr lang="zh-CN" altLang="en-US">
                    <a:sym typeface="Arial" panose="020B0604020202020204" pitchFamily="34" charset="0"/>
                  </a:endParaRPr>
                </a:p>
              </p:txBody>
            </p:sp>
            <p:sp>
              <p:nvSpPr>
                <p:cNvPr id="59" name="Freeform 9"/>
                <p:cNvSpPr/>
                <p:nvPr>
                  <p:custDataLst>
                    <p:tags r:id="rId17"/>
                  </p:custDataLst>
                </p:nvPr>
              </p:nvSpPr>
              <p:spPr bwMode="auto">
                <a:xfrm>
                  <a:off x="4292600" y="1528763"/>
                  <a:ext cx="1803400" cy="2708275"/>
                </a:xfrm>
                <a:custGeom>
                  <a:avLst/>
                  <a:gdLst>
                    <a:gd name="T0" fmla="*/ 18940 w 18940"/>
                    <a:gd name="T1" fmla="*/ 18940 h 28411"/>
                    <a:gd name="T2" fmla="*/ 18940 w 18940"/>
                    <a:gd name="T3" fmla="*/ 0 h 28411"/>
                    <a:gd name="T4" fmla="*/ 0 w 18940"/>
                    <a:gd name="T5" fmla="*/ 18940 h 28411"/>
                    <a:gd name="T6" fmla="*/ 2537 w 18940"/>
                    <a:gd name="T7" fmla="*/ 28411 h 28411"/>
                    <a:gd name="T8" fmla="*/ 18940 w 18940"/>
                    <a:gd name="T9" fmla="*/ 18940 h 28411"/>
                  </a:gdLst>
                  <a:ahLst/>
                  <a:cxnLst>
                    <a:cxn ang="0">
                      <a:pos x="T0" y="T1"/>
                    </a:cxn>
                    <a:cxn ang="0">
                      <a:pos x="T2" y="T3"/>
                    </a:cxn>
                    <a:cxn ang="0">
                      <a:pos x="T4" y="T5"/>
                    </a:cxn>
                    <a:cxn ang="0">
                      <a:pos x="T6" y="T7"/>
                    </a:cxn>
                    <a:cxn ang="0">
                      <a:pos x="T8" y="T9"/>
                    </a:cxn>
                  </a:cxnLst>
                  <a:rect l="0" t="0" r="r" b="b"/>
                  <a:pathLst>
                    <a:path w="18940" h="28411">
                      <a:moveTo>
                        <a:pt x="18940" y="18940"/>
                      </a:moveTo>
                      <a:lnTo>
                        <a:pt x="18940" y="0"/>
                      </a:lnTo>
                      <a:cubicBezTo>
                        <a:pt x="8480" y="0"/>
                        <a:pt x="0" y="8480"/>
                        <a:pt x="0" y="18940"/>
                      </a:cubicBezTo>
                      <a:cubicBezTo>
                        <a:pt x="0" y="22265"/>
                        <a:pt x="875" y="25531"/>
                        <a:pt x="2537" y="28411"/>
                      </a:cubicBezTo>
                      <a:lnTo>
                        <a:pt x="18940" y="18940"/>
                      </a:lnTo>
                      <a:close/>
                    </a:path>
                  </a:pathLst>
                </a:custGeom>
                <a:solidFill>
                  <a:schemeClr val="accent3">
                    <a:lumMod val="60000"/>
                    <a:lumOff val="40000"/>
                  </a:schemeClr>
                </a:solidFill>
                <a:ln w="0">
                  <a:noFill/>
                  <a:prstDash val="solid"/>
                  <a:round/>
                </a:ln>
              </p:spPr>
              <p:txBody>
                <a:bodyPr vert="horz" wrap="square" lIns="91440" tIns="45720" rIns="91440" bIns="45720" numCol="1" anchor="t" anchorCtr="0" compatLnSpc="1">
                  <a:normAutofit/>
                </a:bodyPr>
                <a:lstStyle/>
                <a:p>
                  <a:endParaRPr lang="zh-CN" altLang="en-US">
                    <a:sym typeface="Arial" panose="020B0604020202020204" pitchFamily="34" charset="0"/>
                  </a:endParaRPr>
                </a:p>
              </p:txBody>
            </p:sp>
          </p:grpSp>
          <p:grpSp>
            <p:nvGrpSpPr>
              <p:cNvPr id="60" name="组合 59"/>
              <p:cNvGrpSpPr/>
              <p:nvPr/>
            </p:nvGrpSpPr>
            <p:grpSpPr>
              <a:xfrm>
                <a:off x="7117751" y="2851667"/>
                <a:ext cx="642223" cy="844731"/>
                <a:chOff x="7269873" y="3048000"/>
                <a:chExt cx="484632" cy="637448"/>
              </a:xfrm>
            </p:grpSpPr>
            <p:sp>
              <p:nvSpPr>
                <p:cNvPr id="61" name="任意多边形 60"/>
                <p:cNvSpPr/>
                <p:nvPr>
                  <p:custDataLst>
                    <p:tags r:id="rId13"/>
                  </p:custDataLst>
                </p:nvPr>
              </p:nvSpPr>
              <p:spPr>
                <a:xfrm>
                  <a:off x="7269873" y="3048000"/>
                  <a:ext cx="484632" cy="637448"/>
                </a:xfrm>
                <a:custGeom>
                  <a:avLst/>
                  <a:gdLst>
                    <a:gd name="connsiteX0" fmla="*/ 17934 w 484632"/>
                    <a:gd name="connsiteY0" fmla="*/ 0 h 637448"/>
                    <a:gd name="connsiteX1" fmla="*/ 273387 w 484632"/>
                    <a:gd name="connsiteY1" fmla="*/ 0 h 637448"/>
                    <a:gd name="connsiteX2" fmla="*/ 280433 w 484632"/>
                    <a:gd name="connsiteY2" fmla="*/ 17210 h 637448"/>
                    <a:gd name="connsiteX3" fmla="*/ 318373 w 484632"/>
                    <a:gd name="connsiteY3" fmla="*/ 120650 h 637448"/>
                    <a:gd name="connsiteX4" fmla="*/ 363474 w 484632"/>
                    <a:gd name="connsiteY4" fmla="*/ 395132 h 637448"/>
                    <a:gd name="connsiteX5" fmla="*/ 484632 w 484632"/>
                    <a:gd name="connsiteY5" fmla="*/ 395132 h 637448"/>
                    <a:gd name="connsiteX6" fmla="*/ 242316 w 484632"/>
                    <a:gd name="connsiteY6" fmla="*/ 637448 h 637448"/>
                    <a:gd name="connsiteX7" fmla="*/ 0 w 484632"/>
                    <a:gd name="connsiteY7" fmla="*/ 395132 h 637448"/>
                    <a:gd name="connsiteX8" fmla="*/ 121158 w 484632"/>
                    <a:gd name="connsiteY8" fmla="*/ 395132 h 637448"/>
                    <a:gd name="connsiteX9" fmla="*/ 89773 w 484632"/>
                    <a:gd name="connsiteY9" fmla="*/ 171450 h 637448"/>
                    <a:gd name="connsiteX10" fmla="*/ 48941 w 484632"/>
                    <a:gd name="connsiteY10" fmla="*/ 69243 h 637448"/>
                    <a:gd name="connsiteX0-1" fmla="*/ 17934 w 484632"/>
                    <a:gd name="connsiteY0-2" fmla="*/ 0 h 637448"/>
                    <a:gd name="connsiteX1-3" fmla="*/ 273387 w 484632"/>
                    <a:gd name="connsiteY1-4" fmla="*/ 0 h 637448"/>
                    <a:gd name="connsiteX2-5" fmla="*/ 280433 w 484632"/>
                    <a:gd name="connsiteY2-6" fmla="*/ 17210 h 637448"/>
                    <a:gd name="connsiteX3-7" fmla="*/ 337423 w 484632"/>
                    <a:gd name="connsiteY3-8" fmla="*/ 120650 h 637448"/>
                    <a:gd name="connsiteX4-9" fmla="*/ 363474 w 484632"/>
                    <a:gd name="connsiteY4-10" fmla="*/ 395132 h 637448"/>
                    <a:gd name="connsiteX5-11" fmla="*/ 484632 w 484632"/>
                    <a:gd name="connsiteY5-12" fmla="*/ 395132 h 637448"/>
                    <a:gd name="connsiteX6-13" fmla="*/ 242316 w 484632"/>
                    <a:gd name="connsiteY6-14" fmla="*/ 637448 h 637448"/>
                    <a:gd name="connsiteX7-15" fmla="*/ 0 w 484632"/>
                    <a:gd name="connsiteY7-16" fmla="*/ 395132 h 637448"/>
                    <a:gd name="connsiteX8-17" fmla="*/ 121158 w 484632"/>
                    <a:gd name="connsiteY8-18" fmla="*/ 395132 h 637448"/>
                    <a:gd name="connsiteX9-19" fmla="*/ 89773 w 484632"/>
                    <a:gd name="connsiteY9-20" fmla="*/ 171450 h 637448"/>
                    <a:gd name="connsiteX10-21" fmla="*/ 48941 w 484632"/>
                    <a:gd name="connsiteY10-22" fmla="*/ 69243 h 637448"/>
                    <a:gd name="connsiteX11" fmla="*/ 17934 w 484632"/>
                    <a:gd name="connsiteY11" fmla="*/ 0 h 637448"/>
                    <a:gd name="connsiteX0-23" fmla="*/ 17934 w 484632"/>
                    <a:gd name="connsiteY0-24" fmla="*/ 0 h 637448"/>
                    <a:gd name="connsiteX1-25" fmla="*/ 273387 w 484632"/>
                    <a:gd name="connsiteY1-26" fmla="*/ 0 h 637448"/>
                    <a:gd name="connsiteX2-27" fmla="*/ 280433 w 484632"/>
                    <a:gd name="connsiteY2-28" fmla="*/ 17210 h 637448"/>
                    <a:gd name="connsiteX3-29" fmla="*/ 337423 w 484632"/>
                    <a:gd name="connsiteY3-30" fmla="*/ 120650 h 637448"/>
                    <a:gd name="connsiteX4-31" fmla="*/ 363474 w 484632"/>
                    <a:gd name="connsiteY4-32" fmla="*/ 395132 h 637448"/>
                    <a:gd name="connsiteX5-33" fmla="*/ 484632 w 484632"/>
                    <a:gd name="connsiteY5-34" fmla="*/ 395132 h 637448"/>
                    <a:gd name="connsiteX6-35" fmla="*/ 242316 w 484632"/>
                    <a:gd name="connsiteY6-36" fmla="*/ 637448 h 637448"/>
                    <a:gd name="connsiteX7-37" fmla="*/ 0 w 484632"/>
                    <a:gd name="connsiteY7-38" fmla="*/ 395132 h 637448"/>
                    <a:gd name="connsiteX8-39" fmla="*/ 121158 w 484632"/>
                    <a:gd name="connsiteY8-40" fmla="*/ 395132 h 637448"/>
                    <a:gd name="connsiteX9-41" fmla="*/ 89773 w 484632"/>
                    <a:gd name="connsiteY9-42" fmla="*/ 171450 h 637448"/>
                    <a:gd name="connsiteX10-43" fmla="*/ 48941 w 484632"/>
                    <a:gd name="connsiteY10-44" fmla="*/ 69243 h 637448"/>
                    <a:gd name="connsiteX11-45" fmla="*/ 17934 w 484632"/>
                    <a:gd name="connsiteY11-46" fmla="*/ 0 h 637448"/>
                    <a:gd name="connsiteX0-47" fmla="*/ 17934 w 484632"/>
                    <a:gd name="connsiteY0-48" fmla="*/ 0 h 637448"/>
                    <a:gd name="connsiteX1-49" fmla="*/ 273387 w 484632"/>
                    <a:gd name="connsiteY1-50" fmla="*/ 0 h 637448"/>
                    <a:gd name="connsiteX2-51" fmla="*/ 280433 w 484632"/>
                    <a:gd name="connsiteY2-52" fmla="*/ 17210 h 637448"/>
                    <a:gd name="connsiteX3-53" fmla="*/ 337423 w 484632"/>
                    <a:gd name="connsiteY3-54" fmla="*/ 120650 h 637448"/>
                    <a:gd name="connsiteX4-55" fmla="*/ 363474 w 484632"/>
                    <a:gd name="connsiteY4-56" fmla="*/ 395132 h 637448"/>
                    <a:gd name="connsiteX5-57" fmla="*/ 484632 w 484632"/>
                    <a:gd name="connsiteY5-58" fmla="*/ 395132 h 637448"/>
                    <a:gd name="connsiteX6-59" fmla="*/ 242316 w 484632"/>
                    <a:gd name="connsiteY6-60" fmla="*/ 637448 h 637448"/>
                    <a:gd name="connsiteX7-61" fmla="*/ 0 w 484632"/>
                    <a:gd name="connsiteY7-62" fmla="*/ 395132 h 637448"/>
                    <a:gd name="connsiteX8-63" fmla="*/ 121158 w 484632"/>
                    <a:gd name="connsiteY8-64" fmla="*/ 395132 h 637448"/>
                    <a:gd name="connsiteX9-65" fmla="*/ 89773 w 484632"/>
                    <a:gd name="connsiteY9-66" fmla="*/ 171450 h 637448"/>
                    <a:gd name="connsiteX10-67" fmla="*/ 48941 w 484632"/>
                    <a:gd name="connsiteY10-68" fmla="*/ 69243 h 637448"/>
                    <a:gd name="connsiteX11-69" fmla="*/ 17934 w 484632"/>
                    <a:gd name="connsiteY11-70" fmla="*/ 0 h 637448"/>
                    <a:gd name="connsiteX0-71" fmla="*/ 17934 w 484632"/>
                    <a:gd name="connsiteY0-72" fmla="*/ 0 h 637448"/>
                    <a:gd name="connsiteX1-73" fmla="*/ 273387 w 484632"/>
                    <a:gd name="connsiteY1-74" fmla="*/ 0 h 637448"/>
                    <a:gd name="connsiteX2-75" fmla="*/ 305833 w 484632"/>
                    <a:gd name="connsiteY2-76" fmla="*/ 10860 h 637448"/>
                    <a:gd name="connsiteX3-77" fmla="*/ 337423 w 484632"/>
                    <a:gd name="connsiteY3-78" fmla="*/ 120650 h 637448"/>
                    <a:gd name="connsiteX4-79" fmla="*/ 363474 w 484632"/>
                    <a:gd name="connsiteY4-80" fmla="*/ 395132 h 637448"/>
                    <a:gd name="connsiteX5-81" fmla="*/ 484632 w 484632"/>
                    <a:gd name="connsiteY5-82" fmla="*/ 395132 h 637448"/>
                    <a:gd name="connsiteX6-83" fmla="*/ 242316 w 484632"/>
                    <a:gd name="connsiteY6-84" fmla="*/ 637448 h 637448"/>
                    <a:gd name="connsiteX7-85" fmla="*/ 0 w 484632"/>
                    <a:gd name="connsiteY7-86" fmla="*/ 395132 h 637448"/>
                    <a:gd name="connsiteX8-87" fmla="*/ 121158 w 484632"/>
                    <a:gd name="connsiteY8-88" fmla="*/ 395132 h 637448"/>
                    <a:gd name="connsiteX9-89" fmla="*/ 89773 w 484632"/>
                    <a:gd name="connsiteY9-90" fmla="*/ 171450 h 637448"/>
                    <a:gd name="connsiteX10-91" fmla="*/ 48941 w 484632"/>
                    <a:gd name="connsiteY10-92" fmla="*/ 69243 h 637448"/>
                    <a:gd name="connsiteX11-93" fmla="*/ 17934 w 484632"/>
                    <a:gd name="connsiteY11-94" fmla="*/ 0 h 637448"/>
                    <a:gd name="connsiteX0-95" fmla="*/ 17934 w 484632"/>
                    <a:gd name="connsiteY0-96" fmla="*/ 0 h 637448"/>
                    <a:gd name="connsiteX1-97" fmla="*/ 273387 w 484632"/>
                    <a:gd name="connsiteY1-98" fmla="*/ 0 h 637448"/>
                    <a:gd name="connsiteX2-99" fmla="*/ 305833 w 484632"/>
                    <a:gd name="connsiteY2-100" fmla="*/ 10860 h 637448"/>
                    <a:gd name="connsiteX3-101" fmla="*/ 337423 w 484632"/>
                    <a:gd name="connsiteY3-102" fmla="*/ 120650 h 637448"/>
                    <a:gd name="connsiteX4-103" fmla="*/ 363474 w 484632"/>
                    <a:gd name="connsiteY4-104" fmla="*/ 395132 h 637448"/>
                    <a:gd name="connsiteX5-105" fmla="*/ 484632 w 484632"/>
                    <a:gd name="connsiteY5-106" fmla="*/ 395132 h 637448"/>
                    <a:gd name="connsiteX6-107" fmla="*/ 242316 w 484632"/>
                    <a:gd name="connsiteY6-108" fmla="*/ 637448 h 637448"/>
                    <a:gd name="connsiteX7-109" fmla="*/ 0 w 484632"/>
                    <a:gd name="connsiteY7-110" fmla="*/ 395132 h 637448"/>
                    <a:gd name="connsiteX8-111" fmla="*/ 121158 w 484632"/>
                    <a:gd name="connsiteY8-112" fmla="*/ 395132 h 637448"/>
                    <a:gd name="connsiteX9-113" fmla="*/ 121523 w 484632"/>
                    <a:gd name="connsiteY9-114" fmla="*/ 165100 h 637448"/>
                    <a:gd name="connsiteX10-115" fmla="*/ 48941 w 484632"/>
                    <a:gd name="connsiteY10-116" fmla="*/ 69243 h 637448"/>
                    <a:gd name="connsiteX11-117" fmla="*/ 17934 w 484632"/>
                    <a:gd name="connsiteY11-118" fmla="*/ 0 h 637448"/>
                    <a:gd name="connsiteX0-119" fmla="*/ 17934 w 484632"/>
                    <a:gd name="connsiteY0-120" fmla="*/ 0 h 637448"/>
                    <a:gd name="connsiteX1-121" fmla="*/ 273387 w 484632"/>
                    <a:gd name="connsiteY1-122" fmla="*/ 0 h 637448"/>
                    <a:gd name="connsiteX2-123" fmla="*/ 305833 w 484632"/>
                    <a:gd name="connsiteY2-124" fmla="*/ 10860 h 637448"/>
                    <a:gd name="connsiteX3-125" fmla="*/ 337423 w 484632"/>
                    <a:gd name="connsiteY3-126" fmla="*/ 120650 h 637448"/>
                    <a:gd name="connsiteX4-127" fmla="*/ 363474 w 484632"/>
                    <a:gd name="connsiteY4-128" fmla="*/ 395132 h 637448"/>
                    <a:gd name="connsiteX5-129" fmla="*/ 484632 w 484632"/>
                    <a:gd name="connsiteY5-130" fmla="*/ 395132 h 637448"/>
                    <a:gd name="connsiteX6-131" fmla="*/ 242316 w 484632"/>
                    <a:gd name="connsiteY6-132" fmla="*/ 637448 h 637448"/>
                    <a:gd name="connsiteX7-133" fmla="*/ 0 w 484632"/>
                    <a:gd name="connsiteY7-134" fmla="*/ 395132 h 637448"/>
                    <a:gd name="connsiteX8-135" fmla="*/ 121158 w 484632"/>
                    <a:gd name="connsiteY8-136" fmla="*/ 395132 h 637448"/>
                    <a:gd name="connsiteX9-137" fmla="*/ 121523 w 484632"/>
                    <a:gd name="connsiteY9-138" fmla="*/ 165100 h 637448"/>
                    <a:gd name="connsiteX10-139" fmla="*/ 106091 w 484632"/>
                    <a:gd name="connsiteY10-140" fmla="*/ 62893 h 637448"/>
                    <a:gd name="connsiteX11-141" fmla="*/ 17934 w 484632"/>
                    <a:gd name="connsiteY11-142" fmla="*/ 0 h 637448"/>
                    <a:gd name="connsiteX0-143" fmla="*/ 87784 w 484632"/>
                    <a:gd name="connsiteY0-144" fmla="*/ 0 h 637448"/>
                    <a:gd name="connsiteX1-145" fmla="*/ 273387 w 484632"/>
                    <a:gd name="connsiteY1-146" fmla="*/ 0 h 637448"/>
                    <a:gd name="connsiteX2-147" fmla="*/ 305833 w 484632"/>
                    <a:gd name="connsiteY2-148" fmla="*/ 10860 h 637448"/>
                    <a:gd name="connsiteX3-149" fmla="*/ 337423 w 484632"/>
                    <a:gd name="connsiteY3-150" fmla="*/ 120650 h 637448"/>
                    <a:gd name="connsiteX4-151" fmla="*/ 363474 w 484632"/>
                    <a:gd name="connsiteY4-152" fmla="*/ 395132 h 637448"/>
                    <a:gd name="connsiteX5-153" fmla="*/ 484632 w 484632"/>
                    <a:gd name="connsiteY5-154" fmla="*/ 395132 h 637448"/>
                    <a:gd name="connsiteX6-155" fmla="*/ 242316 w 484632"/>
                    <a:gd name="connsiteY6-156" fmla="*/ 637448 h 637448"/>
                    <a:gd name="connsiteX7-157" fmla="*/ 0 w 484632"/>
                    <a:gd name="connsiteY7-158" fmla="*/ 395132 h 637448"/>
                    <a:gd name="connsiteX8-159" fmla="*/ 121158 w 484632"/>
                    <a:gd name="connsiteY8-160" fmla="*/ 395132 h 637448"/>
                    <a:gd name="connsiteX9-161" fmla="*/ 121523 w 484632"/>
                    <a:gd name="connsiteY9-162" fmla="*/ 165100 h 637448"/>
                    <a:gd name="connsiteX10-163" fmla="*/ 106091 w 484632"/>
                    <a:gd name="connsiteY10-164" fmla="*/ 62893 h 637448"/>
                    <a:gd name="connsiteX11-165" fmla="*/ 87784 w 484632"/>
                    <a:gd name="connsiteY11-166" fmla="*/ 0 h 637448"/>
                    <a:gd name="connsiteX0-167" fmla="*/ 87784 w 484632"/>
                    <a:gd name="connsiteY0-168" fmla="*/ 6350 h 637448"/>
                    <a:gd name="connsiteX1-169" fmla="*/ 273387 w 484632"/>
                    <a:gd name="connsiteY1-170" fmla="*/ 0 h 637448"/>
                    <a:gd name="connsiteX2-171" fmla="*/ 305833 w 484632"/>
                    <a:gd name="connsiteY2-172" fmla="*/ 10860 h 637448"/>
                    <a:gd name="connsiteX3-173" fmla="*/ 337423 w 484632"/>
                    <a:gd name="connsiteY3-174" fmla="*/ 120650 h 637448"/>
                    <a:gd name="connsiteX4-175" fmla="*/ 363474 w 484632"/>
                    <a:gd name="connsiteY4-176" fmla="*/ 395132 h 637448"/>
                    <a:gd name="connsiteX5-177" fmla="*/ 484632 w 484632"/>
                    <a:gd name="connsiteY5-178" fmla="*/ 395132 h 637448"/>
                    <a:gd name="connsiteX6-179" fmla="*/ 242316 w 484632"/>
                    <a:gd name="connsiteY6-180" fmla="*/ 637448 h 637448"/>
                    <a:gd name="connsiteX7-181" fmla="*/ 0 w 484632"/>
                    <a:gd name="connsiteY7-182" fmla="*/ 395132 h 637448"/>
                    <a:gd name="connsiteX8-183" fmla="*/ 121158 w 484632"/>
                    <a:gd name="connsiteY8-184" fmla="*/ 395132 h 637448"/>
                    <a:gd name="connsiteX9-185" fmla="*/ 121523 w 484632"/>
                    <a:gd name="connsiteY9-186" fmla="*/ 165100 h 637448"/>
                    <a:gd name="connsiteX10-187" fmla="*/ 106091 w 484632"/>
                    <a:gd name="connsiteY10-188" fmla="*/ 62893 h 637448"/>
                    <a:gd name="connsiteX11-189" fmla="*/ 87784 w 484632"/>
                    <a:gd name="connsiteY11-190" fmla="*/ 6350 h 637448"/>
                    <a:gd name="connsiteX0-191" fmla="*/ 87784 w 484632"/>
                    <a:gd name="connsiteY0-192" fmla="*/ 6350 h 637448"/>
                    <a:gd name="connsiteX1-193" fmla="*/ 273387 w 484632"/>
                    <a:gd name="connsiteY1-194" fmla="*/ 0 h 637448"/>
                    <a:gd name="connsiteX2-195" fmla="*/ 337583 w 484632"/>
                    <a:gd name="connsiteY2-196" fmla="*/ 10860 h 637448"/>
                    <a:gd name="connsiteX3-197" fmla="*/ 337423 w 484632"/>
                    <a:gd name="connsiteY3-198" fmla="*/ 120650 h 637448"/>
                    <a:gd name="connsiteX4-199" fmla="*/ 363474 w 484632"/>
                    <a:gd name="connsiteY4-200" fmla="*/ 395132 h 637448"/>
                    <a:gd name="connsiteX5-201" fmla="*/ 484632 w 484632"/>
                    <a:gd name="connsiteY5-202" fmla="*/ 395132 h 637448"/>
                    <a:gd name="connsiteX6-203" fmla="*/ 242316 w 484632"/>
                    <a:gd name="connsiteY6-204" fmla="*/ 637448 h 637448"/>
                    <a:gd name="connsiteX7-205" fmla="*/ 0 w 484632"/>
                    <a:gd name="connsiteY7-206" fmla="*/ 395132 h 637448"/>
                    <a:gd name="connsiteX8-207" fmla="*/ 121158 w 484632"/>
                    <a:gd name="connsiteY8-208" fmla="*/ 395132 h 637448"/>
                    <a:gd name="connsiteX9-209" fmla="*/ 121523 w 484632"/>
                    <a:gd name="connsiteY9-210" fmla="*/ 165100 h 637448"/>
                    <a:gd name="connsiteX10-211" fmla="*/ 106091 w 484632"/>
                    <a:gd name="connsiteY10-212" fmla="*/ 62893 h 637448"/>
                    <a:gd name="connsiteX11-213" fmla="*/ 87784 w 484632"/>
                    <a:gd name="connsiteY11-214" fmla="*/ 6350 h 637448"/>
                    <a:gd name="connsiteX0-215" fmla="*/ 87784 w 484632"/>
                    <a:gd name="connsiteY0-216" fmla="*/ 6350 h 637448"/>
                    <a:gd name="connsiteX1-217" fmla="*/ 273387 w 484632"/>
                    <a:gd name="connsiteY1-218" fmla="*/ 0 h 637448"/>
                    <a:gd name="connsiteX2-219" fmla="*/ 305833 w 484632"/>
                    <a:gd name="connsiteY2-220" fmla="*/ 23560 h 637448"/>
                    <a:gd name="connsiteX3-221" fmla="*/ 337423 w 484632"/>
                    <a:gd name="connsiteY3-222" fmla="*/ 120650 h 637448"/>
                    <a:gd name="connsiteX4-223" fmla="*/ 363474 w 484632"/>
                    <a:gd name="connsiteY4-224" fmla="*/ 395132 h 637448"/>
                    <a:gd name="connsiteX5-225" fmla="*/ 484632 w 484632"/>
                    <a:gd name="connsiteY5-226" fmla="*/ 395132 h 637448"/>
                    <a:gd name="connsiteX6-227" fmla="*/ 242316 w 484632"/>
                    <a:gd name="connsiteY6-228" fmla="*/ 637448 h 637448"/>
                    <a:gd name="connsiteX7-229" fmla="*/ 0 w 484632"/>
                    <a:gd name="connsiteY7-230" fmla="*/ 395132 h 637448"/>
                    <a:gd name="connsiteX8-231" fmla="*/ 121158 w 484632"/>
                    <a:gd name="connsiteY8-232" fmla="*/ 395132 h 637448"/>
                    <a:gd name="connsiteX9-233" fmla="*/ 121523 w 484632"/>
                    <a:gd name="connsiteY9-234" fmla="*/ 165100 h 637448"/>
                    <a:gd name="connsiteX10-235" fmla="*/ 106091 w 484632"/>
                    <a:gd name="connsiteY10-236" fmla="*/ 62893 h 637448"/>
                    <a:gd name="connsiteX11-237" fmla="*/ 87784 w 484632"/>
                    <a:gd name="connsiteY11-238" fmla="*/ 6350 h 637448"/>
                    <a:gd name="connsiteX0-239" fmla="*/ 87784 w 484632"/>
                    <a:gd name="connsiteY0-240" fmla="*/ 6350 h 637448"/>
                    <a:gd name="connsiteX1-241" fmla="*/ 273387 w 484632"/>
                    <a:gd name="connsiteY1-242" fmla="*/ 0 h 637448"/>
                    <a:gd name="connsiteX2-243" fmla="*/ 305833 w 484632"/>
                    <a:gd name="connsiteY2-244" fmla="*/ 23560 h 637448"/>
                    <a:gd name="connsiteX3-245" fmla="*/ 337423 w 484632"/>
                    <a:gd name="connsiteY3-246" fmla="*/ 120650 h 637448"/>
                    <a:gd name="connsiteX4-247" fmla="*/ 350123 w 484632"/>
                    <a:gd name="connsiteY4-248" fmla="*/ 292100 h 637448"/>
                    <a:gd name="connsiteX5-249" fmla="*/ 363474 w 484632"/>
                    <a:gd name="connsiteY5-250" fmla="*/ 395132 h 637448"/>
                    <a:gd name="connsiteX6-251" fmla="*/ 484632 w 484632"/>
                    <a:gd name="connsiteY6-252" fmla="*/ 395132 h 637448"/>
                    <a:gd name="connsiteX7-253" fmla="*/ 242316 w 484632"/>
                    <a:gd name="connsiteY7-254" fmla="*/ 637448 h 637448"/>
                    <a:gd name="connsiteX8-255" fmla="*/ 0 w 484632"/>
                    <a:gd name="connsiteY8-256" fmla="*/ 395132 h 637448"/>
                    <a:gd name="connsiteX9-257" fmla="*/ 121158 w 484632"/>
                    <a:gd name="connsiteY9-258" fmla="*/ 395132 h 637448"/>
                    <a:gd name="connsiteX10-259" fmla="*/ 121523 w 484632"/>
                    <a:gd name="connsiteY10-260" fmla="*/ 165100 h 637448"/>
                    <a:gd name="connsiteX11-261" fmla="*/ 106091 w 484632"/>
                    <a:gd name="connsiteY11-262" fmla="*/ 62893 h 637448"/>
                    <a:gd name="connsiteX12" fmla="*/ 87784 w 484632"/>
                    <a:gd name="connsiteY12" fmla="*/ 6350 h 637448"/>
                    <a:gd name="connsiteX0-263" fmla="*/ 87784 w 484632"/>
                    <a:gd name="connsiteY0-264" fmla="*/ 6350 h 637448"/>
                    <a:gd name="connsiteX1-265" fmla="*/ 273387 w 484632"/>
                    <a:gd name="connsiteY1-266" fmla="*/ 0 h 637448"/>
                    <a:gd name="connsiteX2-267" fmla="*/ 305833 w 484632"/>
                    <a:gd name="connsiteY2-268" fmla="*/ 23560 h 637448"/>
                    <a:gd name="connsiteX3-269" fmla="*/ 337423 w 484632"/>
                    <a:gd name="connsiteY3-270" fmla="*/ 120650 h 637448"/>
                    <a:gd name="connsiteX4-271" fmla="*/ 350123 w 484632"/>
                    <a:gd name="connsiteY4-272" fmla="*/ 292100 h 637448"/>
                    <a:gd name="connsiteX5-273" fmla="*/ 363474 w 484632"/>
                    <a:gd name="connsiteY5-274" fmla="*/ 395132 h 637448"/>
                    <a:gd name="connsiteX6-275" fmla="*/ 484632 w 484632"/>
                    <a:gd name="connsiteY6-276" fmla="*/ 395132 h 637448"/>
                    <a:gd name="connsiteX7-277" fmla="*/ 242316 w 484632"/>
                    <a:gd name="connsiteY7-278" fmla="*/ 637448 h 637448"/>
                    <a:gd name="connsiteX8-279" fmla="*/ 0 w 484632"/>
                    <a:gd name="connsiteY8-280" fmla="*/ 395132 h 637448"/>
                    <a:gd name="connsiteX9-281" fmla="*/ 121158 w 484632"/>
                    <a:gd name="connsiteY9-282" fmla="*/ 395132 h 637448"/>
                    <a:gd name="connsiteX10-283" fmla="*/ 128666 w 484632"/>
                    <a:gd name="connsiteY10-284" fmla="*/ 165100 h 637448"/>
                    <a:gd name="connsiteX11-285" fmla="*/ 106091 w 484632"/>
                    <a:gd name="connsiteY11-286" fmla="*/ 62893 h 637448"/>
                    <a:gd name="connsiteX12-287" fmla="*/ 87784 w 484632"/>
                    <a:gd name="connsiteY12-288" fmla="*/ 6350 h 637448"/>
                    <a:gd name="connsiteX0-289" fmla="*/ 87784 w 484632"/>
                    <a:gd name="connsiteY0-290" fmla="*/ 6350 h 637448"/>
                    <a:gd name="connsiteX1-291" fmla="*/ 273387 w 484632"/>
                    <a:gd name="connsiteY1-292" fmla="*/ 0 h 637448"/>
                    <a:gd name="connsiteX2-293" fmla="*/ 305833 w 484632"/>
                    <a:gd name="connsiteY2-294" fmla="*/ 23560 h 637448"/>
                    <a:gd name="connsiteX3-295" fmla="*/ 337423 w 484632"/>
                    <a:gd name="connsiteY3-296" fmla="*/ 120650 h 637448"/>
                    <a:gd name="connsiteX4-297" fmla="*/ 350123 w 484632"/>
                    <a:gd name="connsiteY4-298" fmla="*/ 292100 h 637448"/>
                    <a:gd name="connsiteX5-299" fmla="*/ 363474 w 484632"/>
                    <a:gd name="connsiteY5-300" fmla="*/ 395132 h 637448"/>
                    <a:gd name="connsiteX6-301" fmla="*/ 484632 w 484632"/>
                    <a:gd name="connsiteY6-302" fmla="*/ 395132 h 637448"/>
                    <a:gd name="connsiteX7-303" fmla="*/ 242316 w 484632"/>
                    <a:gd name="connsiteY7-304" fmla="*/ 637448 h 637448"/>
                    <a:gd name="connsiteX8-305" fmla="*/ 0 w 484632"/>
                    <a:gd name="connsiteY8-306" fmla="*/ 395132 h 637448"/>
                    <a:gd name="connsiteX9-307" fmla="*/ 121158 w 484632"/>
                    <a:gd name="connsiteY9-308" fmla="*/ 395132 h 637448"/>
                    <a:gd name="connsiteX10-309" fmla="*/ 128666 w 484632"/>
                    <a:gd name="connsiteY10-310" fmla="*/ 165100 h 637448"/>
                    <a:gd name="connsiteX11-311" fmla="*/ 106091 w 484632"/>
                    <a:gd name="connsiteY11-312" fmla="*/ 62893 h 637448"/>
                    <a:gd name="connsiteX12-313" fmla="*/ 87784 w 484632"/>
                    <a:gd name="connsiteY12-314" fmla="*/ 6350 h 637448"/>
                    <a:gd name="connsiteX0-315" fmla="*/ 87784 w 484632"/>
                    <a:gd name="connsiteY0-316" fmla="*/ 6350 h 637448"/>
                    <a:gd name="connsiteX1-317" fmla="*/ 273387 w 484632"/>
                    <a:gd name="connsiteY1-318" fmla="*/ 0 h 637448"/>
                    <a:gd name="connsiteX2-319" fmla="*/ 305833 w 484632"/>
                    <a:gd name="connsiteY2-320" fmla="*/ 23560 h 637448"/>
                    <a:gd name="connsiteX3-321" fmla="*/ 337423 w 484632"/>
                    <a:gd name="connsiteY3-322" fmla="*/ 120650 h 637448"/>
                    <a:gd name="connsiteX4-323" fmla="*/ 350123 w 484632"/>
                    <a:gd name="connsiteY4-324" fmla="*/ 292100 h 637448"/>
                    <a:gd name="connsiteX5-325" fmla="*/ 363474 w 484632"/>
                    <a:gd name="connsiteY5-326" fmla="*/ 395132 h 637448"/>
                    <a:gd name="connsiteX6-327" fmla="*/ 484632 w 484632"/>
                    <a:gd name="connsiteY6-328" fmla="*/ 395132 h 637448"/>
                    <a:gd name="connsiteX7-329" fmla="*/ 242316 w 484632"/>
                    <a:gd name="connsiteY7-330" fmla="*/ 637448 h 637448"/>
                    <a:gd name="connsiteX8-331" fmla="*/ 0 w 484632"/>
                    <a:gd name="connsiteY8-332" fmla="*/ 395132 h 637448"/>
                    <a:gd name="connsiteX9-333" fmla="*/ 121158 w 484632"/>
                    <a:gd name="connsiteY9-334" fmla="*/ 395132 h 637448"/>
                    <a:gd name="connsiteX10-335" fmla="*/ 128666 w 484632"/>
                    <a:gd name="connsiteY10-336" fmla="*/ 165100 h 637448"/>
                    <a:gd name="connsiteX11-337" fmla="*/ 106091 w 484632"/>
                    <a:gd name="connsiteY11-338" fmla="*/ 62893 h 637448"/>
                    <a:gd name="connsiteX12-339" fmla="*/ 87784 w 484632"/>
                    <a:gd name="connsiteY12-340" fmla="*/ 6350 h 637448"/>
                    <a:gd name="connsiteX0-341" fmla="*/ 87784 w 484632"/>
                    <a:gd name="connsiteY0-342" fmla="*/ 6350 h 637448"/>
                    <a:gd name="connsiteX1-343" fmla="*/ 273387 w 484632"/>
                    <a:gd name="connsiteY1-344" fmla="*/ 0 h 637448"/>
                    <a:gd name="connsiteX2-345" fmla="*/ 305833 w 484632"/>
                    <a:gd name="connsiteY2-346" fmla="*/ 23560 h 637448"/>
                    <a:gd name="connsiteX3-347" fmla="*/ 337423 w 484632"/>
                    <a:gd name="connsiteY3-348" fmla="*/ 120650 h 637448"/>
                    <a:gd name="connsiteX4-349" fmla="*/ 350123 w 484632"/>
                    <a:gd name="connsiteY4-350" fmla="*/ 292100 h 637448"/>
                    <a:gd name="connsiteX5-351" fmla="*/ 363474 w 484632"/>
                    <a:gd name="connsiteY5-352" fmla="*/ 395132 h 637448"/>
                    <a:gd name="connsiteX6-353" fmla="*/ 484632 w 484632"/>
                    <a:gd name="connsiteY6-354" fmla="*/ 395132 h 637448"/>
                    <a:gd name="connsiteX7-355" fmla="*/ 242316 w 484632"/>
                    <a:gd name="connsiteY7-356" fmla="*/ 637448 h 637448"/>
                    <a:gd name="connsiteX8-357" fmla="*/ 0 w 484632"/>
                    <a:gd name="connsiteY8-358" fmla="*/ 395132 h 637448"/>
                    <a:gd name="connsiteX9-359" fmla="*/ 121158 w 484632"/>
                    <a:gd name="connsiteY9-360" fmla="*/ 395132 h 637448"/>
                    <a:gd name="connsiteX10-361" fmla="*/ 128666 w 484632"/>
                    <a:gd name="connsiteY10-362" fmla="*/ 165100 h 637448"/>
                    <a:gd name="connsiteX11-363" fmla="*/ 106091 w 484632"/>
                    <a:gd name="connsiteY11-364" fmla="*/ 62893 h 637448"/>
                    <a:gd name="connsiteX12-365" fmla="*/ 87784 w 484632"/>
                    <a:gd name="connsiteY12-366" fmla="*/ 6350 h 637448"/>
                    <a:gd name="connsiteX0-367" fmla="*/ 87784 w 484632"/>
                    <a:gd name="connsiteY0-368" fmla="*/ 6350 h 637448"/>
                    <a:gd name="connsiteX1-369" fmla="*/ 273387 w 484632"/>
                    <a:gd name="connsiteY1-370" fmla="*/ 0 h 637448"/>
                    <a:gd name="connsiteX2-371" fmla="*/ 305833 w 484632"/>
                    <a:gd name="connsiteY2-372" fmla="*/ 23560 h 637448"/>
                    <a:gd name="connsiteX3-373" fmla="*/ 337423 w 484632"/>
                    <a:gd name="connsiteY3-374" fmla="*/ 120650 h 637448"/>
                    <a:gd name="connsiteX4-375" fmla="*/ 350123 w 484632"/>
                    <a:gd name="connsiteY4-376" fmla="*/ 292100 h 637448"/>
                    <a:gd name="connsiteX5-377" fmla="*/ 363474 w 484632"/>
                    <a:gd name="connsiteY5-378" fmla="*/ 395132 h 637448"/>
                    <a:gd name="connsiteX6-379" fmla="*/ 484632 w 484632"/>
                    <a:gd name="connsiteY6-380" fmla="*/ 395132 h 637448"/>
                    <a:gd name="connsiteX7-381" fmla="*/ 242316 w 484632"/>
                    <a:gd name="connsiteY7-382" fmla="*/ 637448 h 637448"/>
                    <a:gd name="connsiteX8-383" fmla="*/ 0 w 484632"/>
                    <a:gd name="connsiteY8-384" fmla="*/ 395132 h 637448"/>
                    <a:gd name="connsiteX9-385" fmla="*/ 121158 w 484632"/>
                    <a:gd name="connsiteY9-386" fmla="*/ 395132 h 637448"/>
                    <a:gd name="connsiteX10-387" fmla="*/ 128666 w 484632"/>
                    <a:gd name="connsiteY10-388" fmla="*/ 165100 h 637448"/>
                    <a:gd name="connsiteX11-389" fmla="*/ 106091 w 484632"/>
                    <a:gd name="connsiteY11-390" fmla="*/ 62893 h 637448"/>
                    <a:gd name="connsiteX12-391" fmla="*/ 87784 w 484632"/>
                    <a:gd name="connsiteY12-392" fmla="*/ 6350 h 637448"/>
                    <a:gd name="connsiteX0-393" fmla="*/ 87784 w 484632"/>
                    <a:gd name="connsiteY0-394" fmla="*/ 6350 h 637448"/>
                    <a:gd name="connsiteX1-395" fmla="*/ 273387 w 484632"/>
                    <a:gd name="connsiteY1-396" fmla="*/ 0 h 637448"/>
                    <a:gd name="connsiteX2-397" fmla="*/ 305833 w 484632"/>
                    <a:gd name="connsiteY2-398" fmla="*/ 23560 h 637448"/>
                    <a:gd name="connsiteX3-399" fmla="*/ 337423 w 484632"/>
                    <a:gd name="connsiteY3-400" fmla="*/ 120650 h 637448"/>
                    <a:gd name="connsiteX4-401" fmla="*/ 350123 w 484632"/>
                    <a:gd name="connsiteY4-402" fmla="*/ 292100 h 637448"/>
                    <a:gd name="connsiteX5-403" fmla="*/ 363474 w 484632"/>
                    <a:gd name="connsiteY5-404" fmla="*/ 395132 h 637448"/>
                    <a:gd name="connsiteX6-405" fmla="*/ 484632 w 484632"/>
                    <a:gd name="connsiteY6-406" fmla="*/ 395132 h 637448"/>
                    <a:gd name="connsiteX7-407" fmla="*/ 242316 w 484632"/>
                    <a:gd name="connsiteY7-408" fmla="*/ 637448 h 637448"/>
                    <a:gd name="connsiteX8-409" fmla="*/ 0 w 484632"/>
                    <a:gd name="connsiteY8-410" fmla="*/ 395132 h 637448"/>
                    <a:gd name="connsiteX9-411" fmla="*/ 121158 w 484632"/>
                    <a:gd name="connsiteY9-412" fmla="*/ 395132 h 637448"/>
                    <a:gd name="connsiteX10-413" fmla="*/ 128666 w 484632"/>
                    <a:gd name="connsiteY10-414" fmla="*/ 165100 h 637448"/>
                    <a:gd name="connsiteX11-415" fmla="*/ 106091 w 484632"/>
                    <a:gd name="connsiteY11-416" fmla="*/ 62893 h 637448"/>
                    <a:gd name="connsiteX12-417" fmla="*/ 87784 w 484632"/>
                    <a:gd name="connsiteY12-418" fmla="*/ 6350 h 637448"/>
                  </a:gdLst>
                  <a:ahLst/>
                  <a:cxnLst>
                    <a:cxn ang="0">
                      <a:pos x="connsiteX0-393" y="connsiteY0-394"/>
                    </a:cxn>
                    <a:cxn ang="0">
                      <a:pos x="connsiteX1-395" y="connsiteY1-396"/>
                    </a:cxn>
                    <a:cxn ang="0">
                      <a:pos x="connsiteX2-397" y="connsiteY2-398"/>
                    </a:cxn>
                    <a:cxn ang="0">
                      <a:pos x="connsiteX3-399" y="connsiteY3-400"/>
                    </a:cxn>
                    <a:cxn ang="0">
                      <a:pos x="connsiteX4-401" y="connsiteY4-402"/>
                    </a:cxn>
                    <a:cxn ang="0">
                      <a:pos x="connsiteX5-403" y="connsiteY5-404"/>
                    </a:cxn>
                    <a:cxn ang="0">
                      <a:pos x="connsiteX6-405" y="connsiteY6-406"/>
                    </a:cxn>
                    <a:cxn ang="0">
                      <a:pos x="connsiteX7-407" y="connsiteY7-408"/>
                    </a:cxn>
                    <a:cxn ang="0">
                      <a:pos x="connsiteX8-409" y="connsiteY8-410"/>
                    </a:cxn>
                    <a:cxn ang="0">
                      <a:pos x="connsiteX9-411" y="connsiteY9-412"/>
                    </a:cxn>
                    <a:cxn ang="0">
                      <a:pos x="connsiteX10-413" y="connsiteY10-414"/>
                    </a:cxn>
                    <a:cxn ang="0">
                      <a:pos x="connsiteX11-415" y="connsiteY11-416"/>
                    </a:cxn>
                    <a:cxn ang="0">
                      <a:pos x="connsiteX12-417" y="connsiteY12-418"/>
                    </a:cxn>
                  </a:cxnLst>
                  <a:rect l="l" t="t" r="r" b="b"/>
                  <a:pathLst>
                    <a:path w="484632" h="637448">
                      <a:moveTo>
                        <a:pt x="87784" y="6350"/>
                      </a:moveTo>
                      <a:lnTo>
                        <a:pt x="273387" y="0"/>
                      </a:lnTo>
                      <a:lnTo>
                        <a:pt x="305833" y="23560"/>
                      </a:lnTo>
                      <a:cubicBezTo>
                        <a:pt x="320733" y="62310"/>
                        <a:pt x="327369" y="91832"/>
                        <a:pt x="337423" y="120650"/>
                      </a:cubicBezTo>
                      <a:cubicBezTo>
                        <a:pt x="343746" y="167523"/>
                        <a:pt x="345781" y="246353"/>
                        <a:pt x="350123" y="292100"/>
                      </a:cubicBezTo>
                      <a:cubicBezTo>
                        <a:pt x="354465" y="337847"/>
                        <a:pt x="339997" y="380077"/>
                        <a:pt x="363474" y="395132"/>
                      </a:cubicBezTo>
                      <a:lnTo>
                        <a:pt x="484632" y="395132"/>
                      </a:lnTo>
                      <a:lnTo>
                        <a:pt x="242316" y="637448"/>
                      </a:lnTo>
                      <a:lnTo>
                        <a:pt x="0" y="395132"/>
                      </a:lnTo>
                      <a:lnTo>
                        <a:pt x="121158" y="395132"/>
                      </a:lnTo>
                      <a:cubicBezTo>
                        <a:pt x="130828" y="357852"/>
                        <a:pt x="141570" y="242067"/>
                        <a:pt x="128666" y="165100"/>
                      </a:cubicBezTo>
                      <a:cubicBezTo>
                        <a:pt x="118643" y="119472"/>
                        <a:pt x="112573" y="101136"/>
                        <a:pt x="106091" y="62893"/>
                      </a:cubicBezTo>
                      <a:lnTo>
                        <a:pt x="87784" y="6350"/>
                      </a:lnTo>
                      <a:close/>
                    </a:path>
                  </a:pathLst>
                </a:custGeom>
                <a:solidFill>
                  <a:srgbClr val="A4C47E"/>
                </a:solidFill>
                <a:ln>
                  <a:noFill/>
                </a:ln>
              </p:spPr>
              <p:style>
                <a:lnRef idx="2">
                  <a:srgbClr val="0FA1AB">
                    <a:shade val="50000"/>
                  </a:srgbClr>
                </a:lnRef>
                <a:fillRef idx="1">
                  <a:srgbClr val="0FA1AB"/>
                </a:fillRef>
                <a:effectRef idx="0">
                  <a:srgbClr val="0FA1AB"/>
                </a:effectRef>
                <a:fontRef idx="minor">
                  <a:srgbClr val="FFFFFF"/>
                </a:fontRef>
              </p:style>
              <p:txBody>
                <a:bodyPr rtlCol="0" anchor="ctr">
                  <a:normAutofit/>
                </a:bodyPr>
                <a:lstStyle/>
                <a:p>
                  <a:pPr algn="ctr"/>
                  <a:endParaRPr lang="zh-CN" altLang="en-US">
                    <a:sym typeface="Arial" panose="020B0604020202020204" pitchFamily="34" charset="0"/>
                  </a:endParaRPr>
                </a:p>
              </p:txBody>
            </p:sp>
            <p:sp>
              <p:nvSpPr>
                <p:cNvPr id="62" name="任意多边形 61"/>
                <p:cNvSpPr/>
                <p:nvPr>
                  <p:custDataLst>
                    <p:tags r:id="rId14"/>
                  </p:custDataLst>
                </p:nvPr>
              </p:nvSpPr>
              <p:spPr>
                <a:xfrm>
                  <a:off x="7269877" y="3048000"/>
                  <a:ext cx="249630" cy="637448"/>
                </a:xfrm>
                <a:custGeom>
                  <a:avLst/>
                  <a:gdLst>
                    <a:gd name="connsiteX0" fmla="*/ 17934 w 249630"/>
                    <a:gd name="connsiteY0" fmla="*/ 0 h 637448"/>
                    <a:gd name="connsiteX1" fmla="*/ 125448 w 249630"/>
                    <a:gd name="connsiteY1" fmla="*/ 0 h 637448"/>
                    <a:gd name="connsiteX2" fmla="*/ 153677 w 249630"/>
                    <a:gd name="connsiteY2" fmla="*/ 56382 h 637448"/>
                    <a:gd name="connsiteX3" fmla="*/ 244011 w 249630"/>
                    <a:gd name="connsiteY3" fmla="*/ 628536 h 637448"/>
                    <a:gd name="connsiteX4" fmla="*/ 242721 w 249630"/>
                    <a:gd name="connsiteY4" fmla="*/ 637044 h 637448"/>
                    <a:gd name="connsiteX5" fmla="*/ 242316 w 249630"/>
                    <a:gd name="connsiteY5" fmla="*/ 637448 h 637448"/>
                    <a:gd name="connsiteX6" fmla="*/ 0 w 249630"/>
                    <a:gd name="connsiteY6" fmla="*/ 395132 h 637448"/>
                    <a:gd name="connsiteX7" fmla="*/ 121158 w 249630"/>
                    <a:gd name="connsiteY7" fmla="*/ 395132 h 637448"/>
                    <a:gd name="connsiteX8" fmla="*/ 89773 w 249630"/>
                    <a:gd name="connsiteY8" fmla="*/ 171450 h 637448"/>
                    <a:gd name="connsiteX9" fmla="*/ 48941 w 249630"/>
                    <a:gd name="connsiteY9" fmla="*/ 69243 h 637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9630" h="637448">
                      <a:moveTo>
                        <a:pt x="17934" y="0"/>
                      </a:moveTo>
                      <a:lnTo>
                        <a:pt x="125448" y="0"/>
                      </a:lnTo>
                      <a:lnTo>
                        <a:pt x="153677" y="56382"/>
                      </a:lnTo>
                      <a:cubicBezTo>
                        <a:pt x="232580" y="236753"/>
                        <a:pt x="263370" y="433895"/>
                        <a:pt x="244011" y="628536"/>
                      </a:cubicBezTo>
                      <a:lnTo>
                        <a:pt x="242721" y="637044"/>
                      </a:lnTo>
                      <a:lnTo>
                        <a:pt x="242316" y="637448"/>
                      </a:lnTo>
                      <a:lnTo>
                        <a:pt x="0" y="395132"/>
                      </a:lnTo>
                      <a:lnTo>
                        <a:pt x="121158" y="395132"/>
                      </a:lnTo>
                      <a:cubicBezTo>
                        <a:pt x="130828" y="357852"/>
                        <a:pt x="109821" y="243655"/>
                        <a:pt x="89773" y="171450"/>
                      </a:cubicBezTo>
                      <a:cubicBezTo>
                        <a:pt x="79750" y="135348"/>
                        <a:pt x="64948" y="102723"/>
                        <a:pt x="48941" y="69243"/>
                      </a:cubicBezTo>
                      <a:close/>
                    </a:path>
                  </a:pathLst>
                </a:custGeom>
                <a:gradFill>
                  <a:gsLst>
                    <a:gs pos="53000">
                      <a:srgbClr val="A4C47E">
                        <a:lumMod val="75000"/>
                      </a:srgbClr>
                    </a:gs>
                    <a:gs pos="0">
                      <a:srgbClr val="A4C47E">
                        <a:lumMod val="75000"/>
                        <a:alpha val="0"/>
                      </a:srgbClr>
                    </a:gs>
                    <a:gs pos="100000">
                      <a:srgbClr val="A4C47E">
                        <a:lumMod val="75000"/>
                      </a:srgbClr>
                    </a:gs>
                  </a:gsLst>
                  <a:lin ang="5400000" scaled="1"/>
                </a:gradFill>
                <a:ln>
                  <a:noFill/>
                </a:ln>
              </p:spPr>
              <p:style>
                <a:lnRef idx="2">
                  <a:srgbClr val="0FA1AB">
                    <a:shade val="50000"/>
                  </a:srgbClr>
                </a:lnRef>
                <a:fillRef idx="1">
                  <a:srgbClr val="0FA1AB"/>
                </a:fillRef>
                <a:effectRef idx="0">
                  <a:srgbClr val="0FA1AB"/>
                </a:effectRef>
                <a:fontRef idx="minor">
                  <a:srgbClr val="FFFFFF"/>
                </a:fontRef>
              </p:style>
              <p:txBody>
                <a:bodyPr rtlCol="0" anchor="ctr">
                  <a:normAutofit/>
                </a:bodyPr>
                <a:lstStyle/>
                <a:p>
                  <a:pPr algn="ctr"/>
                  <a:endParaRPr lang="zh-CN" altLang="en-US">
                    <a:sym typeface="Arial" panose="020B0604020202020204" pitchFamily="34" charset="0"/>
                  </a:endParaRPr>
                </a:p>
              </p:txBody>
            </p:sp>
          </p:grpSp>
          <p:grpSp>
            <p:nvGrpSpPr>
              <p:cNvPr id="63" name="组合 62"/>
              <p:cNvGrpSpPr/>
              <p:nvPr/>
            </p:nvGrpSpPr>
            <p:grpSpPr>
              <a:xfrm rot="7200000">
                <a:off x="5228836" y="4295958"/>
                <a:ext cx="642222" cy="844731"/>
                <a:chOff x="7237791" y="3049926"/>
                <a:chExt cx="484632" cy="637448"/>
              </a:xfrm>
            </p:grpSpPr>
            <p:sp>
              <p:nvSpPr>
                <p:cNvPr id="72" name="任意多边形 71"/>
                <p:cNvSpPr/>
                <p:nvPr>
                  <p:custDataLst>
                    <p:tags r:id="rId11"/>
                  </p:custDataLst>
                </p:nvPr>
              </p:nvSpPr>
              <p:spPr>
                <a:xfrm>
                  <a:off x="7237791" y="3049926"/>
                  <a:ext cx="484632" cy="637448"/>
                </a:xfrm>
                <a:custGeom>
                  <a:avLst/>
                  <a:gdLst>
                    <a:gd name="connsiteX0" fmla="*/ 17934 w 484632"/>
                    <a:gd name="connsiteY0" fmla="*/ 0 h 637448"/>
                    <a:gd name="connsiteX1" fmla="*/ 273387 w 484632"/>
                    <a:gd name="connsiteY1" fmla="*/ 0 h 637448"/>
                    <a:gd name="connsiteX2" fmla="*/ 280433 w 484632"/>
                    <a:gd name="connsiteY2" fmla="*/ 17210 h 637448"/>
                    <a:gd name="connsiteX3" fmla="*/ 318373 w 484632"/>
                    <a:gd name="connsiteY3" fmla="*/ 120650 h 637448"/>
                    <a:gd name="connsiteX4" fmla="*/ 363474 w 484632"/>
                    <a:gd name="connsiteY4" fmla="*/ 395132 h 637448"/>
                    <a:gd name="connsiteX5" fmla="*/ 484632 w 484632"/>
                    <a:gd name="connsiteY5" fmla="*/ 395132 h 637448"/>
                    <a:gd name="connsiteX6" fmla="*/ 242316 w 484632"/>
                    <a:gd name="connsiteY6" fmla="*/ 637448 h 637448"/>
                    <a:gd name="connsiteX7" fmla="*/ 0 w 484632"/>
                    <a:gd name="connsiteY7" fmla="*/ 395132 h 637448"/>
                    <a:gd name="connsiteX8" fmla="*/ 121158 w 484632"/>
                    <a:gd name="connsiteY8" fmla="*/ 395132 h 637448"/>
                    <a:gd name="connsiteX9" fmla="*/ 89773 w 484632"/>
                    <a:gd name="connsiteY9" fmla="*/ 171450 h 637448"/>
                    <a:gd name="connsiteX10" fmla="*/ 48941 w 484632"/>
                    <a:gd name="connsiteY10" fmla="*/ 69243 h 637448"/>
                    <a:gd name="connsiteX0-1" fmla="*/ 17934 w 484632"/>
                    <a:gd name="connsiteY0-2" fmla="*/ 0 h 637448"/>
                    <a:gd name="connsiteX1-3" fmla="*/ 273387 w 484632"/>
                    <a:gd name="connsiteY1-4" fmla="*/ 0 h 637448"/>
                    <a:gd name="connsiteX2-5" fmla="*/ 280433 w 484632"/>
                    <a:gd name="connsiteY2-6" fmla="*/ 17210 h 637448"/>
                    <a:gd name="connsiteX3-7" fmla="*/ 337423 w 484632"/>
                    <a:gd name="connsiteY3-8" fmla="*/ 120650 h 637448"/>
                    <a:gd name="connsiteX4-9" fmla="*/ 363474 w 484632"/>
                    <a:gd name="connsiteY4-10" fmla="*/ 395132 h 637448"/>
                    <a:gd name="connsiteX5-11" fmla="*/ 484632 w 484632"/>
                    <a:gd name="connsiteY5-12" fmla="*/ 395132 h 637448"/>
                    <a:gd name="connsiteX6-13" fmla="*/ 242316 w 484632"/>
                    <a:gd name="connsiteY6-14" fmla="*/ 637448 h 637448"/>
                    <a:gd name="connsiteX7-15" fmla="*/ 0 w 484632"/>
                    <a:gd name="connsiteY7-16" fmla="*/ 395132 h 637448"/>
                    <a:gd name="connsiteX8-17" fmla="*/ 121158 w 484632"/>
                    <a:gd name="connsiteY8-18" fmla="*/ 395132 h 637448"/>
                    <a:gd name="connsiteX9-19" fmla="*/ 89773 w 484632"/>
                    <a:gd name="connsiteY9-20" fmla="*/ 171450 h 637448"/>
                    <a:gd name="connsiteX10-21" fmla="*/ 48941 w 484632"/>
                    <a:gd name="connsiteY10-22" fmla="*/ 69243 h 637448"/>
                    <a:gd name="connsiteX11" fmla="*/ 17934 w 484632"/>
                    <a:gd name="connsiteY11" fmla="*/ 0 h 637448"/>
                    <a:gd name="connsiteX0-23" fmla="*/ 17934 w 484632"/>
                    <a:gd name="connsiteY0-24" fmla="*/ 0 h 637448"/>
                    <a:gd name="connsiteX1-25" fmla="*/ 273387 w 484632"/>
                    <a:gd name="connsiteY1-26" fmla="*/ 0 h 637448"/>
                    <a:gd name="connsiteX2-27" fmla="*/ 280433 w 484632"/>
                    <a:gd name="connsiteY2-28" fmla="*/ 17210 h 637448"/>
                    <a:gd name="connsiteX3-29" fmla="*/ 337423 w 484632"/>
                    <a:gd name="connsiteY3-30" fmla="*/ 120650 h 637448"/>
                    <a:gd name="connsiteX4-31" fmla="*/ 363474 w 484632"/>
                    <a:gd name="connsiteY4-32" fmla="*/ 395132 h 637448"/>
                    <a:gd name="connsiteX5-33" fmla="*/ 484632 w 484632"/>
                    <a:gd name="connsiteY5-34" fmla="*/ 395132 h 637448"/>
                    <a:gd name="connsiteX6-35" fmla="*/ 242316 w 484632"/>
                    <a:gd name="connsiteY6-36" fmla="*/ 637448 h 637448"/>
                    <a:gd name="connsiteX7-37" fmla="*/ 0 w 484632"/>
                    <a:gd name="connsiteY7-38" fmla="*/ 395132 h 637448"/>
                    <a:gd name="connsiteX8-39" fmla="*/ 121158 w 484632"/>
                    <a:gd name="connsiteY8-40" fmla="*/ 395132 h 637448"/>
                    <a:gd name="connsiteX9-41" fmla="*/ 89773 w 484632"/>
                    <a:gd name="connsiteY9-42" fmla="*/ 171450 h 637448"/>
                    <a:gd name="connsiteX10-43" fmla="*/ 48941 w 484632"/>
                    <a:gd name="connsiteY10-44" fmla="*/ 69243 h 637448"/>
                    <a:gd name="connsiteX11-45" fmla="*/ 17934 w 484632"/>
                    <a:gd name="connsiteY11-46" fmla="*/ 0 h 637448"/>
                    <a:gd name="connsiteX0-47" fmla="*/ 17934 w 484632"/>
                    <a:gd name="connsiteY0-48" fmla="*/ 0 h 637448"/>
                    <a:gd name="connsiteX1-49" fmla="*/ 273387 w 484632"/>
                    <a:gd name="connsiteY1-50" fmla="*/ 0 h 637448"/>
                    <a:gd name="connsiteX2-51" fmla="*/ 280433 w 484632"/>
                    <a:gd name="connsiteY2-52" fmla="*/ 17210 h 637448"/>
                    <a:gd name="connsiteX3-53" fmla="*/ 337423 w 484632"/>
                    <a:gd name="connsiteY3-54" fmla="*/ 120650 h 637448"/>
                    <a:gd name="connsiteX4-55" fmla="*/ 363474 w 484632"/>
                    <a:gd name="connsiteY4-56" fmla="*/ 395132 h 637448"/>
                    <a:gd name="connsiteX5-57" fmla="*/ 484632 w 484632"/>
                    <a:gd name="connsiteY5-58" fmla="*/ 395132 h 637448"/>
                    <a:gd name="connsiteX6-59" fmla="*/ 242316 w 484632"/>
                    <a:gd name="connsiteY6-60" fmla="*/ 637448 h 637448"/>
                    <a:gd name="connsiteX7-61" fmla="*/ 0 w 484632"/>
                    <a:gd name="connsiteY7-62" fmla="*/ 395132 h 637448"/>
                    <a:gd name="connsiteX8-63" fmla="*/ 121158 w 484632"/>
                    <a:gd name="connsiteY8-64" fmla="*/ 395132 h 637448"/>
                    <a:gd name="connsiteX9-65" fmla="*/ 89773 w 484632"/>
                    <a:gd name="connsiteY9-66" fmla="*/ 171450 h 637448"/>
                    <a:gd name="connsiteX10-67" fmla="*/ 48941 w 484632"/>
                    <a:gd name="connsiteY10-68" fmla="*/ 69243 h 637448"/>
                    <a:gd name="connsiteX11-69" fmla="*/ 17934 w 484632"/>
                    <a:gd name="connsiteY11-70" fmla="*/ 0 h 637448"/>
                    <a:gd name="connsiteX0-71" fmla="*/ 17934 w 484632"/>
                    <a:gd name="connsiteY0-72" fmla="*/ 0 h 637448"/>
                    <a:gd name="connsiteX1-73" fmla="*/ 273387 w 484632"/>
                    <a:gd name="connsiteY1-74" fmla="*/ 0 h 637448"/>
                    <a:gd name="connsiteX2-75" fmla="*/ 305833 w 484632"/>
                    <a:gd name="connsiteY2-76" fmla="*/ 10860 h 637448"/>
                    <a:gd name="connsiteX3-77" fmla="*/ 337423 w 484632"/>
                    <a:gd name="connsiteY3-78" fmla="*/ 120650 h 637448"/>
                    <a:gd name="connsiteX4-79" fmla="*/ 363474 w 484632"/>
                    <a:gd name="connsiteY4-80" fmla="*/ 395132 h 637448"/>
                    <a:gd name="connsiteX5-81" fmla="*/ 484632 w 484632"/>
                    <a:gd name="connsiteY5-82" fmla="*/ 395132 h 637448"/>
                    <a:gd name="connsiteX6-83" fmla="*/ 242316 w 484632"/>
                    <a:gd name="connsiteY6-84" fmla="*/ 637448 h 637448"/>
                    <a:gd name="connsiteX7-85" fmla="*/ 0 w 484632"/>
                    <a:gd name="connsiteY7-86" fmla="*/ 395132 h 637448"/>
                    <a:gd name="connsiteX8-87" fmla="*/ 121158 w 484632"/>
                    <a:gd name="connsiteY8-88" fmla="*/ 395132 h 637448"/>
                    <a:gd name="connsiteX9-89" fmla="*/ 89773 w 484632"/>
                    <a:gd name="connsiteY9-90" fmla="*/ 171450 h 637448"/>
                    <a:gd name="connsiteX10-91" fmla="*/ 48941 w 484632"/>
                    <a:gd name="connsiteY10-92" fmla="*/ 69243 h 637448"/>
                    <a:gd name="connsiteX11-93" fmla="*/ 17934 w 484632"/>
                    <a:gd name="connsiteY11-94" fmla="*/ 0 h 637448"/>
                    <a:gd name="connsiteX0-95" fmla="*/ 17934 w 484632"/>
                    <a:gd name="connsiteY0-96" fmla="*/ 0 h 637448"/>
                    <a:gd name="connsiteX1-97" fmla="*/ 273387 w 484632"/>
                    <a:gd name="connsiteY1-98" fmla="*/ 0 h 637448"/>
                    <a:gd name="connsiteX2-99" fmla="*/ 305833 w 484632"/>
                    <a:gd name="connsiteY2-100" fmla="*/ 10860 h 637448"/>
                    <a:gd name="connsiteX3-101" fmla="*/ 337423 w 484632"/>
                    <a:gd name="connsiteY3-102" fmla="*/ 120650 h 637448"/>
                    <a:gd name="connsiteX4-103" fmla="*/ 363474 w 484632"/>
                    <a:gd name="connsiteY4-104" fmla="*/ 395132 h 637448"/>
                    <a:gd name="connsiteX5-105" fmla="*/ 484632 w 484632"/>
                    <a:gd name="connsiteY5-106" fmla="*/ 395132 h 637448"/>
                    <a:gd name="connsiteX6-107" fmla="*/ 242316 w 484632"/>
                    <a:gd name="connsiteY6-108" fmla="*/ 637448 h 637448"/>
                    <a:gd name="connsiteX7-109" fmla="*/ 0 w 484632"/>
                    <a:gd name="connsiteY7-110" fmla="*/ 395132 h 637448"/>
                    <a:gd name="connsiteX8-111" fmla="*/ 121158 w 484632"/>
                    <a:gd name="connsiteY8-112" fmla="*/ 395132 h 637448"/>
                    <a:gd name="connsiteX9-113" fmla="*/ 121523 w 484632"/>
                    <a:gd name="connsiteY9-114" fmla="*/ 165100 h 637448"/>
                    <a:gd name="connsiteX10-115" fmla="*/ 48941 w 484632"/>
                    <a:gd name="connsiteY10-116" fmla="*/ 69243 h 637448"/>
                    <a:gd name="connsiteX11-117" fmla="*/ 17934 w 484632"/>
                    <a:gd name="connsiteY11-118" fmla="*/ 0 h 637448"/>
                    <a:gd name="connsiteX0-119" fmla="*/ 17934 w 484632"/>
                    <a:gd name="connsiteY0-120" fmla="*/ 0 h 637448"/>
                    <a:gd name="connsiteX1-121" fmla="*/ 273387 w 484632"/>
                    <a:gd name="connsiteY1-122" fmla="*/ 0 h 637448"/>
                    <a:gd name="connsiteX2-123" fmla="*/ 305833 w 484632"/>
                    <a:gd name="connsiteY2-124" fmla="*/ 10860 h 637448"/>
                    <a:gd name="connsiteX3-125" fmla="*/ 337423 w 484632"/>
                    <a:gd name="connsiteY3-126" fmla="*/ 120650 h 637448"/>
                    <a:gd name="connsiteX4-127" fmla="*/ 363474 w 484632"/>
                    <a:gd name="connsiteY4-128" fmla="*/ 395132 h 637448"/>
                    <a:gd name="connsiteX5-129" fmla="*/ 484632 w 484632"/>
                    <a:gd name="connsiteY5-130" fmla="*/ 395132 h 637448"/>
                    <a:gd name="connsiteX6-131" fmla="*/ 242316 w 484632"/>
                    <a:gd name="connsiteY6-132" fmla="*/ 637448 h 637448"/>
                    <a:gd name="connsiteX7-133" fmla="*/ 0 w 484632"/>
                    <a:gd name="connsiteY7-134" fmla="*/ 395132 h 637448"/>
                    <a:gd name="connsiteX8-135" fmla="*/ 121158 w 484632"/>
                    <a:gd name="connsiteY8-136" fmla="*/ 395132 h 637448"/>
                    <a:gd name="connsiteX9-137" fmla="*/ 121523 w 484632"/>
                    <a:gd name="connsiteY9-138" fmla="*/ 165100 h 637448"/>
                    <a:gd name="connsiteX10-139" fmla="*/ 106091 w 484632"/>
                    <a:gd name="connsiteY10-140" fmla="*/ 62893 h 637448"/>
                    <a:gd name="connsiteX11-141" fmla="*/ 17934 w 484632"/>
                    <a:gd name="connsiteY11-142" fmla="*/ 0 h 637448"/>
                    <a:gd name="connsiteX0-143" fmla="*/ 87784 w 484632"/>
                    <a:gd name="connsiteY0-144" fmla="*/ 0 h 637448"/>
                    <a:gd name="connsiteX1-145" fmla="*/ 273387 w 484632"/>
                    <a:gd name="connsiteY1-146" fmla="*/ 0 h 637448"/>
                    <a:gd name="connsiteX2-147" fmla="*/ 305833 w 484632"/>
                    <a:gd name="connsiteY2-148" fmla="*/ 10860 h 637448"/>
                    <a:gd name="connsiteX3-149" fmla="*/ 337423 w 484632"/>
                    <a:gd name="connsiteY3-150" fmla="*/ 120650 h 637448"/>
                    <a:gd name="connsiteX4-151" fmla="*/ 363474 w 484632"/>
                    <a:gd name="connsiteY4-152" fmla="*/ 395132 h 637448"/>
                    <a:gd name="connsiteX5-153" fmla="*/ 484632 w 484632"/>
                    <a:gd name="connsiteY5-154" fmla="*/ 395132 h 637448"/>
                    <a:gd name="connsiteX6-155" fmla="*/ 242316 w 484632"/>
                    <a:gd name="connsiteY6-156" fmla="*/ 637448 h 637448"/>
                    <a:gd name="connsiteX7-157" fmla="*/ 0 w 484632"/>
                    <a:gd name="connsiteY7-158" fmla="*/ 395132 h 637448"/>
                    <a:gd name="connsiteX8-159" fmla="*/ 121158 w 484632"/>
                    <a:gd name="connsiteY8-160" fmla="*/ 395132 h 637448"/>
                    <a:gd name="connsiteX9-161" fmla="*/ 121523 w 484632"/>
                    <a:gd name="connsiteY9-162" fmla="*/ 165100 h 637448"/>
                    <a:gd name="connsiteX10-163" fmla="*/ 106091 w 484632"/>
                    <a:gd name="connsiteY10-164" fmla="*/ 62893 h 637448"/>
                    <a:gd name="connsiteX11-165" fmla="*/ 87784 w 484632"/>
                    <a:gd name="connsiteY11-166" fmla="*/ 0 h 637448"/>
                    <a:gd name="connsiteX0-167" fmla="*/ 87784 w 484632"/>
                    <a:gd name="connsiteY0-168" fmla="*/ 6350 h 637448"/>
                    <a:gd name="connsiteX1-169" fmla="*/ 273387 w 484632"/>
                    <a:gd name="connsiteY1-170" fmla="*/ 0 h 637448"/>
                    <a:gd name="connsiteX2-171" fmla="*/ 305833 w 484632"/>
                    <a:gd name="connsiteY2-172" fmla="*/ 10860 h 637448"/>
                    <a:gd name="connsiteX3-173" fmla="*/ 337423 w 484632"/>
                    <a:gd name="connsiteY3-174" fmla="*/ 120650 h 637448"/>
                    <a:gd name="connsiteX4-175" fmla="*/ 363474 w 484632"/>
                    <a:gd name="connsiteY4-176" fmla="*/ 395132 h 637448"/>
                    <a:gd name="connsiteX5-177" fmla="*/ 484632 w 484632"/>
                    <a:gd name="connsiteY5-178" fmla="*/ 395132 h 637448"/>
                    <a:gd name="connsiteX6-179" fmla="*/ 242316 w 484632"/>
                    <a:gd name="connsiteY6-180" fmla="*/ 637448 h 637448"/>
                    <a:gd name="connsiteX7-181" fmla="*/ 0 w 484632"/>
                    <a:gd name="connsiteY7-182" fmla="*/ 395132 h 637448"/>
                    <a:gd name="connsiteX8-183" fmla="*/ 121158 w 484632"/>
                    <a:gd name="connsiteY8-184" fmla="*/ 395132 h 637448"/>
                    <a:gd name="connsiteX9-185" fmla="*/ 121523 w 484632"/>
                    <a:gd name="connsiteY9-186" fmla="*/ 165100 h 637448"/>
                    <a:gd name="connsiteX10-187" fmla="*/ 106091 w 484632"/>
                    <a:gd name="connsiteY10-188" fmla="*/ 62893 h 637448"/>
                    <a:gd name="connsiteX11-189" fmla="*/ 87784 w 484632"/>
                    <a:gd name="connsiteY11-190" fmla="*/ 6350 h 637448"/>
                    <a:gd name="connsiteX0-191" fmla="*/ 87784 w 484632"/>
                    <a:gd name="connsiteY0-192" fmla="*/ 6350 h 637448"/>
                    <a:gd name="connsiteX1-193" fmla="*/ 273387 w 484632"/>
                    <a:gd name="connsiteY1-194" fmla="*/ 0 h 637448"/>
                    <a:gd name="connsiteX2-195" fmla="*/ 337583 w 484632"/>
                    <a:gd name="connsiteY2-196" fmla="*/ 10860 h 637448"/>
                    <a:gd name="connsiteX3-197" fmla="*/ 337423 w 484632"/>
                    <a:gd name="connsiteY3-198" fmla="*/ 120650 h 637448"/>
                    <a:gd name="connsiteX4-199" fmla="*/ 363474 w 484632"/>
                    <a:gd name="connsiteY4-200" fmla="*/ 395132 h 637448"/>
                    <a:gd name="connsiteX5-201" fmla="*/ 484632 w 484632"/>
                    <a:gd name="connsiteY5-202" fmla="*/ 395132 h 637448"/>
                    <a:gd name="connsiteX6-203" fmla="*/ 242316 w 484632"/>
                    <a:gd name="connsiteY6-204" fmla="*/ 637448 h 637448"/>
                    <a:gd name="connsiteX7-205" fmla="*/ 0 w 484632"/>
                    <a:gd name="connsiteY7-206" fmla="*/ 395132 h 637448"/>
                    <a:gd name="connsiteX8-207" fmla="*/ 121158 w 484632"/>
                    <a:gd name="connsiteY8-208" fmla="*/ 395132 h 637448"/>
                    <a:gd name="connsiteX9-209" fmla="*/ 121523 w 484632"/>
                    <a:gd name="connsiteY9-210" fmla="*/ 165100 h 637448"/>
                    <a:gd name="connsiteX10-211" fmla="*/ 106091 w 484632"/>
                    <a:gd name="connsiteY10-212" fmla="*/ 62893 h 637448"/>
                    <a:gd name="connsiteX11-213" fmla="*/ 87784 w 484632"/>
                    <a:gd name="connsiteY11-214" fmla="*/ 6350 h 637448"/>
                    <a:gd name="connsiteX0-215" fmla="*/ 87784 w 484632"/>
                    <a:gd name="connsiteY0-216" fmla="*/ 6350 h 637448"/>
                    <a:gd name="connsiteX1-217" fmla="*/ 273387 w 484632"/>
                    <a:gd name="connsiteY1-218" fmla="*/ 0 h 637448"/>
                    <a:gd name="connsiteX2-219" fmla="*/ 305833 w 484632"/>
                    <a:gd name="connsiteY2-220" fmla="*/ 23560 h 637448"/>
                    <a:gd name="connsiteX3-221" fmla="*/ 337423 w 484632"/>
                    <a:gd name="connsiteY3-222" fmla="*/ 120650 h 637448"/>
                    <a:gd name="connsiteX4-223" fmla="*/ 363474 w 484632"/>
                    <a:gd name="connsiteY4-224" fmla="*/ 395132 h 637448"/>
                    <a:gd name="connsiteX5-225" fmla="*/ 484632 w 484632"/>
                    <a:gd name="connsiteY5-226" fmla="*/ 395132 h 637448"/>
                    <a:gd name="connsiteX6-227" fmla="*/ 242316 w 484632"/>
                    <a:gd name="connsiteY6-228" fmla="*/ 637448 h 637448"/>
                    <a:gd name="connsiteX7-229" fmla="*/ 0 w 484632"/>
                    <a:gd name="connsiteY7-230" fmla="*/ 395132 h 637448"/>
                    <a:gd name="connsiteX8-231" fmla="*/ 121158 w 484632"/>
                    <a:gd name="connsiteY8-232" fmla="*/ 395132 h 637448"/>
                    <a:gd name="connsiteX9-233" fmla="*/ 121523 w 484632"/>
                    <a:gd name="connsiteY9-234" fmla="*/ 165100 h 637448"/>
                    <a:gd name="connsiteX10-235" fmla="*/ 106091 w 484632"/>
                    <a:gd name="connsiteY10-236" fmla="*/ 62893 h 637448"/>
                    <a:gd name="connsiteX11-237" fmla="*/ 87784 w 484632"/>
                    <a:gd name="connsiteY11-238" fmla="*/ 6350 h 637448"/>
                    <a:gd name="connsiteX0-239" fmla="*/ 87784 w 484632"/>
                    <a:gd name="connsiteY0-240" fmla="*/ 6350 h 637448"/>
                    <a:gd name="connsiteX1-241" fmla="*/ 273387 w 484632"/>
                    <a:gd name="connsiteY1-242" fmla="*/ 0 h 637448"/>
                    <a:gd name="connsiteX2-243" fmla="*/ 305833 w 484632"/>
                    <a:gd name="connsiteY2-244" fmla="*/ 23560 h 637448"/>
                    <a:gd name="connsiteX3-245" fmla="*/ 337423 w 484632"/>
                    <a:gd name="connsiteY3-246" fmla="*/ 120650 h 637448"/>
                    <a:gd name="connsiteX4-247" fmla="*/ 350123 w 484632"/>
                    <a:gd name="connsiteY4-248" fmla="*/ 292100 h 637448"/>
                    <a:gd name="connsiteX5-249" fmla="*/ 363474 w 484632"/>
                    <a:gd name="connsiteY5-250" fmla="*/ 395132 h 637448"/>
                    <a:gd name="connsiteX6-251" fmla="*/ 484632 w 484632"/>
                    <a:gd name="connsiteY6-252" fmla="*/ 395132 h 637448"/>
                    <a:gd name="connsiteX7-253" fmla="*/ 242316 w 484632"/>
                    <a:gd name="connsiteY7-254" fmla="*/ 637448 h 637448"/>
                    <a:gd name="connsiteX8-255" fmla="*/ 0 w 484632"/>
                    <a:gd name="connsiteY8-256" fmla="*/ 395132 h 637448"/>
                    <a:gd name="connsiteX9-257" fmla="*/ 121158 w 484632"/>
                    <a:gd name="connsiteY9-258" fmla="*/ 395132 h 637448"/>
                    <a:gd name="connsiteX10-259" fmla="*/ 121523 w 484632"/>
                    <a:gd name="connsiteY10-260" fmla="*/ 165100 h 637448"/>
                    <a:gd name="connsiteX11-261" fmla="*/ 106091 w 484632"/>
                    <a:gd name="connsiteY11-262" fmla="*/ 62893 h 637448"/>
                    <a:gd name="connsiteX12" fmla="*/ 87784 w 484632"/>
                    <a:gd name="connsiteY12" fmla="*/ 6350 h 637448"/>
                    <a:gd name="connsiteX0-263" fmla="*/ 87784 w 484632"/>
                    <a:gd name="connsiteY0-264" fmla="*/ 6350 h 637448"/>
                    <a:gd name="connsiteX1-265" fmla="*/ 273387 w 484632"/>
                    <a:gd name="connsiteY1-266" fmla="*/ 0 h 637448"/>
                    <a:gd name="connsiteX2-267" fmla="*/ 305833 w 484632"/>
                    <a:gd name="connsiteY2-268" fmla="*/ 23560 h 637448"/>
                    <a:gd name="connsiteX3-269" fmla="*/ 337423 w 484632"/>
                    <a:gd name="connsiteY3-270" fmla="*/ 120650 h 637448"/>
                    <a:gd name="connsiteX4-271" fmla="*/ 350123 w 484632"/>
                    <a:gd name="connsiteY4-272" fmla="*/ 292100 h 637448"/>
                    <a:gd name="connsiteX5-273" fmla="*/ 363474 w 484632"/>
                    <a:gd name="connsiteY5-274" fmla="*/ 395132 h 637448"/>
                    <a:gd name="connsiteX6-275" fmla="*/ 484632 w 484632"/>
                    <a:gd name="connsiteY6-276" fmla="*/ 395132 h 637448"/>
                    <a:gd name="connsiteX7-277" fmla="*/ 242316 w 484632"/>
                    <a:gd name="connsiteY7-278" fmla="*/ 637448 h 637448"/>
                    <a:gd name="connsiteX8-279" fmla="*/ 0 w 484632"/>
                    <a:gd name="connsiteY8-280" fmla="*/ 395132 h 637448"/>
                    <a:gd name="connsiteX9-281" fmla="*/ 121158 w 484632"/>
                    <a:gd name="connsiteY9-282" fmla="*/ 395132 h 637448"/>
                    <a:gd name="connsiteX10-283" fmla="*/ 128666 w 484632"/>
                    <a:gd name="connsiteY10-284" fmla="*/ 165100 h 637448"/>
                    <a:gd name="connsiteX11-285" fmla="*/ 106091 w 484632"/>
                    <a:gd name="connsiteY11-286" fmla="*/ 62893 h 637448"/>
                    <a:gd name="connsiteX12-287" fmla="*/ 87784 w 484632"/>
                    <a:gd name="connsiteY12-288" fmla="*/ 6350 h 637448"/>
                    <a:gd name="connsiteX0-289" fmla="*/ 87784 w 484632"/>
                    <a:gd name="connsiteY0-290" fmla="*/ 6350 h 637448"/>
                    <a:gd name="connsiteX1-291" fmla="*/ 273387 w 484632"/>
                    <a:gd name="connsiteY1-292" fmla="*/ 0 h 637448"/>
                    <a:gd name="connsiteX2-293" fmla="*/ 305833 w 484632"/>
                    <a:gd name="connsiteY2-294" fmla="*/ 23560 h 637448"/>
                    <a:gd name="connsiteX3-295" fmla="*/ 337423 w 484632"/>
                    <a:gd name="connsiteY3-296" fmla="*/ 120650 h 637448"/>
                    <a:gd name="connsiteX4-297" fmla="*/ 350123 w 484632"/>
                    <a:gd name="connsiteY4-298" fmla="*/ 292100 h 637448"/>
                    <a:gd name="connsiteX5-299" fmla="*/ 363474 w 484632"/>
                    <a:gd name="connsiteY5-300" fmla="*/ 395132 h 637448"/>
                    <a:gd name="connsiteX6-301" fmla="*/ 484632 w 484632"/>
                    <a:gd name="connsiteY6-302" fmla="*/ 395132 h 637448"/>
                    <a:gd name="connsiteX7-303" fmla="*/ 242316 w 484632"/>
                    <a:gd name="connsiteY7-304" fmla="*/ 637448 h 637448"/>
                    <a:gd name="connsiteX8-305" fmla="*/ 0 w 484632"/>
                    <a:gd name="connsiteY8-306" fmla="*/ 395132 h 637448"/>
                    <a:gd name="connsiteX9-307" fmla="*/ 121158 w 484632"/>
                    <a:gd name="connsiteY9-308" fmla="*/ 395132 h 637448"/>
                    <a:gd name="connsiteX10-309" fmla="*/ 128666 w 484632"/>
                    <a:gd name="connsiteY10-310" fmla="*/ 165100 h 637448"/>
                    <a:gd name="connsiteX11-311" fmla="*/ 106091 w 484632"/>
                    <a:gd name="connsiteY11-312" fmla="*/ 62893 h 637448"/>
                    <a:gd name="connsiteX12-313" fmla="*/ 87784 w 484632"/>
                    <a:gd name="connsiteY12-314" fmla="*/ 6350 h 637448"/>
                    <a:gd name="connsiteX0-315" fmla="*/ 87784 w 484632"/>
                    <a:gd name="connsiteY0-316" fmla="*/ 6350 h 637448"/>
                    <a:gd name="connsiteX1-317" fmla="*/ 273387 w 484632"/>
                    <a:gd name="connsiteY1-318" fmla="*/ 0 h 637448"/>
                    <a:gd name="connsiteX2-319" fmla="*/ 305833 w 484632"/>
                    <a:gd name="connsiteY2-320" fmla="*/ 23560 h 637448"/>
                    <a:gd name="connsiteX3-321" fmla="*/ 337423 w 484632"/>
                    <a:gd name="connsiteY3-322" fmla="*/ 120650 h 637448"/>
                    <a:gd name="connsiteX4-323" fmla="*/ 350123 w 484632"/>
                    <a:gd name="connsiteY4-324" fmla="*/ 292100 h 637448"/>
                    <a:gd name="connsiteX5-325" fmla="*/ 363474 w 484632"/>
                    <a:gd name="connsiteY5-326" fmla="*/ 395132 h 637448"/>
                    <a:gd name="connsiteX6-327" fmla="*/ 484632 w 484632"/>
                    <a:gd name="connsiteY6-328" fmla="*/ 395132 h 637448"/>
                    <a:gd name="connsiteX7-329" fmla="*/ 242316 w 484632"/>
                    <a:gd name="connsiteY7-330" fmla="*/ 637448 h 637448"/>
                    <a:gd name="connsiteX8-331" fmla="*/ 0 w 484632"/>
                    <a:gd name="connsiteY8-332" fmla="*/ 395132 h 637448"/>
                    <a:gd name="connsiteX9-333" fmla="*/ 121158 w 484632"/>
                    <a:gd name="connsiteY9-334" fmla="*/ 395132 h 637448"/>
                    <a:gd name="connsiteX10-335" fmla="*/ 128666 w 484632"/>
                    <a:gd name="connsiteY10-336" fmla="*/ 165100 h 637448"/>
                    <a:gd name="connsiteX11-337" fmla="*/ 106091 w 484632"/>
                    <a:gd name="connsiteY11-338" fmla="*/ 62893 h 637448"/>
                    <a:gd name="connsiteX12-339" fmla="*/ 87784 w 484632"/>
                    <a:gd name="connsiteY12-340" fmla="*/ 6350 h 637448"/>
                    <a:gd name="connsiteX0-341" fmla="*/ 87784 w 484632"/>
                    <a:gd name="connsiteY0-342" fmla="*/ 6350 h 637448"/>
                    <a:gd name="connsiteX1-343" fmla="*/ 273387 w 484632"/>
                    <a:gd name="connsiteY1-344" fmla="*/ 0 h 637448"/>
                    <a:gd name="connsiteX2-345" fmla="*/ 305833 w 484632"/>
                    <a:gd name="connsiteY2-346" fmla="*/ 23560 h 637448"/>
                    <a:gd name="connsiteX3-347" fmla="*/ 337423 w 484632"/>
                    <a:gd name="connsiteY3-348" fmla="*/ 120650 h 637448"/>
                    <a:gd name="connsiteX4-349" fmla="*/ 350123 w 484632"/>
                    <a:gd name="connsiteY4-350" fmla="*/ 292100 h 637448"/>
                    <a:gd name="connsiteX5-351" fmla="*/ 363474 w 484632"/>
                    <a:gd name="connsiteY5-352" fmla="*/ 395132 h 637448"/>
                    <a:gd name="connsiteX6-353" fmla="*/ 484632 w 484632"/>
                    <a:gd name="connsiteY6-354" fmla="*/ 395132 h 637448"/>
                    <a:gd name="connsiteX7-355" fmla="*/ 242316 w 484632"/>
                    <a:gd name="connsiteY7-356" fmla="*/ 637448 h 637448"/>
                    <a:gd name="connsiteX8-357" fmla="*/ 0 w 484632"/>
                    <a:gd name="connsiteY8-358" fmla="*/ 395132 h 637448"/>
                    <a:gd name="connsiteX9-359" fmla="*/ 121158 w 484632"/>
                    <a:gd name="connsiteY9-360" fmla="*/ 395132 h 637448"/>
                    <a:gd name="connsiteX10-361" fmla="*/ 128666 w 484632"/>
                    <a:gd name="connsiteY10-362" fmla="*/ 165100 h 637448"/>
                    <a:gd name="connsiteX11-363" fmla="*/ 106091 w 484632"/>
                    <a:gd name="connsiteY11-364" fmla="*/ 62893 h 637448"/>
                    <a:gd name="connsiteX12-365" fmla="*/ 87784 w 484632"/>
                    <a:gd name="connsiteY12-366" fmla="*/ 6350 h 637448"/>
                    <a:gd name="connsiteX0-367" fmla="*/ 87784 w 484632"/>
                    <a:gd name="connsiteY0-368" fmla="*/ 6350 h 637448"/>
                    <a:gd name="connsiteX1-369" fmla="*/ 273387 w 484632"/>
                    <a:gd name="connsiteY1-370" fmla="*/ 0 h 637448"/>
                    <a:gd name="connsiteX2-371" fmla="*/ 305833 w 484632"/>
                    <a:gd name="connsiteY2-372" fmla="*/ 23560 h 637448"/>
                    <a:gd name="connsiteX3-373" fmla="*/ 337423 w 484632"/>
                    <a:gd name="connsiteY3-374" fmla="*/ 120650 h 637448"/>
                    <a:gd name="connsiteX4-375" fmla="*/ 350123 w 484632"/>
                    <a:gd name="connsiteY4-376" fmla="*/ 292100 h 637448"/>
                    <a:gd name="connsiteX5-377" fmla="*/ 363474 w 484632"/>
                    <a:gd name="connsiteY5-378" fmla="*/ 395132 h 637448"/>
                    <a:gd name="connsiteX6-379" fmla="*/ 484632 w 484632"/>
                    <a:gd name="connsiteY6-380" fmla="*/ 395132 h 637448"/>
                    <a:gd name="connsiteX7-381" fmla="*/ 242316 w 484632"/>
                    <a:gd name="connsiteY7-382" fmla="*/ 637448 h 637448"/>
                    <a:gd name="connsiteX8-383" fmla="*/ 0 w 484632"/>
                    <a:gd name="connsiteY8-384" fmla="*/ 395132 h 637448"/>
                    <a:gd name="connsiteX9-385" fmla="*/ 121158 w 484632"/>
                    <a:gd name="connsiteY9-386" fmla="*/ 395132 h 637448"/>
                    <a:gd name="connsiteX10-387" fmla="*/ 128666 w 484632"/>
                    <a:gd name="connsiteY10-388" fmla="*/ 165100 h 637448"/>
                    <a:gd name="connsiteX11-389" fmla="*/ 106091 w 484632"/>
                    <a:gd name="connsiteY11-390" fmla="*/ 62893 h 637448"/>
                    <a:gd name="connsiteX12-391" fmla="*/ 87784 w 484632"/>
                    <a:gd name="connsiteY12-392" fmla="*/ 6350 h 637448"/>
                    <a:gd name="connsiteX0-393" fmla="*/ 87784 w 484632"/>
                    <a:gd name="connsiteY0-394" fmla="*/ 6350 h 637448"/>
                    <a:gd name="connsiteX1-395" fmla="*/ 273387 w 484632"/>
                    <a:gd name="connsiteY1-396" fmla="*/ 0 h 637448"/>
                    <a:gd name="connsiteX2-397" fmla="*/ 305833 w 484632"/>
                    <a:gd name="connsiteY2-398" fmla="*/ 23560 h 637448"/>
                    <a:gd name="connsiteX3-399" fmla="*/ 337423 w 484632"/>
                    <a:gd name="connsiteY3-400" fmla="*/ 120650 h 637448"/>
                    <a:gd name="connsiteX4-401" fmla="*/ 350123 w 484632"/>
                    <a:gd name="connsiteY4-402" fmla="*/ 292100 h 637448"/>
                    <a:gd name="connsiteX5-403" fmla="*/ 363474 w 484632"/>
                    <a:gd name="connsiteY5-404" fmla="*/ 395132 h 637448"/>
                    <a:gd name="connsiteX6-405" fmla="*/ 484632 w 484632"/>
                    <a:gd name="connsiteY6-406" fmla="*/ 395132 h 637448"/>
                    <a:gd name="connsiteX7-407" fmla="*/ 242316 w 484632"/>
                    <a:gd name="connsiteY7-408" fmla="*/ 637448 h 637448"/>
                    <a:gd name="connsiteX8-409" fmla="*/ 0 w 484632"/>
                    <a:gd name="connsiteY8-410" fmla="*/ 395132 h 637448"/>
                    <a:gd name="connsiteX9-411" fmla="*/ 121158 w 484632"/>
                    <a:gd name="connsiteY9-412" fmla="*/ 395132 h 637448"/>
                    <a:gd name="connsiteX10-413" fmla="*/ 128666 w 484632"/>
                    <a:gd name="connsiteY10-414" fmla="*/ 165100 h 637448"/>
                    <a:gd name="connsiteX11-415" fmla="*/ 106091 w 484632"/>
                    <a:gd name="connsiteY11-416" fmla="*/ 62893 h 637448"/>
                    <a:gd name="connsiteX12-417" fmla="*/ 87784 w 484632"/>
                    <a:gd name="connsiteY12-418" fmla="*/ 6350 h 637448"/>
                  </a:gdLst>
                  <a:ahLst/>
                  <a:cxnLst>
                    <a:cxn ang="0">
                      <a:pos x="connsiteX0-393" y="connsiteY0-394"/>
                    </a:cxn>
                    <a:cxn ang="0">
                      <a:pos x="connsiteX1-395" y="connsiteY1-396"/>
                    </a:cxn>
                    <a:cxn ang="0">
                      <a:pos x="connsiteX2-397" y="connsiteY2-398"/>
                    </a:cxn>
                    <a:cxn ang="0">
                      <a:pos x="connsiteX3-399" y="connsiteY3-400"/>
                    </a:cxn>
                    <a:cxn ang="0">
                      <a:pos x="connsiteX4-401" y="connsiteY4-402"/>
                    </a:cxn>
                    <a:cxn ang="0">
                      <a:pos x="connsiteX5-403" y="connsiteY5-404"/>
                    </a:cxn>
                    <a:cxn ang="0">
                      <a:pos x="connsiteX6-405" y="connsiteY6-406"/>
                    </a:cxn>
                    <a:cxn ang="0">
                      <a:pos x="connsiteX7-407" y="connsiteY7-408"/>
                    </a:cxn>
                    <a:cxn ang="0">
                      <a:pos x="connsiteX8-409" y="connsiteY8-410"/>
                    </a:cxn>
                    <a:cxn ang="0">
                      <a:pos x="connsiteX9-411" y="connsiteY9-412"/>
                    </a:cxn>
                    <a:cxn ang="0">
                      <a:pos x="connsiteX10-413" y="connsiteY10-414"/>
                    </a:cxn>
                    <a:cxn ang="0">
                      <a:pos x="connsiteX11-415" y="connsiteY11-416"/>
                    </a:cxn>
                    <a:cxn ang="0">
                      <a:pos x="connsiteX12-417" y="connsiteY12-418"/>
                    </a:cxn>
                  </a:cxnLst>
                  <a:rect l="l" t="t" r="r" b="b"/>
                  <a:pathLst>
                    <a:path w="484632" h="637448">
                      <a:moveTo>
                        <a:pt x="87784" y="6350"/>
                      </a:moveTo>
                      <a:lnTo>
                        <a:pt x="273387" y="0"/>
                      </a:lnTo>
                      <a:lnTo>
                        <a:pt x="305833" y="23560"/>
                      </a:lnTo>
                      <a:cubicBezTo>
                        <a:pt x="320733" y="62310"/>
                        <a:pt x="327369" y="91832"/>
                        <a:pt x="337423" y="120650"/>
                      </a:cubicBezTo>
                      <a:cubicBezTo>
                        <a:pt x="343746" y="167523"/>
                        <a:pt x="345781" y="246353"/>
                        <a:pt x="350123" y="292100"/>
                      </a:cubicBezTo>
                      <a:cubicBezTo>
                        <a:pt x="354465" y="337847"/>
                        <a:pt x="339997" y="380077"/>
                        <a:pt x="363474" y="395132"/>
                      </a:cubicBezTo>
                      <a:lnTo>
                        <a:pt x="484632" y="395132"/>
                      </a:lnTo>
                      <a:lnTo>
                        <a:pt x="242316" y="637448"/>
                      </a:lnTo>
                      <a:lnTo>
                        <a:pt x="0" y="395132"/>
                      </a:lnTo>
                      <a:lnTo>
                        <a:pt x="121158" y="395132"/>
                      </a:lnTo>
                      <a:cubicBezTo>
                        <a:pt x="130828" y="357852"/>
                        <a:pt x="141570" y="242067"/>
                        <a:pt x="128666" y="165100"/>
                      </a:cubicBezTo>
                      <a:cubicBezTo>
                        <a:pt x="118643" y="119472"/>
                        <a:pt x="112573" y="101136"/>
                        <a:pt x="106091" y="62893"/>
                      </a:cubicBezTo>
                      <a:lnTo>
                        <a:pt x="87784" y="6350"/>
                      </a:lnTo>
                      <a:close/>
                    </a:path>
                  </a:pathLst>
                </a:custGeom>
                <a:solidFill>
                  <a:srgbClr val="4D91BF"/>
                </a:solidFill>
                <a:ln>
                  <a:noFill/>
                </a:ln>
              </p:spPr>
              <p:style>
                <a:lnRef idx="2">
                  <a:srgbClr val="0FA1AB">
                    <a:shade val="50000"/>
                  </a:srgbClr>
                </a:lnRef>
                <a:fillRef idx="1">
                  <a:srgbClr val="0FA1AB"/>
                </a:fillRef>
                <a:effectRef idx="0">
                  <a:srgbClr val="0FA1AB"/>
                </a:effectRef>
                <a:fontRef idx="minor">
                  <a:srgbClr val="FFFFFF"/>
                </a:fontRef>
              </p:style>
              <p:txBody>
                <a:bodyPr rtlCol="0" anchor="ctr">
                  <a:normAutofit/>
                </a:bodyPr>
                <a:lstStyle/>
                <a:p>
                  <a:pPr algn="ctr"/>
                  <a:endParaRPr lang="zh-CN" altLang="en-US">
                    <a:sym typeface="Arial" panose="020B0604020202020204" pitchFamily="34" charset="0"/>
                  </a:endParaRPr>
                </a:p>
              </p:txBody>
            </p:sp>
            <p:sp>
              <p:nvSpPr>
                <p:cNvPr id="73" name="任意多边形 72"/>
                <p:cNvSpPr/>
                <p:nvPr>
                  <p:custDataLst>
                    <p:tags r:id="rId12"/>
                  </p:custDataLst>
                </p:nvPr>
              </p:nvSpPr>
              <p:spPr>
                <a:xfrm>
                  <a:off x="7237791" y="3049926"/>
                  <a:ext cx="249630" cy="637448"/>
                </a:xfrm>
                <a:custGeom>
                  <a:avLst/>
                  <a:gdLst>
                    <a:gd name="connsiteX0" fmla="*/ 17934 w 249630"/>
                    <a:gd name="connsiteY0" fmla="*/ 0 h 637448"/>
                    <a:gd name="connsiteX1" fmla="*/ 125448 w 249630"/>
                    <a:gd name="connsiteY1" fmla="*/ 0 h 637448"/>
                    <a:gd name="connsiteX2" fmla="*/ 153677 w 249630"/>
                    <a:gd name="connsiteY2" fmla="*/ 56382 h 637448"/>
                    <a:gd name="connsiteX3" fmla="*/ 244011 w 249630"/>
                    <a:gd name="connsiteY3" fmla="*/ 628536 h 637448"/>
                    <a:gd name="connsiteX4" fmla="*/ 242721 w 249630"/>
                    <a:gd name="connsiteY4" fmla="*/ 637044 h 637448"/>
                    <a:gd name="connsiteX5" fmla="*/ 242316 w 249630"/>
                    <a:gd name="connsiteY5" fmla="*/ 637448 h 637448"/>
                    <a:gd name="connsiteX6" fmla="*/ 0 w 249630"/>
                    <a:gd name="connsiteY6" fmla="*/ 395132 h 637448"/>
                    <a:gd name="connsiteX7" fmla="*/ 121158 w 249630"/>
                    <a:gd name="connsiteY7" fmla="*/ 395132 h 637448"/>
                    <a:gd name="connsiteX8" fmla="*/ 89773 w 249630"/>
                    <a:gd name="connsiteY8" fmla="*/ 171450 h 637448"/>
                    <a:gd name="connsiteX9" fmla="*/ 48941 w 249630"/>
                    <a:gd name="connsiteY9" fmla="*/ 69243 h 637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9630" h="637448">
                      <a:moveTo>
                        <a:pt x="17934" y="0"/>
                      </a:moveTo>
                      <a:lnTo>
                        <a:pt x="125448" y="0"/>
                      </a:lnTo>
                      <a:lnTo>
                        <a:pt x="153677" y="56382"/>
                      </a:lnTo>
                      <a:cubicBezTo>
                        <a:pt x="232580" y="236753"/>
                        <a:pt x="263370" y="433895"/>
                        <a:pt x="244011" y="628536"/>
                      </a:cubicBezTo>
                      <a:lnTo>
                        <a:pt x="242721" y="637044"/>
                      </a:lnTo>
                      <a:lnTo>
                        <a:pt x="242316" y="637448"/>
                      </a:lnTo>
                      <a:lnTo>
                        <a:pt x="0" y="395132"/>
                      </a:lnTo>
                      <a:lnTo>
                        <a:pt x="121158" y="395132"/>
                      </a:lnTo>
                      <a:cubicBezTo>
                        <a:pt x="130828" y="357852"/>
                        <a:pt x="109821" y="243655"/>
                        <a:pt x="89773" y="171450"/>
                      </a:cubicBezTo>
                      <a:cubicBezTo>
                        <a:pt x="79750" y="135348"/>
                        <a:pt x="64948" y="102723"/>
                        <a:pt x="48941" y="69243"/>
                      </a:cubicBezTo>
                      <a:close/>
                    </a:path>
                  </a:pathLst>
                </a:custGeom>
                <a:gradFill>
                  <a:gsLst>
                    <a:gs pos="61000">
                      <a:srgbClr val="4D91BF">
                        <a:lumMod val="75000"/>
                      </a:srgbClr>
                    </a:gs>
                    <a:gs pos="29000">
                      <a:srgbClr val="4D91BF">
                        <a:lumMod val="75000"/>
                        <a:alpha val="31000"/>
                      </a:srgbClr>
                    </a:gs>
                    <a:gs pos="0">
                      <a:srgbClr val="4D91BF">
                        <a:lumMod val="75000"/>
                        <a:alpha val="0"/>
                      </a:srgbClr>
                    </a:gs>
                    <a:gs pos="100000">
                      <a:srgbClr val="4D91BF">
                        <a:lumMod val="75000"/>
                      </a:srgbClr>
                    </a:gs>
                  </a:gsLst>
                  <a:lin ang="5400000" scaled="1"/>
                </a:gradFill>
                <a:ln>
                  <a:noFill/>
                </a:ln>
              </p:spPr>
              <p:style>
                <a:lnRef idx="2">
                  <a:srgbClr val="0FA1AB">
                    <a:shade val="50000"/>
                  </a:srgbClr>
                </a:lnRef>
                <a:fillRef idx="1">
                  <a:srgbClr val="0FA1AB"/>
                </a:fillRef>
                <a:effectRef idx="0">
                  <a:srgbClr val="0FA1AB"/>
                </a:effectRef>
                <a:fontRef idx="minor">
                  <a:srgbClr val="FFFFFF"/>
                </a:fontRef>
              </p:style>
              <p:txBody>
                <a:bodyPr rtlCol="0" anchor="ctr">
                  <a:normAutofit/>
                </a:bodyPr>
                <a:lstStyle/>
                <a:p>
                  <a:pPr algn="ctr"/>
                  <a:endParaRPr lang="zh-CN" altLang="en-US">
                    <a:sym typeface="Arial" panose="020B0604020202020204" pitchFamily="34" charset="0"/>
                  </a:endParaRPr>
                </a:p>
              </p:txBody>
            </p:sp>
          </p:grpSp>
          <p:grpSp>
            <p:nvGrpSpPr>
              <p:cNvPr id="74" name="组合 73"/>
              <p:cNvGrpSpPr/>
              <p:nvPr/>
            </p:nvGrpSpPr>
            <p:grpSpPr>
              <a:xfrm rot="14400000">
                <a:off x="4930608" y="1940029"/>
                <a:ext cx="642223" cy="844731"/>
                <a:chOff x="7269877" y="3048000"/>
                <a:chExt cx="484632" cy="637448"/>
              </a:xfrm>
            </p:grpSpPr>
            <p:sp>
              <p:nvSpPr>
                <p:cNvPr id="75" name="任意多边形 74"/>
                <p:cNvSpPr/>
                <p:nvPr>
                  <p:custDataLst>
                    <p:tags r:id="rId9"/>
                  </p:custDataLst>
                </p:nvPr>
              </p:nvSpPr>
              <p:spPr>
                <a:xfrm>
                  <a:off x="7269877" y="3048000"/>
                  <a:ext cx="484632" cy="637448"/>
                </a:xfrm>
                <a:custGeom>
                  <a:avLst/>
                  <a:gdLst>
                    <a:gd name="connsiteX0" fmla="*/ 17934 w 484632"/>
                    <a:gd name="connsiteY0" fmla="*/ 0 h 637448"/>
                    <a:gd name="connsiteX1" fmla="*/ 273387 w 484632"/>
                    <a:gd name="connsiteY1" fmla="*/ 0 h 637448"/>
                    <a:gd name="connsiteX2" fmla="*/ 280433 w 484632"/>
                    <a:gd name="connsiteY2" fmla="*/ 17210 h 637448"/>
                    <a:gd name="connsiteX3" fmla="*/ 318373 w 484632"/>
                    <a:gd name="connsiteY3" fmla="*/ 120650 h 637448"/>
                    <a:gd name="connsiteX4" fmla="*/ 363474 w 484632"/>
                    <a:gd name="connsiteY4" fmla="*/ 395132 h 637448"/>
                    <a:gd name="connsiteX5" fmla="*/ 484632 w 484632"/>
                    <a:gd name="connsiteY5" fmla="*/ 395132 h 637448"/>
                    <a:gd name="connsiteX6" fmla="*/ 242316 w 484632"/>
                    <a:gd name="connsiteY6" fmla="*/ 637448 h 637448"/>
                    <a:gd name="connsiteX7" fmla="*/ 0 w 484632"/>
                    <a:gd name="connsiteY7" fmla="*/ 395132 h 637448"/>
                    <a:gd name="connsiteX8" fmla="*/ 121158 w 484632"/>
                    <a:gd name="connsiteY8" fmla="*/ 395132 h 637448"/>
                    <a:gd name="connsiteX9" fmla="*/ 89773 w 484632"/>
                    <a:gd name="connsiteY9" fmla="*/ 171450 h 637448"/>
                    <a:gd name="connsiteX10" fmla="*/ 48941 w 484632"/>
                    <a:gd name="connsiteY10" fmla="*/ 69243 h 637448"/>
                    <a:gd name="connsiteX0-1" fmla="*/ 17934 w 484632"/>
                    <a:gd name="connsiteY0-2" fmla="*/ 0 h 637448"/>
                    <a:gd name="connsiteX1-3" fmla="*/ 273387 w 484632"/>
                    <a:gd name="connsiteY1-4" fmla="*/ 0 h 637448"/>
                    <a:gd name="connsiteX2-5" fmla="*/ 280433 w 484632"/>
                    <a:gd name="connsiteY2-6" fmla="*/ 17210 h 637448"/>
                    <a:gd name="connsiteX3-7" fmla="*/ 337423 w 484632"/>
                    <a:gd name="connsiteY3-8" fmla="*/ 120650 h 637448"/>
                    <a:gd name="connsiteX4-9" fmla="*/ 363474 w 484632"/>
                    <a:gd name="connsiteY4-10" fmla="*/ 395132 h 637448"/>
                    <a:gd name="connsiteX5-11" fmla="*/ 484632 w 484632"/>
                    <a:gd name="connsiteY5-12" fmla="*/ 395132 h 637448"/>
                    <a:gd name="connsiteX6-13" fmla="*/ 242316 w 484632"/>
                    <a:gd name="connsiteY6-14" fmla="*/ 637448 h 637448"/>
                    <a:gd name="connsiteX7-15" fmla="*/ 0 w 484632"/>
                    <a:gd name="connsiteY7-16" fmla="*/ 395132 h 637448"/>
                    <a:gd name="connsiteX8-17" fmla="*/ 121158 w 484632"/>
                    <a:gd name="connsiteY8-18" fmla="*/ 395132 h 637448"/>
                    <a:gd name="connsiteX9-19" fmla="*/ 89773 w 484632"/>
                    <a:gd name="connsiteY9-20" fmla="*/ 171450 h 637448"/>
                    <a:gd name="connsiteX10-21" fmla="*/ 48941 w 484632"/>
                    <a:gd name="connsiteY10-22" fmla="*/ 69243 h 637448"/>
                    <a:gd name="connsiteX11" fmla="*/ 17934 w 484632"/>
                    <a:gd name="connsiteY11" fmla="*/ 0 h 637448"/>
                    <a:gd name="connsiteX0-23" fmla="*/ 17934 w 484632"/>
                    <a:gd name="connsiteY0-24" fmla="*/ 0 h 637448"/>
                    <a:gd name="connsiteX1-25" fmla="*/ 273387 w 484632"/>
                    <a:gd name="connsiteY1-26" fmla="*/ 0 h 637448"/>
                    <a:gd name="connsiteX2-27" fmla="*/ 280433 w 484632"/>
                    <a:gd name="connsiteY2-28" fmla="*/ 17210 h 637448"/>
                    <a:gd name="connsiteX3-29" fmla="*/ 337423 w 484632"/>
                    <a:gd name="connsiteY3-30" fmla="*/ 120650 h 637448"/>
                    <a:gd name="connsiteX4-31" fmla="*/ 363474 w 484632"/>
                    <a:gd name="connsiteY4-32" fmla="*/ 395132 h 637448"/>
                    <a:gd name="connsiteX5-33" fmla="*/ 484632 w 484632"/>
                    <a:gd name="connsiteY5-34" fmla="*/ 395132 h 637448"/>
                    <a:gd name="connsiteX6-35" fmla="*/ 242316 w 484632"/>
                    <a:gd name="connsiteY6-36" fmla="*/ 637448 h 637448"/>
                    <a:gd name="connsiteX7-37" fmla="*/ 0 w 484632"/>
                    <a:gd name="connsiteY7-38" fmla="*/ 395132 h 637448"/>
                    <a:gd name="connsiteX8-39" fmla="*/ 121158 w 484632"/>
                    <a:gd name="connsiteY8-40" fmla="*/ 395132 h 637448"/>
                    <a:gd name="connsiteX9-41" fmla="*/ 89773 w 484632"/>
                    <a:gd name="connsiteY9-42" fmla="*/ 171450 h 637448"/>
                    <a:gd name="connsiteX10-43" fmla="*/ 48941 w 484632"/>
                    <a:gd name="connsiteY10-44" fmla="*/ 69243 h 637448"/>
                    <a:gd name="connsiteX11-45" fmla="*/ 17934 w 484632"/>
                    <a:gd name="connsiteY11-46" fmla="*/ 0 h 637448"/>
                    <a:gd name="connsiteX0-47" fmla="*/ 17934 w 484632"/>
                    <a:gd name="connsiteY0-48" fmla="*/ 0 h 637448"/>
                    <a:gd name="connsiteX1-49" fmla="*/ 273387 w 484632"/>
                    <a:gd name="connsiteY1-50" fmla="*/ 0 h 637448"/>
                    <a:gd name="connsiteX2-51" fmla="*/ 280433 w 484632"/>
                    <a:gd name="connsiteY2-52" fmla="*/ 17210 h 637448"/>
                    <a:gd name="connsiteX3-53" fmla="*/ 337423 w 484632"/>
                    <a:gd name="connsiteY3-54" fmla="*/ 120650 h 637448"/>
                    <a:gd name="connsiteX4-55" fmla="*/ 363474 w 484632"/>
                    <a:gd name="connsiteY4-56" fmla="*/ 395132 h 637448"/>
                    <a:gd name="connsiteX5-57" fmla="*/ 484632 w 484632"/>
                    <a:gd name="connsiteY5-58" fmla="*/ 395132 h 637448"/>
                    <a:gd name="connsiteX6-59" fmla="*/ 242316 w 484632"/>
                    <a:gd name="connsiteY6-60" fmla="*/ 637448 h 637448"/>
                    <a:gd name="connsiteX7-61" fmla="*/ 0 w 484632"/>
                    <a:gd name="connsiteY7-62" fmla="*/ 395132 h 637448"/>
                    <a:gd name="connsiteX8-63" fmla="*/ 121158 w 484632"/>
                    <a:gd name="connsiteY8-64" fmla="*/ 395132 h 637448"/>
                    <a:gd name="connsiteX9-65" fmla="*/ 89773 w 484632"/>
                    <a:gd name="connsiteY9-66" fmla="*/ 171450 h 637448"/>
                    <a:gd name="connsiteX10-67" fmla="*/ 48941 w 484632"/>
                    <a:gd name="connsiteY10-68" fmla="*/ 69243 h 637448"/>
                    <a:gd name="connsiteX11-69" fmla="*/ 17934 w 484632"/>
                    <a:gd name="connsiteY11-70" fmla="*/ 0 h 637448"/>
                    <a:gd name="connsiteX0-71" fmla="*/ 17934 w 484632"/>
                    <a:gd name="connsiteY0-72" fmla="*/ 0 h 637448"/>
                    <a:gd name="connsiteX1-73" fmla="*/ 273387 w 484632"/>
                    <a:gd name="connsiteY1-74" fmla="*/ 0 h 637448"/>
                    <a:gd name="connsiteX2-75" fmla="*/ 305833 w 484632"/>
                    <a:gd name="connsiteY2-76" fmla="*/ 10860 h 637448"/>
                    <a:gd name="connsiteX3-77" fmla="*/ 337423 w 484632"/>
                    <a:gd name="connsiteY3-78" fmla="*/ 120650 h 637448"/>
                    <a:gd name="connsiteX4-79" fmla="*/ 363474 w 484632"/>
                    <a:gd name="connsiteY4-80" fmla="*/ 395132 h 637448"/>
                    <a:gd name="connsiteX5-81" fmla="*/ 484632 w 484632"/>
                    <a:gd name="connsiteY5-82" fmla="*/ 395132 h 637448"/>
                    <a:gd name="connsiteX6-83" fmla="*/ 242316 w 484632"/>
                    <a:gd name="connsiteY6-84" fmla="*/ 637448 h 637448"/>
                    <a:gd name="connsiteX7-85" fmla="*/ 0 w 484632"/>
                    <a:gd name="connsiteY7-86" fmla="*/ 395132 h 637448"/>
                    <a:gd name="connsiteX8-87" fmla="*/ 121158 w 484632"/>
                    <a:gd name="connsiteY8-88" fmla="*/ 395132 h 637448"/>
                    <a:gd name="connsiteX9-89" fmla="*/ 89773 w 484632"/>
                    <a:gd name="connsiteY9-90" fmla="*/ 171450 h 637448"/>
                    <a:gd name="connsiteX10-91" fmla="*/ 48941 w 484632"/>
                    <a:gd name="connsiteY10-92" fmla="*/ 69243 h 637448"/>
                    <a:gd name="connsiteX11-93" fmla="*/ 17934 w 484632"/>
                    <a:gd name="connsiteY11-94" fmla="*/ 0 h 637448"/>
                    <a:gd name="connsiteX0-95" fmla="*/ 17934 w 484632"/>
                    <a:gd name="connsiteY0-96" fmla="*/ 0 h 637448"/>
                    <a:gd name="connsiteX1-97" fmla="*/ 273387 w 484632"/>
                    <a:gd name="connsiteY1-98" fmla="*/ 0 h 637448"/>
                    <a:gd name="connsiteX2-99" fmla="*/ 305833 w 484632"/>
                    <a:gd name="connsiteY2-100" fmla="*/ 10860 h 637448"/>
                    <a:gd name="connsiteX3-101" fmla="*/ 337423 w 484632"/>
                    <a:gd name="connsiteY3-102" fmla="*/ 120650 h 637448"/>
                    <a:gd name="connsiteX4-103" fmla="*/ 363474 w 484632"/>
                    <a:gd name="connsiteY4-104" fmla="*/ 395132 h 637448"/>
                    <a:gd name="connsiteX5-105" fmla="*/ 484632 w 484632"/>
                    <a:gd name="connsiteY5-106" fmla="*/ 395132 h 637448"/>
                    <a:gd name="connsiteX6-107" fmla="*/ 242316 w 484632"/>
                    <a:gd name="connsiteY6-108" fmla="*/ 637448 h 637448"/>
                    <a:gd name="connsiteX7-109" fmla="*/ 0 w 484632"/>
                    <a:gd name="connsiteY7-110" fmla="*/ 395132 h 637448"/>
                    <a:gd name="connsiteX8-111" fmla="*/ 121158 w 484632"/>
                    <a:gd name="connsiteY8-112" fmla="*/ 395132 h 637448"/>
                    <a:gd name="connsiteX9-113" fmla="*/ 121523 w 484632"/>
                    <a:gd name="connsiteY9-114" fmla="*/ 165100 h 637448"/>
                    <a:gd name="connsiteX10-115" fmla="*/ 48941 w 484632"/>
                    <a:gd name="connsiteY10-116" fmla="*/ 69243 h 637448"/>
                    <a:gd name="connsiteX11-117" fmla="*/ 17934 w 484632"/>
                    <a:gd name="connsiteY11-118" fmla="*/ 0 h 637448"/>
                    <a:gd name="connsiteX0-119" fmla="*/ 17934 w 484632"/>
                    <a:gd name="connsiteY0-120" fmla="*/ 0 h 637448"/>
                    <a:gd name="connsiteX1-121" fmla="*/ 273387 w 484632"/>
                    <a:gd name="connsiteY1-122" fmla="*/ 0 h 637448"/>
                    <a:gd name="connsiteX2-123" fmla="*/ 305833 w 484632"/>
                    <a:gd name="connsiteY2-124" fmla="*/ 10860 h 637448"/>
                    <a:gd name="connsiteX3-125" fmla="*/ 337423 w 484632"/>
                    <a:gd name="connsiteY3-126" fmla="*/ 120650 h 637448"/>
                    <a:gd name="connsiteX4-127" fmla="*/ 363474 w 484632"/>
                    <a:gd name="connsiteY4-128" fmla="*/ 395132 h 637448"/>
                    <a:gd name="connsiteX5-129" fmla="*/ 484632 w 484632"/>
                    <a:gd name="connsiteY5-130" fmla="*/ 395132 h 637448"/>
                    <a:gd name="connsiteX6-131" fmla="*/ 242316 w 484632"/>
                    <a:gd name="connsiteY6-132" fmla="*/ 637448 h 637448"/>
                    <a:gd name="connsiteX7-133" fmla="*/ 0 w 484632"/>
                    <a:gd name="connsiteY7-134" fmla="*/ 395132 h 637448"/>
                    <a:gd name="connsiteX8-135" fmla="*/ 121158 w 484632"/>
                    <a:gd name="connsiteY8-136" fmla="*/ 395132 h 637448"/>
                    <a:gd name="connsiteX9-137" fmla="*/ 121523 w 484632"/>
                    <a:gd name="connsiteY9-138" fmla="*/ 165100 h 637448"/>
                    <a:gd name="connsiteX10-139" fmla="*/ 106091 w 484632"/>
                    <a:gd name="connsiteY10-140" fmla="*/ 62893 h 637448"/>
                    <a:gd name="connsiteX11-141" fmla="*/ 17934 w 484632"/>
                    <a:gd name="connsiteY11-142" fmla="*/ 0 h 637448"/>
                    <a:gd name="connsiteX0-143" fmla="*/ 87784 w 484632"/>
                    <a:gd name="connsiteY0-144" fmla="*/ 0 h 637448"/>
                    <a:gd name="connsiteX1-145" fmla="*/ 273387 w 484632"/>
                    <a:gd name="connsiteY1-146" fmla="*/ 0 h 637448"/>
                    <a:gd name="connsiteX2-147" fmla="*/ 305833 w 484632"/>
                    <a:gd name="connsiteY2-148" fmla="*/ 10860 h 637448"/>
                    <a:gd name="connsiteX3-149" fmla="*/ 337423 w 484632"/>
                    <a:gd name="connsiteY3-150" fmla="*/ 120650 h 637448"/>
                    <a:gd name="connsiteX4-151" fmla="*/ 363474 w 484632"/>
                    <a:gd name="connsiteY4-152" fmla="*/ 395132 h 637448"/>
                    <a:gd name="connsiteX5-153" fmla="*/ 484632 w 484632"/>
                    <a:gd name="connsiteY5-154" fmla="*/ 395132 h 637448"/>
                    <a:gd name="connsiteX6-155" fmla="*/ 242316 w 484632"/>
                    <a:gd name="connsiteY6-156" fmla="*/ 637448 h 637448"/>
                    <a:gd name="connsiteX7-157" fmla="*/ 0 w 484632"/>
                    <a:gd name="connsiteY7-158" fmla="*/ 395132 h 637448"/>
                    <a:gd name="connsiteX8-159" fmla="*/ 121158 w 484632"/>
                    <a:gd name="connsiteY8-160" fmla="*/ 395132 h 637448"/>
                    <a:gd name="connsiteX9-161" fmla="*/ 121523 w 484632"/>
                    <a:gd name="connsiteY9-162" fmla="*/ 165100 h 637448"/>
                    <a:gd name="connsiteX10-163" fmla="*/ 106091 w 484632"/>
                    <a:gd name="connsiteY10-164" fmla="*/ 62893 h 637448"/>
                    <a:gd name="connsiteX11-165" fmla="*/ 87784 w 484632"/>
                    <a:gd name="connsiteY11-166" fmla="*/ 0 h 637448"/>
                    <a:gd name="connsiteX0-167" fmla="*/ 87784 w 484632"/>
                    <a:gd name="connsiteY0-168" fmla="*/ 6350 h 637448"/>
                    <a:gd name="connsiteX1-169" fmla="*/ 273387 w 484632"/>
                    <a:gd name="connsiteY1-170" fmla="*/ 0 h 637448"/>
                    <a:gd name="connsiteX2-171" fmla="*/ 305833 w 484632"/>
                    <a:gd name="connsiteY2-172" fmla="*/ 10860 h 637448"/>
                    <a:gd name="connsiteX3-173" fmla="*/ 337423 w 484632"/>
                    <a:gd name="connsiteY3-174" fmla="*/ 120650 h 637448"/>
                    <a:gd name="connsiteX4-175" fmla="*/ 363474 w 484632"/>
                    <a:gd name="connsiteY4-176" fmla="*/ 395132 h 637448"/>
                    <a:gd name="connsiteX5-177" fmla="*/ 484632 w 484632"/>
                    <a:gd name="connsiteY5-178" fmla="*/ 395132 h 637448"/>
                    <a:gd name="connsiteX6-179" fmla="*/ 242316 w 484632"/>
                    <a:gd name="connsiteY6-180" fmla="*/ 637448 h 637448"/>
                    <a:gd name="connsiteX7-181" fmla="*/ 0 w 484632"/>
                    <a:gd name="connsiteY7-182" fmla="*/ 395132 h 637448"/>
                    <a:gd name="connsiteX8-183" fmla="*/ 121158 w 484632"/>
                    <a:gd name="connsiteY8-184" fmla="*/ 395132 h 637448"/>
                    <a:gd name="connsiteX9-185" fmla="*/ 121523 w 484632"/>
                    <a:gd name="connsiteY9-186" fmla="*/ 165100 h 637448"/>
                    <a:gd name="connsiteX10-187" fmla="*/ 106091 w 484632"/>
                    <a:gd name="connsiteY10-188" fmla="*/ 62893 h 637448"/>
                    <a:gd name="connsiteX11-189" fmla="*/ 87784 w 484632"/>
                    <a:gd name="connsiteY11-190" fmla="*/ 6350 h 637448"/>
                    <a:gd name="connsiteX0-191" fmla="*/ 87784 w 484632"/>
                    <a:gd name="connsiteY0-192" fmla="*/ 6350 h 637448"/>
                    <a:gd name="connsiteX1-193" fmla="*/ 273387 w 484632"/>
                    <a:gd name="connsiteY1-194" fmla="*/ 0 h 637448"/>
                    <a:gd name="connsiteX2-195" fmla="*/ 337583 w 484632"/>
                    <a:gd name="connsiteY2-196" fmla="*/ 10860 h 637448"/>
                    <a:gd name="connsiteX3-197" fmla="*/ 337423 w 484632"/>
                    <a:gd name="connsiteY3-198" fmla="*/ 120650 h 637448"/>
                    <a:gd name="connsiteX4-199" fmla="*/ 363474 w 484632"/>
                    <a:gd name="connsiteY4-200" fmla="*/ 395132 h 637448"/>
                    <a:gd name="connsiteX5-201" fmla="*/ 484632 w 484632"/>
                    <a:gd name="connsiteY5-202" fmla="*/ 395132 h 637448"/>
                    <a:gd name="connsiteX6-203" fmla="*/ 242316 w 484632"/>
                    <a:gd name="connsiteY6-204" fmla="*/ 637448 h 637448"/>
                    <a:gd name="connsiteX7-205" fmla="*/ 0 w 484632"/>
                    <a:gd name="connsiteY7-206" fmla="*/ 395132 h 637448"/>
                    <a:gd name="connsiteX8-207" fmla="*/ 121158 w 484632"/>
                    <a:gd name="connsiteY8-208" fmla="*/ 395132 h 637448"/>
                    <a:gd name="connsiteX9-209" fmla="*/ 121523 w 484632"/>
                    <a:gd name="connsiteY9-210" fmla="*/ 165100 h 637448"/>
                    <a:gd name="connsiteX10-211" fmla="*/ 106091 w 484632"/>
                    <a:gd name="connsiteY10-212" fmla="*/ 62893 h 637448"/>
                    <a:gd name="connsiteX11-213" fmla="*/ 87784 w 484632"/>
                    <a:gd name="connsiteY11-214" fmla="*/ 6350 h 637448"/>
                    <a:gd name="connsiteX0-215" fmla="*/ 87784 w 484632"/>
                    <a:gd name="connsiteY0-216" fmla="*/ 6350 h 637448"/>
                    <a:gd name="connsiteX1-217" fmla="*/ 273387 w 484632"/>
                    <a:gd name="connsiteY1-218" fmla="*/ 0 h 637448"/>
                    <a:gd name="connsiteX2-219" fmla="*/ 305833 w 484632"/>
                    <a:gd name="connsiteY2-220" fmla="*/ 23560 h 637448"/>
                    <a:gd name="connsiteX3-221" fmla="*/ 337423 w 484632"/>
                    <a:gd name="connsiteY3-222" fmla="*/ 120650 h 637448"/>
                    <a:gd name="connsiteX4-223" fmla="*/ 363474 w 484632"/>
                    <a:gd name="connsiteY4-224" fmla="*/ 395132 h 637448"/>
                    <a:gd name="connsiteX5-225" fmla="*/ 484632 w 484632"/>
                    <a:gd name="connsiteY5-226" fmla="*/ 395132 h 637448"/>
                    <a:gd name="connsiteX6-227" fmla="*/ 242316 w 484632"/>
                    <a:gd name="connsiteY6-228" fmla="*/ 637448 h 637448"/>
                    <a:gd name="connsiteX7-229" fmla="*/ 0 w 484632"/>
                    <a:gd name="connsiteY7-230" fmla="*/ 395132 h 637448"/>
                    <a:gd name="connsiteX8-231" fmla="*/ 121158 w 484632"/>
                    <a:gd name="connsiteY8-232" fmla="*/ 395132 h 637448"/>
                    <a:gd name="connsiteX9-233" fmla="*/ 121523 w 484632"/>
                    <a:gd name="connsiteY9-234" fmla="*/ 165100 h 637448"/>
                    <a:gd name="connsiteX10-235" fmla="*/ 106091 w 484632"/>
                    <a:gd name="connsiteY10-236" fmla="*/ 62893 h 637448"/>
                    <a:gd name="connsiteX11-237" fmla="*/ 87784 w 484632"/>
                    <a:gd name="connsiteY11-238" fmla="*/ 6350 h 637448"/>
                    <a:gd name="connsiteX0-239" fmla="*/ 87784 w 484632"/>
                    <a:gd name="connsiteY0-240" fmla="*/ 6350 h 637448"/>
                    <a:gd name="connsiteX1-241" fmla="*/ 273387 w 484632"/>
                    <a:gd name="connsiteY1-242" fmla="*/ 0 h 637448"/>
                    <a:gd name="connsiteX2-243" fmla="*/ 305833 w 484632"/>
                    <a:gd name="connsiteY2-244" fmla="*/ 23560 h 637448"/>
                    <a:gd name="connsiteX3-245" fmla="*/ 337423 w 484632"/>
                    <a:gd name="connsiteY3-246" fmla="*/ 120650 h 637448"/>
                    <a:gd name="connsiteX4-247" fmla="*/ 350123 w 484632"/>
                    <a:gd name="connsiteY4-248" fmla="*/ 292100 h 637448"/>
                    <a:gd name="connsiteX5-249" fmla="*/ 363474 w 484632"/>
                    <a:gd name="connsiteY5-250" fmla="*/ 395132 h 637448"/>
                    <a:gd name="connsiteX6-251" fmla="*/ 484632 w 484632"/>
                    <a:gd name="connsiteY6-252" fmla="*/ 395132 h 637448"/>
                    <a:gd name="connsiteX7-253" fmla="*/ 242316 w 484632"/>
                    <a:gd name="connsiteY7-254" fmla="*/ 637448 h 637448"/>
                    <a:gd name="connsiteX8-255" fmla="*/ 0 w 484632"/>
                    <a:gd name="connsiteY8-256" fmla="*/ 395132 h 637448"/>
                    <a:gd name="connsiteX9-257" fmla="*/ 121158 w 484632"/>
                    <a:gd name="connsiteY9-258" fmla="*/ 395132 h 637448"/>
                    <a:gd name="connsiteX10-259" fmla="*/ 121523 w 484632"/>
                    <a:gd name="connsiteY10-260" fmla="*/ 165100 h 637448"/>
                    <a:gd name="connsiteX11-261" fmla="*/ 106091 w 484632"/>
                    <a:gd name="connsiteY11-262" fmla="*/ 62893 h 637448"/>
                    <a:gd name="connsiteX12" fmla="*/ 87784 w 484632"/>
                    <a:gd name="connsiteY12" fmla="*/ 6350 h 637448"/>
                    <a:gd name="connsiteX0-263" fmla="*/ 87784 w 484632"/>
                    <a:gd name="connsiteY0-264" fmla="*/ 6350 h 637448"/>
                    <a:gd name="connsiteX1-265" fmla="*/ 273387 w 484632"/>
                    <a:gd name="connsiteY1-266" fmla="*/ 0 h 637448"/>
                    <a:gd name="connsiteX2-267" fmla="*/ 305833 w 484632"/>
                    <a:gd name="connsiteY2-268" fmla="*/ 23560 h 637448"/>
                    <a:gd name="connsiteX3-269" fmla="*/ 337423 w 484632"/>
                    <a:gd name="connsiteY3-270" fmla="*/ 120650 h 637448"/>
                    <a:gd name="connsiteX4-271" fmla="*/ 350123 w 484632"/>
                    <a:gd name="connsiteY4-272" fmla="*/ 292100 h 637448"/>
                    <a:gd name="connsiteX5-273" fmla="*/ 363474 w 484632"/>
                    <a:gd name="connsiteY5-274" fmla="*/ 395132 h 637448"/>
                    <a:gd name="connsiteX6-275" fmla="*/ 484632 w 484632"/>
                    <a:gd name="connsiteY6-276" fmla="*/ 395132 h 637448"/>
                    <a:gd name="connsiteX7-277" fmla="*/ 242316 w 484632"/>
                    <a:gd name="connsiteY7-278" fmla="*/ 637448 h 637448"/>
                    <a:gd name="connsiteX8-279" fmla="*/ 0 w 484632"/>
                    <a:gd name="connsiteY8-280" fmla="*/ 395132 h 637448"/>
                    <a:gd name="connsiteX9-281" fmla="*/ 121158 w 484632"/>
                    <a:gd name="connsiteY9-282" fmla="*/ 395132 h 637448"/>
                    <a:gd name="connsiteX10-283" fmla="*/ 128666 w 484632"/>
                    <a:gd name="connsiteY10-284" fmla="*/ 165100 h 637448"/>
                    <a:gd name="connsiteX11-285" fmla="*/ 106091 w 484632"/>
                    <a:gd name="connsiteY11-286" fmla="*/ 62893 h 637448"/>
                    <a:gd name="connsiteX12-287" fmla="*/ 87784 w 484632"/>
                    <a:gd name="connsiteY12-288" fmla="*/ 6350 h 637448"/>
                    <a:gd name="connsiteX0-289" fmla="*/ 87784 w 484632"/>
                    <a:gd name="connsiteY0-290" fmla="*/ 6350 h 637448"/>
                    <a:gd name="connsiteX1-291" fmla="*/ 273387 w 484632"/>
                    <a:gd name="connsiteY1-292" fmla="*/ 0 h 637448"/>
                    <a:gd name="connsiteX2-293" fmla="*/ 305833 w 484632"/>
                    <a:gd name="connsiteY2-294" fmla="*/ 23560 h 637448"/>
                    <a:gd name="connsiteX3-295" fmla="*/ 337423 w 484632"/>
                    <a:gd name="connsiteY3-296" fmla="*/ 120650 h 637448"/>
                    <a:gd name="connsiteX4-297" fmla="*/ 350123 w 484632"/>
                    <a:gd name="connsiteY4-298" fmla="*/ 292100 h 637448"/>
                    <a:gd name="connsiteX5-299" fmla="*/ 363474 w 484632"/>
                    <a:gd name="connsiteY5-300" fmla="*/ 395132 h 637448"/>
                    <a:gd name="connsiteX6-301" fmla="*/ 484632 w 484632"/>
                    <a:gd name="connsiteY6-302" fmla="*/ 395132 h 637448"/>
                    <a:gd name="connsiteX7-303" fmla="*/ 242316 w 484632"/>
                    <a:gd name="connsiteY7-304" fmla="*/ 637448 h 637448"/>
                    <a:gd name="connsiteX8-305" fmla="*/ 0 w 484632"/>
                    <a:gd name="connsiteY8-306" fmla="*/ 395132 h 637448"/>
                    <a:gd name="connsiteX9-307" fmla="*/ 121158 w 484632"/>
                    <a:gd name="connsiteY9-308" fmla="*/ 395132 h 637448"/>
                    <a:gd name="connsiteX10-309" fmla="*/ 128666 w 484632"/>
                    <a:gd name="connsiteY10-310" fmla="*/ 165100 h 637448"/>
                    <a:gd name="connsiteX11-311" fmla="*/ 106091 w 484632"/>
                    <a:gd name="connsiteY11-312" fmla="*/ 62893 h 637448"/>
                    <a:gd name="connsiteX12-313" fmla="*/ 87784 w 484632"/>
                    <a:gd name="connsiteY12-314" fmla="*/ 6350 h 637448"/>
                    <a:gd name="connsiteX0-315" fmla="*/ 87784 w 484632"/>
                    <a:gd name="connsiteY0-316" fmla="*/ 6350 h 637448"/>
                    <a:gd name="connsiteX1-317" fmla="*/ 273387 w 484632"/>
                    <a:gd name="connsiteY1-318" fmla="*/ 0 h 637448"/>
                    <a:gd name="connsiteX2-319" fmla="*/ 305833 w 484632"/>
                    <a:gd name="connsiteY2-320" fmla="*/ 23560 h 637448"/>
                    <a:gd name="connsiteX3-321" fmla="*/ 337423 w 484632"/>
                    <a:gd name="connsiteY3-322" fmla="*/ 120650 h 637448"/>
                    <a:gd name="connsiteX4-323" fmla="*/ 350123 w 484632"/>
                    <a:gd name="connsiteY4-324" fmla="*/ 292100 h 637448"/>
                    <a:gd name="connsiteX5-325" fmla="*/ 363474 w 484632"/>
                    <a:gd name="connsiteY5-326" fmla="*/ 395132 h 637448"/>
                    <a:gd name="connsiteX6-327" fmla="*/ 484632 w 484632"/>
                    <a:gd name="connsiteY6-328" fmla="*/ 395132 h 637448"/>
                    <a:gd name="connsiteX7-329" fmla="*/ 242316 w 484632"/>
                    <a:gd name="connsiteY7-330" fmla="*/ 637448 h 637448"/>
                    <a:gd name="connsiteX8-331" fmla="*/ 0 w 484632"/>
                    <a:gd name="connsiteY8-332" fmla="*/ 395132 h 637448"/>
                    <a:gd name="connsiteX9-333" fmla="*/ 121158 w 484632"/>
                    <a:gd name="connsiteY9-334" fmla="*/ 395132 h 637448"/>
                    <a:gd name="connsiteX10-335" fmla="*/ 128666 w 484632"/>
                    <a:gd name="connsiteY10-336" fmla="*/ 165100 h 637448"/>
                    <a:gd name="connsiteX11-337" fmla="*/ 106091 w 484632"/>
                    <a:gd name="connsiteY11-338" fmla="*/ 62893 h 637448"/>
                    <a:gd name="connsiteX12-339" fmla="*/ 87784 w 484632"/>
                    <a:gd name="connsiteY12-340" fmla="*/ 6350 h 637448"/>
                    <a:gd name="connsiteX0-341" fmla="*/ 87784 w 484632"/>
                    <a:gd name="connsiteY0-342" fmla="*/ 6350 h 637448"/>
                    <a:gd name="connsiteX1-343" fmla="*/ 273387 w 484632"/>
                    <a:gd name="connsiteY1-344" fmla="*/ 0 h 637448"/>
                    <a:gd name="connsiteX2-345" fmla="*/ 305833 w 484632"/>
                    <a:gd name="connsiteY2-346" fmla="*/ 23560 h 637448"/>
                    <a:gd name="connsiteX3-347" fmla="*/ 337423 w 484632"/>
                    <a:gd name="connsiteY3-348" fmla="*/ 120650 h 637448"/>
                    <a:gd name="connsiteX4-349" fmla="*/ 350123 w 484632"/>
                    <a:gd name="connsiteY4-350" fmla="*/ 292100 h 637448"/>
                    <a:gd name="connsiteX5-351" fmla="*/ 363474 w 484632"/>
                    <a:gd name="connsiteY5-352" fmla="*/ 395132 h 637448"/>
                    <a:gd name="connsiteX6-353" fmla="*/ 484632 w 484632"/>
                    <a:gd name="connsiteY6-354" fmla="*/ 395132 h 637448"/>
                    <a:gd name="connsiteX7-355" fmla="*/ 242316 w 484632"/>
                    <a:gd name="connsiteY7-356" fmla="*/ 637448 h 637448"/>
                    <a:gd name="connsiteX8-357" fmla="*/ 0 w 484632"/>
                    <a:gd name="connsiteY8-358" fmla="*/ 395132 h 637448"/>
                    <a:gd name="connsiteX9-359" fmla="*/ 121158 w 484632"/>
                    <a:gd name="connsiteY9-360" fmla="*/ 395132 h 637448"/>
                    <a:gd name="connsiteX10-361" fmla="*/ 128666 w 484632"/>
                    <a:gd name="connsiteY10-362" fmla="*/ 165100 h 637448"/>
                    <a:gd name="connsiteX11-363" fmla="*/ 106091 w 484632"/>
                    <a:gd name="connsiteY11-364" fmla="*/ 62893 h 637448"/>
                    <a:gd name="connsiteX12-365" fmla="*/ 87784 w 484632"/>
                    <a:gd name="connsiteY12-366" fmla="*/ 6350 h 637448"/>
                    <a:gd name="connsiteX0-367" fmla="*/ 87784 w 484632"/>
                    <a:gd name="connsiteY0-368" fmla="*/ 6350 h 637448"/>
                    <a:gd name="connsiteX1-369" fmla="*/ 273387 w 484632"/>
                    <a:gd name="connsiteY1-370" fmla="*/ 0 h 637448"/>
                    <a:gd name="connsiteX2-371" fmla="*/ 305833 w 484632"/>
                    <a:gd name="connsiteY2-372" fmla="*/ 23560 h 637448"/>
                    <a:gd name="connsiteX3-373" fmla="*/ 337423 w 484632"/>
                    <a:gd name="connsiteY3-374" fmla="*/ 120650 h 637448"/>
                    <a:gd name="connsiteX4-375" fmla="*/ 350123 w 484632"/>
                    <a:gd name="connsiteY4-376" fmla="*/ 292100 h 637448"/>
                    <a:gd name="connsiteX5-377" fmla="*/ 363474 w 484632"/>
                    <a:gd name="connsiteY5-378" fmla="*/ 395132 h 637448"/>
                    <a:gd name="connsiteX6-379" fmla="*/ 484632 w 484632"/>
                    <a:gd name="connsiteY6-380" fmla="*/ 395132 h 637448"/>
                    <a:gd name="connsiteX7-381" fmla="*/ 242316 w 484632"/>
                    <a:gd name="connsiteY7-382" fmla="*/ 637448 h 637448"/>
                    <a:gd name="connsiteX8-383" fmla="*/ 0 w 484632"/>
                    <a:gd name="connsiteY8-384" fmla="*/ 395132 h 637448"/>
                    <a:gd name="connsiteX9-385" fmla="*/ 121158 w 484632"/>
                    <a:gd name="connsiteY9-386" fmla="*/ 395132 h 637448"/>
                    <a:gd name="connsiteX10-387" fmla="*/ 128666 w 484632"/>
                    <a:gd name="connsiteY10-388" fmla="*/ 165100 h 637448"/>
                    <a:gd name="connsiteX11-389" fmla="*/ 106091 w 484632"/>
                    <a:gd name="connsiteY11-390" fmla="*/ 62893 h 637448"/>
                    <a:gd name="connsiteX12-391" fmla="*/ 87784 w 484632"/>
                    <a:gd name="connsiteY12-392" fmla="*/ 6350 h 637448"/>
                    <a:gd name="connsiteX0-393" fmla="*/ 87784 w 484632"/>
                    <a:gd name="connsiteY0-394" fmla="*/ 6350 h 637448"/>
                    <a:gd name="connsiteX1-395" fmla="*/ 273387 w 484632"/>
                    <a:gd name="connsiteY1-396" fmla="*/ 0 h 637448"/>
                    <a:gd name="connsiteX2-397" fmla="*/ 305833 w 484632"/>
                    <a:gd name="connsiteY2-398" fmla="*/ 23560 h 637448"/>
                    <a:gd name="connsiteX3-399" fmla="*/ 337423 w 484632"/>
                    <a:gd name="connsiteY3-400" fmla="*/ 120650 h 637448"/>
                    <a:gd name="connsiteX4-401" fmla="*/ 350123 w 484632"/>
                    <a:gd name="connsiteY4-402" fmla="*/ 292100 h 637448"/>
                    <a:gd name="connsiteX5-403" fmla="*/ 363474 w 484632"/>
                    <a:gd name="connsiteY5-404" fmla="*/ 395132 h 637448"/>
                    <a:gd name="connsiteX6-405" fmla="*/ 484632 w 484632"/>
                    <a:gd name="connsiteY6-406" fmla="*/ 395132 h 637448"/>
                    <a:gd name="connsiteX7-407" fmla="*/ 242316 w 484632"/>
                    <a:gd name="connsiteY7-408" fmla="*/ 637448 h 637448"/>
                    <a:gd name="connsiteX8-409" fmla="*/ 0 w 484632"/>
                    <a:gd name="connsiteY8-410" fmla="*/ 395132 h 637448"/>
                    <a:gd name="connsiteX9-411" fmla="*/ 121158 w 484632"/>
                    <a:gd name="connsiteY9-412" fmla="*/ 395132 h 637448"/>
                    <a:gd name="connsiteX10-413" fmla="*/ 128666 w 484632"/>
                    <a:gd name="connsiteY10-414" fmla="*/ 165100 h 637448"/>
                    <a:gd name="connsiteX11-415" fmla="*/ 106091 w 484632"/>
                    <a:gd name="connsiteY11-416" fmla="*/ 62893 h 637448"/>
                    <a:gd name="connsiteX12-417" fmla="*/ 87784 w 484632"/>
                    <a:gd name="connsiteY12-418" fmla="*/ 6350 h 637448"/>
                  </a:gdLst>
                  <a:ahLst/>
                  <a:cxnLst>
                    <a:cxn ang="0">
                      <a:pos x="connsiteX0-393" y="connsiteY0-394"/>
                    </a:cxn>
                    <a:cxn ang="0">
                      <a:pos x="connsiteX1-395" y="connsiteY1-396"/>
                    </a:cxn>
                    <a:cxn ang="0">
                      <a:pos x="connsiteX2-397" y="connsiteY2-398"/>
                    </a:cxn>
                    <a:cxn ang="0">
                      <a:pos x="connsiteX3-399" y="connsiteY3-400"/>
                    </a:cxn>
                    <a:cxn ang="0">
                      <a:pos x="connsiteX4-401" y="connsiteY4-402"/>
                    </a:cxn>
                    <a:cxn ang="0">
                      <a:pos x="connsiteX5-403" y="connsiteY5-404"/>
                    </a:cxn>
                    <a:cxn ang="0">
                      <a:pos x="connsiteX6-405" y="connsiteY6-406"/>
                    </a:cxn>
                    <a:cxn ang="0">
                      <a:pos x="connsiteX7-407" y="connsiteY7-408"/>
                    </a:cxn>
                    <a:cxn ang="0">
                      <a:pos x="connsiteX8-409" y="connsiteY8-410"/>
                    </a:cxn>
                    <a:cxn ang="0">
                      <a:pos x="connsiteX9-411" y="connsiteY9-412"/>
                    </a:cxn>
                    <a:cxn ang="0">
                      <a:pos x="connsiteX10-413" y="connsiteY10-414"/>
                    </a:cxn>
                    <a:cxn ang="0">
                      <a:pos x="connsiteX11-415" y="connsiteY11-416"/>
                    </a:cxn>
                    <a:cxn ang="0">
                      <a:pos x="connsiteX12-417" y="connsiteY12-418"/>
                    </a:cxn>
                  </a:cxnLst>
                  <a:rect l="l" t="t" r="r" b="b"/>
                  <a:pathLst>
                    <a:path w="484632" h="637448">
                      <a:moveTo>
                        <a:pt x="87784" y="6350"/>
                      </a:moveTo>
                      <a:lnTo>
                        <a:pt x="273387" y="0"/>
                      </a:lnTo>
                      <a:lnTo>
                        <a:pt x="305833" y="23560"/>
                      </a:lnTo>
                      <a:cubicBezTo>
                        <a:pt x="320733" y="62310"/>
                        <a:pt x="327369" y="91832"/>
                        <a:pt x="337423" y="120650"/>
                      </a:cubicBezTo>
                      <a:cubicBezTo>
                        <a:pt x="343746" y="167523"/>
                        <a:pt x="345781" y="246353"/>
                        <a:pt x="350123" y="292100"/>
                      </a:cubicBezTo>
                      <a:cubicBezTo>
                        <a:pt x="354465" y="337847"/>
                        <a:pt x="339997" y="380077"/>
                        <a:pt x="363474" y="395132"/>
                      </a:cubicBezTo>
                      <a:lnTo>
                        <a:pt x="484632" y="395132"/>
                      </a:lnTo>
                      <a:lnTo>
                        <a:pt x="242316" y="637448"/>
                      </a:lnTo>
                      <a:lnTo>
                        <a:pt x="0" y="395132"/>
                      </a:lnTo>
                      <a:lnTo>
                        <a:pt x="121158" y="395132"/>
                      </a:lnTo>
                      <a:cubicBezTo>
                        <a:pt x="130828" y="357852"/>
                        <a:pt x="141570" y="242067"/>
                        <a:pt x="128666" y="165100"/>
                      </a:cubicBezTo>
                      <a:cubicBezTo>
                        <a:pt x="118643" y="119472"/>
                        <a:pt x="112573" y="101136"/>
                        <a:pt x="106091" y="62893"/>
                      </a:cubicBezTo>
                      <a:lnTo>
                        <a:pt x="87784" y="6350"/>
                      </a:lnTo>
                      <a:close/>
                    </a:path>
                  </a:pathLst>
                </a:custGeom>
                <a:solidFill>
                  <a:srgbClr val="0FA1AB"/>
                </a:solidFill>
                <a:ln>
                  <a:noFill/>
                </a:ln>
              </p:spPr>
              <p:style>
                <a:lnRef idx="2">
                  <a:srgbClr val="0FA1AB">
                    <a:shade val="50000"/>
                  </a:srgbClr>
                </a:lnRef>
                <a:fillRef idx="1">
                  <a:srgbClr val="0FA1AB"/>
                </a:fillRef>
                <a:effectRef idx="0">
                  <a:srgbClr val="0FA1AB"/>
                </a:effectRef>
                <a:fontRef idx="minor">
                  <a:srgbClr val="FFFFFF"/>
                </a:fontRef>
              </p:style>
              <p:txBody>
                <a:bodyPr rtlCol="0" anchor="ctr">
                  <a:normAutofit/>
                </a:bodyPr>
                <a:lstStyle/>
                <a:p>
                  <a:pPr algn="ctr"/>
                  <a:endParaRPr lang="zh-CN" altLang="en-US">
                    <a:sym typeface="Arial" panose="020B0604020202020204" pitchFamily="34" charset="0"/>
                  </a:endParaRPr>
                </a:p>
              </p:txBody>
            </p:sp>
            <p:sp>
              <p:nvSpPr>
                <p:cNvPr id="76" name="任意多边形 75"/>
                <p:cNvSpPr/>
                <p:nvPr>
                  <p:custDataLst>
                    <p:tags r:id="rId10"/>
                  </p:custDataLst>
                </p:nvPr>
              </p:nvSpPr>
              <p:spPr>
                <a:xfrm>
                  <a:off x="7269877" y="3048000"/>
                  <a:ext cx="249630" cy="637448"/>
                </a:xfrm>
                <a:custGeom>
                  <a:avLst/>
                  <a:gdLst>
                    <a:gd name="connsiteX0" fmla="*/ 17934 w 249630"/>
                    <a:gd name="connsiteY0" fmla="*/ 0 h 637448"/>
                    <a:gd name="connsiteX1" fmla="*/ 125448 w 249630"/>
                    <a:gd name="connsiteY1" fmla="*/ 0 h 637448"/>
                    <a:gd name="connsiteX2" fmla="*/ 153677 w 249630"/>
                    <a:gd name="connsiteY2" fmla="*/ 56382 h 637448"/>
                    <a:gd name="connsiteX3" fmla="*/ 244011 w 249630"/>
                    <a:gd name="connsiteY3" fmla="*/ 628536 h 637448"/>
                    <a:gd name="connsiteX4" fmla="*/ 242721 w 249630"/>
                    <a:gd name="connsiteY4" fmla="*/ 637044 h 637448"/>
                    <a:gd name="connsiteX5" fmla="*/ 242316 w 249630"/>
                    <a:gd name="connsiteY5" fmla="*/ 637448 h 637448"/>
                    <a:gd name="connsiteX6" fmla="*/ 0 w 249630"/>
                    <a:gd name="connsiteY6" fmla="*/ 395132 h 637448"/>
                    <a:gd name="connsiteX7" fmla="*/ 121158 w 249630"/>
                    <a:gd name="connsiteY7" fmla="*/ 395132 h 637448"/>
                    <a:gd name="connsiteX8" fmla="*/ 89773 w 249630"/>
                    <a:gd name="connsiteY8" fmla="*/ 171450 h 637448"/>
                    <a:gd name="connsiteX9" fmla="*/ 48941 w 249630"/>
                    <a:gd name="connsiteY9" fmla="*/ 69243 h 637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9630" h="637448">
                      <a:moveTo>
                        <a:pt x="17934" y="0"/>
                      </a:moveTo>
                      <a:lnTo>
                        <a:pt x="125448" y="0"/>
                      </a:lnTo>
                      <a:lnTo>
                        <a:pt x="153677" y="56382"/>
                      </a:lnTo>
                      <a:cubicBezTo>
                        <a:pt x="232580" y="236753"/>
                        <a:pt x="263370" y="433895"/>
                        <a:pt x="244011" y="628536"/>
                      </a:cubicBezTo>
                      <a:lnTo>
                        <a:pt x="242721" y="637044"/>
                      </a:lnTo>
                      <a:lnTo>
                        <a:pt x="242316" y="637448"/>
                      </a:lnTo>
                      <a:lnTo>
                        <a:pt x="0" y="395132"/>
                      </a:lnTo>
                      <a:lnTo>
                        <a:pt x="121158" y="395132"/>
                      </a:lnTo>
                      <a:cubicBezTo>
                        <a:pt x="130828" y="357852"/>
                        <a:pt x="109821" y="243655"/>
                        <a:pt x="89773" y="171450"/>
                      </a:cubicBezTo>
                      <a:cubicBezTo>
                        <a:pt x="79750" y="135348"/>
                        <a:pt x="64948" y="102723"/>
                        <a:pt x="48941" y="69243"/>
                      </a:cubicBezTo>
                      <a:close/>
                    </a:path>
                  </a:pathLst>
                </a:custGeom>
                <a:gradFill>
                  <a:gsLst>
                    <a:gs pos="61000">
                      <a:srgbClr val="0FA1AB">
                        <a:lumMod val="75000"/>
                      </a:srgbClr>
                    </a:gs>
                    <a:gs pos="29000">
                      <a:srgbClr val="0FA1AB">
                        <a:lumMod val="75000"/>
                        <a:alpha val="22000"/>
                      </a:srgbClr>
                    </a:gs>
                    <a:gs pos="0">
                      <a:srgbClr val="0FA1AB">
                        <a:lumMod val="75000"/>
                        <a:alpha val="0"/>
                      </a:srgbClr>
                    </a:gs>
                    <a:gs pos="100000">
                      <a:srgbClr val="0FA1AB">
                        <a:lumMod val="75000"/>
                      </a:srgbClr>
                    </a:gs>
                  </a:gsLst>
                  <a:lin ang="5400000" scaled="1"/>
                </a:gradFill>
                <a:ln>
                  <a:noFill/>
                </a:ln>
              </p:spPr>
              <p:style>
                <a:lnRef idx="2">
                  <a:srgbClr val="0FA1AB">
                    <a:shade val="50000"/>
                  </a:srgbClr>
                </a:lnRef>
                <a:fillRef idx="1">
                  <a:srgbClr val="0FA1AB"/>
                </a:fillRef>
                <a:effectRef idx="0">
                  <a:srgbClr val="0FA1AB"/>
                </a:effectRef>
                <a:fontRef idx="minor">
                  <a:srgbClr val="FFFFFF"/>
                </a:fontRef>
              </p:style>
              <p:txBody>
                <a:bodyPr rtlCol="0" anchor="ctr">
                  <a:normAutofit/>
                </a:bodyPr>
                <a:lstStyle/>
                <a:p>
                  <a:pPr algn="ctr"/>
                  <a:endParaRPr lang="zh-CN" altLang="en-US">
                    <a:sym typeface="Arial" panose="020B0604020202020204" pitchFamily="34" charset="0"/>
                  </a:endParaRPr>
                </a:p>
              </p:txBody>
            </p:sp>
          </p:grpSp>
        </p:grpSp>
        <p:sp>
          <p:nvSpPr>
            <p:cNvPr id="79" name="文本框 78"/>
            <p:cNvSpPr txBox="1"/>
            <p:nvPr>
              <p:custDataLst>
                <p:tags r:id="rId6"/>
              </p:custDataLst>
            </p:nvPr>
          </p:nvSpPr>
          <p:spPr>
            <a:xfrm>
              <a:off x="7618" y="5881"/>
              <a:ext cx="722" cy="921"/>
            </a:xfrm>
            <a:prstGeom prst="rect">
              <a:avLst/>
            </a:prstGeom>
            <a:noFill/>
          </p:spPr>
          <p:txBody>
            <a:bodyPr wrap="none" rtlCol="0">
              <a:normAutofit/>
            </a:bodyPr>
            <a:lstStyle/>
            <a:p>
              <a:r>
                <a:rPr lang="en-US" altLang="zh-CN" sz="3200" smtClean="0">
                  <a:solidFill>
                    <a:srgbClr val="FFFFFF"/>
                  </a:solidFill>
                  <a:sym typeface="Arial" panose="020B0604020202020204" pitchFamily="34" charset="0"/>
                </a:rPr>
                <a:t>A</a:t>
              </a:r>
              <a:endParaRPr lang="zh-CN" altLang="en-US" sz="3200">
                <a:solidFill>
                  <a:srgbClr val="FFFFFF"/>
                </a:solidFill>
                <a:sym typeface="Arial" panose="020B0604020202020204" pitchFamily="34" charset="0"/>
              </a:endParaRPr>
            </a:p>
          </p:txBody>
        </p:sp>
        <p:sp>
          <p:nvSpPr>
            <p:cNvPr id="80" name="文本框 79"/>
            <p:cNvSpPr txBox="1"/>
            <p:nvPr>
              <p:custDataLst>
                <p:tags r:id="rId7"/>
              </p:custDataLst>
            </p:nvPr>
          </p:nvSpPr>
          <p:spPr>
            <a:xfrm>
              <a:off x="9799" y="7191"/>
              <a:ext cx="758" cy="921"/>
            </a:xfrm>
            <a:prstGeom prst="rect">
              <a:avLst/>
            </a:prstGeom>
            <a:noFill/>
          </p:spPr>
          <p:txBody>
            <a:bodyPr wrap="none" rtlCol="0">
              <a:normAutofit/>
            </a:bodyPr>
            <a:lstStyle/>
            <a:p>
              <a:r>
                <a:rPr lang="en-US" altLang="zh-CN" sz="3200" smtClean="0">
                  <a:solidFill>
                    <a:srgbClr val="FFFFFF"/>
                  </a:solidFill>
                  <a:sym typeface="Arial" panose="020B0604020202020204" pitchFamily="34" charset="0"/>
                </a:rPr>
                <a:t>C</a:t>
              </a:r>
              <a:endParaRPr lang="zh-CN" altLang="en-US" sz="3200">
                <a:solidFill>
                  <a:srgbClr val="FFFFFF"/>
                </a:solidFill>
                <a:sym typeface="Arial" panose="020B0604020202020204" pitchFamily="34" charset="0"/>
              </a:endParaRPr>
            </a:p>
          </p:txBody>
        </p:sp>
        <p:sp>
          <p:nvSpPr>
            <p:cNvPr id="81" name="文本框 80"/>
            <p:cNvSpPr txBox="1"/>
            <p:nvPr>
              <p:custDataLst>
                <p:tags r:id="rId8"/>
              </p:custDataLst>
            </p:nvPr>
          </p:nvSpPr>
          <p:spPr>
            <a:xfrm>
              <a:off x="9721" y="4618"/>
              <a:ext cx="722" cy="921"/>
            </a:xfrm>
            <a:prstGeom prst="rect">
              <a:avLst/>
            </a:prstGeom>
            <a:noFill/>
          </p:spPr>
          <p:txBody>
            <a:bodyPr wrap="none" rtlCol="0">
              <a:normAutofit/>
            </a:bodyPr>
            <a:lstStyle/>
            <a:p>
              <a:r>
                <a:rPr lang="en-US" altLang="zh-CN" sz="3200" smtClean="0">
                  <a:solidFill>
                    <a:srgbClr val="FFFFFF"/>
                  </a:solidFill>
                  <a:sym typeface="Arial" panose="020B0604020202020204" pitchFamily="34" charset="0"/>
                </a:rPr>
                <a:t>B</a:t>
              </a:r>
              <a:endParaRPr lang="zh-CN" altLang="en-US" sz="3200">
                <a:solidFill>
                  <a:srgbClr val="FFFFFF"/>
                </a:solidFill>
                <a:sym typeface="Arial" panose="020B0604020202020204" pitchFamily="34" charset="0"/>
              </a:endParaRPr>
            </a:p>
          </p:txBody>
        </p:sp>
      </p:grpSp>
      <p:sp>
        <p:nvSpPr>
          <p:cNvPr id="25" name="矩形 24"/>
          <p:cNvSpPr/>
          <p:nvPr/>
        </p:nvSpPr>
        <p:spPr>
          <a:xfrm>
            <a:off x="1081430" y="2288990"/>
            <a:ext cx="2978701" cy="369332"/>
          </a:xfrm>
          <a:prstGeom prst="rect">
            <a:avLst/>
          </a:prstGeom>
        </p:spPr>
        <p:txBody>
          <a:bodyPr wrap="none">
            <a:spAutoFit/>
          </a:bodyPr>
          <a:lstStyle/>
          <a:p>
            <a:r>
              <a:rPr lang="en-US" b="1" dirty="0" smtClean="0"/>
              <a:t>JavaScript</a:t>
            </a:r>
            <a:r>
              <a:rPr lang="zh-CN" altLang="en-US" b="1" dirty="0" smtClean="0"/>
              <a:t>的作用主要有：</a:t>
            </a:r>
            <a:endParaRPr lang="zh-CN" altLang="en-US" b="1" dirty="0"/>
          </a:p>
        </p:txBody>
      </p:sp>
    </p:spTree>
    <p:custDataLst>
      <p:tags r:id="rId1"/>
    </p:custDataLst>
  </p:cSld>
  <p:clrMapOvr>
    <a:masterClrMapping/>
  </p:clrMapOvr>
  <p:transition>
    <p:split orient="vert"/>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8.3 </a:t>
            </a:r>
            <a:r>
              <a:rPr lang="zh-CN" altLang="en-US" dirty="0" smtClean="0">
                <a:solidFill>
                  <a:srgbClr val="FF0000"/>
                </a:solidFill>
                <a:sym typeface="+mn-ea"/>
              </a:rPr>
              <a:t>客户端层可用的技术</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8.3.3 Applet</a:t>
            </a:r>
          </a:p>
        </p:txBody>
      </p:sp>
      <p:grpSp>
        <p:nvGrpSpPr>
          <p:cNvPr id="7" name="组合 6"/>
          <p:cNvGrpSpPr/>
          <p:nvPr/>
        </p:nvGrpSpPr>
        <p:grpSpPr>
          <a:xfrm>
            <a:off x="0" y="2412365"/>
            <a:ext cx="12192000" cy="3074035"/>
            <a:chOff x="0" y="3848"/>
            <a:chExt cx="19200" cy="4841"/>
          </a:xfrm>
        </p:grpSpPr>
        <p:sp>
          <p:nvSpPr>
            <p:cNvPr id="18" name="矩形 17"/>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732" y="3929"/>
              <a:ext cx="13131" cy="4680"/>
            </a:xfrm>
            <a:prstGeom prst="rect">
              <a:avLst/>
            </a:prstGeom>
          </p:spPr>
          <p:txBody>
            <a:bodyPr wrap="square">
              <a:spAutoFit/>
            </a:bodyPr>
            <a:lstStyle/>
            <a:p>
              <a:pPr indent="457200">
                <a:lnSpc>
                  <a:spcPct val="150000"/>
                </a:lnSpc>
                <a:defRPr/>
              </a:pP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Applet就是用Java语言编写的一些应用程序，它们可以直接嵌入到网页中，并能够产生特殊的效果</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当用户访问带有Applet的网页时，Applet被下载到用户计算机上执行，但前提是用户使用的是支持Java的网络浏览器</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a:t>
              </a:r>
            </a:p>
            <a:p>
              <a:pPr indent="457200">
                <a:lnSpc>
                  <a:spcPct val="150000"/>
                </a:lnSpc>
                <a:defRPr/>
              </a:pP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由于Applet是在用户计算机上执行的，因此它的执行速度不受网络带宽或MODEM存取速度的限制，用户可以更好地欣赏网页上Applet产生的多媒体效果。</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在Java</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 </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Applet中，可以实现图形绘制、字体和颜色控制、动画和声音的插入、人机交互及网络交流等功能</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a:t>
              </a:r>
            </a:p>
          </p:txBody>
        </p:sp>
      </p:grpSp>
      <p:pic>
        <p:nvPicPr>
          <p:cNvPr id="3" name="图片 2" descr="timg (4)"/>
          <p:cNvPicPr>
            <a:picLocks noChangeAspect="1"/>
          </p:cNvPicPr>
          <p:nvPr/>
        </p:nvPicPr>
        <p:blipFill>
          <a:blip r:embed="rId4" cstate="print">
            <a:clrChange>
              <a:clrFrom>
                <a:srgbClr val="FFFFFF"/>
              </a:clrFrom>
              <a:clrTo>
                <a:srgbClr val="FFFFFF">
                  <a:alpha val="0"/>
                </a:srgbClr>
              </a:clrTo>
            </a:clrChange>
          </a:blip>
          <a:srcRect b="2742"/>
          <a:stretch>
            <a:fillRect/>
          </a:stretch>
        </p:blipFill>
        <p:spPr>
          <a:xfrm>
            <a:off x="8224761" y="1869744"/>
            <a:ext cx="3967239" cy="3631271"/>
          </a:xfrm>
          <a:prstGeom prst="rect">
            <a:avLst/>
          </a:prstGeom>
        </p:spPr>
      </p:pic>
    </p:spTree>
    <p:custDataLst>
      <p:tags r:id="rId1"/>
    </p:custDataLst>
  </p:cSld>
  <p:clrMapOvr>
    <a:masterClrMapping/>
  </p:clrMapOvr>
  <p:transition>
    <p:split orient="vert"/>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8.3 </a:t>
            </a:r>
            <a:r>
              <a:rPr lang="zh-CN" altLang="en-US" dirty="0" smtClean="0">
                <a:solidFill>
                  <a:srgbClr val="FF0000"/>
                </a:solidFill>
                <a:sym typeface="+mn-ea"/>
              </a:rPr>
              <a:t>客户端层可用的技术</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8.3.4 AJAX</a:t>
            </a:r>
          </a:p>
        </p:txBody>
      </p:sp>
      <p:grpSp>
        <p:nvGrpSpPr>
          <p:cNvPr id="3" name="组合 2"/>
          <p:cNvGrpSpPr/>
          <p:nvPr/>
        </p:nvGrpSpPr>
        <p:grpSpPr>
          <a:xfrm>
            <a:off x="488950" y="2092600"/>
            <a:ext cx="11214100" cy="4335145"/>
            <a:chOff x="3984" y="2467"/>
            <a:chExt cx="17660" cy="6827"/>
          </a:xfrm>
        </p:grpSpPr>
        <p:sp>
          <p:nvSpPr>
            <p:cNvPr id="28" name="Oval 15"/>
            <p:cNvSpPr>
              <a:spLocks noChangeArrowheads="1"/>
            </p:cNvSpPr>
            <p:nvPr>
              <p:custDataLst>
                <p:tags r:id="rId2"/>
              </p:custDataLst>
            </p:nvPr>
          </p:nvSpPr>
          <p:spPr bwMode="auto">
            <a:xfrm>
              <a:off x="4256" y="3411"/>
              <a:ext cx="4966" cy="5012"/>
            </a:xfrm>
            <a:prstGeom prst="ellipse">
              <a:avLst/>
            </a:prstGeom>
            <a:noFill/>
            <a:ln w="19050">
              <a:solidFill>
                <a:schemeClr val="accent1">
                  <a:alpha val="50000"/>
                </a:schemeClr>
              </a:solidFill>
              <a:rou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4" name="Line 16"/>
            <p:cNvSpPr>
              <a:spLocks noChangeShapeType="1"/>
            </p:cNvSpPr>
            <p:nvPr>
              <p:custDataLst>
                <p:tags r:id="rId3"/>
              </p:custDataLst>
            </p:nvPr>
          </p:nvSpPr>
          <p:spPr bwMode="gray">
            <a:xfrm>
              <a:off x="3984" y="5928"/>
              <a:ext cx="5486" cy="0"/>
            </a:xfrm>
            <a:prstGeom prst="line">
              <a:avLst/>
            </a:prstGeom>
            <a:noFill/>
            <a:ln w="28575">
              <a:solidFill>
                <a:schemeClr val="accent1">
                  <a:alpha val="50000"/>
                </a:schemeClr>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32" name="Line 17"/>
            <p:cNvSpPr>
              <a:spLocks noChangeShapeType="1"/>
            </p:cNvSpPr>
            <p:nvPr>
              <p:custDataLst>
                <p:tags r:id="rId4"/>
              </p:custDataLst>
            </p:nvPr>
          </p:nvSpPr>
          <p:spPr bwMode="gray">
            <a:xfrm>
              <a:off x="6727" y="3040"/>
              <a:ext cx="0" cy="5770"/>
            </a:xfrm>
            <a:prstGeom prst="line">
              <a:avLst/>
            </a:prstGeom>
            <a:noFill/>
            <a:ln w="28575">
              <a:solidFill>
                <a:schemeClr val="accent1">
                  <a:alpha val="50000"/>
                </a:schemeClr>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36" name="Oval 10"/>
            <p:cNvSpPr>
              <a:spLocks noChangeArrowheads="1"/>
            </p:cNvSpPr>
            <p:nvPr>
              <p:custDataLst>
                <p:tags r:id="rId5"/>
              </p:custDataLst>
            </p:nvPr>
          </p:nvSpPr>
          <p:spPr bwMode="gray">
            <a:xfrm>
              <a:off x="4528" y="3695"/>
              <a:ext cx="4393" cy="4427"/>
            </a:xfrm>
            <a:prstGeom prst="ellipse">
              <a:avLst/>
            </a:prstGeom>
            <a:noFill/>
            <a:ln w="9525">
              <a:solidFill>
                <a:schemeClr val="accent1">
                  <a:alpha val="50000"/>
                </a:schemeClr>
              </a:solidFill>
              <a:round/>
            </a:ln>
            <a:effectLst/>
            <a:extLst>
              <a:ext uri="{909E8E84-426E-40DD-AFC4-6F175D3DCCD1}">
                <a14:hiddenFill xmlns="" xmlns:a14="http://schemas.microsoft.com/office/drawing/2010/main">
                  <a:solidFill>
                    <a:schemeClr val="accent1">
                      <a:alpha val="64999"/>
                    </a:schemeClr>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40" name="Oval 13"/>
            <p:cNvSpPr>
              <a:spLocks noChangeArrowheads="1"/>
            </p:cNvSpPr>
            <p:nvPr>
              <p:custDataLst>
                <p:tags r:id="rId6"/>
              </p:custDataLst>
            </p:nvPr>
          </p:nvSpPr>
          <p:spPr bwMode="gray">
            <a:xfrm>
              <a:off x="5030" y="4226"/>
              <a:ext cx="3366" cy="3436"/>
            </a:xfrm>
            <a:prstGeom prst="ellipse">
              <a:avLst/>
            </a:prstGeom>
            <a:solidFill>
              <a:schemeClr val="accent1">
                <a:lumMod val="60000"/>
                <a:lumOff val="40000"/>
              </a:scheme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41" name="KSO_GT1"/>
            <p:cNvSpPr>
              <a:spLocks noChangeArrowheads="1"/>
            </p:cNvSpPr>
            <p:nvPr>
              <p:custDataLst>
                <p:tags r:id="rId7"/>
              </p:custDataLst>
            </p:nvPr>
          </p:nvSpPr>
          <p:spPr bwMode="gray">
            <a:xfrm>
              <a:off x="5636" y="4844"/>
              <a:ext cx="2155" cy="2201"/>
            </a:xfrm>
            <a:prstGeom prst="ellipse">
              <a:avLst/>
            </a:prstGeom>
            <a:solidFill>
              <a:schemeClr val="accent1"/>
            </a:solidFill>
            <a:ln>
              <a:noFill/>
            </a:ln>
            <a:effectLst/>
          </p:spPr>
          <p:txBody>
            <a:bodyPr wrap="square" lIns="0" tIns="0" rIns="0" bIns="0" anchor="ctr">
              <a:normAutofit/>
            </a:bodyPr>
            <a:lstStyle/>
            <a:p>
              <a:pPr algn="ctr">
                <a:defRPr/>
              </a:pPr>
              <a:r>
                <a:rPr lang="zh-CN" altLang="en-US" sz="2800" kern="0" dirty="0">
                  <a:solidFill>
                    <a:schemeClr val="bg1"/>
                  </a:solidFill>
                  <a:latin typeface="+mj-lt"/>
                  <a:ea typeface="+mj-ea"/>
                  <a:cs typeface="+mj-cs"/>
                </a:rPr>
                <a:t>AJAX</a:t>
              </a:r>
            </a:p>
          </p:txBody>
        </p:sp>
        <p:sp>
          <p:nvSpPr>
            <p:cNvPr id="43" name="Oval 19"/>
            <p:cNvSpPr>
              <a:spLocks noChangeArrowheads="1"/>
            </p:cNvSpPr>
            <p:nvPr>
              <p:custDataLst>
                <p:tags r:id="rId8"/>
              </p:custDataLst>
            </p:nvPr>
          </p:nvSpPr>
          <p:spPr bwMode="gray">
            <a:xfrm>
              <a:off x="7390" y="3326"/>
              <a:ext cx="396" cy="396"/>
            </a:xfrm>
            <a:prstGeom prst="ellipse">
              <a:avLst/>
            </a:prstGeom>
            <a:solidFill>
              <a:schemeClr val="accent1"/>
            </a:solidFill>
            <a:ln w="12700">
              <a:solidFill>
                <a:schemeClr val="bg1"/>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5" name="文本框 4"/>
            <p:cNvSpPr txBox="1"/>
            <p:nvPr>
              <p:custDataLst>
                <p:tags r:id="rId9"/>
              </p:custDataLst>
            </p:nvPr>
          </p:nvSpPr>
          <p:spPr>
            <a:xfrm>
              <a:off x="8921" y="2467"/>
              <a:ext cx="12143" cy="2115"/>
            </a:xfrm>
            <a:prstGeom prst="rect">
              <a:avLst/>
            </a:prstGeom>
            <a:noFill/>
          </p:spPr>
          <p:txBody>
            <a:bodyPr wrap="square" lIns="0" rIns="0">
              <a:normAutofit/>
            </a:bodyPr>
            <a:lstStyle/>
            <a:p>
              <a:pPr>
                <a:lnSpc>
                  <a:spcPct val="130000"/>
                </a:lnSpc>
                <a:spcBef>
                  <a:spcPts val="600"/>
                </a:spcBef>
                <a:defRPr/>
              </a:pPr>
              <a:r>
                <a:rPr lang="zh-CN" altLang="en-US" dirty="0"/>
                <a:t>（</a:t>
              </a:r>
              <a:r>
                <a:rPr lang="en-US" altLang="zh-CN" dirty="0"/>
                <a:t>1</a:t>
              </a:r>
              <a:r>
                <a:rPr lang="zh-CN" altLang="en-US" dirty="0"/>
                <a:t>）基于可扩展超文本标记语言（Extensible HyperText Markup Language，XHTML）和层叠样式表（Cascading Style Sheets，CSS）的Web标准页面开发技术；</a:t>
              </a:r>
            </a:p>
          </p:txBody>
        </p:sp>
        <p:sp>
          <p:nvSpPr>
            <p:cNvPr id="46" name="Oval 19"/>
            <p:cNvSpPr>
              <a:spLocks noChangeArrowheads="1"/>
            </p:cNvSpPr>
            <p:nvPr>
              <p:custDataLst>
                <p:tags r:id="rId10"/>
              </p:custDataLst>
            </p:nvPr>
          </p:nvSpPr>
          <p:spPr bwMode="gray">
            <a:xfrm>
              <a:off x="8468" y="4521"/>
              <a:ext cx="396" cy="396"/>
            </a:xfrm>
            <a:prstGeom prst="ellipse">
              <a:avLst/>
            </a:prstGeom>
            <a:solidFill>
              <a:schemeClr val="accent1"/>
            </a:solidFill>
            <a:ln w="12700">
              <a:solidFill>
                <a:schemeClr val="bg1"/>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47" name="文本框 46"/>
            <p:cNvSpPr txBox="1"/>
            <p:nvPr>
              <p:custDataLst>
                <p:tags r:id="rId11"/>
              </p:custDataLst>
            </p:nvPr>
          </p:nvSpPr>
          <p:spPr>
            <a:xfrm>
              <a:off x="9471" y="4478"/>
              <a:ext cx="12173" cy="995"/>
            </a:xfrm>
            <a:prstGeom prst="rect">
              <a:avLst/>
            </a:prstGeom>
            <a:noFill/>
          </p:spPr>
          <p:txBody>
            <a:bodyPr wrap="square" lIns="0" rIns="0">
              <a:normAutofit/>
            </a:bodyPr>
            <a:lstStyle/>
            <a:p>
              <a:pPr>
                <a:lnSpc>
                  <a:spcPct val="130000"/>
                </a:lnSpc>
                <a:spcBef>
                  <a:spcPts val="600"/>
                </a:spcBef>
                <a:defRPr/>
              </a:pPr>
              <a:r>
                <a:rPr lang="zh-CN" altLang="en-US" dirty="0"/>
                <a:t>（</a:t>
              </a:r>
              <a:r>
                <a:rPr lang="en-US" altLang="zh-CN" dirty="0"/>
                <a:t>2</a:t>
              </a:r>
              <a:r>
                <a:rPr lang="zh-CN" altLang="en-US" dirty="0"/>
                <a:t>）文档对象模型（Document Object Model，DOM）动态显示及交互技术；</a:t>
              </a:r>
            </a:p>
          </p:txBody>
        </p:sp>
        <p:sp>
          <p:nvSpPr>
            <p:cNvPr id="49" name="Oval 19"/>
            <p:cNvSpPr>
              <a:spLocks noChangeArrowheads="1"/>
            </p:cNvSpPr>
            <p:nvPr>
              <p:custDataLst>
                <p:tags r:id="rId12"/>
              </p:custDataLst>
            </p:nvPr>
          </p:nvSpPr>
          <p:spPr bwMode="gray">
            <a:xfrm>
              <a:off x="9001" y="5725"/>
              <a:ext cx="396" cy="396"/>
            </a:xfrm>
            <a:prstGeom prst="ellipse">
              <a:avLst/>
            </a:prstGeom>
            <a:solidFill>
              <a:schemeClr val="accent1"/>
            </a:solidFill>
            <a:ln w="12700">
              <a:solidFill>
                <a:schemeClr val="bg1"/>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50" name="文本框 49"/>
            <p:cNvSpPr txBox="1"/>
            <p:nvPr>
              <p:custDataLst>
                <p:tags r:id="rId13"/>
              </p:custDataLst>
            </p:nvPr>
          </p:nvSpPr>
          <p:spPr>
            <a:xfrm>
              <a:off x="9946" y="5473"/>
              <a:ext cx="11698" cy="1487"/>
            </a:xfrm>
            <a:prstGeom prst="rect">
              <a:avLst/>
            </a:prstGeom>
            <a:noFill/>
          </p:spPr>
          <p:txBody>
            <a:bodyPr wrap="square" lIns="0" rIns="0">
              <a:normAutofit/>
            </a:bodyPr>
            <a:lstStyle/>
            <a:p>
              <a:pPr>
                <a:lnSpc>
                  <a:spcPct val="130000"/>
                </a:lnSpc>
                <a:spcBef>
                  <a:spcPts val="600"/>
                </a:spcBef>
                <a:defRPr/>
              </a:pPr>
              <a:r>
                <a:rPr lang="zh-CN" altLang="en-US" dirty="0"/>
                <a:t>（</a:t>
              </a:r>
              <a:r>
                <a:rPr lang="en-US" altLang="zh-CN" dirty="0"/>
                <a:t>3</a:t>
              </a:r>
              <a:r>
                <a:rPr lang="zh-CN" altLang="en-US" dirty="0"/>
                <a:t>）扩展样式表转换语言（Extensible Stylesheet Language Transformations，XSLT）结构化数据技术；</a:t>
              </a:r>
            </a:p>
          </p:txBody>
        </p:sp>
        <p:sp>
          <p:nvSpPr>
            <p:cNvPr id="53" name="Oval 19"/>
            <p:cNvSpPr>
              <a:spLocks noChangeArrowheads="1"/>
            </p:cNvSpPr>
            <p:nvPr>
              <p:custDataLst>
                <p:tags r:id="rId14"/>
              </p:custDataLst>
            </p:nvPr>
          </p:nvSpPr>
          <p:spPr bwMode="gray">
            <a:xfrm>
              <a:off x="8468" y="6960"/>
              <a:ext cx="396" cy="396"/>
            </a:xfrm>
            <a:prstGeom prst="ellipse">
              <a:avLst/>
            </a:prstGeom>
            <a:solidFill>
              <a:schemeClr val="accent1"/>
            </a:solidFill>
            <a:ln w="12700">
              <a:solidFill>
                <a:schemeClr val="bg1"/>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54" name="文本框 53"/>
            <p:cNvSpPr txBox="1"/>
            <p:nvPr>
              <p:custDataLst>
                <p:tags r:id="rId15"/>
              </p:custDataLst>
            </p:nvPr>
          </p:nvSpPr>
          <p:spPr>
            <a:xfrm>
              <a:off x="9470" y="6960"/>
              <a:ext cx="11536" cy="1316"/>
            </a:xfrm>
            <a:prstGeom prst="rect">
              <a:avLst/>
            </a:prstGeom>
            <a:noFill/>
          </p:spPr>
          <p:txBody>
            <a:bodyPr wrap="square" lIns="0" rIns="0">
              <a:normAutofit/>
            </a:bodyPr>
            <a:lstStyle/>
            <a:p>
              <a:pPr>
                <a:lnSpc>
                  <a:spcPct val="130000"/>
                </a:lnSpc>
                <a:spcBef>
                  <a:spcPts val="600"/>
                </a:spcBef>
                <a:defRPr/>
              </a:pPr>
              <a:r>
                <a:rPr lang="zh-CN" altLang="en-US" dirty="0"/>
                <a:t>（</a:t>
              </a:r>
              <a:r>
                <a:rPr lang="en-US" altLang="zh-CN" dirty="0"/>
                <a:t>4</a:t>
              </a:r>
              <a:r>
                <a:rPr lang="zh-CN" altLang="en-US" dirty="0"/>
                <a:t>）可扩展标记语言（Extensible Markup Language，XML）HttpRequest异步数据查询、检索技术；</a:t>
              </a:r>
            </a:p>
          </p:txBody>
        </p:sp>
        <p:sp>
          <p:nvSpPr>
            <p:cNvPr id="56" name="Oval 19"/>
            <p:cNvSpPr>
              <a:spLocks noChangeArrowheads="1"/>
            </p:cNvSpPr>
            <p:nvPr>
              <p:custDataLst>
                <p:tags r:id="rId16"/>
              </p:custDataLst>
            </p:nvPr>
          </p:nvSpPr>
          <p:spPr bwMode="gray">
            <a:xfrm>
              <a:off x="7393" y="8130"/>
              <a:ext cx="396" cy="396"/>
            </a:xfrm>
            <a:prstGeom prst="ellipse">
              <a:avLst/>
            </a:prstGeom>
            <a:solidFill>
              <a:schemeClr val="accent1"/>
            </a:solidFill>
            <a:ln w="12700">
              <a:solidFill>
                <a:schemeClr val="bg1"/>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57" name="文本框 56"/>
            <p:cNvSpPr txBox="1"/>
            <p:nvPr>
              <p:custDataLst>
                <p:tags r:id="rId17"/>
              </p:custDataLst>
            </p:nvPr>
          </p:nvSpPr>
          <p:spPr>
            <a:xfrm>
              <a:off x="8864" y="8526"/>
              <a:ext cx="12398" cy="768"/>
            </a:xfrm>
            <a:prstGeom prst="rect">
              <a:avLst/>
            </a:prstGeom>
            <a:noFill/>
          </p:spPr>
          <p:txBody>
            <a:bodyPr wrap="square" lIns="0" rIns="0">
              <a:normAutofit/>
            </a:bodyPr>
            <a:lstStyle/>
            <a:p>
              <a:pPr>
                <a:lnSpc>
                  <a:spcPct val="130000"/>
                </a:lnSpc>
                <a:spcBef>
                  <a:spcPts val="600"/>
                </a:spcBef>
                <a:defRPr/>
              </a:pPr>
              <a:r>
                <a:rPr lang="zh-CN" altLang="en-US" dirty="0"/>
                <a:t>（</a:t>
              </a:r>
              <a:r>
                <a:rPr lang="en-US" altLang="zh-CN" dirty="0"/>
                <a:t>5</a:t>
              </a:r>
              <a:r>
                <a:rPr lang="zh-CN" altLang="en-US" dirty="0"/>
                <a:t>）直译式脚本语言JavaScript。</a:t>
              </a:r>
            </a:p>
          </p:txBody>
        </p:sp>
      </p:grpSp>
      <p:grpSp>
        <p:nvGrpSpPr>
          <p:cNvPr id="33" name="组合 32"/>
          <p:cNvGrpSpPr/>
          <p:nvPr/>
        </p:nvGrpSpPr>
        <p:grpSpPr>
          <a:xfrm>
            <a:off x="2748261" y="1061886"/>
            <a:ext cx="8510905" cy="985520"/>
            <a:chOff x="881" y="2735"/>
            <a:chExt cx="13403" cy="1552"/>
          </a:xfrm>
        </p:grpSpPr>
        <p:sp>
          <p:nvSpPr>
            <p:cNvPr id="167" name="圆角矩形"/>
            <p:cNvSpPr/>
            <p:nvPr/>
          </p:nvSpPr>
          <p:spPr>
            <a:xfrm>
              <a:off x="1188" y="3071"/>
              <a:ext cx="13096" cy="1216"/>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13"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sp>
          <p:nvSpPr>
            <p:cNvPr id="35" name="文本框 34"/>
            <p:cNvSpPr txBox="1"/>
            <p:nvPr/>
          </p:nvSpPr>
          <p:spPr>
            <a:xfrm>
              <a:off x="1410" y="3115"/>
              <a:ext cx="12573" cy="1105"/>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lang="en-US" altLang="zh-CN" sz="1600" dirty="0">
                  <a:solidFill>
                    <a:schemeClr val="bg2">
                      <a:lumMod val="50000"/>
                    </a:schemeClr>
                  </a:solidFill>
                  <a:sym typeface="+mn-ea"/>
                </a:rPr>
                <a:t> </a:t>
              </a:r>
              <a:r>
                <a:rPr sz="1600" dirty="0">
                  <a:latin typeface="微软雅黑" panose="020B0503020204020204" charset="-122"/>
                  <a:ea typeface="微软雅黑" panose="020B0503020204020204" charset="-122"/>
                  <a:sym typeface="+mn-ea"/>
                </a:rPr>
                <a:t> </a:t>
              </a:r>
              <a:r>
                <a:rPr lang="en-US" sz="1600" dirty="0">
                  <a:latin typeface="微软雅黑" panose="020B0503020204020204" charset="-122"/>
                  <a:ea typeface="微软雅黑" panose="020B0503020204020204" charset="-122"/>
                  <a:sym typeface="+mn-ea"/>
                </a:rPr>
                <a:t> </a:t>
              </a:r>
              <a:r>
                <a:rPr dirty="0">
                  <a:solidFill>
                    <a:schemeClr val="tx1"/>
                  </a:solidFill>
                  <a:latin typeface="微软雅黑" panose="020B0503020204020204" charset="-122"/>
                  <a:ea typeface="微软雅黑" panose="020B0503020204020204" charset="-122"/>
                  <a:sym typeface="+mn-ea"/>
                </a:rPr>
                <a:t>AJAX全称为“Asynchronous JavaScript and XML”，它是一种创建交互式网页应用的网页开发技术的集合，其中主要包含的技术有：</a:t>
              </a:r>
            </a:p>
          </p:txBody>
        </p:sp>
      </p:grpSp>
    </p:spTree>
    <p:custDataLst>
      <p:tags r:id="rId1"/>
    </p:custDataLst>
  </p:cSld>
  <p:clrMapOvr>
    <a:masterClrMapping/>
  </p:clrMapOvr>
  <p:transition>
    <p:split orient="vert"/>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timg (5)"/>
          <p:cNvPicPr>
            <a:picLocks noChangeAspect="1"/>
          </p:cNvPicPr>
          <p:nvPr/>
        </p:nvPicPr>
        <p:blipFill>
          <a:blip r:embed="rId6" cstate="print"/>
          <a:srcRect t="7484"/>
          <a:stretch>
            <a:fillRect/>
          </a:stretch>
        </p:blipFill>
        <p:spPr>
          <a:xfrm>
            <a:off x="8079474" y="1924334"/>
            <a:ext cx="3773435" cy="2857851"/>
          </a:xfrm>
          <a:prstGeom prst="rect">
            <a:avLst/>
          </a:prstGeom>
        </p:spPr>
      </p:pic>
      <p:sp>
        <p:nvSpPr>
          <p:cNvPr id="2" name="标题 1"/>
          <p:cNvSpPr>
            <a:spLocks noGrp="1"/>
          </p:cNvSpPr>
          <p:nvPr>
            <p:ph type="title"/>
          </p:nvPr>
        </p:nvSpPr>
        <p:spPr/>
        <p:txBody>
          <a:bodyPr/>
          <a:lstStyle/>
          <a:p>
            <a:r>
              <a:rPr lang="en-US" dirty="0" smtClean="0">
                <a:solidFill>
                  <a:srgbClr val="FF0000"/>
                </a:solidFill>
                <a:sym typeface="+mn-ea"/>
              </a:rPr>
              <a:t>8.3 </a:t>
            </a:r>
            <a:r>
              <a:rPr lang="zh-CN" altLang="en-US" dirty="0" smtClean="0">
                <a:solidFill>
                  <a:srgbClr val="FF0000"/>
                </a:solidFill>
                <a:sym typeface="+mn-ea"/>
              </a:rPr>
              <a:t>客户端层可用的技术</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8.3.4 AJAX</a:t>
            </a:r>
          </a:p>
        </p:txBody>
      </p:sp>
      <p:grpSp>
        <p:nvGrpSpPr>
          <p:cNvPr id="6" name="组合 5"/>
          <p:cNvGrpSpPr/>
          <p:nvPr/>
        </p:nvGrpSpPr>
        <p:grpSpPr>
          <a:xfrm>
            <a:off x="-15240" y="2296160"/>
            <a:ext cx="11868150" cy="4128770"/>
            <a:chOff x="-24" y="3616"/>
            <a:chExt cx="18690" cy="6502"/>
          </a:xfrm>
        </p:grpSpPr>
        <p:sp>
          <p:nvSpPr>
            <p:cNvPr id="4" name="MH_SubTitle_1"/>
            <p:cNvSpPr/>
            <p:nvPr>
              <p:custDataLst>
                <p:tags r:id="rId2"/>
              </p:custDataLst>
            </p:nvPr>
          </p:nvSpPr>
          <p:spPr>
            <a:xfrm>
              <a:off x="-24" y="3616"/>
              <a:ext cx="12748" cy="3876"/>
            </a:xfrm>
            <a:prstGeom prst="rect">
              <a:avLst/>
            </a:prstGeom>
            <a:solidFill>
              <a:srgbClr val="FC8474">
                <a:alpha val="8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0" anchor="ctr"/>
            <a:lstStyle/>
            <a:p>
              <a:pPr indent="457200">
                <a:lnSpc>
                  <a:spcPct val="120000"/>
                </a:lnSpc>
              </a:pPr>
              <a:r>
                <a:rPr lang="zh-CN" altLang="en-US" dirty="0" smtClean="0">
                  <a:solidFill>
                    <a:schemeClr val="tx2">
                      <a:lumMod val="50000"/>
                    </a:schemeClr>
                  </a:solidFill>
                </a:rPr>
                <a:t>传统的Web应用允许用户填写表单，当用户提交表单时，就向Web服务器发送一个请求。服务器接收并处理传来的表单，然后返回一个新的网页。这个做法浪费了许多带宽，因为在前后两个页面中的大部分HTML代码往往是相同的。由于每次应用的交互都需要向服务器发送请求，应用的响应时间就依赖于服务器的响应时间。这导致了用户界面的响应比本地应用慢得多。</a:t>
              </a:r>
            </a:p>
          </p:txBody>
        </p:sp>
        <p:sp>
          <p:nvSpPr>
            <p:cNvPr id="5" name="MH_Text_1"/>
            <p:cNvSpPr txBox="1"/>
            <p:nvPr>
              <p:custDataLst>
                <p:tags r:id="rId3"/>
              </p:custDataLst>
            </p:nvPr>
          </p:nvSpPr>
          <p:spPr>
            <a:xfrm>
              <a:off x="535" y="7723"/>
              <a:ext cx="18131" cy="2395"/>
            </a:xfrm>
            <a:prstGeom prst="rect">
              <a:avLst/>
            </a:prstGeom>
            <a:noFill/>
          </p:spPr>
          <p:txBody>
            <a:bodyPr lIns="0" tIns="0" rIns="0" bIns="0">
              <a:normAutofit/>
            </a:bodyPr>
            <a:lstStyle/>
            <a:p>
              <a:pPr indent="457200">
                <a:lnSpc>
                  <a:spcPct val="120000"/>
                </a:lnSpc>
              </a:pPr>
              <a:r>
                <a:rPr lang="zh-CN" altLang="en-US" dirty="0" smtClean="0"/>
                <a:t>与传统Web不同的是，AJAX应用可以仅向服务器发送并取回必需的数据，它使用简单对象访问协议（Simple Object Access Protocol，SOAP）或其他一些基于XML的Web Service接口，并在客户端采用JavaScript处理来自服务器的响应。因为在服务器和浏览器之间交换的数据大量减少，所以响应更快。同时很多的处理工作可以在发出请求的客户端机器上完成，因此Web服务器的处理时间也减少了。</a:t>
              </a:r>
            </a:p>
          </p:txBody>
        </p:sp>
      </p:grpSp>
    </p:spTree>
    <p:custDataLst>
      <p:tags r:id="rId1"/>
    </p:custDataLst>
  </p:cSld>
  <p:clrMapOvr>
    <a:masterClrMapping/>
  </p:clrMapOvr>
  <p:transition>
    <p:split orient="vert"/>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8.3 </a:t>
            </a:r>
            <a:r>
              <a:rPr lang="zh-CN" altLang="en-US" dirty="0" smtClean="0">
                <a:solidFill>
                  <a:srgbClr val="FF0000"/>
                </a:solidFill>
                <a:sym typeface="+mn-ea"/>
              </a:rPr>
              <a:t>客户端层可用的技术</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8.3.4 AJAX</a:t>
            </a:r>
          </a:p>
        </p:txBody>
      </p:sp>
      <p:sp>
        <p:nvSpPr>
          <p:cNvPr id="7" name="文本框 6"/>
          <p:cNvSpPr txBox="1"/>
          <p:nvPr/>
        </p:nvSpPr>
        <p:spPr>
          <a:xfrm>
            <a:off x="754380" y="2931160"/>
            <a:ext cx="476250" cy="183388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结构化程序设计</a:t>
            </a:r>
          </a:p>
        </p:txBody>
      </p:sp>
      <p:grpSp>
        <p:nvGrpSpPr>
          <p:cNvPr id="59" name="组合 58"/>
          <p:cNvGrpSpPr/>
          <p:nvPr/>
        </p:nvGrpSpPr>
        <p:grpSpPr>
          <a:xfrm>
            <a:off x="1011232" y="2799250"/>
            <a:ext cx="10197465" cy="1057910"/>
            <a:chOff x="2060" y="3526"/>
            <a:chExt cx="16059" cy="1666"/>
          </a:xfrm>
        </p:grpSpPr>
        <p:sp>
          <p:nvSpPr>
            <p:cNvPr id="60" name="MH_Other_1"/>
            <p:cNvSpPr>
              <a:spLocks noChangeArrowheads="1"/>
            </p:cNvSpPr>
            <p:nvPr>
              <p:custDataLst>
                <p:tags r:id="rId12"/>
              </p:custDataLst>
            </p:nvPr>
          </p:nvSpPr>
          <p:spPr bwMode="auto">
            <a:xfrm>
              <a:off x="2060" y="3526"/>
              <a:ext cx="1060" cy="795"/>
            </a:xfrm>
            <a:prstGeom prst="rect">
              <a:avLst/>
            </a:prstGeom>
            <a:solidFill>
              <a:srgbClr val="25B4E9"/>
            </a:solidFill>
            <a:ln w="9525">
              <a:noFill/>
              <a:miter lim="800000"/>
            </a:ln>
          </p:spPr>
          <p:txBody>
            <a:bodyPr anchor="ctr"/>
            <a:lstStyle/>
            <a:p>
              <a:pPr algn="ctr" eaLnBrk="1" hangingPunct="1"/>
              <a:r>
                <a:rPr lang="en-US" altLang="zh-CN" sz="2400" b="1" dirty="0">
                  <a:solidFill>
                    <a:srgbClr val="FFFFFF"/>
                  </a:solidFill>
                  <a:ea typeface="微软雅黑" panose="020B0503020204020204" charset="-122"/>
                </a:rPr>
                <a:t>01</a:t>
              </a:r>
              <a:endParaRPr lang="zh-CN" altLang="en-US" sz="2400" b="1">
                <a:solidFill>
                  <a:srgbClr val="FFFFFF"/>
                </a:solidFill>
                <a:ea typeface="微软雅黑" panose="020B0503020204020204" charset="-122"/>
              </a:endParaRPr>
            </a:p>
          </p:txBody>
        </p:sp>
        <p:sp>
          <p:nvSpPr>
            <p:cNvPr id="61" name="MH_Other_2"/>
            <p:cNvSpPr>
              <a:spLocks noChangeArrowheads="1"/>
            </p:cNvSpPr>
            <p:nvPr>
              <p:custDataLst>
                <p:tags r:id="rId13"/>
              </p:custDataLst>
            </p:nvPr>
          </p:nvSpPr>
          <p:spPr bwMode="auto">
            <a:xfrm>
              <a:off x="3180" y="3691"/>
              <a:ext cx="840" cy="630"/>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62" name="MH_Other_3"/>
            <p:cNvSpPr>
              <a:spLocks noChangeArrowheads="1"/>
            </p:cNvSpPr>
            <p:nvPr>
              <p:custDataLst>
                <p:tags r:id="rId14"/>
              </p:custDataLst>
            </p:nvPr>
          </p:nvSpPr>
          <p:spPr bwMode="auto">
            <a:xfrm>
              <a:off x="2300" y="4366"/>
              <a:ext cx="820" cy="615"/>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63" name="MH_Other_4"/>
            <p:cNvSpPr>
              <a:spLocks noChangeArrowheads="1"/>
            </p:cNvSpPr>
            <p:nvPr>
              <p:custDataLst>
                <p:tags r:id="rId15"/>
              </p:custDataLst>
            </p:nvPr>
          </p:nvSpPr>
          <p:spPr bwMode="auto">
            <a:xfrm>
              <a:off x="3180" y="4366"/>
              <a:ext cx="1060" cy="525"/>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64" name="MH_SubTitle_1"/>
            <p:cNvSpPr/>
            <p:nvPr>
              <p:custDataLst>
                <p:tags r:id="rId16"/>
              </p:custDataLst>
            </p:nvPr>
          </p:nvSpPr>
          <p:spPr>
            <a:xfrm>
              <a:off x="4410" y="3526"/>
              <a:ext cx="13709" cy="1666"/>
            </a:xfrm>
            <a:prstGeom prst="rect">
              <a:avLst/>
            </a:prstGeom>
          </p:spPr>
          <p:txBody>
            <a:bodyPr lIns="0" tIns="0" rIns="0" bIns="0" anchor="ctr">
              <a:noAutofit/>
            </a:bodyPr>
            <a:lstStyle/>
            <a:p>
              <a:pPr>
                <a:lnSpc>
                  <a:spcPct val="140000"/>
                </a:lnSpc>
                <a:defRPr/>
              </a:pPr>
              <a:r>
                <a:rPr lang="en-US" altLang="zh-CN" dirty="0" smtClean="0">
                  <a:solidFill>
                    <a:srgbClr val="000000"/>
                  </a:solidFill>
                  <a:latin typeface="微软雅黑" panose="020B0503020204020204" charset="-122"/>
                  <a:ea typeface="微软雅黑" panose="020B0503020204020204" charset="-122"/>
                  <a:sym typeface="+mn-ea"/>
                </a:rPr>
                <a:t>       </a:t>
              </a:r>
              <a:r>
                <a:rPr lang="zh-CN" altLang="en-US" dirty="0" smtClean="0">
                  <a:solidFill>
                    <a:srgbClr val="000000"/>
                  </a:solidFill>
                  <a:latin typeface="微软雅黑" panose="020B0503020204020204" charset="-122"/>
                  <a:ea typeface="微软雅黑" panose="020B0503020204020204" charset="-122"/>
                  <a:sym typeface="+mn-ea"/>
                </a:rPr>
                <a:t>① 采用异步模式；</a:t>
              </a:r>
            </a:p>
          </p:txBody>
        </p:sp>
      </p:grpSp>
      <p:grpSp>
        <p:nvGrpSpPr>
          <p:cNvPr id="65" name="组合 64"/>
          <p:cNvGrpSpPr/>
          <p:nvPr/>
        </p:nvGrpSpPr>
        <p:grpSpPr>
          <a:xfrm>
            <a:off x="1011232" y="5165402"/>
            <a:ext cx="10197465" cy="923925"/>
            <a:chOff x="7327" y="7570"/>
            <a:chExt cx="16059" cy="1455"/>
          </a:xfrm>
        </p:grpSpPr>
        <p:sp>
          <p:nvSpPr>
            <p:cNvPr id="66" name="MH_Other_5"/>
            <p:cNvSpPr>
              <a:spLocks noChangeArrowheads="1"/>
            </p:cNvSpPr>
            <p:nvPr>
              <p:custDataLst>
                <p:tags r:id="rId7"/>
              </p:custDataLst>
            </p:nvPr>
          </p:nvSpPr>
          <p:spPr bwMode="auto">
            <a:xfrm>
              <a:off x="7327" y="7570"/>
              <a:ext cx="1060" cy="795"/>
            </a:xfrm>
            <a:prstGeom prst="rect">
              <a:avLst/>
            </a:prstGeom>
            <a:solidFill>
              <a:srgbClr val="4FB469"/>
            </a:solidFill>
            <a:ln w="9525">
              <a:noFill/>
              <a:miter lim="800000"/>
            </a:ln>
          </p:spPr>
          <p:txBody>
            <a:bodyPr anchor="ctr"/>
            <a:lstStyle/>
            <a:p>
              <a:pPr algn="ctr" eaLnBrk="1" hangingPunct="1"/>
              <a:r>
                <a:rPr lang="en-US" altLang="zh-CN" sz="2400" b="1" dirty="0">
                  <a:solidFill>
                    <a:srgbClr val="FFFFFF"/>
                  </a:solidFill>
                  <a:ea typeface="微软雅黑" panose="020B0503020204020204" charset="-122"/>
                </a:rPr>
                <a:t>03</a:t>
              </a:r>
              <a:endParaRPr lang="zh-CN" altLang="en-US" sz="2400" b="1">
                <a:solidFill>
                  <a:srgbClr val="FFFFFF"/>
                </a:solidFill>
                <a:ea typeface="微软雅黑" panose="020B0503020204020204" charset="-122"/>
              </a:endParaRPr>
            </a:p>
          </p:txBody>
        </p:sp>
        <p:sp>
          <p:nvSpPr>
            <p:cNvPr id="67" name="MH_Other_6"/>
            <p:cNvSpPr>
              <a:spLocks noChangeArrowheads="1"/>
            </p:cNvSpPr>
            <p:nvPr>
              <p:custDataLst>
                <p:tags r:id="rId8"/>
              </p:custDataLst>
            </p:nvPr>
          </p:nvSpPr>
          <p:spPr bwMode="auto">
            <a:xfrm>
              <a:off x="8447" y="7735"/>
              <a:ext cx="840" cy="630"/>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68" name="MH_Other_7"/>
            <p:cNvSpPr>
              <a:spLocks noChangeArrowheads="1"/>
            </p:cNvSpPr>
            <p:nvPr>
              <p:custDataLst>
                <p:tags r:id="rId9"/>
              </p:custDataLst>
            </p:nvPr>
          </p:nvSpPr>
          <p:spPr bwMode="auto">
            <a:xfrm>
              <a:off x="7567" y="8410"/>
              <a:ext cx="820" cy="615"/>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69" name="MH_Other_8"/>
            <p:cNvSpPr>
              <a:spLocks noChangeArrowheads="1"/>
            </p:cNvSpPr>
            <p:nvPr>
              <p:custDataLst>
                <p:tags r:id="rId10"/>
              </p:custDataLst>
            </p:nvPr>
          </p:nvSpPr>
          <p:spPr bwMode="auto">
            <a:xfrm>
              <a:off x="8447" y="8410"/>
              <a:ext cx="1060" cy="525"/>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70" name="MH_SubTitle_3"/>
            <p:cNvSpPr/>
            <p:nvPr>
              <p:custDataLst>
                <p:tags r:id="rId11"/>
              </p:custDataLst>
            </p:nvPr>
          </p:nvSpPr>
          <p:spPr>
            <a:xfrm>
              <a:off x="9677" y="7648"/>
              <a:ext cx="13709" cy="1280"/>
            </a:xfrm>
            <a:prstGeom prst="rect">
              <a:avLst/>
            </a:prstGeom>
          </p:spPr>
          <p:txBody>
            <a:bodyPr lIns="0" tIns="0" rIns="0" bIns="0" anchor="ctr">
              <a:noAutofit/>
            </a:bodyPr>
            <a:lstStyle/>
            <a:p>
              <a:pPr>
                <a:lnSpc>
                  <a:spcPct val="130000"/>
                </a:lnSpc>
                <a:defRPr/>
              </a:pPr>
              <a:r>
                <a:rPr lang="en-US" altLang="zh-CN" dirty="0" smtClean="0">
                  <a:solidFill>
                    <a:srgbClr val="000000"/>
                  </a:solidFill>
                  <a:latin typeface="微软雅黑" panose="020B0503020204020204" charset="-122"/>
                  <a:ea typeface="微软雅黑" panose="020B0503020204020204" charset="-122"/>
                  <a:sym typeface="+mn-ea"/>
                </a:rPr>
                <a:t>       </a:t>
              </a:r>
              <a:r>
                <a:rPr lang="zh-CN" altLang="en-US" dirty="0" smtClean="0">
                  <a:solidFill>
                    <a:srgbClr val="000000"/>
                  </a:solidFill>
                  <a:latin typeface="微软雅黑" panose="020B0503020204020204" charset="-122"/>
                  <a:ea typeface="微软雅黑" panose="020B0503020204020204" charset="-122"/>
                  <a:sym typeface="+mn-ea"/>
                </a:rPr>
                <a:t>③ AJAX引擎在客户端运行，承担了一部分本来由服务器承担的工作，从而减少了大用户量下的服务器负载。</a:t>
              </a:r>
            </a:p>
          </p:txBody>
        </p:sp>
      </p:grpSp>
      <p:grpSp>
        <p:nvGrpSpPr>
          <p:cNvPr id="71" name="组合 70"/>
          <p:cNvGrpSpPr/>
          <p:nvPr/>
        </p:nvGrpSpPr>
        <p:grpSpPr>
          <a:xfrm>
            <a:off x="1011232" y="3954713"/>
            <a:ext cx="10197465" cy="923925"/>
            <a:chOff x="4720" y="5568"/>
            <a:chExt cx="16059" cy="1455"/>
          </a:xfrm>
        </p:grpSpPr>
        <p:sp>
          <p:nvSpPr>
            <p:cNvPr id="72" name="MH_Other_9"/>
            <p:cNvSpPr>
              <a:spLocks noChangeArrowheads="1"/>
            </p:cNvSpPr>
            <p:nvPr>
              <p:custDataLst>
                <p:tags r:id="rId2"/>
              </p:custDataLst>
            </p:nvPr>
          </p:nvSpPr>
          <p:spPr bwMode="auto">
            <a:xfrm>
              <a:off x="4720" y="5568"/>
              <a:ext cx="1060" cy="795"/>
            </a:xfrm>
            <a:prstGeom prst="rect">
              <a:avLst/>
            </a:prstGeom>
            <a:solidFill>
              <a:schemeClr val="accent5">
                <a:lumMod val="75000"/>
              </a:schemeClr>
            </a:solidFill>
            <a:ln w="9525">
              <a:noFill/>
              <a:miter lim="800000"/>
            </a:ln>
          </p:spPr>
          <p:txBody>
            <a:bodyPr anchor="ctr"/>
            <a:lstStyle/>
            <a:p>
              <a:pPr algn="ctr" eaLnBrk="1" hangingPunct="1"/>
              <a:r>
                <a:rPr lang="en-US" altLang="zh-CN" sz="2400" b="1" dirty="0">
                  <a:solidFill>
                    <a:srgbClr val="FFFFFF"/>
                  </a:solidFill>
                  <a:ea typeface="微软雅黑" panose="020B0503020204020204" charset="-122"/>
                </a:rPr>
                <a:t>02</a:t>
              </a:r>
              <a:endParaRPr lang="zh-CN" altLang="en-US" sz="2400" b="1">
                <a:solidFill>
                  <a:srgbClr val="FFFFFF"/>
                </a:solidFill>
                <a:ea typeface="微软雅黑" panose="020B0503020204020204" charset="-122"/>
              </a:endParaRPr>
            </a:p>
          </p:txBody>
        </p:sp>
        <p:sp>
          <p:nvSpPr>
            <p:cNvPr id="73" name="MH_Other_10"/>
            <p:cNvSpPr>
              <a:spLocks noChangeArrowheads="1"/>
            </p:cNvSpPr>
            <p:nvPr>
              <p:custDataLst>
                <p:tags r:id="rId3"/>
              </p:custDataLst>
            </p:nvPr>
          </p:nvSpPr>
          <p:spPr bwMode="auto">
            <a:xfrm>
              <a:off x="5840" y="5733"/>
              <a:ext cx="840" cy="630"/>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74" name="MH_Other_11"/>
            <p:cNvSpPr>
              <a:spLocks noChangeArrowheads="1"/>
            </p:cNvSpPr>
            <p:nvPr>
              <p:custDataLst>
                <p:tags r:id="rId4"/>
              </p:custDataLst>
            </p:nvPr>
          </p:nvSpPr>
          <p:spPr bwMode="auto">
            <a:xfrm>
              <a:off x="4960" y="6408"/>
              <a:ext cx="820" cy="615"/>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75" name="MH_Other_12"/>
            <p:cNvSpPr>
              <a:spLocks noChangeArrowheads="1"/>
            </p:cNvSpPr>
            <p:nvPr>
              <p:custDataLst>
                <p:tags r:id="rId5"/>
              </p:custDataLst>
            </p:nvPr>
          </p:nvSpPr>
          <p:spPr bwMode="auto">
            <a:xfrm>
              <a:off x="5840" y="6408"/>
              <a:ext cx="1060" cy="525"/>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76" name="MH_SubTitle_2"/>
            <p:cNvSpPr/>
            <p:nvPr>
              <p:custDataLst>
                <p:tags r:id="rId6"/>
              </p:custDataLst>
            </p:nvPr>
          </p:nvSpPr>
          <p:spPr>
            <a:xfrm>
              <a:off x="7070" y="5733"/>
              <a:ext cx="13709" cy="1280"/>
            </a:xfrm>
            <a:prstGeom prst="rect">
              <a:avLst/>
            </a:prstGeom>
          </p:spPr>
          <p:txBody>
            <a:bodyPr lIns="0" tIns="0" rIns="0" bIns="0" anchor="ctr">
              <a:noAutofit/>
            </a:bodyPr>
            <a:lstStyle/>
            <a:p>
              <a:pPr lvl="0" algn="just">
                <a:lnSpc>
                  <a:spcPct val="120000"/>
                </a:lnSpc>
                <a:spcBef>
                  <a:spcPct val="0"/>
                </a:spcBef>
              </a:pPr>
              <a:r>
                <a:rPr lang="zh-CN" altLang="en-US" dirty="0" smtClean="0">
                  <a:solidFill>
                    <a:srgbClr val="000000"/>
                  </a:solidFill>
                  <a:latin typeface="微软雅黑" panose="020B0503020204020204" charset="-122"/>
                  <a:ea typeface="微软雅黑" panose="020B0503020204020204" charset="-122"/>
                  <a:sym typeface="+mn-ea"/>
                </a:rPr>
                <a:t>       ② 优化了浏览器和服务器之间的传输，减少不必要的数据往返，减少了带宽占用；</a:t>
              </a:r>
            </a:p>
          </p:txBody>
        </p:sp>
      </p:grpSp>
      <p:grpSp>
        <p:nvGrpSpPr>
          <p:cNvPr id="33" name="组合 32"/>
          <p:cNvGrpSpPr/>
          <p:nvPr/>
        </p:nvGrpSpPr>
        <p:grpSpPr>
          <a:xfrm>
            <a:off x="6442008" y="2021262"/>
            <a:ext cx="4943475" cy="791845"/>
            <a:chOff x="881" y="2735"/>
            <a:chExt cx="7785" cy="1247"/>
          </a:xfrm>
        </p:grpSpPr>
        <p:sp>
          <p:nvSpPr>
            <p:cNvPr id="167" name="圆角矩形"/>
            <p:cNvSpPr/>
            <p:nvPr/>
          </p:nvSpPr>
          <p:spPr>
            <a:xfrm>
              <a:off x="1188" y="3071"/>
              <a:ext cx="7478" cy="91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13"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sp>
          <p:nvSpPr>
            <p:cNvPr id="35" name="文本框 34"/>
            <p:cNvSpPr txBox="1"/>
            <p:nvPr/>
          </p:nvSpPr>
          <p:spPr>
            <a:xfrm>
              <a:off x="1501" y="3217"/>
              <a:ext cx="6852" cy="619"/>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lang="en-US" altLang="zh-CN" sz="1600" dirty="0">
                  <a:solidFill>
                    <a:schemeClr val="bg2">
                      <a:lumMod val="50000"/>
                    </a:schemeClr>
                  </a:solidFill>
                  <a:sym typeface="+mn-ea"/>
                </a:rPr>
                <a:t> </a:t>
              </a:r>
              <a:r>
                <a:rPr sz="1600" dirty="0">
                  <a:latin typeface="微软雅黑" panose="020B0503020204020204" charset="-122"/>
                  <a:ea typeface="微软雅黑" panose="020B0503020204020204" charset="-122"/>
                  <a:sym typeface="+mn-ea"/>
                </a:rPr>
                <a:t> </a:t>
              </a:r>
              <a:r>
                <a:rPr lang="en-US" sz="1600" dirty="0">
                  <a:latin typeface="微软雅黑" panose="020B0503020204020204" charset="-122"/>
                  <a:ea typeface="微软雅黑" panose="020B0503020204020204" charset="-122"/>
                  <a:sym typeface="+mn-ea"/>
                </a:rPr>
                <a:t> </a:t>
              </a:r>
              <a:r>
                <a:rPr dirty="0">
                  <a:solidFill>
                    <a:schemeClr val="tx1"/>
                  </a:solidFill>
                  <a:latin typeface="微软雅黑" panose="020B0503020204020204" charset="-122"/>
                  <a:ea typeface="微软雅黑" panose="020B0503020204020204" charset="-122"/>
                  <a:sym typeface="+mn-ea"/>
                </a:rPr>
                <a:t>AJAX应用程序的优势在于</a:t>
              </a:r>
              <a:r>
                <a:rPr lang="zh-CN" dirty="0">
                  <a:solidFill>
                    <a:schemeClr val="tx1"/>
                  </a:solidFill>
                  <a:latin typeface="微软雅黑" panose="020B0503020204020204" charset="-122"/>
                  <a:ea typeface="微软雅黑" panose="020B0503020204020204" charset="-122"/>
                  <a:sym typeface="+mn-ea"/>
                </a:rPr>
                <a:t>以下</a:t>
              </a:r>
              <a:r>
                <a:rPr dirty="0">
                  <a:solidFill>
                    <a:schemeClr val="tx1"/>
                  </a:solidFill>
                  <a:latin typeface="微软雅黑" panose="020B0503020204020204" charset="-122"/>
                  <a:ea typeface="微软雅黑" panose="020B0503020204020204" charset="-122"/>
                  <a:sym typeface="+mn-ea"/>
                </a:rPr>
                <a:t>：</a:t>
              </a:r>
            </a:p>
          </p:txBody>
        </p:sp>
      </p:grpSp>
    </p:spTree>
    <p:custDataLst>
      <p:tags r:id="rId1"/>
    </p:custDataLst>
  </p:cSld>
  <p:clrMapOvr>
    <a:masterClrMapping/>
  </p:clrMapOvr>
  <p:transition>
    <p:split orient="vert"/>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4</a:t>
              </a:r>
            </a:p>
          </p:txBody>
        </p:sp>
      </p:grpSp>
      <p:sp>
        <p:nvSpPr>
          <p:cNvPr id="40" name="文本框 39"/>
          <p:cNvSpPr txBox="1"/>
          <p:nvPr/>
        </p:nvSpPr>
        <p:spPr>
          <a:xfrm>
            <a:off x="6006465" y="2913380"/>
            <a:ext cx="5492115" cy="160591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Web</a:t>
            </a: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服务器层使用的技术</a:t>
            </a:r>
          </a:p>
        </p:txBody>
      </p:sp>
      <p:grpSp>
        <p:nvGrpSpPr>
          <p:cNvPr id="11" name="组合 10"/>
          <p:cNvGrpSpPr/>
          <p:nvPr/>
        </p:nvGrpSpPr>
        <p:grpSpPr>
          <a:xfrm>
            <a:off x="6896100" y="4803775"/>
            <a:ext cx="3712845" cy="835660"/>
            <a:chOff x="9459" y="7259"/>
            <a:chExt cx="5847" cy="1316"/>
          </a:xfrm>
        </p:grpSpPr>
        <p:sp>
          <p:nvSpPr>
            <p:cNvPr id="48" name="文本框 47"/>
            <p:cNvSpPr txBox="1"/>
            <p:nvPr/>
          </p:nvSpPr>
          <p:spPr>
            <a:xfrm>
              <a:off x="9459" y="7259"/>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Servlet</a:t>
              </a:r>
            </a:p>
          </p:txBody>
        </p:sp>
        <p:sp>
          <p:nvSpPr>
            <p:cNvPr id="50" name="文本框 49"/>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JSP</a:t>
              </a:r>
            </a:p>
          </p:txBody>
        </p:sp>
      </p:grpSp>
    </p:spTree>
  </p:cSld>
  <p:clrMapOvr>
    <a:masterClrMapping/>
  </p:clrMapOvr>
  <p:transition spd="slow">
    <p:wipe/>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FF0000"/>
                </a:solidFill>
                <a:sym typeface="+mn-ea"/>
              </a:rPr>
              <a:t>8.4 Web服务器层使用的技术</a:t>
            </a:r>
            <a:r>
              <a:rPr lang="zh-CN" altLang="en-US" dirty="0" smtClean="0">
                <a:solidFill>
                  <a:schemeClr val="tx1"/>
                </a:solidFill>
              </a:rPr>
              <a:t/>
            </a:r>
            <a:br>
              <a:rPr lang="zh-CN" altLang="en-US" dirty="0" smtClean="0">
                <a:solidFill>
                  <a:schemeClr val="tx1"/>
                </a:solidFill>
              </a:rPr>
            </a:br>
            <a:endParaRPr lang="zh-CN" altLang="en-US" dirty="0" smtClean="0">
              <a:solidFill>
                <a:srgbClr val="FF0000"/>
              </a:solidFill>
              <a:sym typeface="+mn-ea"/>
            </a:endParaRP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8.4.1 Servlet</a:t>
            </a:r>
          </a:p>
        </p:txBody>
      </p:sp>
      <p:grpSp>
        <p:nvGrpSpPr>
          <p:cNvPr id="7" name="组合 6"/>
          <p:cNvGrpSpPr/>
          <p:nvPr/>
        </p:nvGrpSpPr>
        <p:grpSpPr>
          <a:xfrm>
            <a:off x="0" y="2412365"/>
            <a:ext cx="12192000" cy="3333115"/>
            <a:chOff x="0" y="3848"/>
            <a:chExt cx="19200" cy="5249"/>
          </a:xfrm>
        </p:grpSpPr>
        <p:sp>
          <p:nvSpPr>
            <p:cNvPr id="18" name="矩形 17"/>
            <p:cNvSpPr/>
            <p:nvPr/>
          </p:nvSpPr>
          <p:spPr>
            <a:xfrm>
              <a:off x="0" y="3848"/>
              <a:ext cx="19200" cy="5249"/>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876" y="4169"/>
              <a:ext cx="10300" cy="4726"/>
            </a:xfrm>
            <a:prstGeom prst="rect">
              <a:avLst/>
            </a:prstGeom>
          </p:spPr>
          <p:txBody>
            <a:bodyPr wrap="square">
              <a:spAutoFit/>
            </a:bodyPr>
            <a:lstStyle/>
            <a:p>
              <a:pPr indent="457200">
                <a:lnSpc>
                  <a:spcPct val="150000"/>
                </a:lnSpc>
                <a:defRPr/>
              </a:pP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Web</a:t>
              </a:r>
              <a:r>
                <a:rPr lang="zh-CN" altLang="en-US"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服务器层管理</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Web</a:t>
              </a:r>
              <a:r>
                <a:rPr lang="zh-CN" altLang="en-US"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客户端与应用逻辑之间的连接。本节将介绍两种技术：</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sym typeface="+mn-ea"/>
                </a:rPr>
                <a:t>Servlet</a:t>
              </a:r>
              <a:r>
                <a:rPr lang="zh-CN" altLang="en-US"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和</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JSP</a:t>
              </a:r>
              <a:r>
                <a:rPr lang="zh-CN" altLang="en-US"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技术。</a:t>
              </a:r>
              <a:endPar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endParaRPr>
            </a:p>
            <a:p>
              <a:pPr indent="457200">
                <a:lnSpc>
                  <a:spcPct val="150000"/>
                </a:lnSpc>
                <a:defRPr/>
              </a:pP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Servlet是一种独立于操作系统平台和网络传输协议的服务器端的Java应用程序，它用来扩展服务器的功能，可以生成动态的Web页面。</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Servlet最大的用途是通过动态响应客户机请求来扩展服务器功能</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Servlet不是从命令行启动的，而是由包含Java虚拟机的Web服务器进行加载</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a:t>
              </a:r>
            </a:p>
          </p:txBody>
        </p:sp>
      </p:grpSp>
      <p:sp>
        <p:nvSpPr>
          <p:cNvPr id="3" name="矩形 2"/>
          <p:cNvSpPr/>
          <p:nvPr/>
        </p:nvSpPr>
        <p:spPr>
          <a:xfrm>
            <a:off x="7521907" y="2753635"/>
            <a:ext cx="3893185" cy="1874520"/>
          </a:xfrm>
          <a:prstGeom prst="rect">
            <a:avLst/>
          </a:prstGeom>
          <a:noFill/>
          <a:ln>
            <a:noFill/>
          </a:ln>
        </p:spPr>
        <p:txBody>
          <a:bodyPr wrap="square" rtlCol="0" anchor="t">
            <a:prstTxWarp prst="textStop">
              <a:avLst>
                <a:gd name="adj" fmla="val 14286"/>
              </a:avLst>
            </a:prstTxWarp>
            <a:spAutoFit/>
          </a:bodyPr>
          <a:lstStyle/>
          <a:p>
            <a:pPr algn="ctr"/>
            <a:r>
              <a:rPr lang="en-US" altLang="zh-CN" sz="7200" b="1" dirty="0" err="1">
                <a:solidFill>
                  <a:schemeClr val="tx1"/>
                </a:solidFill>
                <a:effectLst>
                  <a:outerShdw blurRad="38100" dist="19050" dir="2700000" algn="tl" rotWithShape="0">
                    <a:schemeClr val="dk1">
                      <a:alpha val="40000"/>
                    </a:schemeClr>
                  </a:outerShdw>
                  <a:reflection blurRad="6350" stA="60000" endA="900" endPos="58000" dir="5400000" sy="-100000" algn="bl" rotWithShape="0"/>
                </a:effectLst>
              </a:rPr>
              <a:t>servlet</a:t>
            </a:r>
            <a:endParaRPr lang="en-US" altLang="zh-CN" sz="7200" b="1" dirty="0">
              <a:solidFill>
                <a:schemeClr val="tx1"/>
              </a:solidFill>
              <a:effectLst>
                <a:outerShdw blurRad="38100" dist="19050" dir="2700000" algn="tl" rotWithShape="0">
                  <a:schemeClr val="dk1">
                    <a:alpha val="40000"/>
                  </a:schemeClr>
                </a:outerShdw>
                <a:reflection blurRad="6350" stA="60000" endA="900" endPos="58000" dir="5400000" sy="-100000" algn="bl" rotWithShape="0"/>
              </a:effectLst>
            </a:endParaRPr>
          </a:p>
        </p:txBody>
      </p:sp>
    </p:spTree>
    <p:custDataLst>
      <p:tags r:id="rId1"/>
    </p:custDataLst>
  </p:cSld>
  <p:clrMapOvr>
    <a:masterClrMapping/>
  </p:clrMapOvr>
  <p:transition>
    <p:strips dir="ru"/>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FF0000"/>
                </a:solidFill>
                <a:sym typeface="+mn-ea"/>
              </a:rPr>
              <a:t>8.4 Web服务器层使用的技术</a:t>
            </a:r>
            <a:r>
              <a:rPr lang="zh-CN" altLang="en-US" dirty="0" smtClean="0">
                <a:solidFill>
                  <a:schemeClr val="tx1"/>
                </a:solidFill>
              </a:rPr>
              <a:t/>
            </a:r>
            <a:br>
              <a:rPr lang="zh-CN" altLang="en-US" dirty="0" smtClean="0">
                <a:solidFill>
                  <a:schemeClr val="tx1"/>
                </a:solidFill>
              </a:rPr>
            </a:br>
            <a:endParaRPr lang="zh-CN" altLang="en-US" dirty="0" smtClean="0">
              <a:solidFill>
                <a:srgbClr val="FF0000"/>
              </a:solidFill>
              <a:sym typeface="+mn-ea"/>
            </a:endParaRP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8.4.1 Servlet</a:t>
            </a:r>
          </a:p>
        </p:txBody>
      </p:sp>
      <p:grpSp>
        <p:nvGrpSpPr>
          <p:cNvPr id="7" name="组合 6"/>
          <p:cNvGrpSpPr/>
          <p:nvPr/>
        </p:nvGrpSpPr>
        <p:grpSpPr>
          <a:xfrm>
            <a:off x="809625" y="2665095"/>
            <a:ext cx="3686586" cy="2847340"/>
            <a:chOff x="1513" y="3742"/>
            <a:chExt cx="6086" cy="4867"/>
          </a:xfrm>
        </p:grpSpPr>
        <p:sp>
          <p:nvSpPr>
            <p:cNvPr id="4" name="MH_Other_1"/>
            <p:cNvSpPr/>
            <p:nvPr>
              <p:custDataLst>
                <p:tags r:id="rId4"/>
              </p:custDataLst>
            </p:nvPr>
          </p:nvSpPr>
          <p:spPr>
            <a:xfrm rot="21439215">
              <a:off x="3725" y="6159"/>
              <a:ext cx="2437" cy="2377"/>
            </a:xfrm>
            <a:prstGeom prst="roundRect">
              <a:avLst>
                <a:gd name="adj" fmla="val 18567"/>
              </a:avLst>
            </a:prstGeom>
            <a:solidFill>
              <a:srgbClr val="D3D3D3"/>
            </a:solidFill>
            <a:ln>
              <a:solidFill>
                <a:srgbClr val="B2B2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dirty="0">
                  <a:solidFill>
                    <a:schemeClr val="tx1">
                      <a:lumMod val="50000"/>
                    </a:schemeClr>
                  </a:solidFill>
                  <a:latin typeface="微软雅黑" panose="020B0503020204020204" charset="-122"/>
                  <a:ea typeface="微软雅黑" panose="020B0503020204020204" charset="-122"/>
                  <a:sym typeface="+mn-ea"/>
                </a:rPr>
                <a:t>Servlet与Applet</a:t>
              </a:r>
            </a:p>
            <a:p>
              <a:pPr algn="ctr" eaLnBrk="1" fontAlgn="auto" hangingPunct="1">
                <a:spcBef>
                  <a:spcPts val="0"/>
                </a:spcBef>
                <a:spcAft>
                  <a:spcPts val="0"/>
                </a:spcAft>
                <a:defRPr/>
              </a:pPr>
              <a:r>
                <a:rPr lang="zh-CN" altLang="en-US" dirty="0">
                  <a:solidFill>
                    <a:schemeClr val="tx1">
                      <a:lumMod val="50000"/>
                    </a:schemeClr>
                  </a:solidFill>
                  <a:latin typeface="微软雅黑" panose="020B0503020204020204" charset="-122"/>
                  <a:ea typeface="微软雅黑" panose="020B0503020204020204" charset="-122"/>
                  <a:sym typeface="+mn-ea"/>
                </a:rPr>
                <a:t>不同之处</a:t>
              </a:r>
            </a:p>
          </p:txBody>
        </p:sp>
        <p:cxnSp>
          <p:nvCxnSpPr>
            <p:cNvPr id="5" name="MH_Other_2"/>
            <p:cNvCxnSpPr>
              <a:stCxn id="4" idx="3"/>
            </p:cNvCxnSpPr>
            <p:nvPr>
              <p:custDataLst>
                <p:tags r:id="rId5"/>
              </p:custDataLst>
            </p:nvPr>
          </p:nvCxnSpPr>
          <p:spPr>
            <a:xfrm flipV="1">
              <a:off x="6161" y="7274"/>
              <a:ext cx="1438" cy="14"/>
            </a:xfrm>
            <a:prstGeom prst="straightConnector1">
              <a:avLst/>
            </a:prstGeom>
            <a:ln>
              <a:solidFill>
                <a:srgbClr val="B2B2B2"/>
              </a:solidFill>
              <a:tailEnd type="triangle"/>
            </a:ln>
          </p:spPr>
          <p:style>
            <a:lnRef idx="1">
              <a:schemeClr val="accent1"/>
            </a:lnRef>
            <a:fillRef idx="0">
              <a:schemeClr val="accent1"/>
            </a:fillRef>
            <a:effectRef idx="0">
              <a:schemeClr val="accent1"/>
            </a:effectRef>
            <a:fontRef idx="minor">
              <a:schemeClr val="tx1"/>
            </a:fontRef>
          </p:style>
        </p:cxnSp>
        <p:sp>
          <p:nvSpPr>
            <p:cNvPr id="6" name="MH_Other_3"/>
            <p:cNvSpPr/>
            <p:nvPr>
              <p:custDataLst>
                <p:tags r:id="rId6"/>
              </p:custDataLst>
            </p:nvPr>
          </p:nvSpPr>
          <p:spPr>
            <a:xfrm rot="183635">
              <a:off x="3115" y="3742"/>
              <a:ext cx="2440" cy="2377"/>
            </a:xfrm>
            <a:prstGeom prst="roundRect">
              <a:avLst>
                <a:gd name="adj" fmla="val 18567"/>
              </a:avLst>
            </a:prstGeom>
            <a:solidFill>
              <a:srgbClr val="F06C55"/>
            </a:solidFill>
            <a:ln>
              <a:solidFill>
                <a:srgbClr val="E93C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dirty="0">
                  <a:solidFill>
                    <a:srgbClr val="FFFFFF"/>
                  </a:solidFill>
                  <a:latin typeface="微软雅黑" panose="020B0503020204020204" charset="-122"/>
                  <a:ea typeface="微软雅黑" panose="020B0503020204020204" charset="-122"/>
                </a:rPr>
                <a:t>Servlet与Applet</a:t>
              </a:r>
            </a:p>
            <a:p>
              <a:pPr algn="ctr" eaLnBrk="1" fontAlgn="auto" hangingPunct="1">
                <a:spcBef>
                  <a:spcPts val="0"/>
                </a:spcBef>
                <a:spcAft>
                  <a:spcPts val="0"/>
                </a:spcAft>
                <a:defRPr/>
              </a:pPr>
              <a:r>
                <a:rPr lang="zh-CN" altLang="en-US" dirty="0">
                  <a:solidFill>
                    <a:srgbClr val="FFFFFF"/>
                  </a:solidFill>
                  <a:latin typeface="微软雅黑" panose="020B0503020204020204" charset="-122"/>
                  <a:ea typeface="微软雅黑" panose="020B0503020204020204" charset="-122"/>
                </a:rPr>
                <a:t>相似之处</a:t>
              </a:r>
            </a:p>
          </p:txBody>
        </p:sp>
        <p:cxnSp>
          <p:nvCxnSpPr>
            <p:cNvPr id="8" name="MH_Other_4"/>
            <p:cNvCxnSpPr/>
            <p:nvPr>
              <p:custDataLst>
                <p:tags r:id="rId7"/>
              </p:custDataLst>
            </p:nvPr>
          </p:nvCxnSpPr>
          <p:spPr>
            <a:xfrm flipV="1">
              <a:off x="5578" y="4747"/>
              <a:ext cx="2021" cy="5"/>
            </a:xfrm>
            <a:prstGeom prst="straightConnector1">
              <a:avLst/>
            </a:prstGeom>
            <a:ln>
              <a:solidFill>
                <a:srgbClr val="E93C1F"/>
              </a:solidFill>
              <a:tailEnd type="triangle"/>
            </a:ln>
          </p:spPr>
          <p:style>
            <a:lnRef idx="1">
              <a:schemeClr val="accent1"/>
            </a:lnRef>
            <a:fillRef idx="0">
              <a:schemeClr val="accent1"/>
            </a:fillRef>
            <a:effectRef idx="0">
              <a:schemeClr val="accent1"/>
            </a:effectRef>
            <a:fontRef idx="minor">
              <a:schemeClr val="tx1"/>
            </a:fontRef>
          </p:style>
        </p:cxnSp>
        <p:sp>
          <p:nvSpPr>
            <p:cNvPr id="9" name="MH_Other_5"/>
            <p:cNvSpPr/>
            <p:nvPr>
              <p:custDataLst>
                <p:tags r:id="rId8"/>
              </p:custDataLst>
            </p:nvPr>
          </p:nvSpPr>
          <p:spPr>
            <a:xfrm>
              <a:off x="1513" y="4801"/>
              <a:ext cx="1922" cy="3808"/>
            </a:xfrm>
            <a:custGeom>
              <a:avLst/>
              <a:gdLst>
                <a:gd name="connsiteX0" fmla="*/ 217182 w 965707"/>
                <a:gd name="connsiteY0" fmla="*/ 0 h 1986527"/>
                <a:gd name="connsiteX1" fmla="*/ 432892 w 965707"/>
                <a:gd name="connsiteY1" fmla="*/ 215710 h 1986527"/>
                <a:gd name="connsiteX2" fmla="*/ 428510 w 965707"/>
                <a:gd name="connsiteY2" fmla="*/ 259183 h 1986527"/>
                <a:gd name="connsiteX3" fmla="*/ 426677 w 965707"/>
                <a:gd name="connsiteY3" fmla="*/ 265085 h 1986527"/>
                <a:gd name="connsiteX4" fmla="*/ 691433 w 965707"/>
                <a:gd name="connsiteY4" fmla="*/ 70895 h 1986527"/>
                <a:gd name="connsiteX5" fmla="*/ 727149 w 965707"/>
                <a:gd name="connsiteY5" fmla="*/ 76387 h 1986527"/>
                <a:gd name="connsiteX6" fmla="*/ 787596 w 965707"/>
                <a:gd name="connsiteY6" fmla="*/ 158799 h 1986527"/>
                <a:gd name="connsiteX7" fmla="*/ 782104 w 965707"/>
                <a:gd name="connsiteY7" fmla="*/ 194515 h 1986527"/>
                <a:gd name="connsiteX8" fmla="*/ 453481 w 965707"/>
                <a:gd name="connsiteY8" fmla="*/ 435549 h 1986527"/>
                <a:gd name="connsiteX9" fmla="*/ 874061 w 965707"/>
                <a:gd name="connsiteY9" fmla="*/ 181449 h 1986527"/>
                <a:gd name="connsiteX10" fmla="*/ 909154 w 965707"/>
                <a:gd name="connsiteY10" fmla="*/ 190109 h 1986527"/>
                <a:gd name="connsiteX11" fmla="*/ 962021 w 965707"/>
                <a:gd name="connsiteY11" fmla="*/ 277611 h 1986527"/>
                <a:gd name="connsiteX12" fmla="*/ 953361 w 965707"/>
                <a:gd name="connsiteY12" fmla="*/ 312705 h 1986527"/>
                <a:gd name="connsiteX13" fmla="*/ 384793 w 965707"/>
                <a:gd name="connsiteY13" fmla="*/ 656215 h 1986527"/>
                <a:gd name="connsiteX14" fmla="*/ 384793 w 965707"/>
                <a:gd name="connsiteY14" fmla="*/ 1131649 h 1986527"/>
                <a:gd name="connsiteX15" fmla="*/ 381842 w 965707"/>
                <a:gd name="connsiteY15" fmla="*/ 1146266 h 1986527"/>
                <a:gd name="connsiteX16" fmla="*/ 387708 w 965707"/>
                <a:gd name="connsiteY16" fmla="*/ 1152370 h 1986527"/>
                <a:gd name="connsiteX17" fmla="*/ 442440 w 965707"/>
                <a:gd name="connsiteY17" fmla="*/ 1292303 h 1986527"/>
                <a:gd name="connsiteX18" fmla="*/ 445419 w 965707"/>
                <a:gd name="connsiteY18" fmla="*/ 1293537 h 1986527"/>
                <a:gd name="connsiteX19" fmla="*/ 453847 w 965707"/>
                <a:gd name="connsiteY19" fmla="*/ 1313884 h 1986527"/>
                <a:gd name="connsiteX20" fmla="*/ 453847 w 965707"/>
                <a:gd name="connsiteY20" fmla="*/ 1951177 h 1986527"/>
                <a:gd name="connsiteX21" fmla="*/ 425072 w 965707"/>
                <a:gd name="connsiteY21" fmla="*/ 1979952 h 1986527"/>
                <a:gd name="connsiteX22" fmla="*/ 309975 w 965707"/>
                <a:gd name="connsiteY22" fmla="*/ 1979952 h 1986527"/>
                <a:gd name="connsiteX23" fmla="*/ 281200 w 965707"/>
                <a:gd name="connsiteY23" fmla="*/ 1951177 h 1986527"/>
                <a:gd name="connsiteX24" fmla="*/ 281200 w 965707"/>
                <a:gd name="connsiteY24" fmla="*/ 1342234 h 1986527"/>
                <a:gd name="connsiteX25" fmla="*/ 230924 w 965707"/>
                <a:gd name="connsiteY25" fmla="*/ 1213693 h 1986527"/>
                <a:gd name="connsiteX26" fmla="*/ 227782 w 965707"/>
                <a:gd name="connsiteY26" fmla="*/ 1195782 h 1986527"/>
                <a:gd name="connsiteX27" fmla="*/ 172672 w 965707"/>
                <a:gd name="connsiteY27" fmla="*/ 1195782 h 1986527"/>
                <a:gd name="connsiteX28" fmla="*/ 172672 w 965707"/>
                <a:gd name="connsiteY28" fmla="*/ 1958468 h 1986527"/>
                <a:gd name="connsiteX29" fmla="*/ 144613 w 965707"/>
                <a:gd name="connsiteY29" fmla="*/ 1986527 h 1986527"/>
                <a:gd name="connsiteX30" fmla="*/ 32381 w 965707"/>
                <a:gd name="connsiteY30" fmla="*/ 1986527 h 1986527"/>
                <a:gd name="connsiteX31" fmla="*/ 4322 w 965707"/>
                <a:gd name="connsiteY31" fmla="*/ 1958468 h 1986527"/>
                <a:gd name="connsiteX32" fmla="*/ 4322 w 965707"/>
                <a:gd name="connsiteY32" fmla="*/ 1169537 h 1986527"/>
                <a:gd name="connsiteX33" fmla="*/ 7911 w 965707"/>
                <a:gd name="connsiteY33" fmla="*/ 1160872 h 1986527"/>
                <a:gd name="connsiteX34" fmla="*/ 5040 w 965707"/>
                <a:gd name="connsiteY34" fmla="*/ 1156613 h 1986527"/>
                <a:gd name="connsiteX35" fmla="*/ 0 w 965707"/>
                <a:gd name="connsiteY35" fmla="*/ 1131649 h 1986527"/>
                <a:gd name="connsiteX36" fmla="*/ 0 w 965707"/>
                <a:gd name="connsiteY36" fmla="*/ 514378 h 1986527"/>
                <a:gd name="connsiteX37" fmla="*/ 64133 w 965707"/>
                <a:gd name="connsiteY37" fmla="*/ 450245 h 1986527"/>
                <a:gd name="connsiteX38" fmla="*/ 174233 w 965707"/>
                <a:gd name="connsiteY38" fmla="*/ 450245 h 1986527"/>
                <a:gd name="connsiteX39" fmla="*/ 203629 w 965707"/>
                <a:gd name="connsiteY39" fmla="*/ 428684 h 1986527"/>
                <a:gd name="connsiteX40" fmla="*/ 133218 w 965707"/>
                <a:gd name="connsiteY40" fmla="*/ 414469 h 1986527"/>
                <a:gd name="connsiteX41" fmla="*/ 1472 w 965707"/>
                <a:gd name="connsiteY41" fmla="*/ 215710 h 1986527"/>
                <a:gd name="connsiteX42" fmla="*/ 217182 w 965707"/>
                <a:gd name="connsiteY42" fmla="*/ 0 h 1986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965707" h="1986527">
                  <a:moveTo>
                    <a:pt x="217182" y="0"/>
                  </a:moveTo>
                  <a:cubicBezTo>
                    <a:pt x="336315" y="0"/>
                    <a:pt x="432892" y="96577"/>
                    <a:pt x="432892" y="215710"/>
                  </a:cubicBezTo>
                  <a:cubicBezTo>
                    <a:pt x="432892" y="230602"/>
                    <a:pt x="431383" y="245141"/>
                    <a:pt x="428510" y="259183"/>
                  </a:cubicBezTo>
                  <a:lnTo>
                    <a:pt x="426677" y="265085"/>
                  </a:lnTo>
                  <a:lnTo>
                    <a:pt x="691433" y="70895"/>
                  </a:lnTo>
                  <a:cubicBezTo>
                    <a:pt x="702812" y="62549"/>
                    <a:pt x="718803" y="65008"/>
                    <a:pt x="727149" y="76387"/>
                  </a:cubicBezTo>
                  <a:lnTo>
                    <a:pt x="787596" y="158799"/>
                  </a:lnTo>
                  <a:cubicBezTo>
                    <a:pt x="795942" y="170178"/>
                    <a:pt x="793483" y="186169"/>
                    <a:pt x="782104" y="194515"/>
                  </a:cubicBezTo>
                  <a:lnTo>
                    <a:pt x="453481" y="435549"/>
                  </a:lnTo>
                  <a:lnTo>
                    <a:pt x="874061" y="181449"/>
                  </a:lnTo>
                  <a:cubicBezTo>
                    <a:pt x="886143" y="174150"/>
                    <a:pt x="901855" y="178027"/>
                    <a:pt x="909154" y="190109"/>
                  </a:cubicBezTo>
                  <a:lnTo>
                    <a:pt x="962021" y="277611"/>
                  </a:lnTo>
                  <a:cubicBezTo>
                    <a:pt x="969320" y="289694"/>
                    <a:pt x="965443" y="305405"/>
                    <a:pt x="953361" y="312705"/>
                  </a:cubicBezTo>
                  <a:lnTo>
                    <a:pt x="384793" y="656215"/>
                  </a:lnTo>
                  <a:lnTo>
                    <a:pt x="384793" y="1131649"/>
                  </a:lnTo>
                  <a:lnTo>
                    <a:pt x="381842" y="1146266"/>
                  </a:lnTo>
                  <a:lnTo>
                    <a:pt x="387708" y="1152370"/>
                  </a:lnTo>
                  <a:lnTo>
                    <a:pt x="442440" y="1292303"/>
                  </a:lnTo>
                  <a:lnTo>
                    <a:pt x="445419" y="1293537"/>
                  </a:lnTo>
                  <a:cubicBezTo>
                    <a:pt x="450626" y="1298744"/>
                    <a:pt x="453847" y="1305938"/>
                    <a:pt x="453847" y="1313884"/>
                  </a:cubicBezTo>
                  <a:lnTo>
                    <a:pt x="453847" y="1951177"/>
                  </a:lnTo>
                  <a:cubicBezTo>
                    <a:pt x="453847" y="1967069"/>
                    <a:pt x="440964" y="1979952"/>
                    <a:pt x="425072" y="1979952"/>
                  </a:cubicBezTo>
                  <a:lnTo>
                    <a:pt x="309975" y="1979952"/>
                  </a:lnTo>
                  <a:cubicBezTo>
                    <a:pt x="294083" y="1979952"/>
                    <a:pt x="281200" y="1967069"/>
                    <a:pt x="281200" y="1951177"/>
                  </a:cubicBezTo>
                  <a:lnTo>
                    <a:pt x="281200" y="1342234"/>
                  </a:lnTo>
                  <a:lnTo>
                    <a:pt x="230924" y="1213693"/>
                  </a:lnTo>
                  <a:lnTo>
                    <a:pt x="227782" y="1195782"/>
                  </a:lnTo>
                  <a:lnTo>
                    <a:pt x="172672" y="1195782"/>
                  </a:lnTo>
                  <a:lnTo>
                    <a:pt x="172672" y="1958468"/>
                  </a:lnTo>
                  <a:cubicBezTo>
                    <a:pt x="172672" y="1973965"/>
                    <a:pt x="160110" y="1986527"/>
                    <a:pt x="144613" y="1986527"/>
                  </a:cubicBezTo>
                  <a:lnTo>
                    <a:pt x="32381" y="1986527"/>
                  </a:lnTo>
                  <a:cubicBezTo>
                    <a:pt x="16884" y="1986527"/>
                    <a:pt x="4322" y="1973965"/>
                    <a:pt x="4322" y="1958468"/>
                  </a:cubicBezTo>
                  <a:lnTo>
                    <a:pt x="4322" y="1169537"/>
                  </a:lnTo>
                  <a:lnTo>
                    <a:pt x="7911" y="1160872"/>
                  </a:lnTo>
                  <a:lnTo>
                    <a:pt x="5040" y="1156613"/>
                  </a:lnTo>
                  <a:cubicBezTo>
                    <a:pt x="1795" y="1148940"/>
                    <a:pt x="0" y="1140504"/>
                    <a:pt x="0" y="1131649"/>
                  </a:cubicBezTo>
                  <a:lnTo>
                    <a:pt x="0" y="514378"/>
                  </a:lnTo>
                  <a:cubicBezTo>
                    <a:pt x="0" y="478958"/>
                    <a:pt x="28713" y="450245"/>
                    <a:pt x="64133" y="450245"/>
                  </a:cubicBezTo>
                  <a:lnTo>
                    <a:pt x="174233" y="450245"/>
                  </a:lnTo>
                  <a:lnTo>
                    <a:pt x="203629" y="428684"/>
                  </a:lnTo>
                  <a:lnTo>
                    <a:pt x="133218" y="414469"/>
                  </a:lnTo>
                  <a:cubicBezTo>
                    <a:pt x="55797" y="381722"/>
                    <a:pt x="1472" y="305060"/>
                    <a:pt x="1472" y="215710"/>
                  </a:cubicBezTo>
                  <a:cubicBezTo>
                    <a:pt x="1472" y="96577"/>
                    <a:pt x="98049" y="0"/>
                    <a:pt x="217182" y="0"/>
                  </a:cubicBezTo>
                  <a:close/>
                </a:path>
              </a:pathLst>
            </a:custGeom>
            <a:solidFill>
              <a:srgbClr val="D3D3D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grpSp>
      <p:sp>
        <p:nvSpPr>
          <p:cNvPr id="10" name="MH_Text_2"/>
          <p:cNvSpPr txBox="1"/>
          <p:nvPr>
            <p:custDataLst>
              <p:tags r:id="rId2"/>
            </p:custDataLst>
          </p:nvPr>
        </p:nvSpPr>
        <p:spPr>
          <a:xfrm>
            <a:off x="4496435" y="2762885"/>
            <a:ext cx="7070725" cy="1283335"/>
          </a:xfrm>
          <a:prstGeom prst="rect">
            <a:avLst/>
          </a:prstGeom>
          <a:noFill/>
        </p:spPr>
        <p:txBody>
          <a:bodyPr lIns="0" tIns="0" rIns="0" bIns="0">
            <a:normAutofit/>
          </a:bodyPr>
          <a:lstStyle>
            <a:defPPr>
              <a:defRPr lang="zh-CN"/>
            </a:defPPr>
            <a:lvl1pPr>
              <a:lnSpc>
                <a:spcPct val="130000"/>
              </a:lnSpc>
              <a:defRPr sz="1200"/>
            </a:lvl1pPr>
          </a:lstStyle>
          <a:p>
            <a:pPr>
              <a:lnSpc>
                <a:spcPct val="150000"/>
              </a:lnSpc>
            </a:pPr>
            <a:r>
              <a:rPr lang="zh-CN" altLang="en-US" sz="1800" dirty="0" smtClean="0"/>
              <a:t>（1）它们不是独立的应用程序，没有main( )方法。</a:t>
            </a:r>
          </a:p>
          <a:p>
            <a:pPr>
              <a:lnSpc>
                <a:spcPct val="150000"/>
              </a:lnSpc>
            </a:pPr>
            <a:r>
              <a:rPr lang="zh-CN" altLang="en-US" sz="1800" dirty="0" smtClean="0"/>
              <a:t>（2）它们不是由用户调用，而是由另外一个应用程序（容器）调用。</a:t>
            </a:r>
          </a:p>
          <a:p>
            <a:pPr>
              <a:lnSpc>
                <a:spcPct val="150000"/>
              </a:lnSpc>
            </a:pPr>
            <a:r>
              <a:rPr lang="zh-CN" altLang="en-US" sz="1800" dirty="0" smtClean="0"/>
              <a:t>（3）它们都有一个生存周期，包含init( )和destroy( )方法。</a:t>
            </a:r>
          </a:p>
        </p:txBody>
      </p:sp>
      <p:sp>
        <p:nvSpPr>
          <p:cNvPr id="11" name="MH_Text_1"/>
          <p:cNvSpPr txBox="1"/>
          <p:nvPr>
            <p:custDataLst>
              <p:tags r:id="rId3"/>
            </p:custDataLst>
          </p:nvPr>
        </p:nvSpPr>
        <p:spPr>
          <a:xfrm>
            <a:off x="4634230" y="4445635"/>
            <a:ext cx="5577840" cy="1066800"/>
          </a:xfrm>
          <a:prstGeom prst="rect">
            <a:avLst/>
          </a:prstGeom>
          <a:noFill/>
        </p:spPr>
        <p:txBody>
          <a:bodyPr lIns="0" tIns="0" rIns="0" bIns="0">
            <a:noAutofit/>
          </a:bodyPr>
          <a:lstStyle>
            <a:defPPr>
              <a:defRPr lang="zh-CN"/>
            </a:defPPr>
            <a:lvl1pPr>
              <a:lnSpc>
                <a:spcPct val="130000"/>
              </a:lnSpc>
              <a:defRPr sz="1200"/>
            </a:lvl1pPr>
          </a:lstStyle>
          <a:p>
            <a:pPr>
              <a:lnSpc>
                <a:spcPct val="150000"/>
              </a:lnSpc>
            </a:pPr>
            <a:r>
              <a:rPr lang="zh-CN" altLang="en-US" sz="1800" dirty="0" smtClean="0"/>
              <a:t>（1）Applet运行在客户端，具有丰富的图形界面。</a:t>
            </a:r>
          </a:p>
          <a:p>
            <a:pPr>
              <a:lnSpc>
                <a:spcPct val="150000"/>
              </a:lnSpc>
            </a:pPr>
            <a:r>
              <a:rPr lang="zh-CN" altLang="en-US" sz="1800" dirty="0" smtClean="0"/>
              <a:t>（2）Servlet运行在服务器端，没有图形界面。</a:t>
            </a:r>
          </a:p>
        </p:txBody>
      </p:sp>
    </p:spTree>
    <p:custDataLst>
      <p:tags r:id="rId1"/>
    </p:custDataLst>
  </p:cSld>
  <p:clrMapOvr>
    <a:masterClrMapping/>
  </p:clrMapOvr>
  <p:transition>
    <p:strips dir="ru"/>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FF0000"/>
                </a:solidFill>
                <a:sym typeface="+mn-ea"/>
              </a:rPr>
              <a:t>8.4 Web服务器层使用的技术</a:t>
            </a:r>
            <a:r>
              <a:rPr lang="zh-CN" altLang="en-US" dirty="0" smtClean="0">
                <a:solidFill>
                  <a:schemeClr val="tx1"/>
                </a:solidFill>
              </a:rPr>
              <a:t/>
            </a:r>
            <a:br>
              <a:rPr lang="zh-CN" altLang="en-US" dirty="0" smtClean="0">
                <a:solidFill>
                  <a:schemeClr val="tx1"/>
                </a:solidFill>
              </a:rPr>
            </a:br>
            <a:endParaRPr lang="zh-CN" altLang="en-US" dirty="0" smtClean="0">
              <a:solidFill>
                <a:srgbClr val="FF0000"/>
              </a:solidFill>
              <a:sym typeface="+mn-ea"/>
            </a:endParaRP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8.4.1 Servlet</a:t>
            </a:r>
          </a:p>
        </p:txBody>
      </p:sp>
      <p:sp>
        <p:nvSpPr>
          <p:cNvPr id="100" name="文本框 99"/>
          <p:cNvSpPr txBox="1"/>
          <p:nvPr/>
        </p:nvSpPr>
        <p:spPr>
          <a:xfrm>
            <a:off x="1091214" y="2570850"/>
            <a:ext cx="10200640" cy="2470026"/>
          </a:xfrm>
          <a:prstGeom prst="roundRect">
            <a:avLst/>
          </a:prstGeom>
          <a:noFill/>
          <a:ln w="9525">
            <a:solidFill>
              <a:schemeClr val="accent3"/>
            </a:solidFill>
          </a:ln>
        </p:spPr>
        <p:txBody>
          <a:bodyPr wrap="square">
            <a:spAutoFit/>
          </a:bodyPr>
          <a:lstStyle/>
          <a:p>
            <a:pPr marL="0" indent="457200" algn="l" fontAlgn="auto">
              <a:lnSpc>
                <a:spcPct val="130000"/>
              </a:lnSpc>
            </a:pPr>
            <a:r>
              <a:rPr b="0" u="none" dirty="0">
                <a:latin typeface="微软雅黑" panose="020B0503020204020204" charset="-122"/>
                <a:ea typeface="微软雅黑" panose="020B0503020204020204" charset="-122"/>
              </a:rPr>
              <a:t>Servlet运行在Web服务器上的Web容器里。Web容器负责管理Servlet，它装入并初始化Servlet，管理Servlet的多个实例，并充当请求调度器，将客户端的请求传递到Servlet，并将Servlet的响应返回给客户端。Web容器在Servlet的使用期限结束时结束该Servlet。服务器关闭时，Web容器会从内存中卸载和除去Servlet。客户机与Servlet间没有直接的交互。无论客户机对Servlet的请求（即ServletRequest）还是Servlet对客户端的响应（即ServletResponse），都是通过Web服务器来实现的，大大提高了Servlet组件的可移植性。</a:t>
            </a:r>
          </a:p>
        </p:txBody>
      </p:sp>
      <p:pic>
        <p:nvPicPr>
          <p:cNvPr id="4" name="图片 3"/>
          <p:cNvPicPr/>
          <p:nvPr/>
        </p:nvPicPr>
        <p:blipFill>
          <a:blip r:embed="rId4" cstate="print"/>
          <a:stretch>
            <a:fillRect/>
          </a:stretch>
        </p:blipFill>
        <p:spPr>
          <a:xfrm>
            <a:off x="3132711" y="5082530"/>
            <a:ext cx="6281420" cy="1209675"/>
          </a:xfrm>
          <a:prstGeom prst="rect">
            <a:avLst/>
          </a:prstGeom>
          <a:noFill/>
          <a:ln w="9525">
            <a:noFill/>
          </a:ln>
        </p:spPr>
      </p:pic>
      <p:sp>
        <p:nvSpPr>
          <p:cNvPr id="6" name="矩形 5"/>
          <p:cNvSpPr/>
          <p:nvPr/>
        </p:nvSpPr>
        <p:spPr>
          <a:xfrm>
            <a:off x="1081430" y="2097918"/>
            <a:ext cx="2071203" cy="369332"/>
          </a:xfrm>
          <a:prstGeom prst="rect">
            <a:avLst/>
          </a:prstGeom>
        </p:spPr>
        <p:txBody>
          <a:bodyPr wrap="square">
            <a:spAutoFit/>
          </a:bodyPr>
          <a:lstStyle/>
          <a:p>
            <a:r>
              <a:rPr lang="en-US" altLang="en-US" b="1" dirty="0" err="1" smtClean="0"/>
              <a:t>Servlet</a:t>
            </a:r>
            <a:r>
              <a:rPr lang="zh-CN" altLang="en-US" b="1" dirty="0" smtClean="0"/>
              <a:t>工作原理：</a:t>
            </a:r>
          </a:p>
        </p:txBody>
      </p:sp>
    </p:spTree>
    <p:custDataLst>
      <p:tags r:id="rId1"/>
    </p:custDataLst>
  </p:cSld>
  <p:clrMapOvr>
    <a:masterClrMapping/>
  </p:clrMapOvr>
  <p:transition>
    <p:strips dir="ru"/>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FF0000"/>
                </a:solidFill>
                <a:sym typeface="+mn-ea"/>
              </a:rPr>
              <a:t>8.4 Web服务器层使用的技术</a:t>
            </a:r>
            <a:r>
              <a:rPr lang="zh-CN" altLang="en-US" dirty="0" smtClean="0">
                <a:solidFill>
                  <a:schemeClr val="tx1"/>
                </a:solidFill>
              </a:rPr>
              <a:t/>
            </a:r>
            <a:br>
              <a:rPr lang="zh-CN" altLang="en-US" dirty="0" smtClean="0">
                <a:solidFill>
                  <a:schemeClr val="tx1"/>
                </a:solidFill>
              </a:rPr>
            </a:br>
            <a:endParaRPr lang="zh-CN" altLang="en-US" dirty="0" smtClean="0">
              <a:solidFill>
                <a:srgbClr val="FF0000"/>
              </a:solidFill>
              <a:sym typeface="+mn-ea"/>
            </a:endParaRP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8.4.1 Servlet</a:t>
            </a:r>
          </a:p>
        </p:txBody>
      </p:sp>
      <p:grpSp>
        <p:nvGrpSpPr>
          <p:cNvPr id="3" name="组合 2"/>
          <p:cNvGrpSpPr/>
          <p:nvPr/>
        </p:nvGrpSpPr>
        <p:grpSpPr>
          <a:xfrm>
            <a:off x="848995" y="2303145"/>
            <a:ext cx="10698480" cy="4133215"/>
            <a:chOff x="1337" y="3627"/>
            <a:chExt cx="16848" cy="6509"/>
          </a:xfrm>
        </p:grpSpPr>
        <p:sp>
          <p:nvSpPr>
            <p:cNvPr id="16" name="Oval 15"/>
            <p:cNvSpPr>
              <a:spLocks noChangeArrowheads="1"/>
            </p:cNvSpPr>
            <p:nvPr>
              <p:custDataLst>
                <p:tags r:id="rId2"/>
              </p:custDataLst>
            </p:nvPr>
          </p:nvSpPr>
          <p:spPr bwMode="auto">
            <a:xfrm>
              <a:off x="1609" y="3997"/>
              <a:ext cx="4966" cy="5012"/>
            </a:xfrm>
            <a:prstGeom prst="ellipse">
              <a:avLst/>
            </a:prstGeom>
            <a:noFill/>
            <a:ln w="19050">
              <a:solidFill>
                <a:srgbClr val="4F5A71">
                  <a:alpha val="50000"/>
                </a:srgbClr>
              </a:solidFill>
              <a:round/>
            </a:ln>
            <a:effectLst/>
            <a:extLst>
              <a:ext uri="{909E8E84-426E-40DD-AFC4-6F175D3DCCD1}">
                <a14:hiddenFill xmlns="" xmlns:a14="http://schemas.microsoft.com/office/drawing/2010/main">
                  <a:solidFill>
                    <a:srgbClr val="4F5A71"/>
                  </a:solidFill>
                </a14:hiddenFill>
              </a:ext>
              <a:ext uri="{AF507438-7753-43E0-B8FC-AC1667EBCBE1}">
                <a14:hiddenEffects xmln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33" name="Line 16"/>
            <p:cNvSpPr>
              <a:spLocks noChangeShapeType="1"/>
            </p:cNvSpPr>
            <p:nvPr>
              <p:custDataLst>
                <p:tags r:id="rId3"/>
              </p:custDataLst>
            </p:nvPr>
          </p:nvSpPr>
          <p:spPr bwMode="gray">
            <a:xfrm>
              <a:off x="1337" y="6514"/>
              <a:ext cx="5486" cy="0"/>
            </a:xfrm>
            <a:prstGeom prst="line">
              <a:avLst/>
            </a:prstGeom>
            <a:noFill/>
            <a:ln w="28575">
              <a:solidFill>
                <a:srgbClr val="4F5A71">
                  <a:alpha val="50000"/>
                </a:srgbClr>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34" name="Line 17"/>
            <p:cNvSpPr>
              <a:spLocks noChangeShapeType="1"/>
            </p:cNvSpPr>
            <p:nvPr>
              <p:custDataLst>
                <p:tags r:id="rId4"/>
              </p:custDataLst>
            </p:nvPr>
          </p:nvSpPr>
          <p:spPr bwMode="gray">
            <a:xfrm>
              <a:off x="4080" y="3627"/>
              <a:ext cx="0" cy="5770"/>
            </a:xfrm>
            <a:prstGeom prst="line">
              <a:avLst/>
            </a:prstGeom>
            <a:noFill/>
            <a:ln w="28575">
              <a:solidFill>
                <a:srgbClr val="4F5A71">
                  <a:alpha val="50000"/>
                </a:srgbClr>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35" name="Oval 10"/>
            <p:cNvSpPr>
              <a:spLocks noChangeArrowheads="1"/>
            </p:cNvSpPr>
            <p:nvPr>
              <p:custDataLst>
                <p:tags r:id="rId5"/>
              </p:custDataLst>
            </p:nvPr>
          </p:nvSpPr>
          <p:spPr bwMode="gray">
            <a:xfrm>
              <a:off x="1881" y="4281"/>
              <a:ext cx="4393" cy="4427"/>
            </a:xfrm>
            <a:prstGeom prst="ellipse">
              <a:avLst/>
            </a:prstGeom>
            <a:noFill/>
            <a:ln w="9525">
              <a:solidFill>
                <a:srgbClr val="4F5A71">
                  <a:alpha val="50000"/>
                </a:srgbClr>
              </a:solidFill>
              <a:round/>
            </a:ln>
            <a:effectLst/>
            <a:extLst>
              <a:ext uri="{909E8E84-426E-40DD-AFC4-6F175D3DCCD1}">
                <a14:hiddenFill xmlns="" xmlns:a14="http://schemas.microsoft.com/office/drawing/2010/main">
                  <a:solidFill>
                    <a:srgbClr val="4F5A71">
                      <a:alpha val="64999"/>
                    </a:srgbClr>
                  </a:solidFill>
                </a14:hiddenFill>
              </a:ext>
              <a:ext uri="{AF507438-7753-43E0-B8FC-AC1667EBCBE1}">
                <a14:hiddenEffects xmln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37" name="Oval 13"/>
            <p:cNvSpPr>
              <a:spLocks noChangeArrowheads="1"/>
            </p:cNvSpPr>
            <p:nvPr>
              <p:custDataLst>
                <p:tags r:id="rId6"/>
              </p:custDataLst>
            </p:nvPr>
          </p:nvSpPr>
          <p:spPr bwMode="gray">
            <a:xfrm>
              <a:off x="2383" y="4812"/>
              <a:ext cx="3366" cy="3436"/>
            </a:xfrm>
            <a:prstGeom prst="ellipse">
              <a:avLst/>
            </a:prstGeom>
            <a:solidFill>
              <a:srgbClr val="4F5A71">
                <a:lumMod val="60000"/>
                <a:lumOff val="40000"/>
              </a:srgb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51" name="KSO_GT1"/>
            <p:cNvSpPr>
              <a:spLocks noChangeArrowheads="1"/>
            </p:cNvSpPr>
            <p:nvPr>
              <p:custDataLst>
                <p:tags r:id="rId7"/>
              </p:custDataLst>
            </p:nvPr>
          </p:nvSpPr>
          <p:spPr bwMode="gray">
            <a:xfrm>
              <a:off x="2989" y="5430"/>
              <a:ext cx="2155" cy="2201"/>
            </a:xfrm>
            <a:prstGeom prst="ellipse">
              <a:avLst/>
            </a:prstGeom>
            <a:solidFill>
              <a:srgbClr val="4F5A71"/>
            </a:solidFill>
            <a:ln>
              <a:noFill/>
            </a:ln>
            <a:effectLst/>
          </p:spPr>
          <p:txBody>
            <a:bodyPr wrap="square" lIns="0" tIns="0" rIns="0" bIns="0" anchor="ctr">
              <a:normAutofit lnSpcReduction="10000"/>
            </a:bodyPr>
            <a:lstStyle/>
            <a:p>
              <a:pPr algn="ctr">
                <a:defRPr/>
              </a:pPr>
              <a:r>
                <a:rPr lang="en-US" altLang="zh-CN" sz="2400" kern="0" dirty="0">
                  <a:solidFill>
                    <a:srgbClr val="FFFFFF"/>
                  </a:solidFill>
                  <a:latin typeface="Arial" panose="020B0604020202020204" pitchFamily="34" charset="0"/>
                  <a:ea typeface="宋体" panose="02010600030101010101" pitchFamily="2" charset="-122"/>
                  <a:cs typeface="黑体" panose="02010609060101010101" pitchFamily="49" charset="-122"/>
                </a:rPr>
                <a:t>Servlet</a:t>
              </a:r>
              <a:r>
                <a:rPr lang="zh-CN" altLang="zh-CN" sz="2400" kern="0" dirty="0">
                  <a:solidFill>
                    <a:srgbClr val="FFFFFF"/>
                  </a:solidFill>
                  <a:latin typeface="Arial" panose="020B0604020202020204" pitchFamily="34" charset="0"/>
                  <a:ea typeface="宋体" panose="02010600030101010101" pitchFamily="2" charset="-122"/>
                  <a:cs typeface="黑体" panose="02010609060101010101" pitchFamily="49" charset="-122"/>
                </a:rPr>
                <a:t>基本工作流程</a:t>
              </a:r>
            </a:p>
          </p:txBody>
        </p:sp>
        <p:sp>
          <p:nvSpPr>
            <p:cNvPr id="30" name="Oval 19"/>
            <p:cNvSpPr>
              <a:spLocks noChangeArrowheads="1"/>
            </p:cNvSpPr>
            <p:nvPr>
              <p:custDataLst>
                <p:tags r:id="rId8"/>
              </p:custDataLst>
            </p:nvPr>
          </p:nvSpPr>
          <p:spPr bwMode="gray">
            <a:xfrm>
              <a:off x="4744" y="3927"/>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21" name="文本框 20"/>
            <p:cNvSpPr txBox="1"/>
            <p:nvPr>
              <p:custDataLst>
                <p:tags r:id="rId9"/>
              </p:custDataLst>
            </p:nvPr>
          </p:nvSpPr>
          <p:spPr>
            <a:xfrm>
              <a:off x="5510" y="3650"/>
              <a:ext cx="9630" cy="674"/>
            </a:xfrm>
            <a:prstGeom prst="rect">
              <a:avLst/>
            </a:prstGeom>
            <a:noFill/>
          </p:spPr>
          <p:txBody>
            <a:bodyPr wrap="square" lIns="0" rIns="0">
              <a:normAutofit lnSpcReduction="10000"/>
            </a:bodyPr>
            <a:lstStyle/>
            <a:p>
              <a:pPr>
                <a:lnSpc>
                  <a:spcPct val="130000"/>
                </a:lnSpc>
                <a:spcBef>
                  <a:spcPts val="600"/>
                </a:spcBef>
                <a:defRPr/>
              </a:pPr>
              <a:r>
                <a:rPr dirty="0"/>
                <a:t>（1）客户机将请求发送到服务器。</a:t>
              </a:r>
            </a:p>
          </p:txBody>
        </p:sp>
        <p:sp>
          <p:nvSpPr>
            <p:cNvPr id="19" name="Oval 19"/>
            <p:cNvSpPr>
              <a:spLocks noChangeArrowheads="1"/>
            </p:cNvSpPr>
            <p:nvPr>
              <p:custDataLst>
                <p:tags r:id="rId10"/>
              </p:custDataLst>
            </p:nvPr>
          </p:nvSpPr>
          <p:spPr bwMode="gray">
            <a:xfrm>
              <a:off x="5822" y="4710"/>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22" name="文本框 21"/>
            <p:cNvSpPr txBox="1"/>
            <p:nvPr>
              <p:custDataLst>
                <p:tags r:id="rId11"/>
              </p:custDataLst>
            </p:nvPr>
          </p:nvSpPr>
          <p:spPr>
            <a:xfrm>
              <a:off x="6564" y="4494"/>
              <a:ext cx="10734" cy="768"/>
            </a:xfrm>
            <a:prstGeom prst="rect">
              <a:avLst/>
            </a:prstGeom>
            <a:noFill/>
          </p:spPr>
          <p:txBody>
            <a:bodyPr wrap="square" lIns="0" rIns="0">
              <a:normAutofit/>
            </a:bodyPr>
            <a:lstStyle/>
            <a:p>
              <a:pPr>
                <a:lnSpc>
                  <a:spcPct val="130000"/>
                </a:lnSpc>
                <a:spcBef>
                  <a:spcPts val="600"/>
                </a:spcBef>
                <a:defRPr/>
              </a:pPr>
              <a:r>
                <a:rPr dirty="0"/>
                <a:t>（2）服务器上的Web容器实例化（装入）Servlet。</a:t>
              </a:r>
            </a:p>
          </p:txBody>
        </p:sp>
        <p:sp>
          <p:nvSpPr>
            <p:cNvPr id="20" name="Oval 19"/>
            <p:cNvSpPr>
              <a:spLocks noChangeArrowheads="1"/>
            </p:cNvSpPr>
            <p:nvPr>
              <p:custDataLst>
                <p:tags r:id="rId12"/>
              </p:custDataLst>
            </p:nvPr>
          </p:nvSpPr>
          <p:spPr bwMode="gray">
            <a:xfrm>
              <a:off x="6311" y="5745"/>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5" name="文本框 4"/>
            <p:cNvSpPr txBox="1"/>
            <p:nvPr>
              <p:custDataLst>
                <p:tags r:id="rId13"/>
              </p:custDataLst>
            </p:nvPr>
          </p:nvSpPr>
          <p:spPr>
            <a:xfrm>
              <a:off x="7098" y="5430"/>
              <a:ext cx="7735" cy="768"/>
            </a:xfrm>
            <a:prstGeom prst="rect">
              <a:avLst/>
            </a:prstGeom>
            <a:noFill/>
          </p:spPr>
          <p:txBody>
            <a:bodyPr wrap="square" lIns="0" rIns="0">
              <a:normAutofit/>
            </a:bodyPr>
            <a:lstStyle/>
            <a:p>
              <a:pPr>
                <a:lnSpc>
                  <a:spcPct val="130000"/>
                </a:lnSpc>
                <a:spcBef>
                  <a:spcPts val="600"/>
                </a:spcBef>
                <a:defRPr/>
              </a:pPr>
              <a:r>
                <a:rPr dirty="0"/>
                <a:t>（3）Web容器将请求信息发送到Servlet。</a:t>
              </a:r>
            </a:p>
          </p:txBody>
        </p:sp>
        <p:sp>
          <p:nvSpPr>
            <p:cNvPr id="23" name="Oval 19"/>
            <p:cNvSpPr>
              <a:spLocks noChangeArrowheads="1"/>
            </p:cNvSpPr>
            <p:nvPr>
              <p:custDataLst>
                <p:tags r:id="rId14"/>
              </p:custDataLst>
            </p:nvPr>
          </p:nvSpPr>
          <p:spPr bwMode="gray">
            <a:xfrm>
              <a:off x="6325" y="6861"/>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6" name="文本框 5"/>
            <p:cNvSpPr txBox="1"/>
            <p:nvPr>
              <p:custDataLst>
                <p:tags r:id="rId15"/>
              </p:custDataLst>
            </p:nvPr>
          </p:nvSpPr>
          <p:spPr>
            <a:xfrm>
              <a:off x="7274" y="6628"/>
              <a:ext cx="10039" cy="1003"/>
            </a:xfrm>
            <a:prstGeom prst="rect">
              <a:avLst/>
            </a:prstGeom>
            <a:noFill/>
          </p:spPr>
          <p:txBody>
            <a:bodyPr wrap="square" lIns="0" rIns="0">
              <a:normAutofit/>
            </a:bodyPr>
            <a:lstStyle/>
            <a:p>
              <a:pPr>
                <a:lnSpc>
                  <a:spcPct val="130000"/>
                </a:lnSpc>
                <a:spcBef>
                  <a:spcPts val="600"/>
                </a:spcBef>
                <a:defRPr/>
              </a:pPr>
              <a:r>
                <a:rPr dirty="0"/>
                <a:t>（4）Servlet创建一个响应，并将其返回到Web容器。</a:t>
              </a:r>
            </a:p>
          </p:txBody>
        </p:sp>
        <p:sp>
          <p:nvSpPr>
            <p:cNvPr id="24" name="Oval 19"/>
            <p:cNvSpPr>
              <a:spLocks noChangeArrowheads="1"/>
            </p:cNvSpPr>
            <p:nvPr>
              <p:custDataLst>
                <p:tags r:id="rId16"/>
              </p:custDataLst>
            </p:nvPr>
          </p:nvSpPr>
          <p:spPr bwMode="gray">
            <a:xfrm>
              <a:off x="5805" y="7926"/>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38" name="文本框 37"/>
            <p:cNvSpPr txBox="1"/>
            <p:nvPr>
              <p:custDataLst>
                <p:tags r:id="rId17"/>
              </p:custDataLst>
            </p:nvPr>
          </p:nvSpPr>
          <p:spPr>
            <a:xfrm>
              <a:off x="6721" y="7722"/>
              <a:ext cx="10592" cy="804"/>
            </a:xfrm>
            <a:prstGeom prst="rect">
              <a:avLst/>
            </a:prstGeom>
            <a:noFill/>
          </p:spPr>
          <p:txBody>
            <a:bodyPr wrap="square" lIns="0" rIns="0">
              <a:normAutofit/>
            </a:bodyPr>
            <a:lstStyle/>
            <a:p>
              <a:pPr>
                <a:lnSpc>
                  <a:spcPct val="130000"/>
                </a:lnSpc>
                <a:spcBef>
                  <a:spcPts val="600"/>
                </a:spcBef>
                <a:defRPr/>
              </a:pPr>
              <a:r>
                <a:rPr lang="zh-CN" altLang="en-US" dirty="0"/>
                <a:t>（5）Web容器将响应发回客户机。</a:t>
              </a:r>
            </a:p>
          </p:txBody>
        </p:sp>
        <p:sp>
          <p:nvSpPr>
            <p:cNvPr id="25" name="Oval 19"/>
            <p:cNvSpPr>
              <a:spLocks noChangeArrowheads="1"/>
            </p:cNvSpPr>
            <p:nvPr>
              <p:custDataLst>
                <p:tags r:id="rId18"/>
              </p:custDataLst>
            </p:nvPr>
          </p:nvSpPr>
          <p:spPr bwMode="gray">
            <a:xfrm>
              <a:off x="4685" y="8682"/>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39" name="文本框 38"/>
            <p:cNvSpPr txBox="1"/>
            <p:nvPr>
              <p:custDataLst>
                <p:tags r:id="rId19"/>
              </p:custDataLst>
            </p:nvPr>
          </p:nvSpPr>
          <p:spPr>
            <a:xfrm>
              <a:off x="5337" y="8815"/>
              <a:ext cx="12848" cy="1321"/>
            </a:xfrm>
            <a:prstGeom prst="rect">
              <a:avLst/>
            </a:prstGeom>
            <a:noFill/>
          </p:spPr>
          <p:txBody>
            <a:bodyPr wrap="square" lIns="0" rIns="0">
              <a:normAutofit/>
            </a:bodyPr>
            <a:lstStyle/>
            <a:p>
              <a:pPr>
                <a:lnSpc>
                  <a:spcPct val="130000"/>
                </a:lnSpc>
                <a:spcBef>
                  <a:spcPts val="600"/>
                </a:spcBef>
                <a:defRPr/>
              </a:pPr>
              <a:r>
                <a:rPr lang="zh-CN" altLang="en-US" dirty="0"/>
                <a:t>（6）服务器关闭或Servlet空闲时间超过一定限度时，调用destory( )方法退出。</a:t>
              </a:r>
            </a:p>
          </p:txBody>
        </p:sp>
      </p:grpSp>
    </p:spTree>
    <p:custDataLst>
      <p:tags r:id="rId1"/>
    </p:custDataLst>
  </p:cSld>
  <p:clrMapOvr>
    <a:masterClrMapping/>
  </p:clrMapOvr>
  <p:transition>
    <p:strips dir="ru"/>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FF0000"/>
                </a:solidFill>
                <a:sym typeface="+mn-ea"/>
              </a:rPr>
              <a:t>8.4 Web服务器层使用的技术</a:t>
            </a:r>
            <a:r>
              <a:rPr lang="zh-CN" altLang="en-US" dirty="0" smtClean="0">
                <a:solidFill>
                  <a:schemeClr val="tx1"/>
                </a:solidFill>
              </a:rPr>
              <a:t/>
            </a:r>
            <a:br>
              <a:rPr lang="zh-CN" altLang="en-US" dirty="0" smtClean="0">
                <a:solidFill>
                  <a:schemeClr val="tx1"/>
                </a:solidFill>
              </a:rPr>
            </a:br>
            <a:endParaRPr lang="zh-CN" altLang="en-US" dirty="0" smtClean="0">
              <a:solidFill>
                <a:srgbClr val="FF0000"/>
              </a:solidFill>
              <a:sym typeface="+mn-ea"/>
            </a:endParaRP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8.4.1 Servlet</a:t>
            </a:r>
          </a:p>
        </p:txBody>
      </p:sp>
      <p:cxnSp>
        <p:nvCxnSpPr>
          <p:cNvPr id="3" name="直接连接符 2"/>
          <p:cNvCxnSpPr/>
          <p:nvPr/>
        </p:nvCxnSpPr>
        <p:spPr>
          <a:xfrm>
            <a:off x="6094778" y="2159957"/>
            <a:ext cx="2540" cy="3985260"/>
          </a:xfrm>
          <a:prstGeom prst="line">
            <a:avLst/>
          </a:prstGeom>
          <a:ln w="38100">
            <a:prstDash val="dashDot"/>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389255" y="1969770"/>
            <a:ext cx="5569585" cy="4366260"/>
          </a:xfrm>
          <a:prstGeom prst="rect">
            <a:avLst/>
          </a:prstGeom>
          <a:noFill/>
        </p:spPr>
        <p:txBody>
          <a:bodyPr wrap="square" rtlCol="0" anchor="t">
            <a:spAutoFit/>
          </a:bodyPr>
          <a:lstStyle/>
          <a:p>
            <a:pPr fontAlgn="auto">
              <a:lnSpc>
                <a:spcPct val="130000"/>
              </a:lnSpc>
            </a:pPr>
            <a:r>
              <a:rPr lang="en-US" altLang="zh-CN" dirty="0"/>
              <a:t>       </a:t>
            </a:r>
            <a:r>
              <a:rPr lang="zh-CN" altLang="en-US" dirty="0" smtClean="0"/>
              <a:t>如右图所示为</a:t>
            </a:r>
            <a:r>
              <a:rPr lang="zh-CN" altLang="en-US" dirty="0"/>
              <a:t>Servlet的调用过程，当客户端浏览器向服务器请求一个Servlet时，服务器收到该请求后，首先到容器中检索与请求匹配的Servlet实例是否已经存在。若不存在，则Servlet容器负责加载，并实例化出该类Servlet的一个实例对象，接着容器框架负责调用该实例的init( )方法来对实例做一些初始化工作，然后Servlet容器运行该实例的service( )方法。若Servlet实例已经存在，则容器框架直接调用该实例的service( )方法。service( )方法在运行时，自动派遣运行与用户请求相对应的doXX( )方法来响应用户发起的请求。通常，每个Servlet类在容器中只存在一个实例，每当请求到来时，则分配一条线程来处理该请求。</a:t>
            </a:r>
          </a:p>
        </p:txBody>
      </p:sp>
      <p:grpSp>
        <p:nvGrpSpPr>
          <p:cNvPr id="1073752850" name="组合 1073752849"/>
          <p:cNvGrpSpPr>
            <a:grpSpLocks noRot="1"/>
          </p:cNvGrpSpPr>
          <p:nvPr/>
        </p:nvGrpSpPr>
        <p:grpSpPr>
          <a:xfrm>
            <a:off x="6350635" y="1116330"/>
            <a:ext cx="5479415" cy="5219065"/>
            <a:chOff x="2222" y="3068"/>
            <a:chExt cx="7164" cy="5262"/>
          </a:xfrm>
        </p:grpSpPr>
        <p:sp>
          <p:nvSpPr>
            <p:cNvPr id="1073752851" name="AutoShape 378"/>
            <p:cNvSpPr/>
            <p:nvPr/>
          </p:nvSpPr>
          <p:spPr>
            <a:xfrm>
              <a:off x="6076" y="4055"/>
              <a:ext cx="2596" cy="778"/>
            </a:xfrm>
            <a:prstGeom prst="flowChartDecision">
              <a:avLst/>
            </a:prstGeom>
            <a:solidFill>
              <a:srgbClr val="FFFFFF"/>
            </a:solidFill>
            <a:ln w="9525" cap="flat" cmpd="sng">
              <a:solidFill>
                <a:srgbClr val="000000"/>
              </a:solidFill>
              <a:prstDash val="solid"/>
              <a:miter/>
              <a:headEnd type="none" w="med" len="med"/>
              <a:tailEnd type="none" w="med" len="med"/>
            </a:ln>
          </p:spPr>
          <p:txBody>
            <a:bodyPr wrap="square" tIns="0" bIns="108000"/>
            <a:lstStyle/>
            <a:p>
              <a:pPr algn="ctr"/>
              <a:r>
                <a:rPr lang="zh-CN" altLang="en-US" dirty="0"/>
                <a:t>Servlet存在？</a:t>
              </a:r>
            </a:p>
            <a:p>
              <a:endParaRPr lang="zh-CN" altLang="en-US" dirty="0"/>
            </a:p>
          </p:txBody>
        </p:sp>
        <p:sp>
          <p:nvSpPr>
            <p:cNvPr id="1073752852" name="Text Box 38"/>
            <p:cNvSpPr txBox="1"/>
            <p:nvPr/>
          </p:nvSpPr>
          <p:spPr>
            <a:xfrm>
              <a:off x="5148" y="3068"/>
              <a:ext cx="461" cy="244"/>
            </a:xfrm>
            <a:prstGeom prst="rect">
              <a:avLst/>
            </a:prstGeom>
            <a:noFill/>
            <a:ln w="9525">
              <a:noFill/>
            </a:ln>
          </p:spPr>
          <p:txBody>
            <a:bodyPr wrap="square" lIns="0" tIns="0" rIns="0" bIns="0"/>
            <a:lstStyle/>
            <a:p>
              <a:pPr algn="ctr"/>
              <a:r>
                <a:rPr lang="zh-CN" altLang="en-US"/>
                <a:t>请求</a:t>
              </a:r>
            </a:p>
            <a:p>
              <a:endParaRPr lang="zh-CN" altLang="en-US"/>
            </a:p>
          </p:txBody>
        </p:sp>
        <p:cxnSp>
          <p:nvCxnSpPr>
            <p:cNvPr id="1073752853" name="AutoShape 269"/>
            <p:cNvCxnSpPr/>
            <p:nvPr/>
          </p:nvCxnSpPr>
          <p:spPr>
            <a:xfrm>
              <a:off x="4152" y="3332"/>
              <a:ext cx="2620" cy="0"/>
            </a:xfrm>
            <a:prstGeom prst="straightConnector1">
              <a:avLst/>
            </a:prstGeom>
            <a:ln w="9525" cap="flat" cmpd="sng">
              <a:solidFill>
                <a:srgbClr val="000000"/>
              </a:solidFill>
              <a:prstDash val="solid"/>
              <a:headEnd type="none" w="med" len="med"/>
              <a:tailEnd type="triangle" w="med" len="med"/>
            </a:ln>
          </p:spPr>
        </p:cxnSp>
        <p:cxnSp>
          <p:nvCxnSpPr>
            <p:cNvPr id="1073752854" name="AutoShape 271"/>
            <p:cNvCxnSpPr/>
            <p:nvPr/>
          </p:nvCxnSpPr>
          <p:spPr>
            <a:xfrm>
              <a:off x="7377" y="5719"/>
              <a:ext cx="1" cy="454"/>
            </a:xfrm>
            <a:prstGeom prst="straightConnector1">
              <a:avLst/>
            </a:prstGeom>
            <a:ln w="9525" cap="flat" cmpd="sng">
              <a:solidFill>
                <a:srgbClr val="000000"/>
              </a:solidFill>
              <a:prstDash val="solid"/>
              <a:headEnd type="none" w="med" len="med"/>
              <a:tailEnd type="triangle" w="med" len="med"/>
            </a:ln>
          </p:spPr>
        </p:cxnSp>
        <p:cxnSp>
          <p:nvCxnSpPr>
            <p:cNvPr id="1073752855" name="AutoShape 274"/>
            <p:cNvCxnSpPr/>
            <p:nvPr/>
          </p:nvCxnSpPr>
          <p:spPr>
            <a:xfrm>
              <a:off x="4375" y="5507"/>
              <a:ext cx="2211" cy="0"/>
            </a:xfrm>
            <a:prstGeom prst="straightConnector1">
              <a:avLst/>
            </a:prstGeom>
            <a:ln w="9525" cap="flat" cmpd="sng">
              <a:solidFill>
                <a:srgbClr val="000000"/>
              </a:solidFill>
              <a:prstDash val="solid"/>
              <a:headEnd type="none" w="med" len="med"/>
              <a:tailEnd type="triangle" w="med" len="med"/>
            </a:ln>
          </p:spPr>
        </p:cxnSp>
        <p:sp>
          <p:nvSpPr>
            <p:cNvPr id="1073752856" name="Text Box 38"/>
            <p:cNvSpPr txBox="1"/>
            <p:nvPr/>
          </p:nvSpPr>
          <p:spPr>
            <a:xfrm>
              <a:off x="5154" y="5247"/>
              <a:ext cx="472" cy="244"/>
            </a:xfrm>
            <a:prstGeom prst="rect">
              <a:avLst/>
            </a:prstGeom>
            <a:noFill/>
            <a:ln w="9525">
              <a:noFill/>
            </a:ln>
          </p:spPr>
          <p:txBody>
            <a:bodyPr wrap="square" lIns="0" tIns="0" rIns="0" bIns="0"/>
            <a:lstStyle/>
            <a:p>
              <a:pPr algn="ctr"/>
              <a:r>
                <a:rPr lang="zh-CN" altLang="en-US"/>
                <a:t>载入</a:t>
              </a:r>
            </a:p>
            <a:p>
              <a:endParaRPr lang="zh-CN" altLang="en-US"/>
            </a:p>
          </p:txBody>
        </p:sp>
        <p:sp>
          <p:nvSpPr>
            <p:cNvPr id="1073752857" name="Text Box 38"/>
            <p:cNvSpPr txBox="1"/>
            <p:nvPr/>
          </p:nvSpPr>
          <p:spPr>
            <a:xfrm>
              <a:off x="8834" y="4192"/>
              <a:ext cx="312" cy="244"/>
            </a:xfrm>
            <a:prstGeom prst="rect">
              <a:avLst/>
            </a:prstGeom>
            <a:noFill/>
            <a:ln w="9525">
              <a:noFill/>
            </a:ln>
          </p:spPr>
          <p:txBody>
            <a:bodyPr wrap="square" lIns="0" tIns="0" rIns="0" bIns="0"/>
            <a:lstStyle/>
            <a:p>
              <a:pPr algn="ctr"/>
              <a:r>
                <a:rPr lang="zh-CN" altLang="en-US"/>
                <a:t>是</a:t>
              </a:r>
            </a:p>
            <a:p>
              <a:endParaRPr lang="zh-CN" altLang="en-US"/>
            </a:p>
          </p:txBody>
        </p:sp>
        <p:sp>
          <p:nvSpPr>
            <p:cNvPr id="1073752858" name="Text Box 38"/>
            <p:cNvSpPr txBox="1"/>
            <p:nvPr/>
          </p:nvSpPr>
          <p:spPr>
            <a:xfrm>
              <a:off x="7080" y="4873"/>
              <a:ext cx="312" cy="244"/>
            </a:xfrm>
            <a:prstGeom prst="rect">
              <a:avLst/>
            </a:prstGeom>
            <a:noFill/>
            <a:ln w="9525">
              <a:noFill/>
            </a:ln>
          </p:spPr>
          <p:txBody>
            <a:bodyPr wrap="square" lIns="0" tIns="0" rIns="0" bIns="0"/>
            <a:lstStyle/>
            <a:p>
              <a:pPr algn="ctr"/>
              <a:r>
                <a:rPr lang="zh-CN" altLang="en-US"/>
                <a:t>否</a:t>
              </a:r>
            </a:p>
            <a:p>
              <a:endParaRPr lang="zh-CN" altLang="en-US"/>
            </a:p>
          </p:txBody>
        </p:sp>
        <p:sp>
          <p:nvSpPr>
            <p:cNvPr id="1073752859" name="Text Box 15"/>
            <p:cNvSpPr txBox="1"/>
            <p:nvPr/>
          </p:nvSpPr>
          <p:spPr>
            <a:xfrm>
              <a:off x="2413" y="5299"/>
              <a:ext cx="2536" cy="413"/>
            </a:xfrm>
            <a:prstGeom prst="rect">
              <a:avLst/>
            </a:prstGeom>
            <a:solidFill>
              <a:srgbClr val="FFFFFF"/>
            </a:solidFill>
            <a:ln w="9525" cap="flat" cmpd="sng">
              <a:solidFill>
                <a:srgbClr val="000000"/>
              </a:solidFill>
              <a:prstDash val="solid"/>
              <a:miter/>
              <a:headEnd type="none" w="med" len="med"/>
              <a:tailEnd type="none" w="med" len="med"/>
            </a:ln>
          </p:spPr>
          <p:txBody>
            <a:bodyPr wrap="square" lIns="46800" rIns="46800"/>
            <a:lstStyle/>
            <a:p>
              <a:pPr algn="ctr"/>
              <a:r>
                <a:rPr lang="zh-CN" altLang="en-US"/>
                <a:t>字节码文件信息</a:t>
              </a:r>
            </a:p>
            <a:p>
              <a:endParaRPr lang="zh-CN" altLang="en-US"/>
            </a:p>
          </p:txBody>
        </p:sp>
        <p:sp>
          <p:nvSpPr>
            <p:cNvPr id="1073752860" name="Text Box 15"/>
            <p:cNvSpPr txBox="1"/>
            <p:nvPr/>
          </p:nvSpPr>
          <p:spPr>
            <a:xfrm>
              <a:off x="6381" y="3123"/>
              <a:ext cx="1988" cy="413"/>
            </a:xfrm>
            <a:prstGeom prst="rect">
              <a:avLst/>
            </a:prstGeom>
            <a:solidFill>
              <a:srgbClr val="FFFFFF"/>
            </a:solidFill>
            <a:ln w="9525" cap="flat" cmpd="sng">
              <a:solidFill>
                <a:srgbClr val="000000"/>
              </a:solidFill>
              <a:prstDash val="solid"/>
              <a:miter/>
              <a:headEnd type="none" w="med" len="med"/>
              <a:tailEnd type="none" w="med" len="med"/>
            </a:ln>
          </p:spPr>
          <p:txBody>
            <a:bodyPr wrap="square" lIns="46800" rIns="46800"/>
            <a:lstStyle/>
            <a:p>
              <a:pPr algn="ctr"/>
              <a:r>
                <a:rPr lang="zh-CN" altLang="en-US"/>
                <a:t>Servlet容器</a:t>
              </a:r>
            </a:p>
            <a:p>
              <a:endParaRPr lang="zh-CN" altLang="en-US"/>
            </a:p>
          </p:txBody>
        </p:sp>
        <p:sp>
          <p:nvSpPr>
            <p:cNvPr id="1073752861" name="Text Box 15"/>
            <p:cNvSpPr txBox="1"/>
            <p:nvPr/>
          </p:nvSpPr>
          <p:spPr>
            <a:xfrm>
              <a:off x="3072" y="3123"/>
              <a:ext cx="1877" cy="413"/>
            </a:xfrm>
            <a:prstGeom prst="rect">
              <a:avLst/>
            </a:prstGeom>
            <a:solidFill>
              <a:srgbClr val="FFFFFF"/>
            </a:solidFill>
            <a:ln w="9525" cap="flat" cmpd="sng">
              <a:solidFill>
                <a:srgbClr val="000000"/>
              </a:solidFill>
              <a:prstDash val="solid"/>
              <a:miter/>
              <a:headEnd type="none" w="med" len="med"/>
              <a:tailEnd type="none" w="med" len="med"/>
            </a:ln>
          </p:spPr>
          <p:txBody>
            <a:bodyPr wrap="square" lIns="46800" rIns="46800"/>
            <a:lstStyle/>
            <a:p>
              <a:pPr algn="ctr"/>
              <a:r>
                <a:rPr lang="zh-CN" altLang="en-US"/>
                <a:t>Web浏览器</a:t>
              </a:r>
            </a:p>
            <a:p>
              <a:endParaRPr lang="zh-CN" altLang="en-US"/>
            </a:p>
          </p:txBody>
        </p:sp>
        <p:sp>
          <p:nvSpPr>
            <p:cNvPr id="1073752862" name="Text Box 15"/>
            <p:cNvSpPr txBox="1"/>
            <p:nvPr/>
          </p:nvSpPr>
          <p:spPr>
            <a:xfrm>
              <a:off x="5948" y="6171"/>
              <a:ext cx="2725" cy="413"/>
            </a:xfrm>
            <a:prstGeom prst="rect">
              <a:avLst/>
            </a:prstGeom>
            <a:solidFill>
              <a:srgbClr val="FFFFFF"/>
            </a:solidFill>
            <a:ln w="9525" cap="flat" cmpd="sng">
              <a:solidFill>
                <a:srgbClr val="000000"/>
              </a:solidFill>
              <a:prstDash val="solid"/>
              <a:miter/>
              <a:headEnd type="none" w="med" len="med"/>
              <a:tailEnd type="none" w="med" len="med"/>
            </a:ln>
          </p:spPr>
          <p:txBody>
            <a:bodyPr wrap="square" lIns="46800" rIns="46800"/>
            <a:lstStyle/>
            <a:p>
              <a:pPr algn="ctr"/>
              <a:r>
                <a:rPr lang="zh-CN" altLang="en-US"/>
                <a:t>调用init( )，初始化</a:t>
              </a:r>
            </a:p>
            <a:p>
              <a:endParaRPr lang="zh-CN" altLang="en-US"/>
            </a:p>
          </p:txBody>
        </p:sp>
        <p:cxnSp>
          <p:nvCxnSpPr>
            <p:cNvPr id="1073752863" name="AutoShape 271"/>
            <p:cNvCxnSpPr/>
            <p:nvPr/>
          </p:nvCxnSpPr>
          <p:spPr>
            <a:xfrm>
              <a:off x="7377" y="6590"/>
              <a:ext cx="1" cy="454"/>
            </a:xfrm>
            <a:prstGeom prst="straightConnector1">
              <a:avLst/>
            </a:prstGeom>
            <a:ln w="9525" cap="flat" cmpd="sng">
              <a:solidFill>
                <a:srgbClr val="000000"/>
              </a:solidFill>
              <a:prstDash val="solid"/>
              <a:headEnd type="none" w="med" len="med"/>
              <a:tailEnd type="triangle" w="med" len="med"/>
            </a:ln>
          </p:spPr>
        </p:cxnSp>
        <p:sp>
          <p:nvSpPr>
            <p:cNvPr id="1073752864" name="Text Box 15"/>
            <p:cNvSpPr txBox="1"/>
            <p:nvPr/>
          </p:nvSpPr>
          <p:spPr>
            <a:xfrm>
              <a:off x="6264" y="7044"/>
              <a:ext cx="1930" cy="413"/>
            </a:xfrm>
            <a:prstGeom prst="rect">
              <a:avLst/>
            </a:prstGeom>
            <a:solidFill>
              <a:srgbClr val="FFFFFF"/>
            </a:solidFill>
            <a:ln w="9525" cap="flat" cmpd="sng">
              <a:solidFill>
                <a:srgbClr val="000000"/>
              </a:solidFill>
              <a:prstDash val="solid"/>
              <a:miter/>
              <a:headEnd type="none" w="med" len="med"/>
              <a:tailEnd type="none" w="med" len="med"/>
            </a:ln>
          </p:spPr>
          <p:txBody>
            <a:bodyPr wrap="square" lIns="46800" rIns="46800"/>
            <a:lstStyle/>
            <a:p>
              <a:pPr algn="ctr"/>
              <a:r>
                <a:rPr lang="zh-CN" altLang="en-US"/>
                <a:t>调用service( )</a:t>
              </a:r>
            </a:p>
            <a:p>
              <a:endParaRPr lang="zh-CN" altLang="en-US"/>
            </a:p>
          </p:txBody>
        </p:sp>
        <p:sp>
          <p:nvSpPr>
            <p:cNvPr id="1073752865" name="Text Box 15"/>
            <p:cNvSpPr txBox="1"/>
            <p:nvPr/>
          </p:nvSpPr>
          <p:spPr>
            <a:xfrm>
              <a:off x="6266" y="7917"/>
              <a:ext cx="1929" cy="413"/>
            </a:xfrm>
            <a:prstGeom prst="rect">
              <a:avLst/>
            </a:prstGeom>
            <a:solidFill>
              <a:srgbClr val="FFFFFF"/>
            </a:solidFill>
            <a:ln w="9525" cap="flat" cmpd="sng">
              <a:solidFill>
                <a:srgbClr val="000000"/>
              </a:solidFill>
              <a:prstDash val="solid"/>
              <a:miter/>
              <a:headEnd type="none" w="med" len="med"/>
              <a:tailEnd type="none" w="med" len="med"/>
            </a:ln>
          </p:spPr>
          <p:txBody>
            <a:bodyPr wrap="square" lIns="46800" rIns="46800"/>
            <a:lstStyle/>
            <a:p>
              <a:pPr algn="ctr"/>
              <a:r>
                <a:rPr lang="zh-CN" altLang="en-US"/>
                <a:t>运行doXX( )</a:t>
              </a:r>
            </a:p>
            <a:p>
              <a:endParaRPr lang="zh-CN" altLang="en-US"/>
            </a:p>
          </p:txBody>
        </p:sp>
        <p:cxnSp>
          <p:nvCxnSpPr>
            <p:cNvPr id="1073752866" name="AutoShape 271"/>
            <p:cNvCxnSpPr/>
            <p:nvPr/>
          </p:nvCxnSpPr>
          <p:spPr>
            <a:xfrm>
              <a:off x="7377" y="7463"/>
              <a:ext cx="1" cy="454"/>
            </a:xfrm>
            <a:prstGeom prst="straightConnector1">
              <a:avLst/>
            </a:prstGeom>
            <a:ln w="9525" cap="flat" cmpd="sng">
              <a:solidFill>
                <a:srgbClr val="000000"/>
              </a:solidFill>
              <a:prstDash val="solid"/>
              <a:headEnd type="none" w="med" len="med"/>
              <a:tailEnd type="triangle" w="med" len="med"/>
            </a:ln>
          </p:spPr>
        </p:cxnSp>
        <p:sp>
          <p:nvSpPr>
            <p:cNvPr id="1073752867" name="Text Box 15"/>
            <p:cNvSpPr txBox="1"/>
            <p:nvPr/>
          </p:nvSpPr>
          <p:spPr>
            <a:xfrm>
              <a:off x="6556" y="5299"/>
              <a:ext cx="1638" cy="413"/>
            </a:xfrm>
            <a:prstGeom prst="rect">
              <a:avLst/>
            </a:prstGeom>
            <a:solidFill>
              <a:srgbClr val="FFFFFF"/>
            </a:solidFill>
            <a:ln w="9525" cap="flat" cmpd="sng">
              <a:solidFill>
                <a:srgbClr val="000000"/>
              </a:solidFill>
              <a:prstDash val="solid"/>
              <a:miter/>
              <a:headEnd type="none" w="med" len="med"/>
              <a:tailEnd type="none" w="med" len="med"/>
            </a:ln>
          </p:spPr>
          <p:txBody>
            <a:bodyPr wrap="square" lIns="46800" rIns="46800"/>
            <a:lstStyle/>
            <a:p>
              <a:pPr algn="ctr"/>
              <a:r>
                <a:rPr lang="zh-CN" altLang="en-US"/>
                <a:t>实例化</a:t>
              </a:r>
            </a:p>
            <a:p>
              <a:endParaRPr lang="zh-CN" altLang="en-US"/>
            </a:p>
          </p:txBody>
        </p:sp>
        <p:sp>
          <p:nvSpPr>
            <p:cNvPr id="1073752868" name="任意多边形 1073752867"/>
            <p:cNvSpPr/>
            <p:nvPr/>
          </p:nvSpPr>
          <p:spPr>
            <a:xfrm>
              <a:off x="2222" y="3332"/>
              <a:ext cx="4334" cy="4820"/>
            </a:xfrm>
            <a:custGeom>
              <a:avLst/>
              <a:gdLst/>
              <a:ahLst/>
              <a:cxnLst/>
              <a:rect l="0" t="0" r="0" b="0"/>
              <a:pathLst>
                <a:path w="4334" h="4820">
                  <a:moveTo>
                    <a:pt x="4334" y="4820"/>
                  </a:moveTo>
                  <a:lnTo>
                    <a:pt x="0" y="4820"/>
                  </a:lnTo>
                  <a:lnTo>
                    <a:pt x="0" y="0"/>
                  </a:lnTo>
                  <a:lnTo>
                    <a:pt x="944" y="0"/>
                  </a:lnTo>
                </a:path>
              </a:pathLst>
            </a:custGeom>
            <a:noFill/>
            <a:ln w="9525" cap="flat" cmpd="sng">
              <a:solidFill>
                <a:srgbClr val="000000"/>
              </a:solidFill>
              <a:prstDash val="solid"/>
              <a:headEnd type="none" w="med" len="med"/>
              <a:tailEnd type="triangle" w="med" len="med"/>
            </a:ln>
          </p:spPr>
          <p:txBody>
            <a:bodyPr/>
            <a:lstStyle/>
            <a:p>
              <a:endParaRPr lang="zh-CN" altLang="en-US"/>
            </a:p>
          </p:txBody>
        </p:sp>
        <p:sp>
          <p:nvSpPr>
            <p:cNvPr id="1073752869" name="Text Box 38"/>
            <p:cNvSpPr txBox="1"/>
            <p:nvPr/>
          </p:nvSpPr>
          <p:spPr>
            <a:xfrm>
              <a:off x="2248" y="6838"/>
              <a:ext cx="475" cy="244"/>
            </a:xfrm>
            <a:prstGeom prst="rect">
              <a:avLst/>
            </a:prstGeom>
            <a:noFill/>
            <a:ln w="9525">
              <a:noFill/>
            </a:ln>
          </p:spPr>
          <p:txBody>
            <a:bodyPr wrap="square" lIns="0" tIns="0" rIns="0" bIns="0"/>
            <a:lstStyle/>
            <a:p>
              <a:pPr algn="ctr"/>
              <a:r>
                <a:rPr lang="zh-CN" altLang="en-US"/>
                <a:t>响应</a:t>
              </a:r>
            </a:p>
            <a:p>
              <a:endParaRPr lang="zh-CN" altLang="en-US"/>
            </a:p>
          </p:txBody>
        </p:sp>
        <p:cxnSp>
          <p:nvCxnSpPr>
            <p:cNvPr id="1073752870" name="AutoShape 271"/>
            <p:cNvCxnSpPr/>
            <p:nvPr/>
          </p:nvCxnSpPr>
          <p:spPr>
            <a:xfrm>
              <a:off x="7377" y="4843"/>
              <a:ext cx="1" cy="454"/>
            </a:xfrm>
            <a:prstGeom prst="straightConnector1">
              <a:avLst/>
            </a:prstGeom>
            <a:ln w="9525" cap="flat" cmpd="sng">
              <a:solidFill>
                <a:srgbClr val="000000"/>
              </a:solidFill>
              <a:prstDash val="solid"/>
              <a:headEnd type="none" w="med" len="med"/>
              <a:tailEnd type="triangle" w="med" len="med"/>
            </a:ln>
          </p:spPr>
        </p:cxnSp>
        <p:cxnSp>
          <p:nvCxnSpPr>
            <p:cNvPr id="1073752871" name="AutoShape 271"/>
            <p:cNvCxnSpPr/>
            <p:nvPr/>
          </p:nvCxnSpPr>
          <p:spPr>
            <a:xfrm flipH="1">
              <a:off x="7378" y="3540"/>
              <a:ext cx="3" cy="516"/>
            </a:xfrm>
            <a:prstGeom prst="straightConnector1">
              <a:avLst/>
            </a:prstGeom>
            <a:ln w="9525" cap="flat" cmpd="sng">
              <a:solidFill>
                <a:srgbClr val="000000"/>
              </a:solidFill>
              <a:prstDash val="solid"/>
              <a:headEnd type="none" w="med" len="med"/>
              <a:tailEnd type="triangle" w="med" len="med"/>
            </a:ln>
          </p:spPr>
        </p:cxnSp>
        <p:sp>
          <p:nvSpPr>
            <p:cNvPr id="1073752872" name="任意多边形 1073752871"/>
            <p:cNvSpPr/>
            <p:nvPr/>
          </p:nvSpPr>
          <p:spPr>
            <a:xfrm>
              <a:off x="8194" y="4444"/>
              <a:ext cx="1192" cy="2813"/>
            </a:xfrm>
            <a:custGeom>
              <a:avLst/>
              <a:gdLst/>
              <a:ahLst/>
              <a:cxnLst/>
              <a:rect l="0" t="0" r="0" b="0"/>
              <a:pathLst>
                <a:path w="1192" h="2813">
                  <a:moveTo>
                    <a:pt x="478" y="0"/>
                  </a:moveTo>
                  <a:lnTo>
                    <a:pt x="1192" y="0"/>
                  </a:lnTo>
                  <a:lnTo>
                    <a:pt x="1192" y="2813"/>
                  </a:lnTo>
                  <a:lnTo>
                    <a:pt x="0" y="2813"/>
                  </a:lnTo>
                </a:path>
              </a:pathLst>
            </a:custGeom>
            <a:noFill/>
            <a:ln w="9525" cap="flat" cmpd="sng">
              <a:solidFill>
                <a:srgbClr val="000000"/>
              </a:solidFill>
              <a:prstDash val="solid"/>
              <a:headEnd type="none" w="med" len="med"/>
              <a:tailEnd type="triangle" w="med" len="med"/>
            </a:ln>
          </p:spPr>
          <p:txBody>
            <a:bodyPr/>
            <a:lstStyle/>
            <a:p>
              <a:endParaRPr lang="zh-CN" altLang="en-US"/>
            </a:p>
          </p:txBody>
        </p:sp>
      </p:grpSp>
    </p:spTree>
    <p:custDataLst>
      <p:tags r:id="rId1"/>
    </p:custDataLst>
  </p:cSld>
  <p:clrMapOvr>
    <a:masterClrMapping/>
  </p:clrMapOvr>
  <p:transition>
    <p:strips dir="ru"/>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FF0000"/>
                </a:solidFill>
                <a:sym typeface="+mn-ea"/>
              </a:rPr>
              <a:t>8.4 Web服务器层使用的技术</a:t>
            </a:r>
            <a:r>
              <a:rPr lang="zh-CN" altLang="en-US" dirty="0" smtClean="0">
                <a:solidFill>
                  <a:schemeClr val="tx1"/>
                </a:solidFill>
              </a:rPr>
              <a:t/>
            </a:r>
            <a:br>
              <a:rPr lang="zh-CN" altLang="en-US" dirty="0" smtClean="0">
                <a:solidFill>
                  <a:schemeClr val="tx1"/>
                </a:solidFill>
              </a:rPr>
            </a:br>
            <a:endParaRPr lang="zh-CN" altLang="en-US" dirty="0" smtClean="0">
              <a:solidFill>
                <a:srgbClr val="FF0000"/>
              </a:solidFill>
              <a:sym typeface="+mn-ea"/>
            </a:endParaRP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8.4.2 JSP</a:t>
            </a:r>
          </a:p>
        </p:txBody>
      </p:sp>
      <p:grpSp>
        <p:nvGrpSpPr>
          <p:cNvPr id="1073752827" name="组合 1073752826"/>
          <p:cNvGrpSpPr>
            <a:grpSpLocks noRot="1"/>
          </p:cNvGrpSpPr>
          <p:nvPr/>
        </p:nvGrpSpPr>
        <p:grpSpPr>
          <a:xfrm>
            <a:off x="3848669" y="1610436"/>
            <a:ext cx="6921415" cy="4555755"/>
            <a:chOff x="1665" y="3028"/>
            <a:chExt cx="7671" cy="5213"/>
          </a:xfrm>
        </p:grpSpPr>
        <p:sp>
          <p:nvSpPr>
            <p:cNvPr id="1073752828" name="Text Box 75"/>
            <p:cNvSpPr txBox="1"/>
            <p:nvPr/>
          </p:nvSpPr>
          <p:spPr>
            <a:xfrm>
              <a:off x="2580" y="3056"/>
              <a:ext cx="1289" cy="675"/>
            </a:xfrm>
            <a:prstGeom prst="rect">
              <a:avLst/>
            </a:prstGeom>
            <a:solidFill>
              <a:srgbClr val="FFFFFF"/>
            </a:solidFill>
            <a:ln w="9525" cap="flat" cmpd="sng">
              <a:solidFill>
                <a:srgbClr val="000000"/>
              </a:solidFill>
              <a:prstDash val="solid"/>
              <a:miter/>
              <a:headEnd type="none" w="med" len="med"/>
              <a:tailEnd type="none" w="med" len="med"/>
            </a:ln>
          </p:spPr>
          <p:txBody>
            <a:bodyPr wrap="square" lIns="46800" rIns="46800"/>
            <a:lstStyle/>
            <a:p>
              <a:pPr algn="ctr"/>
              <a:r>
                <a:rPr lang="zh-CN" altLang="en-US" dirty="0"/>
                <a:t>客户端浏览器</a:t>
              </a:r>
            </a:p>
            <a:p>
              <a:endParaRPr lang="zh-CN" altLang="en-US" dirty="0"/>
            </a:p>
          </p:txBody>
        </p:sp>
        <p:sp>
          <p:nvSpPr>
            <p:cNvPr id="1073752829" name="AutoShape 82"/>
            <p:cNvSpPr/>
            <p:nvPr/>
          </p:nvSpPr>
          <p:spPr>
            <a:xfrm>
              <a:off x="5623" y="4791"/>
              <a:ext cx="3205" cy="759"/>
            </a:xfrm>
            <a:prstGeom prst="flowChartDecision">
              <a:avLst/>
            </a:prstGeom>
            <a:solidFill>
              <a:srgbClr val="FFFFFF"/>
            </a:solidFill>
            <a:ln w="9525" cap="flat" cmpd="sng">
              <a:solidFill>
                <a:srgbClr val="000000"/>
              </a:solidFill>
              <a:prstDash val="solid"/>
              <a:miter/>
              <a:headEnd type="none" w="med" len="med"/>
              <a:tailEnd type="none" w="med" len="med"/>
            </a:ln>
          </p:spPr>
          <p:txBody>
            <a:bodyPr wrap="square"/>
            <a:lstStyle/>
            <a:p>
              <a:pPr algn="ctr"/>
              <a:r>
                <a:rPr lang="zh-CN" altLang="en-US"/>
                <a:t>首次被访问？</a:t>
              </a:r>
            </a:p>
            <a:p>
              <a:endParaRPr lang="zh-CN" altLang="en-US"/>
            </a:p>
          </p:txBody>
        </p:sp>
        <p:cxnSp>
          <p:nvCxnSpPr>
            <p:cNvPr id="1073752830" name="AutoShape 83"/>
            <p:cNvCxnSpPr/>
            <p:nvPr/>
          </p:nvCxnSpPr>
          <p:spPr>
            <a:xfrm>
              <a:off x="3881" y="3262"/>
              <a:ext cx="2754" cy="0"/>
            </a:xfrm>
            <a:prstGeom prst="straightConnector1">
              <a:avLst/>
            </a:prstGeom>
            <a:ln w="9525" cap="flat" cmpd="sng">
              <a:solidFill>
                <a:srgbClr val="000000"/>
              </a:solidFill>
              <a:prstDash val="solid"/>
              <a:headEnd type="none" w="med" len="med"/>
              <a:tailEnd type="triangle" w="med" len="med"/>
            </a:ln>
          </p:spPr>
        </p:cxnSp>
        <p:cxnSp>
          <p:nvCxnSpPr>
            <p:cNvPr id="1073752831" name="AutoShape 84"/>
            <p:cNvCxnSpPr/>
            <p:nvPr/>
          </p:nvCxnSpPr>
          <p:spPr>
            <a:xfrm>
              <a:off x="7289" y="3471"/>
              <a:ext cx="0" cy="474"/>
            </a:xfrm>
            <a:prstGeom prst="straightConnector1">
              <a:avLst/>
            </a:prstGeom>
            <a:ln w="9525" cap="flat" cmpd="sng">
              <a:solidFill>
                <a:srgbClr val="000000"/>
              </a:solidFill>
              <a:prstDash val="solid"/>
              <a:headEnd type="none" w="med" len="med"/>
              <a:tailEnd type="triangle" w="med" len="med"/>
            </a:ln>
          </p:spPr>
        </p:cxnSp>
        <p:cxnSp>
          <p:nvCxnSpPr>
            <p:cNvPr id="1073752832" name="AutoShape 85"/>
            <p:cNvCxnSpPr/>
            <p:nvPr/>
          </p:nvCxnSpPr>
          <p:spPr>
            <a:xfrm>
              <a:off x="7289" y="4359"/>
              <a:ext cx="1" cy="432"/>
            </a:xfrm>
            <a:prstGeom prst="straightConnector1">
              <a:avLst/>
            </a:prstGeom>
            <a:ln w="9525" cap="flat" cmpd="sng">
              <a:solidFill>
                <a:srgbClr val="000000"/>
              </a:solidFill>
              <a:prstDash val="solid"/>
              <a:headEnd type="none" w="med" len="med"/>
              <a:tailEnd type="triangle" w="med" len="med"/>
            </a:ln>
          </p:spPr>
        </p:cxnSp>
        <p:sp>
          <p:nvSpPr>
            <p:cNvPr id="1073752833" name="Text Box 97"/>
            <p:cNvSpPr txBox="1"/>
            <p:nvPr/>
          </p:nvSpPr>
          <p:spPr>
            <a:xfrm>
              <a:off x="4558" y="3028"/>
              <a:ext cx="1066" cy="256"/>
            </a:xfrm>
            <a:prstGeom prst="rect">
              <a:avLst/>
            </a:prstGeom>
            <a:noFill/>
            <a:ln w="9525">
              <a:noFill/>
            </a:ln>
          </p:spPr>
          <p:txBody>
            <a:bodyPr wrap="square" lIns="0" tIns="0" rIns="0" bIns="0"/>
            <a:lstStyle/>
            <a:p>
              <a:pPr algn="ctr"/>
              <a:r>
                <a:rPr lang="zh-CN" altLang="en-US"/>
                <a:t>请求</a:t>
              </a:r>
            </a:p>
            <a:p>
              <a:endParaRPr lang="zh-CN" altLang="en-US"/>
            </a:p>
          </p:txBody>
        </p:sp>
        <p:cxnSp>
          <p:nvCxnSpPr>
            <p:cNvPr id="1073752834" name="AutoShape 89"/>
            <p:cNvCxnSpPr/>
            <p:nvPr/>
          </p:nvCxnSpPr>
          <p:spPr>
            <a:xfrm>
              <a:off x="4038" y="6348"/>
              <a:ext cx="2608" cy="0"/>
            </a:xfrm>
            <a:prstGeom prst="straightConnector1">
              <a:avLst/>
            </a:prstGeom>
            <a:ln w="9525" cap="flat" cmpd="sng">
              <a:solidFill>
                <a:srgbClr val="000000"/>
              </a:solidFill>
              <a:prstDash val="solid"/>
              <a:headEnd type="none" w="med" len="med"/>
              <a:tailEnd type="triangle" w="med" len="med"/>
            </a:ln>
          </p:spPr>
        </p:cxnSp>
        <p:sp>
          <p:nvSpPr>
            <p:cNvPr id="1073752835" name="Text Box 75"/>
            <p:cNvSpPr txBox="1"/>
            <p:nvPr/>
          </p:nvSpPr>
          <p:spPr>
            <a:xfrm>
              <a:off x="6646" y="3050"/>
              <a:ext cx="1289" cy="414"/>
            </a:xfrm>
            <a:prstGeom prst="rect">
              <a:avLst/>
            </a:prstGeom>
            <a:solidFill>
              <a:srgbClr val="FFFFFF"/>
            </a:solidFill>
            <a:ln w="9525" cap="flat" cmpd="sng">
              <a:solidFill>
                <a:srgbClr val="000000"/>
              </a:solidFill>
              <a:prstDash val="solid"/>
              <a:miter/>
              <a:headEnd type="none" w="med" len="med"/>
              <a:tailEnd type="none" w="med" len="med"/>
            </a:ln>
          </p:spPr>
          <p:txBody>
            <a:bodyPr wrap="square" lIns="46800" rIns="46800"/>
            <a:lstStyle/>
            <a:p>
              <a:pPr algn="ctr"/>
              <a:r>
                <a:rPr lang="zh-CN" altLang="en-US"/>
                <a:t>服务器</a:t>
              </a:r>
            </a:p>
            <a:p>
              <a:endParaRPr lang="zh-CN" altLang="en-US"/>
            </a:p>
          </p:txBody>
        </p:sp>
        <p:sp>
          <p:nvSpPr>
            <p:cNvPr id="1073752836" name="Text Box 75"/>
            <p:cNvSpPr txBox="1"/>
            <p:nvPr/>
          </p:nvSpPr>
          <p:spPr>
            <a:xfrm>
              <a:off x="6468" y="3946"/>
              <a:ext cx="1645" cy="414"/>
            </a:xfrm>
            <a:prstGeom prst="rect">
              <a:avLst/>
            </a:prstGeom>
            <a:solidFill>
              <a:srgbClr val="FFFFFF"/>
            </a:solidFill>
            <a:ln w="9525" cap="flat" cmpd="sng">
              <a:solidFill>
                <a:srgbClr val="000000"/>
              </a:solidFill>
              <a:prstDash val="solid"/>
              <a:miter/>
              <a:headEnd type="none" w="med" len="med"/>
              <a:tailEnd type="none" w="med" len="med"/>
            </a:ln>
          </p:spPr>
          <p:txBody>
            <a:bodyPr wrap="square" lIns="46800" rIns="46800"/>
            <a:lstStyle/>
            <a:p>
              <a:pPr algn="ctr"/>
              <a:r>
                <a:rPr lang="zh-CN" altLang="en-US"/>
                <a:t>JSP文件</a:t>
              </a:r>
            </a:p>
            <a:p>
              <a:endParaRPr lang="zh-CN" altLang="en-US"/>
            </a:p>
          </p:txBody>
        </p:sp>
        <p:sp>
          <p:nvSpPr>
            <p:cNvPr id="1073752837" name="Text Box 75"/>
            <p:cNvSpPr txBox="1"/>
            <p:nvPr/>
          </p:nvSpPr>
          <p:spPr>
            <a:xfrm>
              <a:off x="6646" y="6138"/>
              <a:ext cx="1289" cy="414"/>
            </a:xfrm>
            <a:prstGeom prst="rect">
              <a:avLst/>
            </a:prstGeom>
            <a:solidFill>
              <a:srgbClr val="FFFFFF"/>
            </a:solidFill>
            <a:ln w="9525" cap="flat" cmpd="sng">
              <a:solidFill>
                <a:srgbClr val="000000"/>
              </a:solidFill>
              <a:prstDash val="solid"/>
              <a:miter/>
              <a:headEnd type="none" w="med" len="med"/>
              <a:tailEnd type="none" w="med" len="med"/>
            </a:ln>
          </p:spPr>
          <p:txBody>
            <a:bodyPr wrap="square" lIns="46800" rIns="46800"/>
            <a:lstStyle/>
            <a:p>
              <a:pPr algn="ctr"/>
              <a:r>
                <a:rPr lang="zh-CN" altLang="en-US"/>
                <a:t>Servlet类</a:t>
              </a:r>
            </a:p>
            <a:p>
              <a:endParaRPr lang="zh-CN" altLang="en-US"/>
            </a:p>
          </p:txBody>
        </p:sp>
        <p:cxnSp>
          <p:nvCxnSpPr>
            <p:cNvPr id="1073752838" name="AutoShape 85"/>
            <p:cNvCxnSpPr/>
            <p:nvPr/>
          </p:nvCxnSpPr>
          <p:spPr>
            <a:xfrm>
              <a:off x="7289" y="6552"/>
              <a:ext cx="1" cy="432"/>
            </a:xfrm>
            <a:prstGeom prst="straightConnector1">
              <a:avLst/>
            </a:prstGeom>
            <a:ln w="9525" cap="flat" cmpd="sng">
              <a:solidFill>
                <a:srgbClr val="000000"/>
              </a:solidFill>
              <a:prstDash val="solid"/>
              <a:headEnd type="none" w="med" len="med"/>
              <a:tailEnd type="triangle" w="med" len="med"/>
            </a:ln>
          </p:spPr>
        </p:cxnSp>
        <p:sp>
          <p:nvSpPr>
            <p:cNvPr id="1073752839" name="Text Box 75"/>
            <p:cNvSpPr txBox="1"/>
            <p:nvPr/>
          </p:nvSpPr>
          <p:spPr>
            <a:xfrm>
              <a:off x="6245" y="6981"/>
              <a:ext cx="2069" cy="414"/>
            </a:xfrm>
            <a:prstGeom prst="rect">
              <a:avLst/>
            </a:prstGeom>
            <a:solidFill>
              <a:srgbClr val="FFFFFF"/>
            </a:solidFill>
            <a:ln w="9525" cap="flat" cmpd="sng">
              <a:solidFill>
                <a:srgbClr val="000000"/>
              </a:solidFill>
              <a:prstDash val="solid"/>
              <a:miter/>
              <a:headEnd type="none" w="med" len="med"/>
              <a:tailEnd type="none" w="med" len="med"/>
            </a:ln>
          </p:spPr>
          <p:txBody>
            <a:bodyPr wrap="square" lIns="46800" rIns="46800"/>
            <a:lstStyle/>
            <a:p>
              <a:pPr algn="ctr"/>
              <a:r>
                <a:rPr lang="zh-CN" altLang="en-US"/>
                <a:t>Java编译器</a:t>
              </a:r>
            </a:p>
            <a:p>
              <a:endParaRPr lang="zh-CN" altLang="en-US"/>
            </a:p>
          </p:txBody>
        </p:sp>
        <p:sp>
          <p:nvSpPr>
            <p:cNvPr id="1073752840" name="Text Box 75"/>
            <p:cNvSpPr txBox="1"/>
            <p:nvPr/>
          </p:nvSpPr>
          <p:spPr>
            <a:xfrm>
              <a:off x="6646" y="7827"/>
              <a:ext cx="1467" cy="414"/>
            </a:xfrm>
            <a:prstGeom prst="rect">
              <a:avLst/>
            </a:prstGeom>
            <a:solidFill>
              <a:srgbClr val="FFFFFF"/>
            </a:solidFill>
            <a:ln w="9525" cap="flat" cmpd="sng">
              <a:solidFill>
                <a:srgbClr val="000000"/>
              </a:solidFill>
              <a:prstDash val="solid"/>
              <a:miter/>
              <a:headEnd type="none" w="med" len="med"/>
              <a:tailEnd type="none" w="med" len="med"/>
            </a:ln>
          </p:spPr>
          <p:txBody>
            <a:bodyPr wrap="square" lIns="46800" rIns="46800"/>
            <a:lstStyle/>
            <a:p>
              <a:pPr algn="ctr"/>
              <a:r>
                <a:rPr lang="zh-CN" altLang="en-US"/>
                <a:t>JVM</a:t>
              </a:r>
            </a:p>
            <a:p>
              <a:endParaRPr lang="zh-CN" altLang="en-US"/>
            </a:p>
          </p:txBody>
        </p:sp>
        <p:cxnSp>
          <p:nvCxnSpPr>
            <p:cNvPr id="1073752841" name="AutoShape 85"/>
            <p:cNvCxnSpPr/>
            <p:nvPr/>
          </p:nvCxnSpPr>
          <p:spPr>
            <a:xfrm>
              <a:off x="7289" y="7395"/>
              <a:ext cx="1" cy="432"/>
            </a:xfrm>
            <a:prstGeom prst="straightConnector1">
              <a:avLst/>
            </a:prstGeom>
            <a:ln w="9525" cap="flat" cmpd="sng">
              <a:solidFill>
                <a:srgbClr val="000000"/>
              </a:solidFill>
              <a:prstDash val="solid"/>
              <a:headEnd type="none" w="med" len="med"/>
              <a:tailEnd type="triangle" w="med" len="med"/>
            </a:ln>
          </p:spPr>
        </p:cxnSp>
        <p:sp>
          <p:nvSpPr>
            <p:cNvPr id="1073752842" name="Text Box 75"/>
            <p:cNvSpPr txBox="1"/>
            <p:nvPr/>
          </p:nvSpPr>
          <p:spPr>
            <a:xfrm>
              <a:off x="2362" y="6138"/>
              <a:ext cx="1777" cy="414"/>
            </a:xfrm>
            <a:prstGeom prst="rect">
              <a:avLst/>
            </a:prstGeom>
            <a:solidFill>
              <a:srgbClr val="FFFFFF"/>
            </a:solidFill>
            <a:ln w="9525" cap="flat" cmpd="sng">
              <a:solidFill>
                <a:srgbClr val="000000"/>
              </a:solidFill>
              <a:prstDash val="solid"/>
              <a:miter/>
              <a:headEnd type="none" w="med" len="med"/>
              <a:tailEnd type="none" w="med" len="med"/>
            </a:ln>
          </p:spPr>
          <p:txBody>
            <a:bodyPr wrap="square" lIns="46800" rIns="46800"/>
            <a:lstStyle/>
            <a:p>
              <a:pPr algn="ctr"/>
              <a:r>
                <a:rPr lang="zh-CN" altLang="en-US"/>
                <a:t>JSP引擎</a:t>
              </a:r>
            </a:p>
            <a:p>
              <a:endParaRPr lang="zh-CN" altLang="en-US"/>
            </a:p>
          </p:txBody>
        </p:sp>
        <p:sp>
          <p:nvSpPr>
            <p:cNvPr id="1073752843" name="Text Box 97"/>
            <p:cNvSpPr txBox="1"/>
            <p:nvPr/>
          </p:nvSpPr>
          <p:spPr>
            <a:xfrm>
              <a:off x="4432" y="6088"/>
              <a:ext cx="1192" cy="260"/>
            </a:xfrm>
            <a:prstGeom prst="rect">
              <a:avLst/>
            </a:prstGeom>
            <a:noFill/>
            <a:ln w="9525">
              <a:noFill/>
            </a:ln>
          </p:spPr>
          <p:txBody>
            <a:bodyPr wrap="square" lIns="0" tIns="0" rIns="0" bIns="0"/>
            <a:lstStyle/>
            <a:p>
              <a:pPr algn="ctr"/>
              <a:r>
                <a:rPr lang="zh-CN" altLang="en-US"/>
                <a:t>转化为</a:t>
              </a:r>
            </a:p>
            <a:p>
              <a:endParaRPr lang="zh-CN" altLang="en-US"/>
            </a:p>
          </p:txBody>
        </p:sp>
        <p:sp>
          <p:nvSpPr>
            <p:cNvPr id="1073752844" name="Text Box 97"/>
            <p:cNvSpPr txBox="1"/>
            <p:nvPr/>
          </p:nvSpPr>
          <p:spPr>
            <a:xfrm>
              <a:off x="4766" y="4914"/>
              <a:ext cx="419" cy="244"/>
            </a:xfrm>
            <a:prstGeom prst="rect">
              <a:avLst/>
            </a:prstGeom>
            <a:noFill/>
            <a:ln w="9525">
              <a:noFill/>
            </a:ln>
          </p:spPr>
          <p:txBody>
            <a:bodyPr wrap="square" lIns="0" tIns="0" rIns="0" bIns="0"/>
            <a:lstStyle/>
            <a:p>
              <a:pPr algn="ctr"/>
              <a:r>
                <a:rPr lang="zh-CN" altLang="en-US"/>
                <a:t>是</a:t>
              </a:r>
            </a:p>
            <a:p>
              <a:endParaRPr lang="zh-CN" altLang="en-US"/>
            </a:p>
          </p:txBody>
        </p:sp>
        <p:sp>
          <p:nvSpPr>
            <p:cNvPr id="1073752845" name="Text Box 97"/>
            <p:cNvSpPr txBox="1"/>
            <p:nvPr/>
          </p:nvSpPr>
          <p:spPr>
            <a:xfrm>
              <a:off x="1696" y="6867"/>
              <a:ext cx="460" cy="244"/>
            </a:xfrm>
            <a:prstGeom prst="rect">
              <a:avLst/>
            </a:prstGeom>
            <a:noFill/>
            <a:ln w="9525">
              <a:noFill/>
            </a:ln>
          </p:spPr>
          <p:txBody>
            <a:bodyPr wrap="square" lIns="0" tIns="0" rIns="0" bIns="0"/>
            <a:lstStyle/>
            <a:p>
              <a:pPr algn="ctr"/>
              <a:r>
                <a:rPr lang="zh-CN" altLang="en-US"/>
                <a:t>响应</a:t>
              </a:r>
            </a:p>
            <a:p>
              <a:endParaRPr lang="zh-CN" altLang="en-US"/>
            </a:p>
          </p:txBody>
        </p:sp>
        <p:sp>
          <p:nvSpPr>
            <p:cNvPr id="1073752846" name="任意多边形 1073752845"/>
            <p:cNvSpPr/>
            <p:nvPr/>
          </p:nvSpPr>
          <p:spPr>
            <a:xfrm>
              <a:off x="3503" y="5169"/>
              <a:ext cx="2182" cy="965"/>
            </a:xfrm>
            <a:custGeom>
              <a:avLst/>
              <a:gdLst/>
              <a:ahLst/>
              <a:cxnLst/>
              <a:rect l="0" t="0" r="0" b="0"/>
              <a:pathLst>
                <a:path w="2486" h="965">
                  <a:moveTo>
                    <a:pt x="2486" y="0"/>
                  </a:moveTo>
                  <a:lnTo>
                    <a:pt x="0" y="0"/>
                  </a:lnTo>
                  <a:lnTo>
                    <a:pt x="0" y="965"/>
                  </a:lnTo>
                </a:path>
              </a:pathLst>
            </a:custGeom>
            <a:noFill/>
            <a:ln w="9525" cap="flat" cmpd="sng">
              <a:solidFill>
                <a:srgbClr val="000000"/>
              </a:solidFill>
              <a:prstDash val="solid"/>
              <a:headEnd type="none" w="med" len="med"/>
              <a:tailEnd type="triangle" w="med" len="med"/>
            </a:ln>
          </p:spPr>
          <p:txBody>
            <a:bodyPr/>
            <a:lstStyle/>
            <a:p>
              <a:endParaRPr lang="zh-CN" altLang="en-US"/>
            </a:p>
          </p:txBody>
        </p:sp>
        <p:sp>
          <p:nvSpPr>
            <p:cNvPr id="1073752847" name="任意多边形 1073752846"/>
            <p:cNvSpPr/>
            <p:nvPr/>
          </p:nvSpPr>
          <p:spPr>
            <a:xfrm>
              <a:off x="1665" y="3266"/>
              <a:ext cx="4981" cy="4769"/>
            </a:xfrm>
            <a:custGeom>
              <a:avLst/>
              <a:gdLst/>
              <a:ahLst/>
              <a:cxnLst/>
              <a:rect l="0" t="0" r="0" b="0"/>
              <a:pathLst>
                <a:path w="4981" h="4769">
                  <a:moveTo>
                    <a:pt x="4981" y="4769"/>
                  </a:moveTo>
                  <a:lnTo>
                    <a:pt x="0" y="4769"/>
                  </a:lnTo>
                  <a:lnTo>
                    <a:pt x="0" y="0"/>
                  </a:lnTo>
                  <a:lnTo>
                    <a:pt x="915" y="0"/>
                  </a:lnTo>
                </a:path>
              </a:pathLst>
            </a:custGeom>
            <a:noFill/>
            <a:ln w="9525" cap="flat" cmpd="sng">
              <a:solidFill>
                <a:srgbClr val="000000"/>
              </a:solidFill>
              <a:prstDash val="solid"/>
              <a:headEnd type="none" w="med" len="med"/>
              <a:tailEnd type="triangle" w="med" len="med"/>
            </a:ln>
          </p:spPr>
          <p:txBody>
            <a:bodyPr/>
            <a:lstStyle/>
            <a:p>
              <a:endParaRPr lang="zh-CN" altLang="en-US"/>
            </a:p>
          </p:txBody>
        </p:sp>
        <p:sp>
          <p:nvSpPr>
            <p:cNvPr id="1073752848" name="任意多边形 1073752847"/>
            <p:cNvSpPr/>
            <p:nvPr/>
          </p:nvSpPr>
          <p:spPr>
            <a:xfrm>
              <a:off x="8112" y="5173"/>
              <a:ext cx="1224" cy="2862"/>
            </a:xfrm>
            <a:custGeom>
              <a:avLst/>
              <a:gdLst/>
              <a:ahLst/>
              <a:cxnLst/>
              <a:rect l="0" t="0" r="0" b="0"/>
              <a:pathLst>
                <a:path w="1406" h="2862">
                  <a:moveTo>
                    <a:pt x="601" y="0"/>
                  </a:moveTo>
                  <a:lnTo>
                    <a:pt x="1406" y="0"/>
                  </a:lnTo>
                  <a:lnTo>
                    <a:pt x="1406" y="2862"/>
                  </a:lnTo>
                  <a:lnTo>
                    <a:pt x="0" y="2862"/>
                  </a:lnTo>
                </a:path>
              </a:pathLst>
            </a:custGeom>
            <a:noFill/>
            <a:ln w="9525" cap="flat" cmpd="sng">
              <a:solidFill>
                <a:srgbClr val="000000"/>
              </a:solidFill>
              <a:prstDash val="solid"/>
              <a:headEnd type="none" w="med" len="med"/>
              <a:tailEnd type="triangle" w="med" len="med"/>
            </a:ln>
          </p:spPr>
          <p:txBody>
            <a:bodyPr/>
            <a:lstStyle/>
            <a:p>
              <a:endParaRPr lang="zh-CN" altLang="en-US"/>
            </a:p>
          </p:txBody>
        </p:sp>
        <p:sp>
          <p:nvSpPr>
            <p:cNvPr id="1073752849" name="Text Box 97"/>
            <p:cNvSpPr txBox="1"/>
            <p:nvPr/>
          </p:nvSpPr>
          <p:spPr>
            <a:xfrm>
              <a:off x="8671" y="4914"/>
              <a:ext cx="419" cy="244"/>
            </a:xfrm>
            <a:prstGeom prst="rect">
              <a:avLst/>
            </a:prstGeom>
            <a:noFill/>
            <a:ln w="9525">
              <a:noFill/>
            </a:ln>
          </p:spPr>
          <p:txBody>
            <a:bodyPr wrap="square" lIns="0" tIns="0" rIns="0" bIns="0"/>
            <a:lstStyle/>
            <a:p>
              <a:pPr algn="ctr"/>
              <a:r>
                <a:rPr lang="zh-CN" altLang="en-US"/>
                <a:t>否</a:t>
              </a:r>
            </a:p>
            <a:p>
              <a:endParaRPr lang="zh-CN" altLang="en-US"/>
            </a:p>
          </p:txBody>
        </p:sp>
      </p:grpSp>
      <p:sp>
        <p:nvSpPr>
          <p:cNvPr id="30" name="文本框 3"/>
          <p:cNvSpPr txBox="1"/>
          <p:nvPr/>
        </p:nvSpPr>
        <p:spPr>
          <a:xfrm>
            <a:off x="730450" y="2229078"/>
            <a:ext cx="2449478" cy="1200329"/>
          </a:xfrm>
          <a:prstGeom prst="rect">
            <a:avLst/>
          </a:prstGeom>
          <a:noFill/>
        </p:spPr>
        <p:txBody>
          <a:bodyPr wrap="square" rtlCol="0" anchor="t">
            <a:spAutoFit/>
          </a:bodyPr>
          <a:lstStyle/>
          <a:p>
            <a:r>
              <a:rPr lang="en-US" dirty="0" smtClean="0"/>
              <a:t>JSP</a:t>
            </a:r>
            <a:r>
              <a:rPr lang="zh-CN" altLang="en-US" dirty="0" smtClean="0"/>
              <a:t>（</a:t>
            </a:r>
            <a:r>
              <a:rPr lang="en-US" dirty="0" smtClean="0"/>
              <a:t>Java Server Pages</a:t>
            </a:r>
            <a:r>
              <a:rPr lang="zh-CN" altLang="en-US" dirty="0" smtClean="0"/>
              <a:t>）是</a:t>
            </a:r>
            <a:r>
              <a:rPr lang="en-US" dirty="0" err="1" smtClean="0"/>
              <a:t>Servlet</a:t>
            </a:r>
            <a:r>
              <a:rPr lang="zh-CN" altLang="en-US" dirty="0" smtClean="0"/>
              <a:t>技术的变形。</a:t>
            </a:r>
            <a:r>
              <a:rPr lang="en-US" dirty="0" smtClean="0"/>
              <a:t>JSP</a:t>
            </a:r>
            <a:r>
              <a:rPr lang="zh-CN" altLang="en-US" dirty="0" smtClean="0"/>
              <a:t>的调用方法如右图所示。</a:t>
            </a:r>
            <a:endParaRPr lang="zh-CN" altLang="en-US" dirty="0"/>
          </a:p>
        </p:txBody>
      </p:sp>
    </p:spTree>
    <p:custDataLst>
      <p:tags r:id="rId1"/>
    </p:custDataLst>
  </p:cSld>
  <p:clrMapOvr>
    <a:masterClrMapping/>
  </p:clrMapOvr>
  <p:transition>
    <p:strips dir="ru"/>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0" y="2169994"/>
            <a:ext cx="12192000" cy="3452884"/>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1"/>
          <p:cNvSpPr>
            <a:spLocks noGrp="1"/>
          </p:cNvSpPr>
          <p:nvPr>
            <p:ph type="title"/>
          </p:nvPr>
        </p:nvSpPr>
        <p:spPr>
          <a:xfrm>
            <a:off x="754063" y="261258"/>
            <a:ext cx="8415337" cy="855290"/>
          </a:xfrm>
        </p:spPr>
        <p:txBody>
          <a:bodyPr/>
          <a:lstStyle/>
          <a:p>
            <a:r>
              <a:rPr lang="zh-CN" altLang="en-US" dirty="0" smtClean="0">
                <a:solidFill>
                  <a:srgbClr val="FF0000"/>
                </a:solidFill>
                <a:sym typeface="+mn-ea"/>
              </a:rPr>
              <a:t>8.4 Web服务器层使用的技术</a:t>
            </a:r>
            <a:r>
              <a:rPr lang="zh-CN" altLang="en-US" dirty="0" smtClean="0">
                <a:solidFill>
                  <a:schemeClr val="tx1"/>
                </a:solidFill>
              </a:rPr>
              <a:t/>
            </a:r>
            <a:br>
              <a:rPr lang="zh-CN" altLang="en-US" dirty="0" smtClean="0">
                <a:solidFill>
                  <a:schemeClr val="tx1"/>
                </a:solidFill>
              </a:rPr>
            </a:br>
            <a:endParaRPr lang="zh-CN" altLang="en-US" dirty="0" smtClean="0">
              <a:solidFill>
                <a:srgbClr val="FF0000"/>
              </a:solidFill>
              <a:sym typeface="+mn-ea"/>
            </a:endParaRPr>
          </a:p>
        </p:txBody>
      </p:sp>
      <p:sp>
        <p:nvSpPr>
          <p:cNvPr id="6"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8.4.2 JSP</a:t>
            </a:r>
          </a:p>
        </p:txBody>
      </p:sp>
      <p:sp>
        <p:nvSpPr>
          <p:cNvPr id="7" name="文本框 3"/>
          <p:cNvSpPr txBox="1"/>
          <p:nvPr/>
        </p:nvSpPr>
        <p:spPr>
          <a:xfrm>
            <a:off x="668738" y="2493182"/>
            <a:ext cx="10699844" cy="3293209"/>
          </a:xfrm>
          <a:prstGeom prst="rect">
            <a:avLst/>
          </a:prstGeom>
          <a:noFill/>
        </p:spPr>
        <p:txBody>
          <a:bodyPr wrap="square" rtlCol="0" anchor="t">
            <a:spAutoFit/>
          </a:bodyPr>
          <a:lstStyle/>
          <a:p>
            <a:pPr fontAlgn="auto">
              <a:lnSpc>
                <a:spcPct val="130000"/>
              </a:lnSpc>
            </a:pPr>
            <a:r>
              <a:rPr lang="zh-CN" altLang="en-US" sz="2000" dirty="0" smtClean="0">
                <a:solidFill>
                  <a:schemeClr val="bg1"/>
                </a:solidFill>
              </a:rPr>
              <a:t>        当</a:t>
            </a:r>
            <a:r>
              <a:rPr lang="zh-CN" altLang="en-US" sz="2000" dirty="0">
                <a:solidFill>
                  <a:schemeClr val="bg1"/>
                </a:solidFill>
              </a:rPr>
              <a:t>客户端浏览器向服务器请求一个JSP页面时，服务器收到该请求后，首先检查所请求的这个JSP文件内容（代码）是否已经被更新，或者是否为JSP文件创建后第一次被访问。如果是第一次被访问的JSP文件，就会在服务器端的JSP引擎作用下转化为一个Servlet类的Java源代码文件。然后，Servlet类会在Java编译器的作用下被编译成一个字节码文件，并装载到JVM（Java Virtual Machine，Java虚拟机）解释执行。剩下的就等同于Servlet的处理过程了。如果被请求的JSP文件内容（代码）没有被修改，那么它的处理过程等同于一个Servlet的处理过程，即直接由服务器检索出与之对应的Servlet实例来处理</a:t>
            </a:r>
            <a:r>
              <a:rPr lang="zh-CN" altLang="en-US" sz="2000" dirty="0" smtClean="0">
                <a:solidFill>
                  <a:schemeClr val="bg1"/>
                </a:solidFill>
              </a:rPr>
              <a:t>。</a:t>
            </a:r>
            <a:endParaRPr lang="en-US" altLang="zh-CN" sz="2000" dirty="0" smtClean="0">
              <a:solidFill>
                <a:schemeClr val="bg1"/>
              </a:solidFill>
            </a:endParaRPr>
          </a:p>
          <a:p>
            <a:pPr fontAlgn="auto">
              <a:lnSpc>
                <a:spcPct val="130000"/>
              </a:lnSpc>
            </a:pPr>
            <a:endParaRPr lang="zh-CN" altLang="en-US" sz="2000" dirty="0">
              <a:solidFill>
                <a:schemeClr val="bg1"/>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FF0000"/>
                </a:solidFill>
                <a:sym typeface="+mn-ea"/>
              </a:rPr>
              <a:t>8.4 Web服务器层使用的技术</a:t>
            </a:r>
            <a:r>
              <a:rPr lang="zh-CN" altLang="en-US" dirty="0" smtClean="0">
                <a:solidFill>
                  <a:schemeClr val="tx1"/>
                </a:solidFill>
              </a:rPr>
              <a:t/>
            </a:r>
            <a:br>
              <a:rPr lang="zh-CN" altLang="en-US" dirty="0" smtClean="0">
                <a:solidFill>
                  <a:schemeClr val="tx1"/>
                </a:solidFill>
              </a:rPr>
            </a:br>
            <a:endParaRPr lang="zh-CN" altLang="en-US" dirty="0" smtClean="0">
              <a:solidFill>
                <a:srgbClr val="FF0000"/>
              </a:solidFill>
              <a:sym typeface="+mn-ea"/>
            </a:endParaRP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8.4.2 JSP</a:t>
            </a:r>
          </a:p>
        </p:txBody>
      </p:sp>
      <p:pic>
        <p:nvPicPr>
          <p:cNvPr id="3" name="图片 2" descr="wKiom1Xj9fHzngGrAABH13KQy6g7101047"/>
          <p:cNvPicPr>
            <a:picLocks noChangeAspect="1"/>
          </p:cNvPicPr>
          <p:nvPr/>
        </p:nvPicPr>
        <p:blipFill>
          <a:blip r:embed="rId5" cstate="print"/>
          <a:srcRect l="4257" t="7097" r="4757" b="31613"/>
          <a:stretch>
            <a:fillRect/>
          </a:stretch>
        </p:blipFill>
        <p:spPr>
          <a:xfrm>
            <a:off x="1229995" y="2566670"/>
            <a:ext cx="5537835" cy="2103120"/>
          </a:xfrm>
          <a:prstGeom prst="rect">
            <a:avLst/>
          </a:prstGeom>
        </p:spPr>
      </p:pic>
      <p:sp>
        <p:nvSpPr>
          <p:cNvPr id="5" name="MH_Text_1"/>
          <p:cNvSpPr/>
          <p:nvPr>
            <p:custDataLst>
              <p:tags r:id="rId2"/>
            </p:custDataLst>
          </p:nvPr>
        </p:nvSpPr>
        <p:spPr>
          <a:xfrm>
            <a:off x="1229995" y="4761230"/>
            <a:ext cx="9730740" cy="1180465"/>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indent="457200">
              <a:lnSpc>
                <a:spcPct val="130000"/>
              </a:lnSpc>
            </a:pPr>
            <a:r>
              <a:rPr dirty="0" smtClean="0">
                <a:solidFill>
                  <a:schemeClr val="tx1"/>
                </a:solidFill>
                <a:latin typeface="+mn-ea"/>
              </a:rPr>
              <a:t>JSP本质是一个Servlet，它的运行需要容器的支持。在JSP和Servlet文件中都可以编写Java和HTML代码，不同的是，Servlet虽然可以动态地生成页面内容，但更偏向于逻辑的控制，而JSP更加偏向于页面视图的展现。</a:t>
            </a:r>
          </a:p>
        </p:txBody>
      </p:sp>
      <p:pic>
        <p:nvPicPr>
          <p:cNvPr id="4" name="图片 3" descr="timg (6)"/>
          <p:cNvPicPr>
            <a:picLocks noChangeAspect="1"/>
          </p:cNvPicPr>
          <p:nvPr/>
        </p:nvPicPr>
        <p:blipFill>
          <a:blip r:embed="rId6" cstate="print"/>
          <a:stretch>
            <a:fillRect/>
          </a:stretch>
        </p:blipFill>
        <p:spPr>
          <a:xfrm>
            <a:off x="6767830" y="567690"/>
            <a:ext cx="4193540" cy="4193540"/>
          </a:xfrm>
          <a:prstGeom prst="rect">
            <a:avLst/>
          </a:prstGeom>
        </p:spPr>
      </p:pic>
    </p:spTree>
    <p:custDataLst>
      <p:tags r:id="rId1"/>
    </p:custDataLst>
  </p:cSld>
  <p:clrMapOvr>
    <a:masterClrMapping/>
  </p:clrMapOvr>
  <p:transition>
    <p:strips dir="ru"/>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5</a:t>
              </a:r>
            </a:p>
          </p:txBody>
        </p:sp>
      </p:grpSp>
      <p:sp>
        <p:nvSpPr>
          <p:cNvPr id="40" name="文本框 39"/>
          <p:cNvSpPr txBox="1"/>
          <p:nvPr/>
        </p:nvSpPr>
        <p:spPr>
          <a:xfrm>
            <a:off x="6006465" y="2913380"/>
            <a:ext cx="6078220" cy="87439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Web</a:t>
            </a: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软件设计模式</a:t>
            </a:r>
          </a:p>
        </p:txBody>
      </p:sp>
      <p:grpSp>
        <p:nvGrpSpPr>
          <p:cNvPr id="11" name="组合 10"/>
          <p:cNvGrpSpPr/>
          <p:nvPr/>
        </p:nvGrpSpPr>
        <p:grpSpPr>
          <a:xfrm>
            <a:off x="6006465" y="4013835"/>
            <a:ext cx="3712845" cy="835660"/>
            <a:chOff x="9459" y="7259"/>
            <a:chExt cx="5847" cy="1316"/>
          </a:xfrm>
        </p:grpSpPr>
        <p:sp>
          <p:nvSpPr>
            <p:cNvPr id="48" name="文本框 47"/>
            <p:cNvSpPr txBox="1"/>
            <p:nvPr/>
          </p:nvSpPr>
          <p:spPr>
            <a:xfrm>
              <a:off x="9459" y="7259"/>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观察者模式</a:t>
              </a:r>
            </a:p>
          </p:txBody>
        </p:sp>
        <p:sp>
          <p:nvSpPr>
            <p:cNvPr id="50" name="文本框 49"/>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组合模式</a:t>
              </a:r>
            </a:p>
          </p:txBody>
        </p:sp>
      </p:grpSp>
      <p:grpSp>
        <p:nvGrpSpPr>
          <p:cNvPr id="3" name="组合 2"/>
          <p:cNvGrpSpPr/>
          <p:nvPr/>
        </p:nvGrpSpPr>
        <p:grpSpPr>
          <a:xfrm>
            <a:off x="6006465" y="4849495"/>
            <a:ext cx="3712845" cy="835660"/>
            <a:chOff x="9459" y="7259"/>
            <a:chExt cx="5847" cy="1316"/>
          </a:xfrm>
        </p:grpSpPr>
        <p:sp>
          <p:nvSpPr>
            <p:cNvPr id="5" name="文本框 4"/>
            <p:cNvSpPr txBox="1"/>
            <p:nvPr/>
          </p:nvSpPr>
          <p:spPr>
            <a:xfrm>
              <a:off x="9459" y="7259"/>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工厂方法模式和策略模式</a:t>
              </a:r>
            </a:p>
          </p:txBody>
        </p:sp>
        <p:sp>
          <p:nvSpPr>
            <p:cNvPr id="6" name="文本框 5"/>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模型</a:t>
              </a:r>
              <a:r>
                <a:rPr kumimoji="0" lang="en-US" altLang="zh-CN"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a:t>
              </a: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视图</a:t>
              </a:r>
              <a:r>
                <a:rPr kumimoji="0" lang="en-US" altLang="zh-CN"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a:t>
              </a: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控制器模式</a:t>
              </a:r>
            </a:p>
          </p:txBody>
        </p:sp>
      </p:grpSp>
      <p:sp>
        <p:nvSpPr>
          <p:cNvPr id="7" name="文本框 6"/>
          <p:cNvSpPr txBox="1"/>
          <p:nvPr/>
        </p:nvSpPr>
        <p:spPr>
          <a:xfrm>
            <a:off x="6006465" y="5685155"/>
            <a:ext cx="3712845"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装饰者模式</a:t>
            </a:r>
          </a:p>
        </p:txBody>
      </p:sp>
    </p:spTree>
  </p:cSld>
  <p:clrMapOvr>
    <a:masterClrMapping/>
  </p:clrMapOvr>
  <p:transition spd="slow">
    <p:wipe/>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8.5 Web</a:t>
            </a:r>
            <a:r>
              <a:rPr lang="zh-CN" altLang="en-US" dirty="0" smtClean="0">
                <a:solidFill>
                  <a:srgbClr val="FF0000"/>
                </a:solidFill>
                <a:sym typeface="+mn-ea"/>
              </a:rPr>
              <a:t>软件设计模式</a:t>
            </a:r>
          </a:p>
        </p:txBody>
      </p:sp>
      <p:grpSp>
        <p:nvGrpSpPr>
          <p:cNvPr id="7" name="组合 6"/>
          <p:cNvGrpSpPr/>
          <p:nvPr/>
        </p:nvGrpSpPr>
        <p:grpSpPr>
          <a:xfrm>
            <a:off x="0" y="2006136"/>
            <a:ext cx="12192000" cy="3493770"/>
            <a:chOff x="0" y="2542"/>
            <a:chExt cx="19200" cy="5502"/>
          </a:xfrm>
        </p:grpSpPr>
        <p:sp>
          <p:nvSpPr>
            <p:cNvPr id="18" name="矩形 17"/>
            <p:cNvSpPr/>
            <p:nvPr/>
          </p:nvSpPr>
          <p:spPr>
            <a:xfrm>
              <a:off x="0" y="2542"/>
              <a:ext cx="19200" cy="5502"/>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382" y="2748"/>
              <a:ext cx="11094" cy="3384"/>
            </a:xfrm>
            <a:prstGeom prst="rect">
              <a:avLst/>
            </a:prstGeom>
          </p:spPr>
          <p:txBody>
            <a:bodyPr wrap="square">
              <a:spAutoFit/>
            </a:bodyPr>
            <a:lstStyle/>
            <a:p>
              <a:pPr indent="457200">
                <a:lnSpc>
                  <a:spcPct val="150000"/>
                </a:lnSpc>
                <a:defRPr/>
              </a:pP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设计模式最早是由建筑师Christopher</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 </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Alexander提出来的，它认为优雅的设计是有章可循的，提炼并复用前人的设计原则，可以容易地实现优美的设计</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目前设计模式已经被广泛应用于多种领域的软件和构造中，许多先进的软件中大量采用了软件设计模式的概念</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a:t>
              </a:r>
            </a:p>
            <a:p>
              <a:pPr indent="457200">
                <a:lnSpc>
                  <a:spcPct val="150000"/>
                </a:lnSpc>
                <a:defRPr/>
              </a:pPr>
              <a:endPar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endParaRPr>
            </a:p>
          </p:txBody>
        </p:sp>
      </p:grpSp>
      <p:pic>
        <p:nvPicPr>
          <p:cNvPr id="3" name="图片 2" descr="A000220150821C17PPIC"/>
          <p:cNvPicPr>
            <a:picLocks noChangeAspect="1"/>
          </p:cNvPicPr>
          <p:nvPr/>
        </p:nvPicPr>
        <p:blipFill>
          <a:blip r:embed="rId4" cstate="print"/>
          <a:stretch>
            <a:fillRect/>
          </a:stretch>
        </p:blipFill>
        <p:spPr>
          <a:xfrm>
            <a:off x="7465326" y="2272807"/>
            <a:ext cx="4521958" cy="3002735"/>
          </a:xfrm>
          <a:prstGeom prst="rect">
            <a:avLst/>
          </a:prstGeom>
        </p:spPr>
      </p:pic>
      <p:sp>
        <p:nvSpPr>
          <p:cNvPr id="4" name="文本框 3"/>
          <p:cNvSpPr txBox="1"/>
          <p:nvPr/>
        </p:nvSpPr>
        <p:spPr>
          <a:xfrm>
            <a:off x="286083" y="3778382"/>
            <a:ext cx="7083709" cy="1754326"/>
          </a:xfrm>
          <a:prstGeom prst="rect">
            <a:avLst/>
          </a:prstGeom>
          <a:noFill/>
        </p:spPr>
        <p:txBody>
          <a:bodyPr wrap="square" rtlCol="0" anchor="t">
            <a:spAutoFit/>
          </a:bodyPr>
          <a:lstStyle/>
          <a:p>
            <a:pPr indent="457200">
              <a:lnSpc>
                <a:spcPct val="150000"/>
              </a:lnSpc>
              <a:defRPr/>
            </a:pP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sym typeface="+mn-ea"/>
              </a:rPr>
              <a:t>所谓设计模式，是指从某个具体的形式中得到的一种抽象，在非任意的环境中该形式不断地重复出现</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sym typeface="+mn-ea"/>
              </a:rPr>
              <a:t>本节介绍的Web软件设计模式包括观察者模式、组合模式、工厂方法模式、策略模式、模型－视图－控制器（MVC）模式、装饰者模式</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sym typeface="+mn-ea"/>
              </a:rPr>
              <a:t>。</a:t>
            </a:r>
            <a:endParaRPr lang="zh-CN" altLang="en-US" dirty="0"/>
          </a:p>
        </p:txBody>
      </p:sp>
    </p:spTree>
    <p:custDataLst>
      <p:tags r:id="rId1"/>
    </p:custDataLst>
  </p:cSld>
  <p:clrMapOvr>
    <a:masterClrMapping/>
  </p:clrMapOvr>
  <p:transition>
    <p:wheel spokes="3"/>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FF0000"/>
                </a:solidFill>
                <a:sym typeface="+mn-ea"/>
              </a:rPr>
              <a:t>8.5 Web软件设计模式</a:t>
            </a:r>
            <a:r>
              <a:rPr lang="zh-CN" altLang="en-US" dirty="0" smtClean="0">
                <a:solidFill>
                  <a:srgbClr val="FF0000"/>
                </a:solidFill>
              </a:rPr>
              <a:t/>
            </a:r>
            <a:br>
              <a:rPr lang="zh-CN" altLang="en-US" dirty="0" smtClean="0">
                <a:solidFill>
                  <a:srgbClr val="FF0000"/>
                </a:solidFill>
              </a:rPr>
            </a:br>
            <a:endParaRPr lang="zh-CN" altLang="en-US" dirty="0" smtClean="0">
              <a:solidFill>
                <a:srgbClr val="FF0000"/>
              </a:solidFill>
              <a:sym typeface="+mn-ea"/>
            </a:endParaRP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8.5.1 </a:t>
            </a:r>
            <a:r>
              <a:rPr lang="zh-CN" sz="2400" dirty="0" smtClean="0">
                <a:solidFill>
                  <a:schemeClr val="tx1"/>
                </a:solidFill>
              </a:rPr>
              <a:t>观察者模式</a:t>
            </a:r>
          </a:p>
        </p:txBody>
      </p:sp>
      <p:grpSp>
        <p:nvGrpSpPr>
          <p:cNvPr id="7" name="组合 6"/>
          <p:cNvGrpSpPr/>
          <p:nvPr/>
        </p:nvGrpSpPr>
        <p:grpSpPr>
          <a:xfrm>
            <a:off x="0" y="2412365"/>
            <a:ext cx="12192000" cy="3098165"/>
            <a:chOff x="0" y="3848"/>
            <a:chExt cx="19200" cy="4879"/>
          </a:xfrm>
        </p:grpSpPr>
        <p:sp>
          <p:nvSpPr>
            <p:cNvPr id="18" name="矩形 17"/>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358" y="3929"/>
              <a:ext cx="13301" cy="4798"/>
            </a:xfrm>
            <a:prstGeom prst="rect">
              <a:avLst/>
            </a:prstGeom>
          </p:spPr>
          <p:txBody>
            <a:bodyPr wrap="square">
              <a:spAutoFit/>
            </a:bodyPr>
            <a:lstStyle/>
            <a:p>
              <a:pPr indent="457200">
                <a:lnSpc>
                  <a:spcPct val="150000"/>
                </a:lnSpc>
                <a:defRPr/>
              </a:pPr>
              <a:r>
                <a:rPr lang="en-US" altLang="zh-CN" sz="2000" b="1" kern="0" dirty="0" err="1" smtClean="0">
                  <a:solidFill>
                    <a:schemeClr val="bg1"/>
                  </a:solidFill>
                  <a:latin typeface="微软雅黑" panose="020B0503020204020204" charset="-122"/>
                  <a:ea typeface="微软雅黑" panose="020B0503020204020204" charset="-122"/>
                  <a:cs typeface="宋体" panose="02010600030101010101" pitchFamily="2" charset="-122"/>
                </a:rPr>
                <a:t>观察者模式（Observer）</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完美地将观察者和被观察的对象分离开</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例如，用户界面可以作为一个观察者，业务数据是被观察者，用户界面观察业务数据的变化，发现数据变化后，就显示在界面上</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观察者模式在模块之间划定了清晰的界限，提高了应用程序的可维护性和重用性</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a:t>
              </a:r>
            </a:p>
            <a:p>
              <a:pPr indent="457200">
                <a:lnSpc>
                  <a:spcPct val="150000"/>
                </a:lnSpc>
                <a:defRPr/>
              </a:pP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观察者模式是发布－订阅体系结构风格的一种应用</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。观察者模式定义了对象之间一对多的依赖关系，当一个对象的状态发生改变时，所有依赖于它的对象都得到通知自动更新，让多个观察者对象同时监听某一个主题对象。</a:t>
              </a:r>
            </a:p>
          </p:txBody>
        </p:sp>
      </p:grpSp>
      <p:pic>
        <p:nvPicPr>
          <p:cNvPr id="3" name="图片 2" descr="A000220150821B43PPIC"/>
          <p:cNvPicPr>
            <a:picLocks noChangeAspect="1"/>
          </p:cNvPicPr>
          <p:nvPr/>
        </p:nvPicPr>
        <p:blipFill>
          <a:blip r:embed="rId4" cstate="print"/>
          <a:stretch>
            <a:fillRect/>
          </a:stretch>
        </p:blipFill>
        <p:spPr>
          <a:xfrm>
            <a:off x="8046720" y="1341120"/>
            <a:ext cx="4145280" cy="4145280"/>
          </a:xfrm>
          <a:prstGeom prst="rect">
            <a:avLst/>
          </a:prstGeom>
        </p:spPr>
      </p:pic>
    </p:spTree>
    <p:custDataLst>
      <p:tags r:id="rId1"/>
    </p:custDataLst>
  </p:cSld>
  <p:clrMapOvr>
    <a:masterClrMapping/>
  </p:clrMapOvr>
  <p:transition>
    <p:wheel spokes="3"/>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8.5 Web</a:t>
            </a:r>
            <a:r>
              <a:rPr lang="zh-CN" altLang="en-US" dirty="0" smtClean="0">
                <a:solidFill>
                  <a:srgbClr val="FF0000"/>
                </a:solidFill>
                <a:sym typeface="+mn-ea"/>
              </a:rPr>
              <a:t>软件设计模式</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8.5.1 </a:t>
            </a:r>
            <a:r>
              <a:rPr lang="zh-CN" altLang="en-US" sz="2400" dirty="0" smtClean="0">
                <a:solidFill>
                  <a:schemeClr val="tx1"/>
                </a:solidFill>
              </a:rPr>
              <a:t>观察者模式</a:t>
            </a:r>
            <a:endParaRPr sz="2400" dirty="0" smtClean="0">
              <a:solidFill>
                <a:schemeClr val="tx1"/>
              </a:solidFill>
            </a:endParaRPr>
          </a:p>
        </p:txBody>
      </p:sp>
      <p:grpSp>
        <p:nvGrpSpPr>
          <p:cNvPr id="14" name="组合 13"/>
          <p:cNvGrpSpPr/>
          <p:nvPr/>
        </p:nvGrpSpPr>
        <p:grpSpPr>
          <a:xfrm>
            <a:off x="666750" y="2626991"/>
            <a:ext cx="5076825" cy="2308200"/>
            <a:chOff x="1188" y="3812"/>
            <a:chExt cx="7995" cy="3635"/>
          </a:xfrm>
        </p:grpSpPr>
        <p:grpSp>
          <p:nvGrpSpPr>
            <p:cNvPr id="5" name="组合 4"/>
            <p:cNvGrpSpPr/>
            <p:nvPr/>
          </p:nvGrpSpPr>
          <p:grpSpPr>
            <a:xfrm>
              <a:off x="1188" y="3812"/>
              <a:ext cx="2907" cy="1189"/>
              <a:chOff x="508000" y="3618326"/>
              <a:chExt cx="1845928" cy="749768"/>
            </a:xfrm>
          </p:grpSpPr>
          <p:sp>
            <p:nvSpPr>
              <p:cNvPr id="21" name="TextBox 1"/>
              <p:cNvSpPr txBox="1">
                <a:spLocks noChangeArrowheads="1"/>
              </p:cNvSpPr>
              <p:nvPr/>
            </p:nvSpPr>
            <p:spPr bwMode="auto">
              <a:xfrm>
                <a:off x="508000" y="3618326"/>
                <a:ext cx="318132" cy="5183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1</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22" name="直接连接符 21"/>
              <p:cNvCxnSpPr/>
              <p:nvPr/>
            </p:nvCxnSpPr>
            <p:spPr>
              <a:xfrm flipH="1">
                <a:off x="508000" y="3618326"/>
                <a:ext cx="590551" cy="586432"/>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3" name="矩形 7"/>
              <p:cNvSpPr>
                <a:spLocks noChangeArrowheads="1"/>
              </p:cNvSpPr>
              <p:nvPr/>
            </p:nvSpPr>
            <p:spPr bwMode="auto">
              <a:xfrm>
                <a:off x="960437" y="3713554"/>
                <a:ext cx="1393491" cy="65454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抽象主题</a:t>
                </a:r>
              </a:p>
              <a:p>
                <a:r>
                  <a:rPr lang="zh-CN" altLang="en-US" b="1" dirty="0">
                    <a:solidFill>
                      <a:srgbClr val="E67819"/>
                    </a:solidFill>
                    <a:latin typeface="微软雅黑" panose="020B0503020204020204" charset="-122"/>
                    <a:ea typeface="微软雅黑" panose="020B0503020204020204" charset="-122"/>
                  </a:rPr>
                  <a:t>角色</a:t>
                </a:r>
              </a:p>
            </p:txBody>
          </p:sp>
        </p:grpSp>
        <p:sp>
          <p:nvSpPr>
            <p:cNvPr id="24" name="矩形 8"/>
            <p:cNvSpPr>
              <a:spLocks noChangeArrowheads="1"/>
            </p:cNvSpPr>
            <p:nvPr/>
          </p:nvSpPr>
          <p:spPr bwMode="auto">
            <a:xfrm>
              <a:off x="4341" y="3812"/>
              <a:ext cx="4842" cy="363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b="1" dirty="0" smtClean="0">
                  <a:latin typeface="微软雅黑" panose="020B0503020204020204" charset="-122"/>
                  <a:ea typeface="微软雅黑" panose="020B0503020204020204" charset="-122"/>
                </a:rPr>
                <a:t>       </a:t>
              </a:r>
              <a:r>
                <a:rPr sz="1600" b="1" dirty="0" err="1">
                  <a:latin typeface="微软雅黑" panose="020B0503020204020204" charset="-122"/>
                  <a:ea typeface="微软雅黑" panose="020B0503020204020204" charset="-122"/>
                </a:rPr>
                <a:t>把所有对观察者对象的引用保存在一个集合中，每个抽象主题角色都可以有任意数量的观察者</a:t>
              </a:r>
              <a:r>
                <a:rPr sz="1600" b="1" dirty="0">
                  <a:latin typeface="微软雅黑" panose="020B0503020204020204" charset="-122"/>
                  <a:ea typeface="微软雅黑" panose="020B0503020204020204" charset="-122"/>
                </a:rPr>
                <a:t>。</a:t>
              </a:r>
              <a:r>
                <a:rPr sz="1600" b="1" dirty="0" err="1">
                  <a:latin typeface="微软雅黑" panose="020B0503020204020204" charset="-122"/>
                  <a:ea typeface="微软雅黑" panose="020B0503020204020204" charset="-122"/>
                </a:rPr>
                <a:t>抽象主题提供一个接口，可以增加和删除观察者角色</a:t>
              </a:r>
              <a:r>
                <a:rPr sz="1600" b="1" dirty="0">
                  <a:latin typeface="微软雅黑" panose="020B0503020204020204" charset="-122"/>
                  <a:ea typeface="微软雅黑" panose="020B0503020204020204" charset="-122"/>
                </a:rPr>
                <a:t>。</a:t>
              </a:r>
              <a:r>
                <a:rPr sz="1600" b="1" dirty="0" err="1">
                  <a:latin typeface="微软雅黑" panose="020B0503020204020204" charset="-122"/>
                  <a:ea typeface="微软雅黑" panose="020B0503020204020204" charset="-122"/>
                </a:rPr>
                <a:t>一般用一个抽象类和接口来实现</a:t>
              </a:r>
              <a:r>
                <a:rPr sz="1600" b="1" dirty="0">
                  <a:latin typeface="微软雅黑" panose="020B0503020204020204" charset="-122"/>
                  <a:ea typeface="微软雅黑" panose="020B0503020204020204" charset="-122"/>
                </a:rPr>
                <a:t>。</a:t>
              </a:r>
            </a:p>
          </p:txBody>
        </p:sp>
      </p:grpSp>
      <p:grpSp>
        <p:nvGrpSpPr>
          <p:cNvPr id="6" name="组合 5"/>
          <p:cNvGrpSpPr/>
          <p:nvPr/>
        </p:nvGrpSpPr>
        <p:grpSpPr>
          <a:xfrm>
            <a:off x="666750" y="4987286"/>
            <a:ext cx="4924425" cy="1148721"/>
            <a:chOff x="1195" y="6440"/>
            <a:chExt cx="7755" cy="1809"/>
          </a:xfrm>
        </p:grpSpPr>
        <p:grpSp>
          <p:nvGrpSpPr>
            <p:cNvPr id="4" name="组合 3"/>
            <p:cNvGrpSpPr/>
            <p:nvPr/>
          </p:nvGrpSpPr>
          <p:grpSpPr>
            <a:xfrm>
              <a:off x="1195" y="6440"/>
              <a:ext cx="2862" cy="1189"/>
              <a:chOff x="512763" y="5296233"/>
              <a:chExt cx="1817002" cy="751277"/>
            </a:xfrm>
          </p:grpSpPr>
          <p:sp>
            <p:nvSpPr>
              <p:cNvPr id="25" name="TextBox 10"/>
              <p:cNvSpPr txBox="1">
                <a:spLocks noChangeArrowheads="1"/>
              </p:cNvSpPr>
              <p:nvPr/>
            </p:nvSpPr>
            <p:spPr bwMode="auto">
              <a:xfrm>
                <a:off x="512763" y="5296233"/>
                <a:ext cx="361229" cy="51937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2</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26" name="直接连接符 25"/>
              <p:cNvCxnSpPr/>
              <p:nvPr/>
            </p:nvCxnSpPr>
            <p:spPr>
              <a:xfrm flipH="1">
                <a:off x="512763" y="5296233"/>
                <a:ext cx="590549" cy="587616"/>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7" name="矩形 12"/>
              <p:cNvSpPr>
                <a:spLocks noChangeArrowheads="1"/>
              </p:cNvSpPr>
              <p:nvPr/>
            </p:nvSpPr>
            <p:spPr bwMode="auto">
              <a:xfrm>
                <a:off x="960438" y="5391655"/>
                <a:ext cx="1369327" cy="65585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gn="l"/>
                <a:r>
                  <a:rPr lang="zh-CN" altLang="en-US" b="1" dirty="0">
                    <a:solidFill>
                      <a:srgbClr val="E67819"/>
                    </a:solidFill>
                    <a:latin typeface="微软雅黑" panose="020B0503020204020204" charset="-122"/>
                    <a:ea typeface="微软雅黑" panose="020B0503020204020204" charset="-122"/>
                  </a:rPr>
                  <a:t>抽象观察者角色</a:t>
                </a:r>
              </a:p>
            </p:txBody>
          </p:sp>
        </p:grpSp>
        <p:sp>
          <p:nvSpPr>
            <p:cNvPr id="28" name="矩形 9"/>
            <p:cNvSpPr>
              <a:spLocks noChangeArrowheads="1"/>
            </p:cNvSpPr>
            <p:nvPr/>
          </p:nvSpPr>
          <p:spPr bwMode="auto">
            <a:xfrm>
              <a:off x="4252" y="6591"/>
              <a:ext cx="4698" cy="165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en-US" altLang="zh-CN" sz="1600" b="1" dirty="0">
                  <a:latin typeface="微软雅黑" panose="020B0503020204020204" charset="-122"/>
                  <a:ea typeface="微软雅黑" panose="020B0503020204020204" charset="-122"/>
                </a:rPr>
                <a:t>      </a:t>
              </a:r>
              <a:r>
                <a:rPr lang="zh-CN" altLang="en-US" sz="1600" b="1" dirty="0">
                  <a:latin typeface="微软雅黑" panose="020B0503020204020204" charset="-122"/>
                  <a:ea typeface="微软雅黑" panose="020B0503020204020204" charset="-122"/>
                </a:rPr>
                <a:t>为所有具体的观察者定义一个接口，在得到主题的通知时更新自己。</a:t>
              </a:r>
            </a:p>
          </p:txBody>
        </p:sp>
      </p:grpSp>
      <p:grpSp>
        <p:nvGrpSpPr>
          <p:cNvPr id="8" name="组合 7"/>
          <p:cNvGrpSpPr/>
          <p:nvPr/>
        </p:nvGrpSpPr>
        <p:grpSpPr>
          <a:xfrm>
            <a:off x="6372225" y="2748280"/>
            <a:ext cx="5372100" cy="1148080"/>
            <a:chOff x="1195" y="6290"/>
            <a:chExt cx="8460" cy="1808"/>
          </a:xfrm>
        </p:grpSpPr>
        <p:grpSp>
          <p:nvGrpSpPr>
            <p:cNvPr id="9" name="组合 8"/>
            <p:cNvGrpSpPr/>
            <p:nvPr/>
          </p:nvGrpSpPr>
          <p:grpSpPr>
            <a:xfrm>
              <a:off x="1195" y="6290"/>
              <a:ext cx="2433" cy="1188"/>
              <a:chOff x="512763" y="5226603"/>
              <a:chExt cx="1544775" cy="754380"/>
            </a:xfrm>
          </p:grpSpPr>
          <p:sp>
            <p:nvSpPr>
              <p:cNvPr id="10" name="TextBox 10"/>
              <p:cNvSpPr txBox="1">
                <a:spLocks noChangeArrowheads="1"/>
              </p:cNvSpPr>
              <p:nvPr/>
            </p:nvSpPr>
            <p:spPr bwMode="auto">
              <a:xfrm>
                <a:off x="512763" y="5226603"/>
                <a:ext cx="371389" cy="521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altLang="zh-CN" sz="2800" dirty="0">
                    <a:solidFill>
                      <a:srgbClr val="E67819"/>
                    </a:solidFill>
                    <a:latin typeface="Impact" panose="020B0806030902050204" pitchFamily="34" charset="0"/>
                    <a:ea typeface="MS UI Gothic" panose="020B0600070205080204" pitchFamily="34" charset="-128"/>
                  </a:rPr>
                  <a:t>3</a:t>
                </a:r>
                <a:endParaRPr lang="zh-CN" altLang="en-US" sz="2800" dirty="0">
                  <a:solidFill>
                    <a:srgbClr val="E67819"/>
                  </a:solidFill>
                  <a:latin typeface="Impact" panose="020B0806030902050204" pitchFamily="34" charset="0"/>
                  <a:ea typeface="MS UI Gothic" panose="020B0600070205080204" pitchFamily="34" charset="-128"/>
                </a:endParaRPr>
              </a:p>
            </p:txBody>
          </p:sp>
          <p:cxnSp>
            <p:nvCxnSpPr>
              <p:cNvPr id="11" name="直接连接符 10"/>
              <p:cNvCxnSpPr/>
              <p:nvPr/>
            </p:nvCxnSpPr>
            <p:spPr>
              <a:xfrm flipH="1">
                <a:off x="512763" y="522660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2" name="矩形 12"/>
              <p:cNvSpPr>
                <a:spLocks noChangeArrowheads="1"/>
              </p:cNvSpPr>
              <p:nvPr/>
            </p:nvSpPr>
            <p:spPr bwMode="auto">
              <a:xfrm>
                <a:off x="960438" y="5321853"/>
                <a:ext cx="1097100" cy="6591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gn="l"/>
                <a:r>
                  <a:rPr lang="zh-CN" altLang="en-US" b="1" dirty="0">
                    <a:solidFill>
                      <a:srgbClr val="E67819"/>
                    </a:solidFill>
                    <a:latin typeface="微软雅黑" panose="020B0503020204020204" charset="-122"/>
                    <a:ea typeface="微软雅黑" panose="020B0503020204020204" charset="-122"/>
                  </a:rPr>
                  <a:t>具体主题</a:t>
                </a:r>
              </a:p>
              <a:p>
                <a:pPr algn="l"/>
                <a:r>
                  <a:rPr lang="zh-CN" altLang="en-US" b="1" dirty="0">
                    <a:solidFill>
                      <a:srgbClr val="E67819"/>
                    </a:solidFill>
                    <a:latin typeface="微软雅黑" panose="020B0503020204020204" charset="-122"/>
                    <a:ea typeface="微软雅黑" panose="020B0503020204020204" charset="-122"/>
                  </a:rPr>
                  <a:t>角色</a:t>
                </a:r>
              </a:p>
            </p:txBody>
          </p:sp>
        </p:grpSp>
        <p:sp>
          <p:nvSpPr>
            <p:cNvPr id="13" name="矩形 9"/>
            <p:cNvSpPr>
              <a:spLocks noChangeArrowheads="1"/>
            </p:cNvSpPr>
            <p:nvPr/>
          </p:nvSpPr>
          <p:spPr bwMode="auto">
            <a:xfrm>
              <a:off x="4252" y="6440"/>
              <a:ext cx="5403" cy="165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en-US" altLang="zh-CN" sz="1600" b="1" dirty="0">
                  <a:latin typeface="微软雅黑" panose="020B0503020204020204" charset="-122"/>
                  <a:ea typeface="微软雅黑" panose="020B0503020204020204" charset="-122"/>
                </a:rPr>
                <a:t>       </a:t>
              </a:r>
              <a:r>
                <a:rPr lang="zh-CN" altLang="en-US" sz="1600" b="1" dirty="0">
                  <a:latin typeface="微软雅黑" panose="020B0503020204020204" charset="-122"/>
                  <a:ea typeface="微软雅黑" panose="020B0503020204020204" charset="-122"/>
                </a:rPr>
                <a:t>在具体主题内部状态改变时，给所有登记过的观察者发出通知。具体主题角色通常用一个子类实现。</a:t>
              </a:r>
            </a:p>
          </p:txBody>
        </p:sp>
      </p:grpSp>
      <p:grpSp>
        <p:nvGrpSpPr>
          <p:cNvPr id="16" name="组合 15"/>
          <p:cNvGrpSpPr/>
          <p:nvPr/>
        </p:nvGrpSpPr>
        <p:grpSpPr>
          <a:xfrm>
            <a:off x="6286500" y="3956050"/>
            <a:ext cx="5429250" cy="2108200"/>
            <a:chOff x="1195" y="6290"/>
            <a:chExt cx="8550" cy="3320"/>
          </a:xfrm>
        </p:grpSpPr>
        <p:grpSp>
          <p:nvGrpSpPr>
            <p:cNvPr id="17" name="组合 16"/>
            <p:cNvGrpSpPr/>
            <p:nvPr/>
          </p:nvGrpSpPr>
          <p:grpSpPr>
            <a:xfrm>
              <a:off x="1195" y="6290"/>
              <a:ext cx="2793" cy="1188"/>
              <a:chOff x="512763" y="5226603"/>
              <a:chExt cx="1773386" cy="754380"/>
            </a:xfrm>
          </p:grpSpPr>
          <p:sp>
            <p:nvSpPr>
              <p:cNvPr id="20" name="TextBox 10"/>
              <p:cNvSpPr txBox="1">
                <a:spLocks noChangeArrowheads="1"/>
              </p:cNvSpPr>
              <p:nvPr/>
            </p:nvSpPr>
            <p:spPr bwMode="auto">
              <a:xfrm>
                <a:off x="512763" y="5226603"/>
                <a:ext cx="360634" cy="521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4</a:t>
                </a:r>
              </a:p>
            </p:txBody>
          </p:sp>
          <p:cxnSp>
            <p:nvCxnSpPr>
              <p:cNvPr id="30" name="直接连接符 29"/>
              <p:cNvCxnSpPr/>
              <p:nvPr/>
            </p:nvCxnSpPr>
            <p:spPr>
              <a:xfrm flipH="1">
                <a:off x="512763" y="5226603"/>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31" name="矩形 12"/>
              <p:cNvSpPr>
                <a:spLocks noChangeArrowheads="1"/>
              </p:cNvSpPr>
              <p:nvPr/>
            </p:nvSpPr>
            <p:spPr bwMode="auto">
              <a:xfrm>
                <a:off x="960438" y="5321853"/>
                <a:ext cx="1325711" cy="65913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p>
                <a:pPr algn="l"/>
                <a:r>
                  <a:rPr lang="zh-CN" altLang="en-US" b="1" dirty="0">
                    <a:solidFill>
                      <a:srgbClr val="E67819"/>
                    </a:solidFill>
                    <a:latin typeface="微软雅黑" panose="020B0503020204020204" charset="-122"/>
                    <a:ea typeface="微软雅黑" panose="020B0503020204020204" charset="-122"/>
                  </a:rPr>
                  <a:t>具体观察者</a:t>
                </a:r>
              </a:p>
              <a:p>
                <a:pPr algn="l"/>
                <a:r>
                  <a:rPr lang="zh-CN" altLang="en-US" b="1" dirty="0">
                    <a:solidFill>
                      <a:srgbClr val="E67819"/>
                    </a:solidFill>
                    <a:latin typeface="微软雅黑" panose="020B0503020204020204" charset="-122"/>
                    <a:ea typeface="微软雅黑" panose="020B0503020204020204" charset="-122"/>
                  </a:rPr>
                  <a:t>角色</a:t>
                </a:r>
              </a:p>
            </p:txBody>
          </p:sp>
        </p:grpSp>
        <p:sp>
          <p:nvSpPr>
            <p:cNvPr id="32" name="矩形 9"/>
            <p:cNvSpPr>
              <a:spLocks noChangeArrowheads="1"/>
            </p:cNvSpPr>
            <p:nvPr/>
          </p:nvSpPr>
          <p:spPr bwMode="auto">
            <a:xfrm>
              <a:off x="4348" y="6440"/>
              <a:ext cx="5397" cy="31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30000"/>
                </a:lnSpc>
              </a:pPr>
              <a:r>
                <a:rPr lang="en-US" altLang="zh-CN" sz="1600" b="1" dirty="0">
                  <a:latin typeface="微软雅黑" panose="020B0503020204020204" charset="-122"/>
                  <a:ea typeface="微软雅黑" panose="020B0503020204020204" charset="-122"/>
                </a:rPr>
                <a:t>       </a:t>
              </a:r>
              <a:r>
                <a:rPr lang="zh-CN" altLang="en-US" sz="1600" b="1" dirty="0">
                  <a:latin typeface="微软雅黑" panose="020B0503020204020204" charset="-122"/>
                  <a:ea typeface="微软雅黑" panose="020B0503020204020204" charset="-122"/>
                </a:rPr>
                <a:t>该角色实现抽象观察者角色所要求的更新接口，以便使本身的状态与主题的状态相协调。具体观察者角色通常用一个子类实现。如果需要，具体观察者角色可以保存一个指向具体主题角色的引用。</a:t>
              </a:r>
            </a:p>
          </p:txBody>
        </p:sp>
      </p:grpSp>
      <p:sp>
        <p:nvSpPr>
          <p:cNvPr id="33" name="矩形 32"/>
          <p:cNvSpPr/>
          <p:nvPr/>
        </p:nvSpPr>
        <p:spPr>
          <a:xfrm>
            <a:off x="624230" y="2050293"/>
            <a:ext cx="2071203" cy="369332"/>
          </a:xfrm>
          <a:prstGeom prst="rect">
            <a:avLst/>
          </a:prstGeom>
        </p:spPr>
        <p:txBody>
          <a:bodyPr wrap="square">
            <a:spAutoFit/>
          </a:bodyPr>
          <a:lstStyle/>
          <a:p>
            <a:r>
              <a:rPr lang="zh-CN" altLang="zh-CN" b="1" dirty="0" smtClean="0"/>
              <a:t>观察者模式的组成</a:t>
            </a:r>
            <a:r>
              <a:rPr lang="zh-CN" altLang="en-US" b="1" dirty="0" smtClean="0"/>
              <a:t>：</a:t>
            </a:r>
          </a:p>
        </p:txBody>
      </p:sp>
    </p:spTree>
    <p:custDataLst>
      <p:tags r:id="rId1"/>
    </p:custDataLst>
  </p:cSld>
  <p:clrMapOvr>
    <a:masterClrMapping/>
  </p:clrMapOvr>
  <p:transition>
    <p:wheel spokes="3"/>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8.5 Web</a:t>
            </a:r>
            <a:r>
              <a:rPr lang="zh-CN" altLang="en-US" dirty="0" smtClean="0">
                <a:solidFill>
                  <a:srgbClr val="FF0000"/>
                </a:solidFill>
                <a:sym typeface="+mn-ea"/>
              </a:rPr>
              <a:t>软件设计模式</a:t>
            </a:r>
            <a:r>
              <a:rPr lang="zh-CN" altLang="en-US" dirty="0" smtClean="0">
                <a:solidFill>
                  <a:srgbClr val="FF0000"/>
                </a:solidFill>
              </a:rPr>
              <a:t/>
            </a:r>
            <a:br>
              <a:rPr lang="zh-CN" altLang="en-US" dirty="0" smtClean="0">
                <a:solidFill>
                  <a:srgbClr val="FF0000"/>
                </a:solidFill>
              </a:rPr>
            </a:br>
            <a:r>
              <a:rPr lang="zh-CN" altLang="en-US" dirty="0" smtClean="0">
                <a:solidFill>
                  <a:srgbClr val="FF0000"/>
                </a:solidFill>
              </a:rPr>
              <a:t/>
            </a:r>
            <a:br>
              <a:rPr lang="zh-CN" altLang="en-US" dirty="0" smtClean="0">
                <a:solidFill>
                  <a:srgbClr val="FF0000"/>
                </a:solidFill>
              </a:rPr>
            </a:br>
            <a:endParaRPr lang="zh-CN" altLang="en-US"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8.5.1 </a:t>
            </a:r>
            <a:r>
              <a:rPr lang="zh-CN" altLang="en-US" sz="2400" dirty="0" smtClean="0">
                <a:solidFill>
                  <a:schemeClr val="tx1"/>
                </a:solidFill>
              </a:rPr>
              <a:t>观察者模式</a:t>
            </a:r>
          </a:p>
        </p:txBody>
      </p:sp>
      <p:pic>
        <p:nvPicPr>
          <p:cNvPr id="3" name="图片 2" descr="A000220150821B43PPIC"/>
          <p:cNvPicPr>
            <a:picLocks noChangeAspect="1"/>
          </p:cNvPicPr>
          <p:nvPr/>
        </p:nvPicPr>
        <p:blipFill>
          <a:blip r:embed="rId4" cstate="print"/>
          <a:stretch>
            <a:fillRect/>
          </a:stretch>
        </p:blipFill>
        <p:spPr>
          <a:xfrm>
            <a:off x="7315835" y="937895"/>
            <a:ext cx="4937125" cy="4937125"/>
          </a:xfrm>
          <a:prstGeom prst="rect">
            <a:avLst/>
          </a:prstGeom>
        </p:spPr>
      </p:pic>
      <p:sp>
        <p:nvSpPr>
          <p:cNvPr id="8" name="圆角矩形 7"/>
          <p:cNvSpPr/>
          <p:nvPr/>
        </p:nvSpPr>
        <p:spPr>
          <a:xfrm>
            <a:off x="982980" y="2456180"/>
            <a:ext cx="7461885" cy="3418840"/>
          </a:xfrm>
          <a:prstGeom prst="roundRect">
            <a:avLst/>
          </a:prstGeom>
          <a:noFill/>
          <a:ln w="28575">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fontAlgn="auto">
              <a:lnSpc>
                <a:spcPct val="130000"/>
              </a:lnSpc>
            </a:pPr>
            <a:r>
              <a:rPr lang="en-US" altLang="zh-CN">
                <a:solidFill>
                  <a:schemeClr val="tx1">
                    <a:lumMod val="50000"/>
                  </a:schemeClr>
                </a:solidFill>
                <a:latin typeface="微软雅黑" panose="020B0503020204020204" charset="-122"/>
                <a:ea typeface="微软雅黑" panose="020B0503020204020204" charset="-122"/>
              </a:rPr>
              <a:t>       </a:t>
            </a:r>
            <a:r>
              <a:rPr lang="zh-CN" altLang="en-US">
                <a:solidFill>
                  <a:schemeClr val="tx1">
                    <a:lumMod val="50000"/>
                  </a:schemeClr>
                </a:solidFill>
                <a:latin typeface="微软雅黑" panose="020B0503020204020204" charset="-122"/>
                <a:ea typeface="微软雅黑" panose="020B0503020204020204" charset="-122"/>
              </a:rPr>
              <a:t>观察者模式有很多实现方式，从根本上说，该模式必须包含两个角色：观察者和被观察对象。如果业务数据是被观察对象，用户界面是观察者。观察者和被观察者之间存在“观察”的逻辑关联，当被观察者发生改变的时候，观察者就会观察到这样的变化，并且做出相应的响应。如果在用户界面、业务数据之间使用这样的观察过程，可以确保界面和数据之间划清界限，假定应用程序的需求发生变化，需要修改界面的表现，只需要重新构建一个用户界面，业务数据不需要发生变化。</a:t>
            </a:r>
          </a:p>
        </p:txBody>
      </p:sp>
    </p:spTree>
    <p:custDataLst>
      <p:tags r:id="rId1"/>
    </p:custDataLst>
  </p:cSld>
  <p:clrMapOvr>
    <a:masterClrMapping/>
  </p:clrMapOvr>
  <p:transition>
    <p:wheel spokes="3"/>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8.5 Web</a:t>
            </a:r>
            <a:r>
              <a:rPr lang="zh-CN" altLang="en-US" dirty="0" smtClean="0">
                <a:solidFill>
                  <a:srgbClr val="FF0000"/>
                </a:solidFill>
                <a:sym typeface="+mn-ea"/>
              </a:rPr>
              <a:t>软件设计模式</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8.5.1 </a:t>
            </a:r>
            <a:r>
              <a:rPr lang="zh-CN" altLang="en-US" sz="2400" dirty="0" smtClean="0">
                <a:solidFill>
                  <a:schemeClr val="tx1"/>
                </a:solidFill>
              </a:rPr>
              <a:t>观察者模式</a:t>
            </a:r>
          </a:p>
        </p:txBody>
      </p:sp>
      <p:grpSp>
        <p:nvGrpSpPr>
          <p:cNvPr id="26" name="组合 25"/>
          <p:cNvGrpSpPr/>
          <p:nvPr/>
        </p:nvGrpSpPr>
        <p:grpSpPr>
          <a:xfrm>
            <a:off x="693420" y="2726055"/>
            <a:ext cx="10805160" cy="2971165"/>
            <a:chOff x="1092" y="3793"/>
            <a:chExt cx="17016" cy="4679"/>
          </a:xfrm>
        </p:grpSpPr>
        <p:sp>
          <p:nvSpPr>
            <p:cNvPr id="9" name="MH_Text_1"/>
            <p:cNvSpPr/>
            <p:nvPr>
              <p:custDataLst>
                <p:tags r:id="rId2"/>
              </p:custDataLst>
            </p:nvPr>
          </p:nvSpPr>
          <p:spPr>
            <a:xfrm>
              <a:off x="3289" y="4752"/>
              <a:ext cx="14819" cy="3720"/>
            </a:xfrm>
            <a:prstGeom prst="rect">
              <a:avLst/>
            </a:prstGeom>
          </p:spPr>
          <p:txBody>
            <a:bodyPr>
              <a:normAutofit/>
            </a:bodyPr>
            <a:lstStyle/>
            <a:p>
              <a:pPr indent="457200">
                <a:lnSpc>
                  <a:spcPct val="150000"/>
                </a:lnSpc>
              </a:pPr>
              <a:r>
                <a:rPr lang="zh-CN" altLang="en-US" dirty="0" smtClean="0">
                  <a:latin typeface="+mn-ea"/>
                </a:rPr>
                <a:t>（</a:t>
              </a:r>
              <a:r>
                <a:rPr lang="en-US" altLang="zh-CN" dirty="0" smtClean="0">
                  <a:latin typeface="+mn-ea"/>
                </a:rPr>
                <a:t>1</a:t>
              </a:r>
              <a:r>
                <a:rPr lang="zh-CN" altLang="en-US" dirty="0" smtClean="0">
                  <a:latin typeface="+mn-ea"/>
                </a:rPr>
                <a:t>）观察者模式在被观察者和观察者之间建立一个抽象的耦合。被观察者角色所知道的只是一个具体观察者列表，每一个具体观察者都符合一个抽象观察者的接口。被观察者并不认识任何一个具体观察者，它只知道它们都有一个共同的接口，该接口在Document Observer抽象类中进行声明。</a:t>
              </a:r>
              <a:endParaRPr lang="en-US" altLang="zh-CN" dirty="0" smtClean="0">
                <a:latin typeface="+mn-ea"/>
              </a:endParaRPr>
            </a:p>
            <a:p>
              <a:pPr indent="457200">
                <a:lnSpc>
                  <a:spcPct val="150000"/>
                </a:lnSpc>
              </a:pPr>
              <a:r>
                <a:rPr lang="zh-CN" altLang="en-US" dirty="0" smtClean="0">
                  <a:latin typeface="+mn-ea"/>
                </a:rPr>
                <a:t>（</a:t>
              </a:r>
              <a:r>
                <a:rPr lang="en-US" altLang="zh-CN" dirty="0" smtClean="0">
                  <a:latin typeface="+mn-ea"/>
                </a:rPr>
                <a:t>2</a:t>
              </a:r>
              <a:r>
                <a:rPr lang="zh-CN" altLang="en-US" dirty="0" smtClean="0">
                  <a:latin typeface="+mn-ea"/>
                </a:rPr>
                <a:t>）观察者模式支持广播通讯。被观察者会向所有登记过的观察者发出通知。</a:t>
              </a:r>
            </a:p>
          </p:txBody>
        </p:sp>
        <p:sp>
          <p:nvSpPr>
            <p:cNvPr id="10" name="MH_SubTitle_1"/>
            <p:cNvSpPr/>
            <p:nvPr>
              <p:custDataLst>
                <p:tags r:id="rId3"/>
              </p:custDataLst>
            </p:nvPr>
          </p:nvSpPr>
          <p:spPr>
            <a:xfrm>
              <a:off x="3265" y="3905"/>
              <a:ext cx="7357" cy="847"/>
            </a:xfrm>
            <a:prstGeom prst="rect">
              <a:avLst/>
            </a:prstGeom>
          </p:spPr>
          <p:txBody>
            <a:bodyPr anchor="b">
              <a:normAutofit/>
            </a:bodyPr>
            <a:lstStyle/>
            <a:p>
              <a:r>
                <a:rPr lang="zh-CN" altLang="en-US" b="1" dirty="0">
                  <a:solidFill>
                    <a:srgbClr val="FF7C80"/>
                  </a:solidFill>
                </a:rPr>
                <a:t>设计、使用观察者模式的</a:t>
              </a:r>
              <a:r>
                <a:rPr lang="zh-CN" altLang="en-US" b="1" dirty="0" smtClean="0">
                  <a:solidFill>
                    <a:srgbClr val="FF7C80"/>
                  </a:solidFill>
                </a:rPr>
                <a:t>优点</a:t>
              </a:r>
              <a:endParaRPr lang="zh-CN" altLang="en-US" b="1" dirty="0">
                <a:solidFill>
                  <a:srgbClr val="FF7C80"/>
                </a:solidFill>
              </a:endParaRPr>
            </a:p>
          </p:txBody>
        </p:sp>
        <p:sp>
          <p:nvSpPr>
            <p:cNvPr id="19" name="MH_Other_11"/>
            <p:cNvSpPr>
              <a:spLocks noChangeArrowheads="1"/>
            </p:cNvSpPr>
            <p:nvPr>
              <p:custDataLst>
                <p:tags r:id="rId4"/>
              </p:custDataLst>
            </p:nvPr>
          </p:nvSpPr>
          <p:spPr bwMode="auto">
            <a:xfrm>
              <a:off x="1959" y="3993"/>
              <a:ext cx="747" cy="560"/>
            </a:xfrm>
            <a:prstGeom prst="diamond">
              <a:avLst/>
            </a:prstGeom>
            <a:solidFill>
              <a:srgbClr val="FFDAD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0" name="MH_Other_12"/>
            <p:cNvSpPr>
              <a:spLocks noChangeArrowheads="1"/>
            </p:cNvSpPr>
            <p:nvPr>
              <p:custDataLst>
                <p:tags r:id="rId5"/>
              </p:custDataLst>
            </p:nvPr>
          </p:nvSpPr>
          <p:spPr bwMode="auto">
            <a:xfrm>
              <a:off x="1959" y="4633"/>
              <a:ext cx="747" cy="560"/>
            </a:xfrm>
            <a:prstGeom prst="diamond">
              <a:avLst/>
            </a:prstGeom>
            <a:solidFill>
              <a:srgbClr val="FFDAD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1" name="MH_Other_13"/>
            <p:cNvSpPr>
              <a:spLocks noChangeArrowheads="1"/>
            </p:cNvSpPr>
            <p:nvPr>
              <p:custDataLst>
                <p:tags r:id="rId6"/>
              </p:custDataLst>
            </p:nvPr>
          </p:nvSpPr>
          <p:spPr bwMode="auto">
            <a:xfrm>
              <a:off x="2389" y="4313"/>
              <a:ext cx="747" cy="560"/>
            </a:xfrm>
            <a:prstGeom prst="diamond">
              <a:avLst/>
            </a:prstGeom>
            <a:solidFill>
              <a:srgbClr val="FFA093"/>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2" name="MH_Other_14"/>
            <p:cNvSpPr/>
            <p:nvPr>
              <p:custDataLst>
                <p:tags r:id="rId7"/>
              </p:custDataLst>
            </p:nvPr>
          </p:nvSpPr>
          <p:spPr>
            <a:xfrm>
              <a:off x="1149" y="3793"/>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23" name="MH_Other_15"/>
            <p:cNvSpPr/>
            <p:nvPr>
              <p:custDataLst>
                <p:tags r:id="rId8"/>
              </p:custDataLst>
            </p:nvPr>
          </p:nvSpPr>
          <p:spPr bwMode="auto">
            <a:xfrm>
              <a:off x="1092" y="3793"/>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FF6B55"/>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sp>
        <p:nvSpPr>
          <p:cNvPr id="24" name="矩形 23"/>
          <p:cNvSpPr/>
          <p:nvPr/>
        </p:nvSpPr>
        <p:spPr>
          <a:xfrm>
            <a:off x="624230" y="2050293"/>
            <a:ext cx="2890495" cy="369332"/>
          </a:xfrm>
          <a:prstGeom prst="rect">
            <a:avLst/>
          </a:prstGeom>
        </p:spPr>
        <p:txBody>
          <a:bodyPr wrap="square">
            <a:spAutoFit/>
          </a:bodyPr>
          <a:lstStyle/>
          <a:p>
            <a:r>
              <a:rPr lang="zh-CN" altLang="zh-CN" b="1" dirty="0" smtClean="0"/>
              <a:t>观察者模式的</a:t>
            </a:r>
            <a:r>
              <a:rPr lang="zh-CN" altLang="en-US" b="1" dirty="0" smtClean="0"/>
              <a:t>实现方式：</a:t>
            </a:r>
          </a:p>
        </p:txBody>
      </p:sp>
    </p:spTree>
    <p:custDataLst>
      <p:tags r:id="rId1"/>
    </p:custDataLst>
  </p:cSld>
  <p:clrMapOvr>
    <a:masterClrMapping/>
  </p:clrMapOvr>
  <p:transition>
    <p:wheel spokes="3"/>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674370" y="2722245"/>
            <a:ext cx="10768330" cy="2983230"/>
            <a:chOff x="2842" y="8085"/>
            <a:chExt cx="16958" cy="4698"/>
          </a:xfrm>
        </p:grpSpPr>
        <p:sp>
          <p:nvSpPr>
            <p:cNvPr id="4" name="MH_Other_6"/>
            <p:cNvSpPr>
              <a:spLocks noChangeArrowheads="1"/>
            </p:cNvSpPr>
            <p:nvPr>
              <p:custDataLst>
                <p:tags r:id="rId1"/>
              </p:custDataLst>
            </p:nvPr>
          </p:nvSpPr>
          <p:spPr bwMode="auto">
            <a:xfrm>
              <a:off x="3708" y="8285"/>
              <a:ext cx="747" cy="560"/>
            </a:xfrm>
            <a:prstGeom prst="diamond">
              <a:avLst/>
            </a:prstGeom>
            <a:solidFill>
              <a:srgbClr val="D0EDF8"/>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5" name="MH_Other_7"/>
            <p:cNvSpPr>
              <a:spLocks noChangeArrowheads="1"/>
            </p:cNvSpPr>
            <p:nvPr>
              <p:custDataLst>
                <p:tags r:id="rId2"/>
              </p:custDataLst>
            </p:nvPr>
          </p:nvSpPr>
          <p:spPr bwMode="auto">
            <a:xfrm>
              <a:off x="3708" y="8925"/>
              <a:ext cx="747" cy="560"/>
            </a:xfrm>
            <a:prstGeom prst="diamond">
              <a:avLst/>
            </a:prstGeom>
            <a:solidFill>
              <a:srgbClr val="D0EDF8"/>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6" name="MH_Other_8"/>
            <p:cNvSpPr>
              <a:spLocks noChangeArrowheads="1"/>
            </p:cNvSpPr>
            <p:nvPr>
              <p:custDataLst>
                <p:tags r:id="rId3"/>
              </p:custDataLst>
            </p:nvPr>
          </p:nvSpPr>
          <p:spPr bwMode="auto">
            <a:xfrm>
              <a:off x="4138" y="8605"/>
              <a:ext cx="747" cy="560"/>
            </a:xfrm>
            <a:prstGeom prst="diamond">
              <a:avLst/>
            </a:prstGeom>
            <a:solidFill>
              <a:srgbClr val="9AD7F0"/>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7" name="MH_Other_9"/>
            <p:cNvSpPr/>
            <p:nvPr>
              <p:custDataLst>
                <p:tags r:id="rId4"/>
              </p:custDataLst>
            </p:nvPr>
          </p:nvSpPr>
          <p:spPr>
            <a:xfrm>
              <a:off x="2898" y="8085"/>
              <a:ext cx="1127" cy="1603"/>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3">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8" name="MH_Other_10"/>
            <p:cNvSpPr/>
            <p:nvPr>
              <p:custDataLst>
                <p:tags r:id="rId5"/>
              </p:custDataLst>
            </p:nvPr>
          </p:nvSpPr>
          <p:spPr bwMode="auto">
            <a:xfrm>
              <a:off x="2842" y="8085"/>
              <a:ext cx="1070" cy="1603"/>
            </a:xfrm>
            <a:custGeom>
              <a:avLst/>
              <a:gdLst>
                <a:gd name="T0" fmla="*/ 36 w 1806862"/>
                <a:gd name="T1" fmla="*/ 0 h 3612822"/>
                <a:gd name="T2" fmla="*/ 143580 w 1806862"/>
                <a:gd name="T3" fmla="*/ 143357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68C6EA"/>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sp>
          <p:nvSpPr>
            <p:cNvPr id="9" name="MH_Text_3"/>
            <p:cNvSpPr/>
            <p:nvPr>
              <p:custDataLst>
                <p:tags r:id="rId6"/>
              </p:custDataLst>
            </p:nvPr>
          </p:nvSpPr>
          <p:spPr>
            <a:xfrm>
              <a:off x="5034" y="9068"/>
              <a:ext cx="14766" cy="3715"/>
            </a:xfrm>
            <a:prstGeom prst="rect">
              <a:avLst/>
            </a:prstGeom>
          </p:spPr>
          <p:txBody>
            <a:bodyPr>
              <a:normAutofit/>
            </a:bodyPr>
            <a:lstStyle/>
            <a:p>
              <a:r>
                <a:rPr lang="en-US" altLang="zh-CN" dirty="0" smtClean="0"/>
                <a:t>      </a:t>
              </a:r>
              <a:r>
                <a:rPr lang="zh-CN" altLang="zh-CN" dirty="0" smtClean="0"/>
                <a:t>（</a:t>
              </a:r>
              <a:r>
                <a:rPr lang="en-US" altLang="zh-CN" dirty="0" smtClean="0"/>
                <a:t>1</a:t>
              </a:r>
              <a:r>
                <a:rPr lang="zh-CN" altLang="zh-CN" dirty="0" smtClean="0"/>
                <a:t>）如果一个被观察者对象有很多直接和间接的观察者的话，将所有的观察者都通知到需花费很多时间。</a:t>
              </a:r>
            </a:p>
            <a:p>
              <a:r>
                <a:rPr lang="en-US" altLang="zh-CN" dirty="0" smtClean="0"/>
                <a:t>      </a:t>
              </a:r>
              <a:r>
                <a:rPr lang="zh-CN" altLang="zh-CN" dirty="0" smtClean="0"/>
                <a:t>（</a:t>
              </a:r>
              <a:r>
                <a:rPr lang="en-US" altLang="zh-CN" dirty="0" smtClean="0"/>
                <a:t>2</a:t>
              </a:r>
              <a:r>
                <a:rPr lang="zh-CN" altLang="zh-CN" dirty="0" smtClean="0"/>
                <a:t>）如果在被观察者之间有循环依赖的话，被观察者会触发它们之间进行循环调用，导致系统崩溃。在使用观察者模式时要特别注意这一点。</a:t>
              </a:r>
            </a:p>
            <a:p>
              <a:r>
                <a:rPr lang="en-US" altLang="zh-CN" dirty="0" smtClean="0"/>
                <a:t>      </a:t>
              </a:r>
              <a:r>
                <a:rPr lang="zh-CN" altLang="zh-CN" dirty="0" smtClean="0"/>
                <a:t>（</a:t>
              </a:r>
              <a:r>
                <a:rPr lang="en-US" altLang="zh-CN" dirty="0" smtClean="0"/>
                <a:t>3</a:t>
              </a:r>
              <a:r>
                <a:rPr lang="zh-CN" altLang="zh-CN" dirty="0" smtClean="0"/>
                <a:t>）如果对观察者的通知是通过另外的线程进行异步投递的话，系统必须保证投递是可达性的，也就是要保证所有的观察者都能收到通知。</a:t>
              </a:r>
            </a:p>
            <a:p>
              <a:r>
                <a:rPr lang="en-US" altLang="zh-CN" dirty="0" smtClean="0"/>
                <a:t>      </a:t>
              </a:r>
              <a:r>
                <a:rPr lang="zh-CN" altLang="zh-CN" dirty="0" smtClean="0"/>
                <a:t>（</a:t>
              </a:r>
              <a:r>
                <a:rPr lang="en-US" altLang="zh-CN" dirty="0" smtClean="0"/>
                <a:t>4</a:t>
              </a:r>
              <a:r>
                <a:rPr lang="zh-CN" altLang="zh-CN" dirty="0" smtClean="0"/>
                <a:t>）虽然观察者模式可以随时使观察者知道所观察的对象发生了变化，但是观察者模式没有相应的机制使观察者知道所观察的对象是怎么发生变化的。</a:t>
              </a:r>
            </a:p>
            <a:p>
              <a:pPr indent="457200">
                <a:lnSpc>
                  <a:spcPct val="150000"/>
                </a:lnSpc>
              </a:pPr>
              <a:endParaRPr lang="zh-CN" altLang="en-US" dirty="0" smtClean="0">
                <a:latin typeface="+mn-ea"/>
              </a:endParaRPr>
            </a:p>
          </p:txBody>
        </p:sp>
        <p:sp>
          <p:nvSpPr>
            <p:cNvPr id="10" name="MH_SubTitle_3"/>
            <p:cNvSpPr/>
            <p:nvPr>
              <p:custDataLst>
                <p:tags r:id="rId7"/>
              </p:custDataLst>
            </p:nvPr>
          </p:nvSpPr>
          <p:spPr>
            <a:xfrm>
              <a:off x="5034" y="8308"/>
              <a:ext cx="7360" cy="845"/>
            </a:xfrm>
            <a:prstGeom prst="rect">
              <a:avLst/>
            </a:prstGeom>
          </p:spPr>
          <p:txBody>
            <a:bodyPr anchor="b">
              <a:normAutofit/>
            </a:bodyPr>
            <a:lstStyle/>
            <a:p>
              <a:r>
                <a:rPr lang="zh-CN" altLang="en-US" b="1" dirty="0" smtClean="0">
                  <a:solidFill>
                    <a:srgbClr val="00B0F0"/>
                  </a:solidFill>
                </a:rPr>
                <a:t>观察者模式的缺点：</a:t>
              </a:r>
            </a:p>
          </p:txBody>
        </p:sp>
      </p:grpSp>
      <p:sp>
        <p:nvSpPr>
          <p:cNvPr id="11" name="标题 1"/>
          <p:cNvSpPr>
            <a:spLocks noGrp="1"/>
          </p:cNvSpPr>
          <p:nvPr>
            <p:ph type="title"/>
          </p:nvPr>
        </p:nvSpPr>
        <p:spPr>
          <a:xfrm>
            <a:off x="754063" y="261258"/>
            <a:ext cx="8415337" cy="855290"/>
          </a:xfrm>
        </p:spPr>
        <p:txBody>
          <a:bodyPr/>
          <a:lstStyle/>
          <a:p>
            <a:r>
              <a:rPr lang="en-US" altLang="zh-CN" dirty="0" smtClean="0">
                <a:solidFill>
                  <a:srgbClr val="FF0000"/>
                </a:solidFill>
                <a:sym typeface="+mn-ea"/>
              </a:rPr>
              <a:t>8.5 Web</a:t>
            </a:r>
            <a:r>
              <a:rPr lang="zh-CN" altLang="en-US" dirty="0" smtClean="0">
                <a:solidFill>
                  <a:srgbClr val="FF0000"/>
                </a:solidFill>
                <a:sym typeface="+mn-ea"/>
              </a:rPr>
              <a:t>软件设计模式</a:t>
            </a:r>
          </a:p>
        </p:txBody>
      </p:sp>
      <p:sp>
        <p:nvSpPr>
          <p:cNvPr id="12"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8.5.1 </a:t>
            </a:r>
            <a:r>
              <a:rPr lang="zh-CN" altLang="en-US" sz="2400" dirty="0" smtClean="0">
                <a:solidFill>
                  <a:schemeClr val="tx1"/>
                </a:solidFill>
              </a:rPr>
              <a:t>观察者模式</a:t>
            </a:r>
          </a:p>
        </p:txBody>
      </p:sp>
      <p:sp>
        <p:nvSpPr>
          <p:cNvPr id="13" name="矩形 12"/>
          <p:cNvSpPr/>
          <p:nvPr/>
        </p:nvSpPr>
        <p:spPr>
          <a:xfrm>
            <a:off x="624230" y="2050293"/>
            <a:ext cx="2890495" cy="369332"/>
          </a:xfrm>
          <a:prstGeom prst="rect">
            <a:avLst/>
          </a:prstGeom>
        </p:spPr>
        <p:txBody>
          <a:bodyPr wrap="square">
            <a:spAutoFit/>
          </a:bodyPr>
          <a:lstStyle/>
          <a:p>
            <a:r>
              <a:rPr lang="zh-CN" altLang="zh-CN" b="1" dirty="0" smtClean="0"/>
              <a:t>观察者模式的</a:t>
            </a:r>
            <a:r>
              <a:rPr lang="zh-CN" altLang="en-US" b="1" dirty="0" smtClean="0"/>
              <a:t>实现方式：</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8.5 Web</a:t>
            </a:r>
            <a:r>
              <a:rPr lang="zh-CN" altLang="en-US" dirty="0" smtClean="0">
                <a:solidFill>
                  <a:srgbClr val="FF0000"/>
                </a:solidFill>
                <a:sym typeface="+mn-ea"/>
              </a:rPr>
              <a:t>软件设计模式</a:t>
            </a:r>
            <a:r>
              <a:rPr lang="zh-CN" altLang="en-US" dirty="0" smtClean="0">
                <a:solidFill>
                  <a:srgbClr val="FF0000"/>
                </a:solidFill>
              </a:rPr>
              <a:t/>
            </a:r>
            <a:br>
              <a:rPr lang="zh-CN" altLang="en-US" dirty="0" smtClean="0">
                <a:solidFill>
                  <a:srgbClr val="FF0000"/>
                </a:solidFill>
              </a:rPr>
            </a:br>
            <a:r>
              <a:rPr lang="zh-CN" altLang="en-US" dirty="0" smtClean="0">
                <a:solidFill>
                  <a:srgbClr val="FF0000"/>
                </a:solidFill>
              </a:rPr>
              <a:t/>
            </a:r>
            <a:br>
              <a:rPr lang="zh-CN" altLang="en-US" dirty="0" smtClean="0">
                <a:solidFill>
                  <a:srgbClr val="FF0000"/>
                </a:solidFill>
              </a:rPr>
            </a:br>
            <a:endParaRPr lang="zh-CN" altLang="en-US"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8.5.1 </a:t>
            </a:r>
            <a:r>
              <a:rPr lang="zh-CN" altLang="en-US" sz="2400" dirty="0" smtClean="0">
                <a:solidFill>
                  <a:schemeClr val="tx1"/>
                </a:solidFill>
              </a:rPr>
              <a:t>观察者模式</a:t>
            </a:r>
          </a:p>
        </p:txBody>
      </p:sp>
      <p:grpSp>
        <p:nvGrpSpPr>
          <p:cNvPr id="3" name="组合 2"/>
          <p:cNvGrpSpPr/>
          <p:nvPr/>
        </p:nvGrpSpPr>
        <p:grpSpPr>
          <a:xfrm>
            <a:off x="1080770" y="2346960"/>
            <a:ext cx="10251440" cy="3686810"/>
            <a:chOff x="1387" y="3375"/>
            <a:chExt cx="16144" cy="5806"/>
          </a:xfrm>
        </p:grpSpPr>
        <p:grpSp>
          <p:nvGrpSpPr>
            <p:cNvPr id="14" name="组合 13"/>
            <p:cNvGrpSpPr/>
            <p:nvPr/>
          </p:nvGrpSpPr>
          <p:grpSpPr>
            <a:xfrm>
              <a:off x="6890" y="3375"/>
              <a:ext cx="4510" cy="4163"/>
              <a:chOff x="3519413" y="1886732"/>
              <a:chExt cx="4791165" cy="4042598"/>
            </a:xfrm>
          </p:grpSpPr>
          <p:sp>
            <p:nvSpPr>
              <p:cNvPr id="15" name="MH_SubTitle_1"/>
              <p:cNvSpPr/>
              <p:nvPr>
                <p:custDataLst>
                  <p:tags r:id="rId8"/>
                </p:custDataLst>
              </p:nvPr>
            </p:nvSpPr>
            <p:spPr bwMode="auto">
              <a:xfrm>
                <a:off x="3529044" y="1895601"/>
                <a:ext cx="2566956" cy="3084306"/>
              </a:xfrm>
              <a:custGeom>
                <a:avLst/>
                <a:gdLst>
                  <a:gd name="T0" fmla="*/ 2122 w 5400"/>
                  <a:gd name="T1" fmla="*/ 4573 h 5125"/>
                  <a:gd name="T2" fmla="*/ 1619 w 5400"/>
                  <a:gd name="T3" fmla="*/ 3375 h 5125"/>
                  <a:gd name="T4" fmla="*/ 4640 w 5400"/>
                  <a:gd name="T5" fmla="*/ 1079 h 5125"/>
                  <a:gd name="T6" fmla="*/ 5400 w 5400"/>
                  <a:gd name="T7" fmla="*/ 533 h 5125"/>
                  <a:gd name="T8" fmla="*/ 4660 w 5400"/>
                  <a:gd name="T9" fmla="*/ 0 h 5125"/>
                  <a:gd name="T10" fmla="*/ 0 w 5400"/>
                  <a:gd name="T11" fmla="*/ 3375 h 5125"/>
                  <a:gd name="T12" fmla="*/ 735 w 5400"/>
                  <a:gd name="T13" fmla="*/ 5125 h 5125"/>
                  <a:gd name="T14" fmla="*/ 1069 w 5400"/>
                  <a:gd name="T15" fmla="*/ 4417 h 5125"/>
                  <a:gd name="T16" fmla="*/ 2122 w 5400"/>
                  <a:gd name="T17" fmla="*/ 4573 h 5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00" h="5125">
                    <a:moveTo>
                      <a:pt x="2122" y="4573"/>
                    </a:moveTo>
                    <a:cubicBezTo>
                      <a:pt x="1803" y="4224"/>
                      <a:pt x="1619" y="3813"/>
                      <a:pt x="1619" y="3375"/>
                    </a:cubicBezTo>
                    <a:cubicBezTo>
                      <a:pt x="1619" y="2202"/>
                      <a:pt x="2934" y="1232"/>
                      <a:pt x="4640" y="1079"/>
                    </a:cubicBezTo>
                    <a:lnTo>
                      <a:pt x="5400" y="533"/>
                    </a:lnTo>
                    <a:lnTo>
                      <a:pt x="4660" y="0"/>
                    </a:lnTo>
                    <a:cubicBezTo>
                      <a:pt x="2048" y="152"/>
                      <a:pt x="0" y="1605"/>
                      <a:pt x="0" y="3375"/>
                    </a:cubicBezTo>
                    <a:cubicBezTo>
                      <a:pt x="0" y="4015"/>
                      <a:pt x="269" y="4614"/>
                      <a:pt x="735" y="5125"/>
                    </a:cubicBezTo>
                    <a:lnTo>
                      <a:pt x="1069" y="4417"/>
                    </a:lnTo>
                    <a:lnTo>
                      <a:pt x="2122" y="4573"/>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16" name="MH_SubTitle_3"/>
              <p:cNvSpPr/>
              <p:nvPr>
                <p:custDataLst>
                  <p:tags r:id="rId9"/>
                </p:custDataLst>
              </p:nvPr>
            </p:nvSpPr>
            <p:spPr bwMode="auto">
              <a:xfrm>
                <a:off x="3952860" y="4561024"/>
                <a:ext cx="4124636" cy="1368306"/>
              </a:xfrm>
              <a:custGeom>
                <a:avLst/>
                <a:gdLst>
                  <a:gd name="T0" fmla="*/ 7256 w 8680"/>
                  <a:gd name="T1" fmla="*/ 0 h 2272"/>
                  <a:gd name="T2" fmla="*/ 4190 w 8680"/>
                  <a:gd name="T3" fmla="*/ 1201 h 2272"/>
                  <a:gd name="T4" fmla="*/ 1420 w 8680"/>
                  <a:gd name="T5" fmla="*/ 298 h 2272"/>
                  <a:gd name="T6" fmla="*/ 326 w 8680"/>
                  <a:gd name="T7" fmla="*/ 136 h 2272"/>
                  <a:gd name="T8" fmla="*/ 0 w 8680"/>
                  <a:gd name="T9" fmla="*/ 827 h 2272"/>
                  <a:gd name="T10" fmla="*/ 4190 w 8680"/>
                  <a:gd name="T11" fmla="*/ 2272 h 2272"/>
                  <a:gd name="T12" fmla="*/ 8680 w 8680"/>
                  <a:gd name="T13" fmla="*/ 509 h 2272"/>
                  <a:gd name="T14" fmla="*/ 7574 w 8680"/>
                  <a:gd name="T15" fmla="*/ 673 h 2272"/>
                  <a:gd name="T16" fmla="*/ 7256 w 8680"/>
                  <a:gd name="T17" fmla="*/ 0 h 2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680" h="2272">
                    <a:moveTo>
                      <a:pt x="7256" y="0"/>
                    </a:moveTo>
                    <a:cubicBezTo>
                      <a:pt x="6662" y="716"/>
                      <a:pt x="5512" y="1201"/>
                      <a:pt x="4190" y="1201"/>
                    </a:cubicBezTo>
                    <a:cubicBezTo>
                      <a:pt x="3062" y="1201"/>
                      <a:pt x="2059" y="847"/>
                      <a:pt x="1420" y="298"/>
                    </a:cubicBezTo>
                    <a:lnTo>
                      <a:pt x="326" y="136"/>
                    </a:lnTo>
                    <a:lnTo>
                      <a:pt x="0" y="827"/>
                    </a:lnTo>
                    <a:cubicBezTo>
                      <a:pt x="925" y="1701"/>
                      <a:pt x="2457" y="2272"/>
                      <a:pt x="4190" y="2272"/>
                    </a:cubicBezTo>
                    <a:cubicBezTo>
                      <a:pt x="6126" y="2272"/>
                      <a:pt x="7811" y="1559"/>
                      <a:pt x="8680" y="509"/>
                    </a:cubicBezTo>
                    <a:lnTo>
                      <a:pt x="7574" y="673"/>
                    </a:lnTo>
                    <a:lnTo>
                      <a:pt x="7256" y="0"/>
                    </a:ln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sp>
            <p:nvSpPr>
              <p:cNvPr id="17" name="MH_Other_1"/>
              <p:cNvSpPr/>
              <p:nvPr>
                <p:custDataLst>
                  <p:tags r:id="rId10"/>
                </p:custDataLst>
              </p:nvPr>
            </p:nvSpPr>
            <p:spPr bwMode="auto">
              <a:xfrm>
                <a:off x="5827579" y="1886732"/>
                <a:ext cx="2482999" cy="2992886"/>
              </a:xfrm>
              <a:custGeom>
                <a:avLst/>
                <a:gdLst>
                  <a:gd name="T0" fmla="*/ 3345 w 5225"/>
                  <a:gd name="T1" fmla="*/ 4269 h 4970"/>
                  <a:gd name="T2" fmla="*/ 3677 w 5225"/>
                  <a:gd name="T3" fmla="*/ 4970 h 4970"/>
                  <a:gd name="T4" fmla="*/ 4755 w 5225"/>
                  <a:gd name="T5" fmla="*/ 4809 h 4970"/>
                  <a:gd name="T6" fmla="*/ 5225 w 5225"/>
                  <a:gd name="T7" fmla="*/ 3389 h 4970"/>
                  <a:gd name="T8" fmla="*/ 109 w 5225"/>
                  <a:gd name="T9" fmla="*/ 0 h 4970"/>
                  <a:gd name="T10" fmla="*/ 0 w 5225"/>
                  <a:gd name="T11" fmla="*/ 1 h 4970"/>
                  <a:gd name="T12" fmla="*/ 758 w 5225"/>
                  <a:gd name="T13" fmla="*/ 547 h 4970"/>
                  <a:gd name="T14" fmla="*/ 27 w 5225"/>
                  <a:gd name="T15" fmla="*/ 1072 h 4970"/>
                  <a:gd name="T16" fmla="*/ 109 w 5225"/>
                  <a:gd name="T17" fmla="*/ 1071 h 4970"/>
                  <a:gd name="T18" fmla="*/ 3607 w 5225"/>
                  <a:gd name="T19" fmla="*/ 3389 h 4970"/>
                  <a:gd name="T20" fmla="*/ 3345 w 5225"/>
                  <a:gd name="T21" fmla="*/ 4269 h 49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225" h="4970">
                    <a:moveTo>
                      <a:pt x="3345" y="4269"/>
                    </a:moveTo>
                    <a:lnTo>
                      <a:pt x="3677" y="4970"/>
                    </a:lnTo>
                    <a:lnTo>
                      <a:pt x="4755" y="4809"/>
                    </a:lnTo>
                    <a:cubicBezTo>
                      <a:pt x="5057" y="4377"/>
                      <a:pt x="5225" y="3896"/>
                      <a:pt x="5225" y="3389"/>
                    </a:cubicBezTo>
                    <a:cubicBezTo>
                      <a:pt x="5225" y="1518"/>
                      <a:pt x="2935" y="0"/>
                      <a:pt x="109" y="0"/>
                    </a:cubicBezTo>
                    <a:cubicBezTo>
                      <a:pt x="73" y="0"/>
                      <a:pt x="36" y="1"/>
                      <a:pt x="0" y="1"/>
                    </a:cubicBezTo>
                    <a:lnTo>
                      <a:pt x="758" y="547"/>
                    </a:lnTo>
                    <a:lnTo>
                      <a:pt x="27" y="1072"/>
                    </a:lnTo>
                    <a:cubicBezTo>
                      <a:pt x="54" y="1072"/>
                      <a:pt x="82" y="1071"/>
                      <a:pt x="109" y="1071"/>
                    </a:cubicBezTo>
                    <a:cubicBezTo>
                      <a:pt x="2042" y="1071"/>
                      <a:pt x="3607" y="2109"/>
                      <a:pt x="3607" y="3389"/>
                    </a:cubicBezTo>
                    <a:cubicBezTo>
                      <a:pt x="3607" y="3700"/>
                      <a:pt x="3514" y="3998"/>
                      <a:pt x="3345" y="4269"/>
                    </a:cubicBezTo>
                    <a:close/>
                  </a:path>
                </a:pathLst>
              </a:custGeom>
              <a:solidFill>
                <a:srgbClr val="D9D9D9"/>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anchor="ctr">
                <a:normAutofit/>
              </a:bodyPr>
              <a:lstStyle/>
              <a:p>
                <a:pPr algn="ctr">
                  <a:lnSpc>
                    <a:spcPct val="120000"/>
                  </a:lnSpc>
                  <a:defRPr/>
                </a:pPr>
                <a:endParaRPr lang="zh-CN" altLang="en-US" sz="900">
                  <a:solidFill>
                    <a:srgbClr val="333333"/>
                  </a:solidFill>
                  <a:latin typeface="微软雅黑" panose="020B0503020204020204" charset="-122"/>
                  <a:ea typeface="微软雅黑" panose="020B0503020204020204" charset="-122"/>
                </a:endParaRPr>
              </a:p>
            </p:txBody>
          </p:sp>
          <p:grpSp>
            <p:nvGrpSpPr>
              <p:cNvPr id="18" name="组合 12"/>
              <p:cNvGrpSpPr/>
              <p:nvPr/>
            </p:nvGrpSpPr>
            <p:grpSpPr>
              <a:xfrm>
                <a:off x="3519413" y="2255891"/>
                <a:ext cx="4643177" cy="3573229"/>
                <a:chOff x="3519413" y="2255891"/>
                <a:chExt cx="4643177" cy="3573229"/>
              </a:xfrm>
            </p:grpSpPr>
            <p:sp>
              <p:nvSpPr>
                <p:cNvPr id="5" name="MH_SubTitle_2"/>
                <p:cNvSpPr/>
                <p:nvPr>
                  <p:custDataLst>
                    <p:tags r:id="rId12"/>
                  </p:custDataLst>
                </p:nvPr>
              </p:nvSpPr>
              <p:spPr>
                <a:xfrm rot="3673167">
                  <a:off x="4060059" y="1846853"/>
                  <a:ext cx="3243870" cy="43251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a:solidFill>
                        <a:schemeClr val="tx1"/>
                      </a:solidFill>
                      <a:latin typeface="微软雅黑" panose="020B0503020204020204" charset="-122"/>
                      <a:ea typeface="微软雅黑" panose="020B0503020204020204" charset="-122"/>
                    </a:rPr>
                    <a:t>通知</a:t>
                  </a:r>
                </a:p>
              </p:txBody>
            </p:sp>
            <p:sp>
              <p:nvSpPr>
                <p:cNvPr id="21" name="MH_Other_2"/>
                <p:cNvSpPr/>
                <p:nvPr>
                  <p:custDataLst>
                    <p:tags r:id="rId13"/>
                  </p:custDataLst>
                </p:nvPr>
              </p:nvSpPr>
              <p:spPr>
                <a:xfrm rot="10873167">
                  <a:off x="3932990" y="2255891"/>
                  <a:ext cx="3919715" cy="328855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a:solidFill>
                        <a:schemeClr val="tx1"/>
                      </a:solidFill>
                      <a:latin typeface="微软雅黑" panose="020B0503020204020204" charset="-122"/>
                      <a:ea typeface="微软雅黑" panose="020B0503020204020204" charset="-122"/>
                    </a:rPr>
                    <a:t>撤销注册</a:t>
                  </a:r>
                </a:p>
              </p:txBody>
            </p:sp>
            <p:sp>
              <p:nvSpPr>
                <p:cNvPr id="22" name="MH_Other_3"/>
                <p:cNvSpPr/>
                <p:nvPr>
                  <p:custDataLst>
                    <p:tags r:id="rId14"/>
                  </p:custDataLst>
                </p:nvPr>
              </p:nvSpPr>
              <p:spPr>
                <a:xfrm rot="18073167">
                  <a:off x="4378074" y="2044604"/>
                  <a:ext cx="3243871" cy="43251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spcFirstLastPara="1" wrap="square" tIns="0" bIns="0" anchor="ctr">
                  <a:prstTxWarp prst="textArchUp">
                    <a:avLst/>
                  </a:prstTxWarp>
                  <a:normAutofit/>
                </a:bodyPr>
                <a:lstStyle/>
                <a:p>
                  <a:pPr algn="ctr">
                    <a:defRPr/>
                  </a:pPr>
                  <a:r>
                    <a:rPr lang="zh-CN" altLang="en-US" sz="2000" dirty="0">
                      <a:solidFill>
                        <a:schemeClr val="tx1"/>
                      </a:solidFill>
                      <a:latin typeface="微软雅黑" panose="020B0503020204020204" charset="-122"/>
                      <a:ea typeface="微软雅黑" panose="020B0503020204020204" charset="-122"/>
                    </a:rPr>
                    <a:t>注册</a:t>
                  </a:r>
                </a:p>
              </p:txBody>
            </p:sp>
          </p:grpSp>
          <p:sp>
            <p:nvSpPr>
              <p:cNvPr id="8" name="MH_Title_1"/>
              <p:cNvSpPr/>
              <p:nvPr>
                <p:custDataLst>
                  <p:tags r:id="rId11"/>
                </p:custDataLst>
              </p:nvPr>
            </p:nvSpPr>
            <p:spPr>
              <a:xfrm>
                <a:off x="4473783" y="2682073"/>
                <a:ext cx="2940298" cy="2466846"/>
              </a:xfrm>
              <a:prstGeom prst="ellipse">
                <a:avLst/>
              </a:prstGeom>
              <a:solidFill>
                <a:srgbClr val="92D050"/>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rmAutofit fontScale="85000" lnSpcReduction="10000"/>
              </a:bodyPr>
              <a:lstStyle/>
              <a:p>
                <a:pPr algn="ctr">
                  <a:lnSpc>
                    <a:spcPct val="120000"/>
                  </a:lnSpc>
                  <a:spcBef>
                    <a:spcPts val="450"/>
                  </a:spcBef>
                  <a:spcAft>
                    <a:spcPts val="450"/>
                  </a:spcAft>
                  <a:defRPr/>
                </a:pPr>
                <a:r>
                  <a:rPr lang="zh-CN" altLang="en-US" sz="2800" b="1" dirty="0" smtClean="0">
                    <a:solidFill>
                      <a:srgbClr val="FFFFFF"/>
                    </a:solidFill>
                    <a:latin typeface="微软雅黑" panose="020B0503020204020204" charset="-122"/>
                    <a:ea typeface="微软雅黑" panose="020B0503020204020204" charset="-122"/>
                    <a:sym typeface="+mn-ea"/>
                  </a:rPr>
                  <a:t>观察者模式的过程</a:t>
                </a:r>
                <a:endParaRPr lang="zh-CN" altLang="en-US" sz="2800" b="1" dirty="0" smtClean="0">
                  <a:solidFill>
                    <a:srgbClr val="FFFFFF"/>
                  </a:solidFill>
                  <a:latin typeface="微软雅黑" panose="020B0503020204020204" charset="-122"/>
                  <a:ea typeface="微软雅黑" panose="020B0503020204020204" charset="-122"/>
                </a:endParaRPr>
              </a:p>
            </p:txBody>
          </p:sp>
        </p:grpSp>
        <p:sp>
          <p:nvSpPr>
            <p:cNvPr id="23" name="MH_Other_2"/>
            <p:cNvSpPr/>
            <p:nvPr>
              <p:custDataLst>
                <p:tags r:id="rId2"/>
              </p:custDataLst>
            </p:nvPr>
          </p:nvSpPr>
          <p:spPr>
            <a:xfrm rot="16200000" flipH="1" flipV="1">
              <a:off x="11314" y="3291"/>
              <a:ext cx="620" cy="1238"/>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a:latin typeface="Arial" panose="020B0604020202020204" pitchFamily="34" charset="0"/>
                <a:ea typeface="微软雅黑" panose="020B0503020204020204" charset="-122"/>
              </a:endParaRPr>
            </a:p>
          </p:txBody>
        </p:sp>
        <p:sp>
          <p:nvSpPr>
            <p:cNvPr id="24" name="MH_SubTitle_4"/>
            <p:cNvSpPr txBox="1"/>
            <p:nvPr>
              <p:custDataLst>
                <p:tags r:id="rId3"/>
              </p:custDataLst>
            </p:nvPr>
          </p:nvSpPr>
          <p:spPr bwMode="auto">
            <a:xfrm>
              <a:off x="12243" y="3522"/>
              <a:ext cx="5288" cy="30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nSpc>
                  <a:spcPct val="130000"/>
                </a:lnSpc>
                <a:defRPr/>
              </a:pPr>
              <a:r>
                <a:rPr lang="zh-CN" altLang="en-US" sz="2000" b="1" dirty="0" smtClean="0">
                  <a:solidFill>
                    <a:srgbClr val="00B0F0"/>
                  </a:solidFill>
                  <a:latin typeface="微软雅黑" panose="020B0503020204020204" charset="-122"/>
                  <a:ea typeface="微软雅黑" panose="020B0503020204020204" charset="-122"/>
                </a:rPr>
                <a:t>（</a:t>
              </a:r>
              <a:r>
                <a:rPr lang="en-US" altLang="zh-CN" sz="2000" b="1" dirty="0" smtClean="0">
                  <a:solidFill>
                    <a:srgbClr val="00B0F0"/>
                  </a:solidFill>
                  <a:latin typeface="微软雅黑" panose="020B0503020204020204" charset="-122"/>
                  <a:ea typeface="微软雅黑" panose="020B0503020204020204" charset="-122"/>
                </a:rPr>
                <a:t>2</a:t>
              </a:r>
              <a:r>
                <a:rPr lang="zh-CN" altLang="en-US" sz="2000" b="1" dirty="0" smtClean="0">
                  <a:solidFill>
                    <a:srgbClr val="00B0F0"/>
                  </a:solidFill>
                  <a:latin typeface="微软雅黑" panose="020B0503020204020204" charset="-122"/>
                  <a:ea typeface="微软雅黑" panose="020B0503020204020204" charset="-122"/>
                </a:rPr>
                <a:t>）通知</a:t>
              </a:r>
            </a:p>
            <a:p>
              <a:pPr>
                <a:lnSpc>
                  <a:spcPct val="120000"/>
                </a:lnSpc>
                <a:defRPr/>
              </a:pPr>
              <a:r>
                <a:rPr lang="zh-CN" altLang="en-US" sz="2000" dirty="0" smtClean="0"/>
                <a:t>        如果被观察对象发生了某种变化，要从容器中得到所有注册过的观察者，将变化通知注册过的观察者。</a:t>
              </a:r>
            </a:p>
          </p:txBody>
        </p:sp>
        <p:sp>
          <p:nvSpPr>
            <p:cNvPr id="25" name="MH_Other_2"/>
            <p:cNvSpPr/>
            <p:nvPr>
              <p:custDataLst>
                <p:tags r:id="rId4"/>
              </p:custDataLst>
            </p:nvPr>
          </p:nvSpPr>
          <p:spPr>
            <a:xfrm rot="5400000" flipV="1">
              <a:off x="6534" y="3291"/>
              <a:ext cx="620" cy="1238"/>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a:latin typeface="Arial" panose="020B0604020202020204" pitchFamily="34" charset="0"/>
                <a:ea typeface="微软雅黑" panose="020B0503020204020204" charset="-122"/>
              </a:endParaRPr>
            </a:p>
          </p:txBody>
        </p:sp>
        <p:sp>
          <p:nvSpPr>
            <p:cNvPr id="26" name="MH_SubTitle_4"/>
            <p:cNvSpPr txBox="1"/>
            <p:nvPr>
              <p:custDataLst>
                <p:tags r:id="rId5"/>
              </p:custDataLst>
            </p:nvPr>
          </p:nvSpPr>
          <p:spPr bwMode="auto">
            <a:xfrm>
              <a:off x="1387" y="3522"/>
              <a:ext cx="4838" cy="30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r">
                <a:lnSpc>
                  <a:spcPct val="130000"/>
                </a:lnSpc>
                <a:defRPr/>
              </a:pPr>
              <a:r>
                <a:rPr lang="zh-CN" altLang="en-US" sz="2000" b="1" dirty="0" smtClean="0">
                  <a:solidFill>
                    <a:srgbClr val="00B0F0"/>
                  </a:solidFill>
                  <a:latin typeface="微软雅黑" panose="020B0503020204020204" charset="-122"/>
                  <a:ea typeface="微软雅黑" panose="020B0503020204020204" charset="-122"/>
                </a:rPr>
                <a:t>（</a:t>
              </a:r>
              <a:r>
                <a:rPr lang="en-US" altLang="zh-CN" sz="2000" b="1" dirty="0" smtClean="0">
                  <a:solidFill>
                    <a:srgbClr val="00B0F0"/>
                  </a:solidFill>
                  <a:latin typeface="微软雅黑" panose="020B0503020204020204" charset="-122"/>
                  <a:ea typeface="微软雅黑" panose="020B0503020204020204" charset="-122"/>
                </a:rPr>
                <a:t>1</a:t>
              </a:r>
              <a:r>
                <a:rPr lang="zh-CN" altLang="en-US" sz="2000" b="1" dirty="0" smtClean="0">
                  <a:solidFill>
                    <a:srgbClr val="00B0F0"/>
                  </a:solidFill>
                  <a:latin typeface="微软雅黑" panose="020B0503020204020204" charset="-122"/>
                  <a:ea typeface="微软雅黑" panose="020B0503020204020204" charset="-122"/>
                </a:rPr>
                <a:t>）注册</a:t>
              </a:r>
            </a:p>
            <a:p>
              <a:pPr algn="l">
                <a:lnSpc>
                  <a:spcPct val="130000"/>
                </a:lnSpc>
                <a:defRPr/>
              </a:pPr>
              <a:r>
                <a:rPr lang="zh-CN" altLang="en-US" sz="2000" dirty="0" smtClean="0"/>
                <a:t>        观察者将自己注册到被观察对象中，被观察对象将观察者存放在一个容器里。</a:t>
              </a:r>
            </a:p>
          </p:txBody>
        </p:sp>
        <p:sp>
          <p:nvSpPr>
            <p:cNvPr id="27" name="MH_Other_2"/>
            <p:cNvSpPr/>
            <p:nvPr>
              <p:custDataLst>
                <p:tags r:id="rId6"/>
              </p:custDataLst>
            </p:nvPr>
          </p:nvSpPr>
          <p:spPr>
            <a:xfrm rot="16200000">
              <a:off x="7518" y="6638"/>
              <a:ext cx="338" cy="2138"/>
            </a:xfrm>
            <a:custGeom>
              <a:avLst/>
              <a:gdLst>
                <a:gd name="connsiteX0" fmla="*/ 0 w 383178"/>
                <a:gd name="connsiteY0" fmla="*/ 0 h 2776488"/>
                <a:gd name="connsiteX1" fmla="*/ 116110 w 383178"/>
                <a:gd name="connsiteY1" fmla="*/ 0 h 2776488"/>
                <a:gd name="connsiteX2" fmla="*/ 383178 w 383178"/>
                <a:gd name="connsiteY2" fmla="*/ 358497 h 2776488"/>
                <a:gd name="connsiteX3" fmla="*/ 383178 w 383178"/>
                <a:gd name="connsiteY3" fmla="*/ 2776488 h 2776488"/>
                <a:gd name="connsiteX4" fmla="*/ 273302 w 383178"/>
                <a:gd name="connsiteY4" fmla="*/ 2776488 h 2776488"/>
                <a:gd name="connsiteX0-1" fmla="*/ 273302 w 383178"/>
                <a:gd name="connsiteY0-2" fmla="*/ 2776488 h 2867928"/>
                <a:gd name="connsiteX1-3" fmla="*/ 0 w 383178"/>
                <a:gd name="connsiteY1-4" fmla="*/ 0 h 2867928"/>
                <a:gd name="connsiteX2-5" fmla="*/ 116110 w 383178"/>
                <a:gd name="connsiteY2-6" fmla="*/ 0 h 2867928"/>
                <a:gd name="connsiteX3-7" fmla="*/ 383178 w 383178"/>
                <a:gd name="connsiteY3-8" fmla="*/ 358497 h 2867928"/>
                <a:gd name="connsiteX4-9" fmla="*/ 383178 w 383178"/>
                <a:gd name="connsiteY4-10" fmla="*/ 2776488 h 2867928"/>
                <a:gd name="connsiteX5" fmla="*/ 364742 w 383178"/>
                <a:gd name="connsiteY5" fmla="*/ 2867928 h 2867928"/>
                <a:gd name="connsiteX0-11" fmla="*/ 273302 w 383178"/>
                <a:gd name="connsiteY0-12" fmla="*/ 2776488 h 2776488"/>
                <a:gd name="connsiteX1-13" fmla="*/ 0 w 383178"/>
                <a:gd name="connsiteY1-14" fmla="*/ 0 h 2776488"/>
                <a:gd name="connsiteX2-15" fmla="*/ 116110 w 383178"/>
                <a:gd name="connsiteY2-16" fmla="*/ 0 h 2776488"/>
                <a:gd name="connsiteX3-17" fmla="*/ 383178 w 383178"/>
                <a:gd name="connsiteY3-18" fmla="*/ 358497 h 2776488"/>
                <a:gd name="connsiteX4-19" fmla="*/ 383178 w 383178"/>
                <a:gd name="connsiteY4-20" fmla="*/ 2776488 h 2776488"/>
                <a:gd name="connsiteX0-21" fmla="*/ 0 w 383178"/>
                <a:gd name="connsiteY0-22" fmla="*/ 0 h 2776488"/>
                <a:gd name="connsiteX1-23" fmla="*/ 116110 w 383178"/>
                <a:gd name="connsiteY1-24" fmla="*/ 0 h 2776488"/>
                <a:gd name="connsiteX2-25" fmla="*/ 383178 w 383178"/>
                <a:gd name="connsiteY2-26" fmla="*/ 358497 h 2776488"/>
                <a:gd name="connsiteX3-27" fmla="*/ 383178 w 383178"/>
                <a:gd name="connsiteY3-28" fmla="*/ 2776488 h 2776488"/>
                <a:gd name="connsiteX0-29" fmla="*/ 0 w 391887"/>
                <a:gd name="connsiteY0-30" fmla="*/ 0 h 1931757"/>
                <a:gd name="connsiteX1-31" fmla="*/ 116110 w 391887"/>
                <a:gd name="connsiteY1-32" fmla="*/ 0 h 1931757"/>
                <a:gd name="connsiteX2-33" fmla="*/ 383178 w 391887"/>
                <a:gd name="connsiteY2-34" fmla="*/ 358497 h 1931757"/>
                <a:gd name="connsiteX3-35" fmla="*/ 391887 w 391887"/>
                <a:gd name="connsiteY3-36" fmla="*/ 1931757 h 1931757"/>
              </a:gdLst>
              <a:ahLst/>
              <a:cxnLst>
                <a:cxn ang="0">
                  <a:pos x="connsiteX0-1" y="connsiteY0-2"/>
                </a:cxn>
                <a:cxn ang="0">
                  <a:pos x="connsiteX1-3" y="connsiteY1-4"/>
                </a:cxn>
                <a:cxn ang="0">
                  <a:pos x="connsiteX2-5" y="connsiteY2-6"/>
                </a:cxn>
                <a:cxn ang="0">
                  <a:pos x="connsiteX3-7" y="connsiteY3-8"/>
                </a:cxn>
              </a:cxnLst>
              <a:rect l="l" t="t" r="r" b="b"/>
              <a:pathLst>
                <a:path w="391887" h="1931757">
                  <a:moveTo>
                    <a:pt x="0" y="0"/>
                  </a:moveTo>
                  <a:lnTo>
                    <a:pt x="116110" y="0"/>
                  </a:lnTo>
                  <a:cubicBezTo>
                    <a:pt x="263608" y="0"/>
                    <a:pt x="383178" y="160504"/>
                    <a:pt x="383178" y="358497"/>
                  </a:cubicBezTo>
                  <a:lnTo>
                    <a:pt x="391887" y="1931757"/>
                  </a:lnTo>
                </a:path>
              </a:pathLst>
            </a:custGeom>
            <a:ln w="19050">
              <a:solidFill>
                <a:srgbClr val="00B0F0"/>
              </a:solidFill>
              <a:prstDash val="sysDash"/>
              <a:headEnd type="oval" w="med" len="med"/>
              <a:tailEnd type="oval" w="med" len="med"/>
            </a:ln>
          </p:spPr>
          <p:style>
            <a:lnRef idx="1">
              <a:schemeClr val="accent1"/>
            </a:lnRef>
            <a:fillRef idx="0">
              <a:schemeClr val="accent1"/>
            </a:fillRef>
            <a:effectRef idx="0">
              <a:schemeClr val="accent1"/>
            </a:effectRef>
            <a:fontRef idx="minor">
              <a:schemeClr val="tx1"/>
            </a:fontRef>
          </p:style>
          <p:txBody>
            <a:bodyPr anchor="ctr">
              <a:normAutofit/>
            </a:bodyPr>
            <a:lstStyle/>
            <a:p>
              <a:pPr algn="ctr" eaLnBrk="1" fontAlgn="auto" hangingPunct="1">
                <a:spcBef>
                  <a:spcPts val="0"/>
                </a:spcBef>
                <a:spcAft>
                  <a:spcPts val="0"/>
                </a:spcAft>
                <a:defRPr/>
              </a:pPr>
              <a:endParaRPr lang="zh-CN" altLang="en-US" sz="1400">
                <a:latin typeface="Arial" panose="020B0604020202020204" pitchFamily="34" charset="0"/>
                <a:ea typeface="微软雅黑" panose="020B0503020204020204" charset="-122"/>
              </a:endParaRPr>
            </a:p>
          </p:txBody>
        </p:sp>
        <p:sp>
          <p:nvSpPr>
            <p:cNvPr id="28" name="MH_SubTitle_4"/>
            <p:cNvSpPr txBox="1"/>
            <p:nvPr>
              <p:custDataLst>
                <p:tags r:id="rId7"/>
              </p:custDataLst>
            </p:nvPr>
          </p:nvSpPr>
          <p:spPr bwMode="auto">
            <a:xfrm>
              <a:off x="3164" y="7538"/>
              <a:ext cx="9300" cy="164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gn="ctr">
                <a:lnSpc>
                  <a:spcPct val="130000"/>
                </a:lnSpc>
                <a:defRPr/>
              </a:pPr>
              <a:r>
                <a:rPr lang="zh-CN" altLang="en-US" sz="2000" b="1" dirty="0" smtClean="0">
                  <a:solidFill>
                    <a:srgbClr val="00B0F0"/>
                  </a:solidFill>
                  <a:latin typeface="微软雅黑" panose="020B0503020204020204" charset="-122"/>
                  <a:ea typeface="微软雅黑" panose="020B0503020204020204" charset="-122"/>
                </a:rPr>
                <a:t>（</a:t>
              </a:r>
              <a:r>
                <a:rPr lang="en-US" altLang="zh-CN" sz="2000" b="1" dirty="0" smtClean="0">
                  <a:solidFill>
                    <a:srgbClr val="00B0F0"/>
                  </a:solidFill>
                  <a:latin typeface="微软雅黑" panose="020B0503020204020204" charset="-122"/>
                  <a:ea typeface="微软雅黑" panose="020B0503020204020204" charset="-122"/>
                </a:rPr>
                <a:t>3</a:t>
              </a:r>
              <a:r>
                <a:rPr lang="zh-CN" altLang="en-US" sz="2000" b="1" dirty="0" smtClean="0">
                  <a:solidFill>
                    <a:srgbClr val="00B0F0"/>
                  </a:solidFill>
                  <a:latin typeface="微软雅黑" panose="020B0503020204020204" charset="-122"/>
                  <a:ea typeface="微软雅黑" panose="020B0503020204020204" charset="-122"/>
                </a:rPr>
                <a:t>）撤销注册</a:t>
              </a:r>
              <a:endParaRPr lang="en-US" altLang="zh-CN" sz="2000" dirty="0" smtClean="0"/>
            </a:p>
            <a:p>
              <a:pPr>
                <a:lnSpc>
                  <a:spcPct val="110000"/>
                </a:lnSpc>
                <a:defRPr/>
              </a:pPr>
              <a:r>
                <a:rPr lang="zh-CN" altLang="en-US" sz="2000" dirty="0" smtClean="0"/>
                <a:t>         观察者告诉被观察者要撤销观察，被观察者从容器中将观察者去除。</a:t>
              </a:r>
            </a:p>
          </p:txBody>
        </p:sp>
      </p:grpSp>
      <p:sp>
        <p:nvSpPr>
          <p:cNvPr id="20" name="矩形 19"/>
          <p:cNvSpPr/>
          <p:nvPr/>
        </p:nvSpPr>
        <p:spPr>
          <a:xfrm>
            <a:off x="624230" y="2050293"/>
            <a:ext cx="2890495" cy="369332"/>
          </a:xfrm>
          <a:prstGeom prst="rect">
            <a:avLst/>
          </a:prstGeom>
        </p:spPr>
        <p:txBody>
          <a:bodyPr wrap="square">
            <a:spAutoFit/>
          </a:bodyPr>
          <a:lstStyle/>
          <a:p>
            <a:r>
              <a:rPr lang="zh-CN" altLang="zh-CN" b="1" dirty="0" smtClean="0"/>
              <a:t>观察者模式的</a:t>
            </a:r>
            <a:r>
              <a:rPr lang="zh-CN" altLang="en-US" b="1" dirty="0" smtClean="0"/>
              <a:t>过程：</a:t>
            </a:r>
          </a:p>
        </p:txBody>
      </p:sp>
    </p:spTree>
    <p:custDataLst>
      <p:tags r:id="rId1"/>
    </p:custDataLst>
  </p:cSld>
  <p:clrMapOvr>
    <a:masterClrMapping/>
  </p:clrMapOvr>
  <p:transition>
    <p:wheel spokes="3"/>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to="" calcmode="lin" valueType="num">
                                      <p:cBhvr>
                                        <p:cTn id="7" dur="1" fill="hold"/>
                                        <p:tgtEl>
                                          <p:spTgt spid="3"/>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8.5 Web</a:t>
            </a:r>
            <a:r>
              <a:rPr lang="zh-CN" altLang="en-US" dirty="0" smtClean="0">
                <a:solidFill>
                  <a:srgbClr val="FF0000"/>
                </a:solidFill>
                <a:sym typeface="+mn-ea"/>
              </a:rPr>
              <a:t>软件设计模式</a:t>
            </a:r>
            <a:r>
              <a:rPr lang="zh-CN" altLang="en-US" dirty="0" smtClean="0">
                <a:solidFill>
                  <a:srgbClr val="FF0000"/>
                </a:solidFill>
              </a:rPr>
              <a:t/>
            </a:r>
            <a:br>
              <a:rPr lang="zh-CN" altLang="en-US" dirty="0" smtClean="0">
                <a:solidFill>
                  <a:srgbClr val="FF0000"/>
                </a:solidFill>
              </a:rPr>
            </a:br>
            <a:r>
              <a:rPr lang="zh-CN" altLang="en-US" dirty="0" smtClean="0">
                <a:solidFill>
                  <a:srgbClr val="FF0000"/>
                </a:solidFill>
              </a:rPr>
              <a:t/>
            </a:r>
            <a:br>
              <a:rPr lang="zh-CN" altLang="en-US" dirty="0" smtClean="0">
                <a:solidFill>
                  <a:srgbClr val="FF0000"/>
                </a:solidFill>
              </a:rPr>
            </a:br>
            <a:endParaRPr lang="zh-CN" altLang="en-US"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8.5.1 </a:t>
            </a:r>
            <a:r>
              <a:rPr lang="zh-CN" altLang="en-US" sz="2400" dirty="0" smtClean="0">
                <a:solidFill>
                  <a:schemeClr val="tx1"/>
                </a:solidFill>
              </a:rPr>
              <a:t>观察者模式</a:t>
            </a:r>
          </a:p>
        </p:txBody>
      </p:sp>
      <p:sp>
        <p:nvSpPr>
          <p:cNvPr id="100" name="文本框 99"/>
          <p:cNvSpPr txBox="1"/>
          <p:nvPr/>
        </p:nvSpPr>
        <p:spPr>
          <a:xfrm>
            <a:off x="1257300" y="2747010"/>
            <a:ext cx="5638165" cy="2723374"/>
          </a:xfrm>
          <a:prstGeom prst="rect">
            <a:avLst/>
          </a:prstGeom>
          <a:noFill/>
          <a:ln w="9525">
            <a:solidFill>
              <a:schemeClr val="accent1"/>
            </a:solidFill>
          </a:ln>
        </p:spPr>
        <p:txBody>
          <a:bodyPr wrap="square">
            <a:spAutoFit/>
          </a:bodyPr>
          <a:lstStyle/>
          <a:p>
            <a:pPr marL="0" indent="457200" algn="l" fontAlgn="auto">
              <a:lnSpc>
                <a:spcPct val="120000"/>
              </a:lnSpc>
            </a:pPr>
            <a:r>
              <a:rPr lang="zh-CN" altLang="en-US" b="0" u="none" dirty="0" smtClean="0">
                <a:latin typeface="微软雅黑" panose="020B0503020204020204" charset="-122"/>
                <a:ea typeface="微软雅黑" panose="020B0503020204020204" charset="-122"/>
                <a:cs typeface="宋体" panose="02010600030101010101" pitchFamily="2" charset="-122"/>
              </a:rPr>
              <a:t>观察</a:t>
            </a:r>
            <a:r>
              <a:rPr lang="zh-CN" altLang="en-US" b="0" u="none" dirty="0">
                <a:latin typeface="微软雅黑" panose="020B0503020204020204" charset="-122"/>
                <a:ea typeface="微软雅黑" panose="020B0503020204020204" charset="-122"/>
                <a:cs typeface="宋体" panose="02010600030101010101" pitchFamily="2" charset="-122"/>
              </a:rPr>
              <a:t>者将自己注册到被观察者的容器中时，被观察者不应该过问观察者的具体类型，而是应该使用观察者的接口。这样的优点是：假定程序中还有别的观察者，那么只要这个观察者也是相同的接口实现即可。一个被观察者可以对应多个观察者，当被观察者发生变化的时候，它可以将消息通知给所有的观察者。基于接口，而不是具体的实现，这一点为程序提供了更大的灵活性。</a:t>
            </a:r>
          </a:p>
        </p:txBody>
      </p:sp>
      <p:pic>
        <p:nvPicPr>
          <p:cNvPr id="7" name="图片 6" descr="A000220150318R88PPIC"/>
          <p:cNvPicPr>
            <a:picLocks noChangeAspect="1"/>
          </p:cNvPicPr>
          <p:nvPr/>
        </p:nvPicPr>
        <p:blipFill>
          <a:blip r:embed="rId4" cstate="print"/>
          <a:stretch>
            <a:fillRect/>
          </a:stretch>
        </p:blipFill>
        <p:spPr>
          <a:xfrm>
            <a:off x="7000240" y="2423160"/>
            <a:ext cx="4131945" cy="3051810"/>
          </a:xfrm>
          <a:prstGeom prst="rect">
            <a:avLst/>
          </a:prstGeom>
        </p:spPr>
      </p:pic>
    </p:spTree>
    <p:custDataLst>
      <p:tags r:id="rId1"/>
    </p:custDataLst>
  </p:cSld>
  <p:clrMapOvr>
    <a:masterClrMapping/>
  </p:clrMapOvr>
  <p:transition>
    <p:wheel spokes="3"/>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8.5 Web</a:t>
            </a:r>
            <a:r>
              <a:rPr lang="zh-CN" altLang="en-US" dirty="0" smtClean="0">
                <a:solidFill>
                  <a:srgbClr val="FF0000"/>
                </a:solidFill>
                <a:sym typeface="+mn-ea"/>
              </a:rPr>
              <a:t>软件设计模式</a:t>
            </a:r>
            <a:r>
              <a:rPr lang="zh-CN" altLang="en-US" dirty="0" smtClean="0">
                <a:solidFill>
                  <a:srgbClr val="FF0000"/>
                </a:solidFill>
              </a:rPr>
              <a:t/>
            </a:r>
            <a:br>
              <a:rPr lang="zh-CN" altLang="en-US" dirty="0" smtClean="0">
                <a:solidFill>
                  <a:srgbClr val="FF0000"/>
                </a:solidFill>
              </a:rPr>
            </a:br>
            <a:r>
              <a:rPr lang="zh-CN" altLang="en-US" dirty="0" smtClean="0">
                <a:solidFill>
                  <a:srgbClr val="FF0000"/>
                </a:solidFill>
              </a:rPr>
              <a:t/>
            </a:r>
            <a:br>
              <a:rPr lang="zh-CN" altLang="en-US" dirty="0" smtClean="0">
                <a:solidFill>
                  <a:srgbClr val="FF0000"/>
                </a:solidFill>
              </a:rPr>
            </a:br>
            <a:endParaRPr lang="zh-CN" altLang="en-US"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8.5.1 </a:t>
            </a:r>
            <a:r>
              <a:rPr lang="zh-CN" altLang="en-US" sz="2400" dirty="0" smtClean="0">
                <a:solidFill>
                  <a:schemeClr val="tx1"/>
                </a:solidFill>
              </a:rPr>
              <a:t>观察者模式</a:t>
            </a:r>
          </a:p>
        </p:txBody>
      </p:sp>
      <p:grpSp>
        <p:nvGrpSpPr>
          <p:cNvPr id="8" name="组合 7"/>
          <p:cNvGrpSpPr/>
          <p:nvPr/>
        </p:nvGrpSpPr>
        <p:grpSpPr>
          <a:xfrm>
            <a:off x="1856740" y="2179955"/>
            <a:ext cx="8478520" cy="4113530"/>
            <a:chOff x="9359" y="6193"/>
            <a:chExt cx="7613" cy="5750"/>
          </a:xfrm>
        </p:grpSpPr>
        <p:sp>
          <p:nvSpPr>
            <p:cNvPr id="9" name="MH_Other_1"/>
            <p:cNvSpPr/>
            <p:nvPr/>
          </p:nvSpPr>
          <p:spPr>
            <a:xfrm>
              <a:off x="9359" y="6193"/>
              <a:ext cx="7178" cy="4297"/>
            </a:xfrm>
            <a:prstGeom prst="roundRect">
              <a:avLst>
                <a:gd name="adj" fmla="val 3901"/>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
          <p:nvSpPr>
            <p:cNvPr id="10" name="MH_Other_2"/>
            <p:cNvSpPr/>
            <p:nvPr/>
          </p:nvSpPr>
          <p:spPr>
            <a:xfrm>
              <a:off x="9794" y="6640"/>
              <a:ext cx="7178" cy="5303"/>
            </a:xfrm>
            <a:custGeom>
              <a:avLst/>
              <a:gdLst>
                <a:gd name="connsiteX0" fmla="*/ 106446 w 4557485"/>
                <a:gd name="connsiteY0" fmla="*/ 0 h 3367314"/>
                <a:gd name="connsiteX1" fmla="*/ 4451039 w 4557485"/>
                <a:gd name="connsiteY1" fmla="*/ 0 h 3367314"/>
                <a:gd name="connsiteX2" fmla="*/ 4557485 w 4557485"/>
                <a:gd name="connsiteY2" fmla="*/ 106446 h 3367314"/>
                <a:gd name="connsiteX3" fmla="*/ 4557485 w 4557485"/>
                <a:gd name="connsiteY3" fmla="*/ 2622239 h 3367314"/>
                <a:gd name="connsiteX4" fmla="*/ 4451039 w 4557485"/>
                <a:gd name="connsiteY4" fmla="*/ 2728685 h 3367314"/>
                <a:gd name="connsiteX5" fmla="*/ 3773714 w 4557485"/>
                <a:gd name="connsiteY5" fmla="*/ 2728685 h 3367314"/>
                <a:gd name="connsiteX6" fmla="*/ 3773714 w 4557485"/>
                <a:gd name="connsiteY6" fmla="*/ 3367314 h 3367314"/>
                <a:gd name="connsiteX7" fmla="*/ 3135085 w 4557485"/>
                <a:gd name="connsiteY7" fmla="*/ 2728685 h 3367314"/>
                <a:gd name="connsiteX8" fmla="*/ 106446 w 4557485"/>
                <a:gd name="connsiteY8" fmla="*/ 2728685 h 3367314"/>
                <a:gd name="connsiteX9" fmla="*/ 0 w 4557485"/>
                <a:gd name="connsiteY9" fmla="*/ 2622239 h 3367314"/>
                <a:gd name="connsiteX10" fmla="*/ 0 w 4557485"/>
                <a:gd name="connsiteY10" fmla="*/ 106446 h 3367314"/>
                <a:gd name="connsiteX11" fmla="*/ 106446 w 4557485"/>
                <a:gd name="connsiteY11" fmla="*/ 0 h 3367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557485" h="3367314">
                  <a:moveTo>
                    <a:pt x="106446" y="0"/>
                  </a:moveTo>
                  <a:lnTo>
                    <a:pt x="4451039" y="0"/>
                  </a:lnTo>
                  <a:cubicBezTo>
                    <a:pt x="4509828" y="0"/>
                    <a:pt x="4557485" y="47657"/>
                    <a:pt x="4557485" y="106446"/>
                  </a:cubicBezTo>
                  <a:lnTo>
                    <a:pt x="4557485" y="2622239"/>
                  </a:lnTo>
                  <a:cubicBezTo>
                    <a:pt x="4557485" y="2681028"/>
                    <a:pt x="4509828" y="2728685"/>
                    <a:pt x="4451039" y="2728685"/>
                  </a:cubicBezTo>
                  <a:lnTo>
                    <a:pt x="3773714" y="2728685"/>
                  </a:lnTo>
                  <a:lnTo>
                    <a:pt x="3773714" y="3367314"/>
                  </a:lnTo>
                  <a:lnTo>
                    <a:pt x="3135085" y="2728685"/>
                  </a:lnTo>
                  <a:lnTo>
                    <a:pt x="106446" y="2728685"/>
                  </a:lnTo>
                  <a:cubicBezTo>
                    <a:pt x="47657" y="2728685"/>
                    <a:pt x="0" y="2681028"/>
                    <a:pt x="0" y="2622239"/>
                  </a:cubicBezTo>
                  <a:lnTo>
                    <a:pt x="0" y="106446"/>
                  </a:lnTo>
                  <a:cubicBezTo>
                    <a:pt x="0" y="47657"/>
                    <a:pt x="47657" y="0"/>
                    <a:pt x="106446" y="0"/>
                  </a:cubicBezTo>
                  <a:close/>
                </a:path>
              </a:pathLst>
            </a:cu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a:p>
          </p:txBody>
        </p:sp>
        <p:sp>
          <p:nvSpPr>
            <p:cNvPr id="3077" name="MH_Desc_1"/>
            <p:cNvSpPr>
              <a:spLocks noChangeArrowheads="1"/>
            </p:cNvSpPr>
            <p:nvPr/>
          </p:nvSpPr>
          <p:spPr bwMode="auto">
            <a:xfrm>
              <a:off x="10846" y="7210"/>
              <a:ext cx="5115" cy="3200"/>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b="1" dirty="0" smtClean="0">
                  <a:solidFill>
                    <a:schemeClr val="tx1"/>
                  </a:solidFill>
                  <a:latin typeface="微软雅黑" panose="020B0503020204020204" charset="-122"/>
                  <a:ea typeface="微软雅黑" panose="020B0503020204020204" charset="-122"/>
                </a:rPr>
                <a:t>观察的注意点：</a:t>
              </a:r>
              <a:endParaRPr lang="en-US" altLang="zh-CN" b="1" dirty="0" smtClean="0">
                <a:solidFill>
                  <a:schemeClr val="tx1"/>
                </a:solidFill>
                <a:latin typeface="微软雅黑" panose="020B0503020204020204" charset="-122"/>
                <a:ea typeface="微软雅黑" panose="020B0503020204020204" charset="-122"/>
              </a:endParaRPr>
            </a:p>
            <a:p>
              <a:pPr indent="457200" fontAlgn="auto">
                <a:lnSpc>
                  <a:spcPct val="120000"/>
                </a:lnSpc>
              </a:pPr>
              <a:r>
                <a:rPr lang="zh-CN" altLang="en-US" dirty="0" smtClean="0">
                  <a:solidFill>
                    <a:schemeClr val="tx1"/>
                  </a:solidFill>
                  <a:latin typeface="微软雅黑" panose="020B0503020204020204" charset="-122"/>
                  <a:ea typeface="微软雅黑" panose="020B0503020204020204" charset="-122"/>
                </a:rPr>
                <a:t>实现</a:t>
              </a:r>
              <a:r>
                <a:rPr lang="zh-CN" altLang="en-US" dirty="0">
                  <a:solidFill>
                    <a:schemeClr val="tx1"/>
                  </a:solidFill>
                  <a:latin typeface="微软雅黑" panose="020B0503020204020204" charset="-122"/>
                  <a:ea typeface="微软雅黑" panose="020B0503020204020204" charset="-122"/>
                </a:rPr>
                <a:t>观察者模式的时候要注意，观察者和被观察对象之间的互动关系不能体现成类之间的直接调用，否则就将使观察者和被观察对象之间紧密地耦合起来，从根本上违反面向对象的设计的原则。无论是观察者“观察”观察对象，还是被观察者将自己的改变“通知”观察者，都不应该直接调用。</a:t>
              </a:r>
            </a:p>
          </p:txBody>
        </p:sp>
        <p:sp>
          <p:nvSpPr>
            <p:cNvPr id="3078" name="MH_Other_3"/>
            <p:cNvSpPr/>
            <p:nvPr/>
          </p:nvSpPr>
          <p:spPr bwMode="auto">
            <a:xfrm>
              <a:off x="10174" y="7253"/>
              <a:ext cx="593" cy="450"/>
            </a:xfrm>
            <a:custGeom>
              <a:avLst/>
              <a:gdLst>
                <a:gd name="T0" fmla="*/ 373803 w 376733"/>
                <a:gd name="T1" fmla="*/ 1221 h 285293"/>
                <a:gd name="T2" fmla="*/ 376238 w 376733"/>
                <a:gd name="T3" fmla="*/ 3663 h 285293"/>
                <a:gd name="T4" fmla="*/ 368933 w 376733"/>
                <a:gd name="T5" fmla="*/ 17096 h 285293"/>
                <a:gd name="T6" fmla="*/ 334231 w 376733"/>
                <a:gd name="T7" fmla="*/ 83649 h 285293"/>
                <a:gd name="T8" fmla="*/ 322663 w 376733"/>
                <a:gd name="T9" fmla="*/ 146538 h 285293"/>
                <a:gd name="T10" fmla="*/ 339710 w 376733"/>
                <a:gd name="T11" fmla="*/ 214923 h 285293"/>
                <a:gd name="T12" fmla="*/ 344581 w 376733"/>
                <a:gd name="T13" fmla="*/ 238735 h 285293"/>
                <a:gd name="T14" fmla="*/ 319619 w 376733"/>
                <a:gd name="T15" fmla="*/ 264380 h 285293"/>
                <a:gd name="T16" fmla="*/ 272742 w 376733"/>
                <a:gd name="T17" fmla="*/ 277201 h 285293"/>
                <a:gd name="T18" fmla="*/ 227691 w 376733"/>
                <a:gd name="T19" fmla="*/ 263769 h 285293"/>
                <a:gd name="T20" fmla="*/ 204557 w 376733"/>
                <a:gd name="T21" fmla="*/ 213091 h 285293"/>
                <a:gd name="T22" fmla="*/ 230735 w 376733"/>
                <a:gd name="T23" fmla="*/ 123336 h 285293"/>
                <a:gd name="T24" fmla="*/ 309879 w 376733"/>
                <a:gd name="T25" fmla="*/ 36024 h 285293"/>
                <a:gd name="T26" fmla="*/ 373803 w 376733"/>
                <a:gd name="T27" fmla="*/ 1221 h 285293"/>
                <a:gd name="T28" fmla="*/ 235606 w 376733"/>
                <a:gd name="T29" fmla="*/ 0 h 285293"/>
                <a:gd name="T30" fmla="*/ 242302 w 376733"/>
                <a:gd name="T31" fmla="*/ 2442 h 285293"/>
                <a:gd name="T32" fmla="*/ 232562 w 376733"/>
                <a:gd name="T33" fmla="*/ 14653 h 285293"/>
                <a:gd name="T34" fmla="*/ 159506 w 376733"/>
                <a:gd name="T35" fmla="*/ 101355 h 285293"/>
                <a:gd name="T36" fmla="*/ 136372 w 376733"/>
                <a:gd name="T37" fmla="*/ 175846 h 285293"/>
                <a:gd name="T38" fmla="*/ 140633 w 376733"/>
                <a:gd name="T39" fmla="*/ 219808 h 285293"/>
                <a:gd name="T40" fmla="*/ 144894 w 376733"/>
                <a:gd name="T41" fmla="*/ 240567 h 285293"/>
                <a:gd name="T42" fmla="*/ 121152 w 376733"/>
                <a:gd name="T43" fmla="*/ 272927 h 285293"/>
                <a:gd name="T44" fmla="*/ 77318 w 376733"/>
                <a:gd name="T45" fmla="*/ 285750 h 285293"/>
                <a:gd name="T46" fmla="*/ 28614 w 376733"/>
                <a:gd name="T47" fmla="*/ 268043 h 285293"/>
                <a:gd name="T48" fmla="*/ 0 w 376733"/>
                <a:gd name="T49" fmla="*/ 216144 h 285293"/>
                <a:gd name="T50" fmla="*/ 10959 w 376733"/>
                <a:gd name="T51" fmla="*/ 176456 h 285293"/>
                <a:gd name="T52" fmla="*/ 54184 w 376733"/>
                <a:gd name="T53" fmla="*/ 116620 h 285293"/>
                <a:gd name="T54" fmla="*/ 123586 w 376733"/>
                <a:gd name="T55" fmla="*/ 50067 h 285293"/>
                <a:gd name="T56" fmla="*/ 194816 w 376733"/>
                <a:gd name="T57" fmla="*/ 11601 h 285293"/>
                <a:gd name="T58" fmla="*/ 235606 w 376733"/>
                <a:gd name="T59" fmla="*/ 0 h 28529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376733" h="285293">
                  <a:moveTo>
                    <a:pt x="374295" y="1219"/>
                  </a:moveTo>
                  <a:cubicBezTo>
                    <a:pt x="375920" y="1219"/>
                    <a:pt x="376733" y="2032"/>
                    <a:pt x="376733" y="3657"/>
                  </a:cubicBezTo>
                  <a:cubicBezTo>
                    <a:pt x="376733" y="6096"/>
                    <a:pt x="374295" y="10566"/>
                    <a:pt x="369418" y="17069"/>
                  </a:cubicBezTo>
                  <a:cubicBezTo>
                    <a:pt x="353975" y="36576"/>
                    <a:pt x="342392" y="58725"/>
                    <a:pt x="334671" y="83515"/>
                  </a:cubicBezTo>
                  <a:cubicBezTo>
                    <a:pt x="326949" y="108305"/>
                    <a:pt x="323088" y="129235"/>
                    <a:pt x="323088" y="146304"/>
                  </a:cubicBezTo>
                  <a:cubicBezTo>
                    <a:pt x="323088" y="163373"/>
                    <a:pt x="328778" y="186131"/>
                    <a:pt x="340157" y="214579"/>
                  </a:cubicBezTo>
                  <a:cubicBezTo>
                    <a:pt x="343408" y="221894"/>
                    <a:pt x="345034" y="229819"/>
                    <a:pt x="345034" y="238353"/>
                  </a:cubicBezTo>
                  <a:cubicBezTo>
                    <a:pt x="345034" y="246888"/>
                    <a:pt x="336703" y="255422"/>
                    <a:pt x="320040" y="263957"/>
                  </a:cubicBezTo>
                  <a:cubicBezTo>
                    <a:pt x="303378" y="272491"/>
                    <a:pt x="287732" y="276758"/>
                    <a:pt x="273101" y="276758"/>
                  </a:cubicBezTo>
                  <a:cubicBezTo>
                    <a:pt x="258471" y="276758"/>
                    <a:pt x="243434" y="272288"/>
                    <a:pt x="227991" y="263347"/>
                  </a:cubicBezTo>
                  <a:cubicBezTo>
                    <a:pt x="212548" y="254406"/>
                    <a:pt x="204826" y="237541"/>
                    <a:pt x="204826" y="212750"/>
                  </a:cubicBezTo>
                  <a:cubicBezTo>
                    <a:pt x="204826" y="187960"/>
                    <a:pt x="213564" y="158089"/>
                    <a:pt x="231039" y="123139"/>
                  </a:cubicBezTo>
                  <a:cubicBezTo>
                    <a:pt x="248514" y="88189"/>
                    <a:pt x="274930" y="59131"/>
                    <a:pt x="310287" y="35966"/>
                  </a:cubicBezTo>
                  <a:cubicBezTo>
                    <a:pt x="345644" y="12801"/>
                    <a:pt x="366980" y="1219"/>
                    <a:pt x="374295" y="1219"/>
                  </a:cubicBezTo>
                  <a:close/>
                  <a:moveTo>
                    <a:pt x="235916" y="0"/>
                  </a:moveTo>
                  <a:cubicBezTo>
                    <a:pt x="240386" y="0"/>
                    <a:pt x="242621" y="813"/>
                    <a:pt x="242621" y="2438"/>
                  </a:cubicBezTo>
                  <a:cubicBezTo>
                    <a:pt x="242621" y="4877"/>
                    <a:pt x="239370" y="8941"/>
                    <a:pt x="232868" y="14630"/>
                  </a:cubicBezTo>
                  <a:cubicBezTo>
                    <a:pt x="199543" y="42265"/>
                    <a:pt x="175159" y="71120"/>
                    <a:pt x="159716" y="101193"/>
                  </a:cubicBezTo>
                  <a:cubicBezTo>
                    <a:pt x="144272" y="131267"/>
                    <a:pt x="136551" y="156057"/>
                    <a:pt x="136551" y="175565"/>
                  </a:cubicBezTo>
                  <a:cubicBezTo>
                    <a:pt x="136551" y="195072"/>
                    <a:pt x="137973" y="209702"/>
                    <a:pt x="140818" y="219456"/>
                  </a:cubicBezTo>
                  <a:cubicBezTo>
                    <a:pt x="143663" y="229209"/>
                    <a:pt x="145085" y="236118"/>
                    <a:pt x="145085" y="240182"/>
                  </a:cubicBezTo>
                  <a:cubicBezTo>
                    <a:pt x="145085" y="253187"/>
                    <a:pt x="137160" y="263957"/>
                    <a:pt x="121311" y="272491"/>
                  </a:cubicBezTo>
                  <a:cubicBezTo>
                    <a:pt x="105461" y="281025"/>
                    <a:pt x="90831" y="285293"/>
                    <a:pt x="77420" y="285293"/>
                  </a:cubicBezTo>
                  <a:cubicBezTo>
                    <a:pt x="64008" y="285293"/>
                    <a:pt x="47752" y="279400"/>
                    <a:pt x="28652" y="267614"/>
                  </a:cubicBezTo>
                  <a:cubicBezTo>
                    <a:pt x="9551" y="255829"/>
                    <a:pt x="0" y="238557"/>
                    <a:pt x="0" y="215798"/>
                  </a:cubicBezTo>
                  <a:cubicBezTo>
                    <a:pt x="0" y="202793"/>
                    <a:pt x="3658" y="189585"/>
                    <a:pt x="10973" y="176174"/>
                  </a:cubicBezTo>
                  <a:cubicBezTo>
                    <a:pt x="18288" y="162763"/>
                    <a:pt x="32716" y="142849"/>
                    <a:pt x="54255" y="116433"/>
                  </a:cubicBezTo>
                  <a:cubicBezTo>
                    <a:pt x="75794" y="90017"/>
                    <a:pt x="98959" y="67869"/>
                    <a:pt x="123749" y="49987"/>
                  </a:cubicBezTo>
                  <a:cubicBezTo>
                    <a:pt x="148540" y="32105"/>
                    <a:pt x="172314" y="19304"/>
                    <a:pt x="195072" y="11582"/>
                  </a:cubicBezTo>
                  <a:cubicBezTo>
                    <a:pt x="217831" y="3861"/>
                    <a:pt x="231445" y="0"/>
                    <a:pt x="235916" y="0"/>
                  </a:cubicBezTo>
                  <a:close/>
                </a:path>
              </a:pathLst>
            </a:custGeom>
            <a:solidFill>
              <a:srgbClr val="AD1717"/>
            </a:solidFill>
            <a:ln w="9525">
              <a:noFill/>
              <a:rou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079" name="MH_Other_4"/>
            <p:cNvSpPr/>
            <p:nvPr/>
          </p:nvSpPr>
          <p:spPr bwMode="auto">
            <a:xfrm rot="10800000">
              <a:off x="15904" y="9978"/>
              <a:ext cx="593" cy="447"/>
            </a:xfrm>
            <a:custGeom>
              <a:avLst/>
              <a:gdLst>
                <a:gd name="T0" fmla="*/ 373803 w 376733"/>
                <a:gd name="T1" fmla="*/ 1214 h 285293"/>
                <a:gd name="T2" fmla="*/ 376238 w 376733"/>
                <a:gd name="T3" fmla="*/ 3643 h 285293"/>
                <a:gd name="T4" fmla="*/ 368933 w 376733"/>
                <a:gd name="T5" fmla="*/ 17001 h 285293"/>
                <a:gd name="T6" fmla="*/ 334231 w 376733"/>
                <a:gd name="T7" fmla="*/ 83184 h 285293"/>
                <a:gd name="T8" fmla="*/ 322663 w 376733"/>
                <a:gd name="T9" fmla="*/ 145724 h 285293"/>
                <a:gd name="T10" fmla="*/ 339710 w 376733"/>
                <a:gd name="T11" fmla="*/ 213728 h 285293"/>
                <a:gd name="T12" fmla="*/ 344581 w 376733"/>
                <a:gd name="T13" fmla="*/ 237408 h 285293"/>
                <a:gd name="T14" fmla="*/ 319619 w 376733"/>
                <a:gd name="T15" fmla="*/ 262911 h 285293"/>
                <a:gd name="T16" fmla="*/ 272742 w 376733"/>
                <a:gd name="T17" fmla="*/ 275661 h 285293"/>
                <a:gd name="T18" fmla="*/ 227691 w 376733"/>
                <a:gd name="T19" fmla="*/ 262303 h 285293"/>
                <a:gd name="T20" fmla="*/ 204557 w 376733"/>
                <a:gd name="T21" fmla="*/ 211907 h 285293"/>
                <a:gd name="T22" fmla="*/ 230735 w 376733"/>
                <a:gd name="T23" fmla="*/ 122651 h 285293"/>
                <a:gd name="T24" fmla="*/ 309879 w 376733"/>
                <a:gd name="T25" fmla="*/ 35823 h 285293"/>
                <a:gd name="T26" fmla="*/ 373803 w 376733"/>
                <a:gd name="T27" fmla="*/ 1214 h 285293"/>
                <a:gd name="T28" fmla="*/ 235606 w 376733"/>
                <a:gd name="T29" fmla="*/ 0 h 285293"/>
                <a:gd name="T30" fmla="*/ 242302 w 376733"/>
                <a:gd name="T31" fmla="*/ 2428 h 285293"/>
                <a:gd name="T32" fmla="*/ 232562 w 376733"/>
                <a:gd name="T33" fmla="*/ 14572 h 285293"/>
                <a:gd name="T34" fmla="*/ 159506 w 376733"/>
                <a:gd name="T35" fmla="*/ 100792 h 285293"/>
                <a:gd name="T36" fmla="*/ 136372 w 376733"/>
                <a:gd name="T37" fmla="*/ 174869 h 285293"/>
                <a:gd name="T38" fmla="*/ 140633 w 376733"/>
                <a:gd name="T39" fmla="*/ 218586 h 285293"/>
                <a:gd name="T40" fmla="*/ 144894 w 376733"/>
                <a:gd name="T41" fmla="*/ 239230 h 285293"/>
                <a:gd name="T42" fmla="*/ 121152 w 376733"/>
                <a:gd name="T43" fmla="*/ 271411 h 285293"/>
                <a:gd name="T44" fmla="*/ 77318 w 376733"/>
                <a:gd name="T45" fmla="*/ 284162 h 285293"/>
                <a:gd name="T46" fmla="*/ 28614 w 376733"/>
                <a:gd name="T47" fmla="*/ 266553 h 285293"/>
                <a:gd name="T48" fmla="*/ 0 w 376733"/>
                <a:gd name="T49" fmla="*/ 214943 h 285293"/>
                <a:gd name="T50" fmla="*/ 10959 w 376733"/>
                <a:gd name="T51" fmla="*/ 175476 h 285293"/>
                <a:gd name="T52" fmla="*/ 54184 w 376733"/>
                <a:gd name="T53" fmla="*/ 115971 h 285293"/>
                <a:gd name="T54" fmla="*/ 123586 w 376733"/>
                <a:gd name="T55" fmla="*/ 49789 h 285293"/>
                <a:gd name="T56" fmla="*/ 194816 w 376733"/>
                <a:gd name="T57" fmla="*/ 11536 h 285293"/>
                <a:gd name="T58" fmla="*/ 235606 w 376733"/>
                <a:gd name="T59" fmla="*/ 0 h 28529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376733" h="285293">
                  <a:moveTo>
                    <a:pt x="374295" y="1219"/>
                  </a:moveTo>
                  <a:cubicBezTo>
                    <a:pt x="375920" y="1219"/>
                    <a:pt x="376733" y="2032"/>
                    <a:pt x="376733" y="3657"/>
                  </a:cubicBezTo>
                  <a:cubicBezTo>
                    <a:pt x="376733" y="6096"/>
                    <a:pt x="374295" y="10566"/>
                    <a:pt x="369418" y="17069"/>
                  </a:cubicBezTo>
                  <a:cubicBezTo>
                    <a:pt x="353975" y="36576"/>
                    <a:pt x="342392" y="58725"/>
                    <a:pt x="334671" y="83515"/>
                  </a:cubicBezTo>
                  <a:cubicBezTo>
                    <a:pt x="326949" y="108305"/>
                    <a:pt x="323088" y="129235"/>
                    <a:pt x="323088" y="146304"/>
                  </a:cubicBezTo>
                  <a:cubicBezTo>
                    <a:pt x="323088" y="163373"/>
                    <a:pt x="328778" y="186131"/>
                    <a:pt x="340157" y="214579"/>
                  </a:cubicBezTo>
                  <a:cubicBezTo>
                    <a:pt x="343408" y="221894"/>
                    <a:pt x="345034" y="229819"/>
                    <a:pt x="345034" y="238353"/>
                  </a:cubicBezTo>
                  <a:cubicBezTo>
                    <a:pt x="345034" y="246888"/>
                    <a:pt x="336703" y="255422"/>
                    <a:pt x="320040" y="263957"/>
                  </a:cubicBezTo>
                  <a:cubicBezTo>
                    <a:pt x="303378" y="272491"/>
                    <a:pt x="287732" y="276758"/>
                    <a:pt x="273101" y="276758"/>
                  </a:cubicBezTo>
                  <a:cubicBezTo>
                    <a:pt x="258471" y="276758"/>
                    <a:pt x="243434" y="272288"/>
                    <a:pt x="227991" y="263347"/>
                  </a:cubicBezTo>
                  <a:cubicBezTo>
                    <a:pt x="212548" y="254406"/>
                    <a:pt x="204826" y="237541"/>
                    <a:pt x="204826" y="212750"/>
                  </a:cubicBezTo>
                  <a:cubicBezTo>
                    <a:pt x="204826" y="187960"/>
                    <a:pt x="213564" y="158089"/>
                    <a:pt x="231039" y="123139"/>
                  </a:cubicBezTo>
                  <a:cubicBezTo>
                    <a:pt x="248514" y="88189"/>
                    <a:pt x="274930" y="59131"/>
                    <a:pt x="310287" y="35966"/>
                  </a:cubicBezTo>
                  <a:cubicBezTo>
                    <a:pt x="345644" y="12801"/>
                    <a:pt x="366980" y="1219"/>
                    <a:pt x="374295" y="1219"/>
                  </a:cubicBezTo>
                  <a:close/>
                  <a:moveTo>
                    <a:pt x="235916" y="0"/>
                  </a:moveTo>
                  <a:cubicBezTo>
                    <a:pt x="240386" y="0"/>
                    <a:pt x="242621" y="813"/>
                    <a:pt x="242621" y="2438"/>
                  </a:cubicBezTo>
                  <a:cubicBezTo>
                    <a:pt x="242621" y="4877"/>
                    <a:pt x="239370" y="8941"/>
                    <a:pt x="232868" y="14630"/>
                  </a:cubicBezTo>
                  <a:cubicBezTo>
                    <a:pt x="199543" y="42265"/>
                    <a:pt x="175159" y="71120"/>
                    <a:pt x="159716" y="101193"/>
                  </a:cubicBezTo>
                  <a:cubicBezTo>
                    <a:pt x="144272" y="131267"/>
                    <a:pt x="136551" y="156057"/>
                    <a:pt x="136551" y="175565"/>
                  </a:cubicBezTo>
                  <a:cubicBezTo>
                    <a:pt x="136551" y="195072"/>
                    <a:pt x="137973" y="209702"/>
                    <a:pt x="140818" y="219456"/>
                  </a:cubicBezTo>
                  <a:cubicBezTo>
                    <a:pt x="143663" y="229209"/>
                    <a:pt x="145085" y="236118"/>
                    <a:pt x="145085" y="240182"/>
                  </a:cubicBezTo>
                  <a:cubicBezTo>
                    <a:pt x="145085" y="253187"/>
                    <a:pt x="137160" y="263957"/>
                    <a:pt x="121311" y="272491"/>
                  </a:cubicBezTo>
                  <a:cubicBezTo>
                    <a:pt x="105461" y="281025"/>
                    <a:pt x="90831" y="285293"/>
                    <a:pt x="77420" y="285293"/>
                  </a:cubicBezTo>
                  <a:cubicBezTo>
                    <a:pt x="64008" y="285293"/>
                    <a:pt x="47752" y="279400"/>
                    <a:pt x="28652" y="267614"/>
                  </a:cubicBezTo>
                  <a:cubicBezTo>
                    <a:pt x="9551" y="255829"/>
                    <a:pt x="0" y="238557"/>
                    <a:pt x="0" y="215798"/>
                  </a:cubicBezTo>
                  <a:cubicBezTo>
                    <a:pt x="0" y="202793"/>
                    <a:pt x="3658" y="189585"/>
                    <a:pt x="10973" y="176174"/>
                  </a:cubicBezTo>
                  <a:cubicBezTo>
                    <a:pt x="18288" y="162763"/>
                    <a:pt x="32716" y="142849"/>
                    <a:pt x="54255" y="116433"/>
                  </a:cubicBezTo>
                  <a:cubicBezTo>
                    <a:pt x="75794" y="90017"/>
                    <a:pt x="98959" y="67869"/>
                    <a:pt x="123749" y="49987"/>
                  </a:cubicBezTo>
                  <a:cubicBezTo>
                    <a:pt x="148540" y="32105"/>
                    <a:pt x="172314" y="19304"/>
                    <a:pt x="195072" y="11582"/>
                  </a:cubicBezTo>
                  <a:cubicBezTo>
                    <a:pt x="217831" y="3861"/>
                    <a:pt x="231445" y="0"/>
                    <a:pt x="235916" y="0"/>
                  </a:cubicBezTo>
                  <a:close/>
                </a:path>
              </a:pathLst>
            </a:custGeom>
            <a:solidFill>
              <a:srgbClr val="AD1717"/>
            </a:solidFill>
            <a:ln w="9525">
              <a:noFill/>
              <a:round/>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Tree>
    <p:custDataLst>
      <p:tags r:id="rId1"/>
    </p:custDataLst>
  </p:cSld>
  <p:clrMapOvr>
    <a:masterClrMapping/>
  </p:clrMapOvr>
  <p:transition>
    <p:wheel spokes="3"/>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FF0000"/>
                </a:solidFill>
                <a:sym typeface="+mn-ea"/>
              </a:rPr>
              <a:t>8.5 Web软件设计模式</a:t>
            </a:r>
            <a:r>
              <a:rPr lang="zh-CN" altLang="en-US" dirty="0" smtClean="0">
                <a:solidFill>
                  <a:srgbClr val="FF0000"/>
                </a:solidFill>
              </a:rPr>
              <a:t/>
            </a:r>
            <a:br>
              <a:rPr lang="zh-CN" altLang="en-US" dirty="0" smtClean="0">
                <a:solidFill>
                  <a:srgbClr val="FF0000"/>
                </a:solidFill>
              </a:rPr>
            </a:br>
            <a:endParaRPr lang="zh-CN" altLang="en-US" dirty="0" smtClean="0">
              <a:solidFill>
                <a:srgbClr val="FF0000"/>
              </a:solidFill>
              <a:sym typeface="+mn-ea"/>
            </a:endParaRP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8.5.2 </a:t>
            </a:r>
            <a:r>
              <a:rPr lang="zh-CN" altLang="en-US" sz="2400" dirty="0" smtClean="0">
                <a:solidFill>
                  <a:schemeClr val="tx1"/>
                </a:solidFill>
              </a:rPr>
              <a:t>组合模式</a:t>
            </a:r>
          </a:p>
        </p:txBody>
      </p:sp>
      <p:grpSp>
        <p:nvGrpSpPr>
          <p:cNvPr id="7" name="组合 6"/>
          <p:cNvGrpSpPr/>
          <p:nvPr/>
        </p:nvGrpSpPr>
        <p:grpSpPr>
          <a:xfrm>
            <a:off x="0" y="2412365"/>
            <a:ext cx="12192000" cy="3074035"/>
            <a:chOff x="0" y="3848"/>
            <a:chExt cx="19200" cy="4841"/>
          </a:xfrm>
        </p:grpSpPr>
        <p:sp>
          <p:nvSpPr>
            <p:cNvPr id="18" name="矩形 17"/>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862" y="3928"/>
              <a:ext cx="10880" cy="4680"/>
            </a:xfrm>
            <a:prstGeom prst="rect">
              <a:avLst/>
            </a:prstGeom>
          </p:spPr>
          <p:txBody>
            <a:bodyPr wrap="square">
              <a:spAutoFit/>
            </a:bodyPr>
            <a:lstStyle/>
            <a:p>
              <a:pPr indent="457200">
                <a:lnSpc>
                  <a:spcPct val="150000"/>
                </a:lnSpc>
                <a:defRPr/>
              </a:pPr>
              <a:r>
                <a:rPr lang="en-US" altLang="zh-CN" kern="0" smtClean="0">
                  <a:solidFill>
                    <a:schemeClr val="bg1"/>
                  </a:solidFill>
                  <a:latin typeface="微软雅黑" panose="020B0503020204020204" charset="-122"/>
                  <a:ea typeface="微软雅黑" panose="020B0503020204020204" charset="-122"/>
                  <a:cs typeface="宋体" panose="02010600030101010101" pitchFamily="2" charset="-122"/>
                </a:rPr>
                <a:t>组合模式是指一个对象可以通过其他对象组合而成。这是一种对象的树状结构形式。这种模式的好处是将各单个对象和组合对象看做统一的组合对象。即组合多个对象形成树形结构，来表示具有“整体－部分”关系的层次结构。组合模式对单个对象（即叶子对象）和组合对象（即容器对象）的使用具有一致性，组合模式又可以称为“整体－部分”（Part-Whole）模式，它是一种对象结构型模式。</a:t>
              </a:r>
            </a:p>
          </p:txBody>
        </p:sp>
      </p:grpSp>
      <p:pic>
        <p:nvPicPr>
          <p:cNvPr id="3" name="图片 2" descr="A000220150322J43PPIC"/>
          <p:cNvPicPr>
            <a:picLocks noChangeAspect="1"/>
          </p:cNvPicPr>
          <p:nvPr/>
        </p:nvPicPr>
        <p:blipFill>
          <a:blip r:embed="rId4" cstate="print"/>
          <a:stretch>
            <a:fillRect/>
          </a:stretch>
        </p:blipFill>
        <p:spPr>
          <a:xfrm>
            <a:off x="7547610" y="1438275"/>
            <a:ext cx="4283075" cy="3996690"/>
          </a:xfrm>
          <a:prstGeom prst="rect">
            <a:avLst/>
          </a:prstGeom>
        </p:spPr>
      </p:pic>
    </p:spTree>
    <p:custDataLst>
      <p:tags r:id="rId1"/>
    </p:custDataLst>
  </p:cSld>
  <p:clrMapOvr>
    <a:masterClrMapping/>
  </p:clrMapOvr>
  <p:transition>
    <p:wheel spokes="3"/>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FF0000"/>
                </a:solidFill>
                <a:sym typeface="+mn-ea"/>
              </a:rPr>
              <a:t>8.5 Web软件设计模式</a:t>
            </a:r>
            <a:r>
              <a:rPr lang="zh-CN" altLang="en-US" dirty="0" smtClean="0">
                <a:solidFill>
                  <a:srgbClr val="FF0000"/>
                </a:solidFill>
              </a:rPr>
              <a:t/>
            </a:r>
            <a:br>
              <a:rPr lang="zh-CN" altLang="en-US" dirty="0" smtClean="0">
                <a:solidFill>
                  <a:srgbClr val="FF0000"/>
                </a:solidFill>
              </a:rPr>
            </a:br>
            <a:endParaRPr lang="zh-CN" altLang="en-US" dirty="0" smtClean="0">
              <a:solidFill>
                <a:srgbClr val="FF0000"/>
              </a:solidFill>
              <a:sym typeface="+mn-ea"/>
            </a:endParaRP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8.5.2 </a:t>
            </a:r>
            <a:r>
              <a:rPr lang="zh-CN" altLang="en-US" sz="2400" dirty="0" smtClean="0">
                <a:solidFill>
                  <a:schemeClr val="tx1"/>
                </a:solidFill>
              </a:rPr>
              <a:t>组合模式</a:t>
            </a:r>
          </a:p>
        </p:txBody>
      </p:sp>
      <p:grpSp>
        <p:nvGrpSpPr>
          <p:cNvPr id="3" name="组合 2"/>
          <p:cNvGrpSpPr/>
          <p:nvPr/>
        </p:nvGrpSpPr>
        <p:grpSpPr>
          <a:xfrm>
            <a:off x="539619" y="3058641"/>
            <a:ext cx="5020310" cy="2419350"/>
            <a:chOff x="1630" y="5726"/>
            <a:chExt cx="7906" cy="3810"/>
          </a:xfrm>
        </p:grpSpPr>
        <p:cxnSp>
          <p:nvCxnSpPr>
            <p:cNvPr id="4" name="MH_Other_1"/>
            <p:cNvCxnSpPr/>
            <p:nvPr/>
          </p:nvCxnSpPr>
          <p:spPr>
            <a:xfrm flipH="1">
              <a:off x="2470" y="6041"/>
              <a:ext cx="1545" cy="1450"/>
            </a:xfrm>
            <a:prstGeom prst="line">
              <a:avLst/>
            </a:prstGeom>
            <a:ln w="381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5"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6" name="MH_SubTitle_1"/>
            <p:cNvSpPr txBox="1">
              <a:spLocks noChangeArrowheads="1"/>
            </p:cNvSpPr>
            <p:nvPr/>
          </p:nvSpPr>
          <p:spPr bwMode="auto">
            <a:xfrm>
              <a:off x="3017" y="7227"/>
              <a:ext cx="6519" cy="2309"/>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3">
                      <a:lumMod val="75000"/>
                    </a:schemeClr>
                  </a:solidFill>
                </a:rPr>
                <a:t>抽象构件（Component）</a:t>
              </a:r>
            </a:p>
            <a:p>
              <a:pPr indent="457200" fontAlgn="auto">
                <a:lnSpc>
                  <a:spcPct val="120000"/>
                </a:lnSpc>
              </a:pPr>
              <a:r>
                <a:rPr lang="zh-CN" altLang="en-US" dirty="0">
                  <a:ea typeface="微软雅黑" panose="020B0503020204020204" charset="-122"/>
                </a:rPr>
                <a:t>它可以是接口或抽象类，为叶子构件和容器构件对象声明接口，在该角色中可以包含所有子类共有行为的声明和实现。在抽象构件中定义了访问及管理它的子构件的方法，如增加子构件、删除子构件、获取子构件等。</a:t>
              </a:r>
            </a:p>
          </p:txBody>
        </p:sp>
        <p:sp>
          <p:nvSpPr>
            <p:cNvPr id="8"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chemeClr val="accent3">
                      <a:lumMod val="75000"/>
                    </a:schemeClr>
                  </a:solidFill>
                  <a:latin typeface="Agency FB" panose="020B0503020202020204" pitchFamily="34" charset="0"/>
                  <a:ea typeface="微软雅黑" panose="020B0503020204020204" charset="-122"/>
                </a:rPr>
                <a:t>1</a:t>
              </a:r>
            </a:p>
          </p:txBody>
        </p:sp>
      </p:grpSp>
      <p:grpSp>
        <p:nvGrpSpPr>
          <p:cNvPr id="9" name="组合 8"/>
          <p:cNvGrpSpPr/>
          <p:nvPr/>
        </p:nvGrpSpPr>
        <p:grpSpPr>
          <a:xfrm>
            <a:off x="5820279" y="1449398"/>
            <a:ext cx="5875655" cy="1831975"/>
            <a:chOff x="1840" y="2871"/>
            <a:chExt cx="9253" cy="2885"/>
          </a:xfrm>
        </p:grpSpPr>
        <p:cxnSp>
          <p:nvCxnSpPr>
            <p:cNvPr id="10" name="MH_Other_4"/>
            <p:cNvCxnSpPr/>
            <p:nvPr/>
          </p:nvCxnSpPr>
          <p:spPr>
            <a:xfrm flipH="1">
              <a:off x="2680" y="3183"/>
              <a:ext cx="1545" cy="145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1"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2" name="MH_SubTitle_2"/>
            <p:cNvSpPr txBox="1">
              <a:spLocks noChangeArrowheads="1"/>
            </p:cNvSpPr>
            <p:nvPr/>
          </p:nvSpPr>
          <p:spPr bwMode="auto">
            <a:xfrm>
              <a:off x="3543" y="3774"/>
              <a:ext cx="7550" cy="1982"/>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6">
                      <a:lumMod val="75000"/>
                    </a:schemeClr>
                  </a:solidFill>
                  <a:ea typeface="微软雅黑" panose="020B0503020204020204" charset="-122"/>
                </a:rPr>
                <a:t>叶子构件（Leaf）</a:t>
              </a:r>
            </a:p>
            <a:p>
              <a:pPr indent="457200" fontAlgn="auto">
                <a:lnSpc>
                  <a:spcPct val="120000"/>
                </a:lnSpc>
              </a:pPr>
              <a:r>
                <a:rPr lang="zh-CN" altLang="en-US" dirty="0">
                  <a:solidFill>
                    <a:schemeClr val="tx1"/>
                  </a:solidFill>
                  <a:ea typeface="微软雅黑" panose="020B0503020204020204" charset="-122"/>
                </a:rPr>
                <a:t>它在组合结构中表示叶子节点对象，叶子节点没有子节点，它实现了在抽象构件中定义的行为。对于那些访问及管理子构件的方法，可以通过异常等方式进行处理。</a:t>
              </a:r>
            </a:p>
          </p:txBody>
        </p:sp>
        <p:sp>
          <p:nvSpPr>
            <p:cNvPr id="13"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chemeClr val="accent6">
                      <a:lumMod val="75000"/>
                    </a:schemeClr>
                  </a:solidFill>
                  <a:latin typeface="Agency FB" panose="020B0503020202020204" pitchFamily="34" charset="0"/>
                  <a:ea typeface="微软雅黑" panose="020B0503020204020204" charset="-122"/>
                </a:rPr>
                <a:t>2</a:t>
              </a:r>
            </a:p>
          </p:txBody>
        </p:sp>
      </p:grpSp>
      <p:grpSp>
        <p:nvGrpSpPr>
          <p:cNvPr id="14" name="组合 13"/>
          <p:cNvGrpSpPr/>
          <p:nvPr/>
        </p:nvGrpSpPr>
        <p:grpSpPr>
          <a:xfrm>
            <a:off x="5820279" y="3306138"/>
            <a:ext cx="5875655" cy="2653030"/>
            <a:chOff x="1840" y="2871"/>
            <a:chExt cx="9253" cy="4178"/>
          </a:xfrm>
        </p:grpSpPr>
        <p:cxnSp>
          <p:nvCxnSpPr>
            <p:cNvPr id="15" name="MH_Other_4"/>
            <p:cNvCxnSpPr/>
            <p:nvPr/>
          </p:nvCxnSpPr>
          <p:spPr>
            <a:xfrm flipH="1">
              <a:off x="2680" y="3183"/>
              <a:ext cx="1545" cy="145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16"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7" name="MH_SubTitle_2"/>
            <p:cNvSpPr txBox="1">
              <a:spLocks noChangeArrowheads="1"/>
            </p:cNvSpPr>
            <p:nvPr/>
          </p:nvSpPr>
          <p:spPr bwMode="auto">
            <a:xfrm>
              <a:off x="3351" y="4033"/>
              <a:ext cx="7742" cy="3016"/>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C00000"/>
                  </a:solidFill>
                  <a:ea typeface="微软雅黑" panose="020B0503020204020204" charset="-122"/>
                </a:rPr>
                <a:t>容器构件（Composite）</a:t>
              </a:r>
            </a:p>
            <a:p>
              <a:pPr indent="457200" fontAlgn="auto">
                <a:lnSpc>
                  <a:spcPct val="120000"/>
                </a:lnSpc>
              </a:pPr>
              <a:r>
                <a:rPr lang="zh-CN" altLang="en-US" dirty="0">
                  <a:solidFill>
                    <a:schemeClr val="tx1"/>
                  </a:solidFill>
                  <a:ea typeface="微软雅黑" panose="020B0503020204020204" charset="-122"/>
                </a:rPr>
                <a:t>它在组合结构中表示容器节点对象，容器节点包含子节点，其子节点可以是叶子节点，也可以是容器节点，它提供一个集合用于存储子节点，实现了在抽象构件中定义的行为，包括那些访问及管理子构件的方法，在其业务方法中可以递归调用其子节点的业务方法。</a:t>
              </a:r>
            </a:p>
          </p:txBody>
        </p:sp>
        <p:sp>
          <p:nvSpPr>
            <p:cNvPr id="20"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C00000"/>
                  </a:solidFill>
                  <a:latin typeface="Agency FB" panose="020B0503020202020204" pitchFamily="34" charset="0"/>
                  <a:ea typeface="微软雅黑" panose="020B0503020204020204" charset="-122"/>
                </a:rPr>
                <a:t>3</a:t>
              </a:r>
            </a:p>
          </p:txBody>
        </p:sp>
      </p:grpSp>
      <p:sp>
        <p:nvSpPr>
          <p:cNvPr id="19" name="矩形 18"/>
          <p:cNvSpPr/>
          <p:nvPr/>
        </p:nvSpPr>
        <p:spPr>
          <a:xfrm>
            <a:off x="624230" y="2107443"/>
            <a:ext cx="4709770" cy="646331"/>
          </a:xfrm>
          <a:prstGeom prst="rect">
            <a:avLst/>
          </a:prstGeom>
        </p:spPr>
        <p:txBody>
          <a:bodyPr wrap="square">
            <a:spAutoFit/>
          </a:bodyPr>
          <a:lstStyle/>
          <a:p>
            <a:r>
              <a:rPr lang="zh-CN" altLang="zh-CN" dirty="0" smtClean="0"/>
              <a:t>在组合模式结构图中包含如下</a:t>
            </a:r>
            <a:r>
              <a:rPr lang="en-US" altLang="zh-CN" dirty="0" smtClean="0"/>
              <a:t>3</a:t>
            </a:r>
            <a:r>
              <a:rPr lang="zh-CN" altLang="zh-CN" dirty="0" smtClean="0"/>
              <a:t>个角色：抽象构件、叶子构件和容器构件。</a:t>
            </a:r>
          </a:p>
        </p:txBody>
      </p:sp>
    </p:spTree>
    <p:custDataLst>
      <p:tags r:id="rId1"/>
    </p:custDataLst>
  </p:cSld>
  <p:clrMapOvr>
    <a:masterClrMapping/>
  </p:clrMapOvr>
  <p:transition>
    <p:wheel spokes="3"/>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FF0000"/>
                </a:solidFill>
                <a:sym typeface="+mn-ea"/>
              </a:rPr>
              <a:t>8.5 Web软件设计模式</a:t>
            </a:r>
            <a:r>
              <a:rPr lang="zh-CN" altLang="en-US" dirty="0" smtClean="0">
                <a:solidFill>
                  <a:srgbClr val="FF0000"/>
                </a:solidFill>
              </a:rPr>
              <a:t/>
            </a:r>
            <a:br>
              <a:rPr lang="zh-CN" altLang="en-US" dirty="0" smtClean="0">
                <a:solidFill>
                  <a:srgbClr val="FF0000"/>
                </a:solidFill>
              </a:rPr>
            </a:br>
            <a:endParaRPr lang="zh-CN" altLang="en-US" dirty="0" smtClean="0">
              <a:solidFill>
                <a:srgbClr val="FF0000"/>
              </a:solidFill>
              <a:sym typeface="+mn-ea"/>
            </a:endParaRP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8.5.2 </a:t>
            </a:r>
            <a:r>
              <a:rPr lang="zh-CN" altLang="en-US" sz="2400" dirty="0" smtClean="0">
                <a:solidFill>
                  <a:schemeClr val="tx1"/>
                </a:solidFill>
              </a:rPr>
              <a:t>组合模式</a:t>
            </a:r>
          </a:p>
        </p:txBody>
      </p:sp>
      <p:sp>
        <p:nvSpPr>
          <p:cNvPr id="8" name="圆角矩形 7"/>
          <p:cNvSpPr/>
          <p:nvPr/>
        </p:nvSpPr>
        <p:spPr>
          <a:xfrm>
            <a:off x="4951095" y="1969770"/>
            <a:ext cx="7020560" cy="3875405"/>
          </a:xfrm>
          <a:prstGeom prst="roundRect">
            <a:avLst/>
          </a:prstGeom>
          <a:noFill/>
          <a:ln w="28575">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lnSpc>
                <a:spcPct val="130000"/>
              </a:lnSpc>
            </a:pPr>
            <a:r>
              <a:rPr lang="en-US" altLang="zh-CN">
                <a:solidFill>
                  <a:schemeClr val="tx1">
                    <a:lumMod val="50000"/>
                  </a:schemeClr>
                </a:solidFill>
                <a:latin typeface="微软雅黑" panose="020B0503020204020204" charset="-122"/>
                <a:ea typeface="微软雅黑" panose="020B0503020204020204" charset="-122"/>
              </a:rPr>
              <a:t>       </a:t>
            </a:r>
            <a:r>
              <a:rPr lang="zh-CN" altLang="en-US">
                <a:solidFill>
                  <a:schemeClr val="tx1">
                    <a:lumMod val="50000"/>
                  </a:schemeClr>
                </a:solidFill>
                <a:latin typeface="微软雅黑" panose="020B0503020204020204" charset="-122"/>
                <a:ea typeface="微软雅黑" panose="020B0503020204020204" charset="-122"/>
                <a:sym typeface="+mn-ea"/>
              </a:rPr>
              <a:t>组合模式的关键是定义了一个抽象构件类，它既可以代表叶子，又可以代表容器，而客户端针对该抽象构件类进行编程，不需要知道它到底表示的是叶子还是容器，可以对其进行统一处理。同时，容器对象与抽象构件类之间还建立一个聚合关联关系，在容器对象中既可以包含叶子，也可以包含容器，以此实现递归组合，形成一个树形结构。</a:t>
            </a:r>
          </a:p>
          <a:p>
            <a:pPr fontAlgn="auto">
              <a:lnSpc>
                <a:spcPct val="130000"/>
              </a:lnSpc>
            </a:pPr>
            <a:r>
              <a:rPr lang="zh-CN" altLang="en-US">
                <a:solidFill>
                  <a:schemeClr val="tx1">
                    <a:lumMod val="50000"/>
                  </a:schemeClr>
                </a:solidFill>
                <a:latin typeface="微软雅黑" panose="020B0503020204020204" charset="-122"/>
                <a:ea typeface="微软雅黑" panose="020B0503020204020204" charset="-122"/>
                <a:sym typeface="+mn-ea"/>
              </a:rPr>
              <a:t>       如果不使用组合模式，客户端代码将过多地依赖于容器对象复杂的内部实现结构，容器对象内部实现结构的变化将引起客户代码的频繁变化，带来了代码维护复杂、可扩展性差等弊端。组合模式的引入将在一定程度上解决这些问题。</a:t>
            </a:r>
          </a:p>
        </p:txBody>
      </p:sp>
      <p:pic>
        <p:nvPicPr>
          <p:cNvPr id="3" name="图片 2" descr="A000220150320H08PPIC"/>
          <p:cNvPicPr>
            <a:picLocks noChangeAspect="1"/>
          </p:cNvPicPr>
          <p:nvPr/>
        </p:nvPicPr>
        <p:blipFill>
          <a:blip r:embed="rId4" cstate="print"/>
          <a:stretch>
            <a:fillRect/>
          </a:stretch>
        </p:blipFill>
        <p:spPr>
          <a:xfrm>
            <a:off x="354280" y="2312671"/>
            <a:ext cx="4765725" cy="3459480"/>
          </a:xfrm>
          <a:prstGeom prst="rect">
            <a:avLst/>
          </a:prstGeom>
        </p:spPr>
      </p:pic>
    </p:spTree>
    <p:custDataLst>
      <p:tags r:id="rId1"/>
    </p:custDataLst>
  </p:cSld>
  <p:clrMapOvr>
    <a:masterClrMapping/>
  </p:clrMapOvr>
  <p:transition>
    <p:wheel spokes="3"/>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FF0000"/>
                </a:solidFill>
                <a:sym typeface="+mn-ea"/>
              </a:rPr>
              <a:t>8.5 Web软件设计模式</a:t>
            </a:r>
            <a:r>
              <a:rPr lang="zh-CN" altLang="en-US" dirty="0" smtClean="0">
                <a:solidFill>
                  <a:srgbClr val="FF0000"/>
                </a:solidFill>
              </a:rPr>
              <a:t/>
            </a:r>
            <a:br>
              <a:rPr lang="zh-CN" altLang="en-US" dirty="0" smtClean="0">
                <a:solidFill>
                  <a:srgbClr val="FF0000"/>
                </a:solidFill>
              </a:rPr>
            </a:br>
            <a:endParaRPr lang="zh-CN" altLang="en-US" dirty="0" smtClean="0">
              <a:solidFill>
                <a:srgbClr val="FF0000"/>
              </a:solidFill>
              <a:sym typeface="+mn-ea"/>
            </a:endParaRP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8.5.3 </a:t>
            </a:r>
            <a:r>
              <a:rPr lang="zh-CN" altLang="en-US" sz="2400" dirty="0" smtClean="0">
                <a:solidFill>
                  <a:schemeClr val="tx1"/>
                </a:solidFill>
              </a:rPr>
              <a:t>工厂方法模式和策略模式</a:t>
            </a:r>
          </a:p>
        </p:txBody>
      </p:sp>
      <p:grpSp>
        <p:nvGrpSpPr>
          <p:cNvPr id="5" name="组合 4"/>
          <p:cNvGrpSpPr/>
          <p:nvPr/>
        </p:nvGrpSpPr>
        <p:grpSpPr>
          <a:xfrm>
            <a:off x="754095" y="2511982"/>
            <a:ext cx="10137228" cy="3155216"/>
            <a:chOff x="1097936" y="1579572"/>
            <a:chExt cx="12671722" cy="3871640"/>
          </a:xfrm>
        </p:grpSpPr>
        <p:sp>
          <p:nvSpPr>
            <p:cNvPr id="7" name="MH_Other_1"/>
            <p:cNvSpPr/>
            <p:nvPr>
              <p:custDataLst>
                <p:tags r:id="rId2"/>
              </p:custDataLst>
            </p:nvPr>
          </p:nvSpPr>
          <p:spPr bwMode="auto">
            <a:xfrm>
              <a:off x="1097936" y="3285887"/>
              <a:ext cx="4125915" cy="2147458"/>
            </a:xfrm>
            <a:custGeom>
              <a:avLst/>
              <a:gdLst>
                <a:gd name="T0" fmla="*/ 10025 w 1781"/>
                <a:gd name="T1" fmla="*/ 745 h 1235"/>
                <a:gd name="T2" fmla="*/ 12527 w 1781"/>
                <a:gd name="T3" fmla="*/ 16196 h 1235"/>
                <a:gd name="T4" fmla="*/ 31328 w 1781"/>
                <a:gd name="T5" fmla="*/ 7497 h 1235"/>
                <a:gd name="T6" fmla="*/ 36630 w 1781"/>
                <a:gd name="T7" fmla="*/ 9158 h 1235"/>
                <a:gd name="T8" fmla="*/ 9297 w 1781"/>
                <a:gd name="T9" fmla="*/ 20594 h 1235"/>
                <a:gd name="T10" fmla="*/ 7651 w 1781"/>
                <a:gd name="T11" fmla="*/ 0 h 1235"/>
                <a:gd name="T12" fmla="*/ 10025 w 1781"/>
                <a:gd name="T13" fmla="*/ 745 h 1235"/>
                <a:gd name="T14" fmla="*/ 0 60000 65536"/>
                <a:gd name="T15" fmla="*/ 0 60000 65536"/>
                <a:gd name="T16" fmla="*/ 0 60000 65536"/>
                <a:gd name="T17" fmla="*/ 0 60000 65536"/>
                <a:gd name="T18" fmla="*/ 0 60000 65536"/>
                <a:gd name="T19" fmla="*/ 0 60000 65536"/>
                <a:gd name="T20" fmla="*/ 0 60000 65536"/>
                <a:gd name="T21" fmla="*/ 0 w 1781"/>
                <a:gd name="T22" fmla="*/ 0 h 1235"/>
                <a:gd name="T23" fmla="*/ 1781 w 1781"/>
                <a:gd name="T24" fmla="*/ 1235 h 12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81" h="1235">
                  <a:moveTo>
                    <a:pt x="487" y="36"/>
                  </a:moveTo>
                  <a:cubicBezTo>
                    <a:pt x="412" y="169"/>
                    <a:pt x="208" y="597"/>
                    <a:pt x="609" y="785"/>
                  </a:cubicBezTo>
                  <a:cubicBezTo>
                    <a:pt x="830" y="873"/>
                    <a:pt x="1204" y="807"/>
                    <a:pt x="1523" y="363"/>
                  </a:cubicBezTo>
                  <a:cubicBezTo>
                    <a:pt x="1586" y="379"/>
                    <a:pt x="1709" y="419"/>
                    <a:pt x="1781" y="444"/>
                  </a:cubicBezTo>
                  <a:cubicBezTo>
                    <a:pt x="1502" y="949"/>
                    <a:pt x="806" y="1235"/>
                    <a:pt x="452" y="998"/>
                  </a:cubicBezTo>
                  <a:cubicBezTo>
                    <a:pt x="0" y="701"/>
                    <a:pt x="278" y="135"/>
                    <a:pt x="372" y="0"/>
                  </a:cubicBezTo>
                  <a:cubicBezTo>
                    <a:pt x="430" y="17"/>
                    <a:pt x="411" y="11"/>
                    <a:pt x="487" y="36"/>
                  </a:cubicBezTo>
                  <a:close/>
                </a:path>
              </a:pathLst>
            </a:custGeom>
            <a:gradFill rotWithShape="1">
              <a:gsLst>
                <a:gs pos="0">
                  <a:srgbClr val="DDDDDD"/>
                </a:gs>
                <a:gs pos="50000">
                  <a:srgbClr val="F6F6F6"/>
                </a:gs>
                <a:gs pos="100000">
                  <a:srgbClr val="DDDDDD"/>
                </a:gs>
              </a:gsLst>
              <a:lin ang="0" scaled="1"/>
            </a:gradFill>
            <a:ln>
              <a:noFill/>
            </a:ln>
            <a:extLst>
              <a:ext uri="{91240B29-F687-4F45-9708-019B960494DF}">
                <a14:hiddenLine xmlns="" xmlns:a14="http://schemas.microsoft.com/office/drawing/2010/main" w="9525">
                  <a:solidFill>
                    <a:srgbClr val="000000"/>
                  </a:solidFill>
                  <a:round/>
                </a14:hiddenLine>
              </a:ext>
            </a:extLst>
          </p:spPr>
          <p:txBody>
            <a:bodyPr/>
            <a:lstStyle/>
            <a:p>
              <a:endParaRPr lang="zh-CN" altLang="en-US" sz="1350" dirty="0">
                <a:latin typeface="Impact" panose="020B0806030902050204" pitchFamily="34" charset="0"/>
                <a:ea typeface="微软雅黑" panose="020B0503020204020204" charset="-122"/>
              </a:endParaRPr>
            </a:p>
          </p:txBody>
        </p:sp>
        <p:sp>
          <p:nvSpPr>
            <p:cNvPr id="10" name="MH_Other_2"/>
            <p:cNvSpPr/>
            <p:nvPr>
              <p:custDataLst>
                <p:tags r:id="rId3"/>
              </p:custDataLst>
            </p:nvPr>
          </p:nvSpPr>
          <p:spPr bwMode="auto">
            <a:xfrm>
              <a:off x="2285387" y="4055305"/>
              <a:ext cx="3040064" cy="1395907"/>
            </a:xfrm>
            <a:custGeom>
              <a:avLst/>
              <a:gdLst>
                <a:gd name="T0" fmla="*/ 0 w 1312"/>
                <a:gd name="T1" fmla="*/ 12136 h 803"/>
                <a:gd name="T2" fmla="*/ 20383 w 1312"/>
                <a:gd name="T3" fmla="*/ 6902 h 803"/>
                <a:gd name="T4" fmla="*/ 26093 w 1312"/>
                <a:gd name="T5" fmla="*/ 0 h 803"/>
                <a:gd name="T6" fmla="*/ 27029 w 1312"/>
                <a:gd name="T7" fmla="*/ 1298 h 803"/>
                <a:gd name="T8" fmla="*/ 8242 w 1312"/>
                <a:gd name="T9" fmla="*/ 13966 h 803"/>
                <a:gd name="T10" fmla="*/ 0 w 1312"/>
                <a:gd name="T11" fmla="*/ 12136 h 803"/>
                <a:gd name="T12" fmla="*/ 0 60000 65536"/>
                <a:gd name="T13" fmla="*/ 0 60000 65536"/>
                <a:gd name="T14" fmla="*/ 0 60000 65536"/>
                <a:gd name="T15" fmla="*/ 0 60000 65536"/>
                <a:gd name="T16" fmla="*/ 0 60000 65536"/>
                <a:gd name="T17" fmla="*/ 0 60000 65536"/>
                <a:gd name="T18" fmla="*/ 0 w 1312"/>
                <a:gd name="T19" fmla="*/ 0 h 803"/>
                <a:gd name="T20" fmla="*/ 1312 w 1312"/>
                <a:gd name="T21" fmla="*/ 803 h 803"/>
              </a:gdLst>
              <a:ahLst/>
              <a:cxnLst>
                <a:cxn ang="T12">
                  <a:pos x="T0" y="T1"/>
                </a:cxn>
                <a:cxn ang="T13">
                  <a:pos x="T2" y="T3"/>
                </a:cxn>
                <a:cxn ang="T14">
                  <a:pos x="T4" y="T5"/>
                </a:cxn>
                <a:cxn ang="T15">
                  <a:pos x="T6" y="T7"/>
                </a:cxn>
                <a:cxn ang="T16">
                  <a:pos x="T8" y="T9"/>
                </a:cxn>
                <a:cxn ang="T17">
                  <a:pos x="T10" y="T11"/>
                </a:cxn>
              </a:cxnLst>
              <a:rect l="T18" t="T19" r="T20" b="T21"/>
              <a:pathLst>
                <a:path w="1312" h="803">
                  <a:moveTo>
                    <a:pt x="0" y="589"/>
                  </a:moveTo>
                  <a:cubicBezTo>
                    <a:pt x="0" y="589"/>
                    <a:pt x="399" y="803"/>
                    <a:pt x="989" y="335"/>
                  </a:cubicBezTo>
                  <a:cubicBezTo>
                    <a:pt x="1163" y="189"/>
                    <a:pt x="1267" y="0"/>
                    <a:pt x="1267" y="0"/>
                  </a:cubicBezTo>
                  <a:cubicBezTo>
                    <a:pt x="1312" y="63"/>
                    <a:pt x="1312" y="63"/>
                    <a:pt x="1312" y="63"/>
                  </a:cubicBezTo>
                  <a:cubicBezTo>
                    <a:pt x="1312" y="63"/>
                    <a:pt x="999" y="633"/>
                    <a:pt x="400" y="678"/>
                  </a:cubicBezTo>
                  <a:cubicBezTo>
                    <a:pt x="148" y="694"/>
                    <a:pt x="0" y="589"/>
                    <a:pt x="0" y="589"/>
                  </a:cubicBezTo>
                  <a:close/>
                </a:path>
              </a:pathLst>
            </a:custGeom>
            <a:solidFill>
              <a:schemeClr val="bg1">
                <a:lumMod val="75000"/>
              </a:schemeClr>
            </a:solidFill>
            <a:ln>
              <a:noFill/>
            </a:ln>
          </p:spPr>
          <p:txBody>
            <a:bodyPr/>
            <a:lstStyle/>
            <a:p>
              <a:endParaRPr lang="zh-CN" altLang="en-US" sz="1350" dirty="0">
                <a:latin typeface="Impact" panose="020B0806030902050204" pitchFamily="34" charset="0"/>
                <a:ea typeface="微软雅黑" panose="020B0503020204020204" charset="-122"/>
              </a:endParaRPr>
            </a:p>
          </p:txBody>
        </p:sp>
        <p:sp>
          <p:nvSpPr>
            <p:cNvPr id="11" name="MH_Other_3"/>
            <p:cNvSpPr/>
            <p:nvPr>
              <p:custDataLst>
                <p:tags r:id="rId4"/>
              </p:custDataLst>
            </p:nvPr>
          </p:nvSpPr>
          <p:spPr bwMode="auto">
            <a:xfrm>
              <a:off x="1751988" y="3349014"/>
              <a:ext cx="617537" cy="1241071"/>
            </a:xfrm>
            <a:custGeom>
              <a:avLst/>
              <a:gdLst>
                <a:gd name="T0" fmla="*/ 4168 w 267"/>
                <a:gd name="T1" fmla="*/ 0 h 714"/>
                <a:gd name="T2" fmla="*/ 5297 w 267"/>
                <a:gd name="T3" fmla="*/ 1035 h 714"/>
                <a:gd name="T4" fmla="*/ 5361 w 267"/>
                <a:gd name="T5" fmla="*/ 14696 h 714"/>
                <a:gd name="T6" fmla="*/ 1773 w 267"/>
                <a:gd name="T7" fmla="*/ 7465 h 714"/>
                <a:gd name="T8" fmla="*/ 4168 w 267"/>
                <a:gd name="T9" fmla="*/ 0 h 714"/>
                <a:gd name="T10" fmla="*/ 0 60000 65536"/>
                <a:gd name="T11" fmla="*/ 0 60000 65536"/>
                <a:gd name="T12" fmla="*/ 0 60000 65536"/>
                <a:gd name="T13" fmla="*/ 0 60000 65536"/>
                <a:gd name="T14" fmla="*/ 0 60000 65536"/>
                <a:gd name="T15" fmla="*/ 0 w 267"/>
                <a:gd name="T16" fmla="*/ 0 h 714"/>
                <a:gd name="T17" fmla="*/ 267 w 267"/>
                <a:gd name="T18" fmla="*/ 714 h 714"/>
              </a:gdLst>
              <a:ahLst/>
              <a:cxnLst>
                <a:cxn ang="T10">
                  <a:pos x="T0" y="T1"/>
                </a:cxn>
                <a:cxn ang="T11">
                  <a:pos x="T2" y="T3"/>
                </a:cxn>
                <a:cxn ang="T12">
                  <a:pos x="T4" y="T5"/>
                </a:cxn>
                <a:cxn ang="T13">
                  <a:pos x="T6" y="T7"/>
                </a:cxn>
                <a:cxn ang="T14">
                  <a:pos x="T8" y="T9"/>
                </a:cxn>
              </a:cxnLst>
              <a:rect l="T15" t="T16" r="T17" b="T18"/>
              <a:pathLst>
                <a:path w="267" h="714">
                  <a:moveTo>
                    <a:pt x="205" y="0"/>
                  </a:moveTo>
                  <a:cubicBezTo>
                    <a:pt x="205" y="0"/>
                    <a:pt x="254" y="45"/>
                    <a:pt x="261" y="50"/>
                  </a:cubicBezTo>
                  <a:cubicBezTo>
                    <a:pt x="267" y="61"/>
                    <a:pt x="0" y="424"/>
                    <a:pt x="264" y="714"/>
                  </a:cubicBezTo>
                  <a:cubicBezTo>
                    <a:pt x="69" y="593"/>
                    <a:pt x="85" y="409"/>
                    <a:pt x="87" y="363"/>
                  </a:cubicBezTo>
                  <a:cubicBezTo>
                    <a:pt x="88" y="197"/>
                    <a:pt x="205" y="0"/>
                    <a:pt x="205" y="0"/>
                  </a:cubicBezTo>
                  <a:close/>
                </a:path>
              </a:pathLst>
            </a:custGeom>
            <a:gradFill rotWithShape="1">
              <a:gsLst>
                <a:gs pos="0">
                  <a:srgbClr val="DDDDDD"/>
                </a:gs>
                <a:gs pos="50000">
                  <a:srgbClr val="B2B2B2"/>
                </a:gs>
                <a:gs pos="100000">
                  <a:srgbClr val="DDDDDD"/>
                </a:gs>
              </a:gsLst>
              <a:lin ang="18900000" scaled="1"/>
            </a:gradFill>
            <a:ln>
              <a:noFill/>
            </a:ln>
            <a:extLst>
              <a:ext uri="{91240B29-F687-4F45-9708-019B960494DF}">
                <a14:hiddenLine xmlns="" xmlns:a14="http://schemas.microsoft.com/office/drawing/2010/main" w="9525">
                  <a:solidFill>
                    <a:srgbClr val="000000"/>
                  </a:solidFill>
                  <a:round/>
                </a14:hiddenLine>
              </a:ext>
            </a:extLst>
          </p:spPr>
          <p:txBody>
            <a:bodyPr/>
            <a:lstStyle/>
            <a:p>
              <a:endParaRPr lang="zh-CN" altLang="en-US" sz="1350" dirty="0">
                <a:latin typeface="Impact" panose="020B0806030902050204" pitchFamily="34" charset="0"/>
                <a:ea typeface="微软雅黑" panose="020B0503020204020204" charset="-122"/>
              </a:endParaRPr>
            </a:p>
          </p:txBody>
        </p:sp>
        <p:sp>
          <p:nvSpPr>
            <p:cNvPr id="12" name="MH_Other_4"/>
            <p:cNvSpPr/>
            <p:nvPr>
              <p:custDataLst>
                <p:tags r:id="rId5"/>
              </p:custDataLst>
            </p:nvPr>
          </p:nvSpPr>
          <p:spPr bwMode="auto">
            <a:xfrm>
              <a:off x="2048850" y="2174640"/>
              <a:ext cx="3890964" cy="1754412"/>
            </a:xfrm>
            <a:custGeom>
              <a:avLst/>
              <a:gdLst>
                <a:gd name="T0" fmla="*/ 24075 w 1678"/>
                <a:gd name="T1" fmla="*/ 19158 h 1010"/>
                <a:gd name="T2" fmla="*/ 20411 w 1678"/>
                <a:gd name="T3" fmla="*/ 5169 h 1010"/>
                <a:gd name="T4" fmla="*/ 2400 w 1678"/>
                <a:gd name="T5" fmla="*/ 13038 h 1010"/>
                <a:gd name="T6" fmla="*/ 0 w 1678"/>
                <a:gd name="T7" fmla="*/ 12337 h 1010"/>
                <a:gd name="T8" fmla="*/ 22319 w 1678"/>
                <a:gd name="T9" fmla="*/ 1285 h 1010"/>
                <a:gd name="T10" fmla="*/ 29469 w 1678"/>
                <a:gd name="T11" fmla="*/ 20672 h 1010"/>
                <a:gd name="T12" fmla="*/ 24075 w 1678"/>
                <a:gd name="T13" fmla="*/ 19158 h 1010"/>
                <a:gd name="T14" fmla="*/ 0 60000 65536"/>
                <a:gd name="T15" fmla="*/ 0 60000 65536"/>
                <a:gd name="T16" fmla="*/ 0 60000 65536"/>
                <a:gd name="T17" fmla="*/ 0 60000 65536"/>
                <a:gd name="T18" fmla="*/ 0 60000 65536"/>
                <a:gd name="T19" fmla="*/ 0 60000 65536"/>
                <a:gd name="T20" fmla="*/ 0 60000 65536"/>
                <a:gd name="T21" fmla="*/ 0 w 1678"/>
                <a:gd name="T22" fmla="*/ 0 h 1010"/>
                <a:gd name="T23" fmla="*/ 1678 w 1678"/>
                <a:gd name="T24" fmla="*/ 1010 h 10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78" h="1010">
                  <a:moveTo>
                    <a:pt x="1162" y="936"/>
                  </a:moveTo>
                  <a:cubicBezTo>
                    <a:pt x="1222" y="836"/>
                    <a:pt x="1371" y="388"/>
                    <a:pt x="985" y="252"/>
                  </a:cubicBezTo>
                  <a:cubicBezTo>
                    <a:pt x="471" y="122"/>
                    <a:pt x="116" y="637"/>
                    <a:pt x="116" y="637"/>
                  </a:cubicBezTo>
                  <a:cubicBezTo>
                    <a:pt x="116" y="637"/>
                    <a:pt x="116" y="637"/>
                    <a:pt x="0" y="603"/>
                  </a:cubicBezTo>
                  <a:cubicBezTo>
                    <a:pt x="272" y="215"/>
                    <a:pt x="727" y="0"/>
                    <a:pt x="1077" y="63"/>
                  </a:cubicBezTo>
                  <a:cubicBezTo>
                    <a:pt x="1416" y="123"/>
                    <a:pt x="1678" y="452"/>
                    <a:pt x="1422" y="1010"/>
                  </a:cubicBezTo>
                  <a:cubicBezTo>
                    <a:pt x="1357" y="994"/>
                    <a:pt x="1209" y="950"/>
                    <a:pt x="1162" y="936"/>
                  </a:cubicBezTo>
                  <a:close/>
                </a:path>
              </a:pathLst>
            </a:custGeom>
            <a:gradFill rotWithShape="1">
              <a:gsLst>
                <a:gs pos="0">
                  <a:srgbClr val="CC99FF"/>
                </a:gs>
                <a:gs pos="50000">
                  <a:srgbClr val="E6CDFF"/>
                </a:gs>
                <a:gs pos="100000">
                  <a:srgbClr val="CC99FF"/>
                </a:gs>
              </a:gsLst>
              <a:lin ang="0" scaled="1"/>
            </a:gradFill>
            <a:ln>
              <a:noFill/>
            </a:ln>
          </p:spPr>
          <p:txBody>
            <a:bodyPr/>
            <a:lstStyle/>
            <a:p>
              <a:endParaRPr lang="zh-CN" altLang="en-US" sz="1350" dirty="0">
                <a:latin typeface="Impact" panose="020B0806030902050204" pitchFamily="34" charset="0"/>
                <a:ea typeface="微软雅黑" panose="020B0503020204020204" charset="-122"/>
              </a:endParaRPr>
            </a:p>
          </p:txBody>
        </p:sp>
        <p:sp>
          <p:nvSpPr>
            <p:cNvPr id="13" name="MH_Other_5"/>
            <p:cNvSpPr/>
            <p:nvPr>
              <p:custDataLst>
                <p:tags r:id="rId6"/>
              </p:custDataLst>
            </p:nvPr>
          </p:nvSpPr>
          <p:spPr bwMode="auto">
            <a:xfrm>
              <a:off x="5346089" y="2834480"/>
              <a:ext cx="414337" cy="1210104"/>
            </a:xfrm>
            <a:custGeom>
              <a:avLst/>
              <a:gdLst>
                <a:gd name="T0" fmla="*/ 0 w 179"/>
                <a:gd name="T1" fmla="*/ 12990 h 696"/>
                <a:gd name="T2" fmla="*/ 859 w 179"/>
                <a:gd name="T3" fmla="*/ 14350 h 696"/>
                <a:gd name="T4" fmla="*/ 2849 w 179"/>
                <a:gd name="T5" fmla="*/ 6497 h 696"/>
                <a:gd name="T6" fmla="*/ 1866 w 179"/>
                <a:gd name="T7" fmla="*/ 1298 h 696"/>
                <a:gd name="T8" fmla="*/ 1305 w 179"/>
                <a:gd name="T9" fmla="*/ 0 h 696"/>
                <a:gd name="T10" fmla="*/ 0 w 179"/>
                <a:gd name="T11" fmla="*/ 12990 h 696"/>
                <a:gd name="T12" fmla="*/ 0 60000 65536"/>
                <a:gd name="T13" fmla="*/ 0 60000 65536"/>
                <a:gd name="T14" fmla="*/ 0 60000 65536"/>
                <a:gd name="T15" fmla="*/ 0 60000 65536"/>
                <a:gd name="T16" fmla="*/ 0 60000 65536"/>
                <a:gd name="T17" fmla="*/ 0 60000 65536"/>
                <a:gd name="T18" fmla="*/ 0 w 179"/>
                <a:gd name="T19" fmla="*/ 0 h 696"/>
                <a:gd name="T20" fmla="*/ 179 w 179"/>
                <a:gd name="T21" fmla="*/ 696 h 696"/>
              </a:gdLst>
              <a:ahLst/>
              <a:cxnLst>
                <a:cxn ang="T12">
                  <a:pos x="T0" y="T1"/>
                </a:cxn>
                <a:cxn ang="T13">
                  <a:pos x="T2" y="T3"/>
                </a:cxn>
                <a:cxn ang="T14">
                  <a:pos x="T4" y="T5"/>
                </a:cxn>
                <a:cxn ang="T15">
                  <a:pos x="T6" y="T7"/>
                </a:cxn>
                <a:cxn ang="T16">
                  <a:pos x="T8" y="T9"/>
                </a:cxn>
                <a:cxn ang="T17">
                  <a:pos x="T10" y="T11"/>
                </a:cxn>
              </a:cxnLst>
              <a:rect l="T18" t="T19" r="T20" b="T21"/>
              <a:pathLst>
                <a:path w="179" h="696">
                  <a:moveTo>
                    <a:pt x="0" y="630"/>
                  </a:moveTo>
                  <a:cubicBezTo>
                    <a:pt x="19" y="659"/>
                    <a:pt x="42" y="696"/>
                    <a:pt x="42" y="696"/>
                  </a:cubicBezTo>
                  <a:cubicBezTo>
                    <a:pt x="42" y="696"/>
                    <a:pt x="134" y="518"/>
                    <a:pt x="139" y="315"/>
                  </a:cubicBezTo>
                  <a:cubicBezTo>
                    <a:pt x="146" y="172"/>
                    <a:pt x="91" y="63"/>
                    <a:pt x="91" y="63"/>
                  </a:cubicBezTo>
                  <a:cubicBezTo>
                    <a:pt x="64" y="0"/>
                    <a:pt x="64" y="0"/>
                    <a:pt x="64" y="0"/>
                  </a:cubicBezTo>
                  <a:cubicBezTo>
                    <a:pt x="64" y="0"/>
                    <a:pt x="179" y="245"/>
                    <a:pt x="0" y="630"/>
                  </a:cubicBezTo>
                  <a:close/>
                </a:path>
              </a:pathLst>
            </a:custGeom>
            <a:gradFill rotWithShape="1">
              <a:gsLst>
                <a:gs pos="0">
                  <a:srgbClr val="CC99FF"/>
                </a:gs>
                <a:gs pos="50000">
                  <a:srgbClr val="E6CDFF"/>
                </a:gs>
                <a:gs pos="100000">
                  <a:srgbClr val="CC99FF"/>
                </a:gs>
              </a:gsLst>
              <a:lin ang="2700000" scaled="1"/>
            </a:gradFill>
            <a:ln>
              <a:noFill/>
            </a:ln>
          </p:spPr>
          <p:txBody>
            <a:bodyPr/>
            <a:lstStyle/>
            <a:p>
              <a:endParaRPr lang="zh-CN" altLang="en-US" sz="1350" dirty="0">
                <a:latin typeface="Impact" panose="020B0806030902050204" pitchFamily="34" charset="0"/>
                <a:ea typeface="微软雅黑" panose="020B0503020204020204" charset="-122"/>
              </a:endParaRPr>
            </a:p>
          </p:txBody>
        </p:sp>
        <p:sp>
          <p:nvSpPr>
            <p:cNvPr id="14" name="MH_Other_6"/>
            <p:cNvSpPr/>
            <p:nvPr>
              <p:custDataLst>
                <p:tags r:id="rId7"/>
              </p:custDataLst>
            </p:nvPr>
          </p:nvSpPr>
          <p:spPr bwMode="auto">
            <a:xfrm>
              <a:off x="2317138" y="2385456"/>
              <a:ext cx="2549525" cy="983805"/>
            </a:xfrm>
            <a:custGeom>
              <a:avLst/>
              <a:gdLst>
                <a:gd name="T0" fmla="*/ 17943 w 1100"/>
                <a:gd name="T1" fmla="*/ 2712 h 565"/>
                <a:gd name="T2" fmla="*/ 0 w 1100"/>
                <a:gd name="T3" fmla="*/ 10753 h 565"/>
                <a:gd name="T4" fmla="*/ 1115 w 1100"/>
                <a:gd name="T5" fmla="*/ 11795 h 565"/>
                <a:gd name="T6" fmla="*/ 17869 w 1100"/>
                <a:gd name="T7" fmla="*/ 3887 h 565"/>
                <a:gd name="T8" fmla="*/ 22716 w 1100"/>
                <a:gd name="T9" fmla="*/ 7231 h 565"/>
                <a:gd name="T10" fmla="*/ 17943 w 1100"/>
                <a:gd name="T11" fmla="*/ 2712 h 565"/>
                <a:gd name="T12" fmla="*/ 0 60000 65536"/>
                <a:gd name="T13" fmla="*/ 0 60000 65536"/>
                <a:gd name="T14" fmla="*/ 0 60000 65536"/>
                <a:gd name="T15" fmla="*/ 0 60000 65536"/>
                <a:gd name="T16" fmla="*/ 0 60000 65536"/>
                <a:gd name="T17" fmla="*/ 0 60000 65536"/>
                <a:gd name="T18" fmla="*/ 0 w 1100"/>
                <a:gd name="T19" fmla="*/ 0 h 565"/>
                <a:gd name="T20" fmla="*/ 1100 w 1100"/>
                <a:gd name="T21" fmla="*/ 565 h 565"/>
              </a:gdLst>
              <a:ahLst/>
              <a:cxnLst>
                <a:cxn ang="T12">
                  <a:pos x="T0" y="T1"/>
                </a:cxn>
                <a:cxn ang="T13">
                  <a:pos x="T2" y="T3"/>
                </a:cxn>
                <a:cxn ang="T14">
                  <a:pos x="T4" y="T5"/>
                </a:cxn>
                <a:cxn ang="T15">
                  <a:pos x="T6" y="T7"/>
                </a:cxn>
                <a:cxn ang="T16">
                  <a:pos x="T8" y="T9"/>
                </a:cxn>
                <a:cxn ang="T17">
                  <a:pos x="T10" y="T11"/>
                </a:cxn>
              </a:cxnLst>
              <a:rect l="T18" t="T19" r="T20" b="T21"/>
              <a:pathLst>
                <a:path w="1100" h="565">
                  <a:moveTo>
                    <a:pt x="869" y="130"/>
                  </a:moveTo>
                  <a:cubicBezTo>
                    <a:pt x="355" y="0"/>
                    <a:pt x="0" y="515"/>
                    <a:pt x="0" y="515"/>
                  </a:cubicBezTo>
                  <a:cubicBezTo>
                    <a:pt x="0" y="515"/>
                    <a:pt x="0" y="515"/>
                    <a:pt x="54" y="565"/>
                  </a:cubicBezTo>
                  <a:cubicBezTo>
                    <a:pt x="279" y="285"/>
                    <a:pt x="580" y="120"/>
                    <a:pt x="866" y="186"/>
                  </a:cubicBezTo>
                  <a:cubicBezTo>
                    <a:pt x="1050" y="226"/>
                    <a:pt x="1100" y="347"/>
                    <a:pt x="1100" y="347"/>
                  </a:cubicBezTo>
                  <a:cubicBezTo>
                    <a:pt x="1084" y="303"/>
                    <a:pt x="1043" y="192"/>
                    <a:pt x="869" y="130"/>
                  </a:cubicBezTo>
                  <a:close/>
                </a:path>
              </a:pathLst>
            </a:custGeom>
            <a:gradFill rotWithShape="1">
              <a:gsLst>
                <a:gs pos="0">
                  <a:srgbClr val="F0E1FF"/>
                </a:gs>
                <a:gs pos="50000">
                  <a:srgbClr val="E6CDFF"/>
                </a:gs>
                <a:gs pos="100000">
                  <a:srgbClr val="CC99FF"/>
                </a:gs>
              </a:gsLst>
              <a:lin ang="2700000" scaled="1"/>
            </a:gradFill>
            <a:ln>
              <a:noFill/>
            </a:ln>
          </p:spPr>
          <p:txBody>
            <a:bodyPr/>
            <a:lstStyle/>
            <a:p>
              <a:endParaRPr lang="zh-CN" altLang="en-US" sz="1350" dirty="0">
                <a:latin typeface="Impact" panose="020B0806030902050204" pitchFamily="34" charset="0"/>
                <a:ea typeface="微软雅黑" panose="020B0503020204020204" charset="-122"/>
              </a:endParaRPr>
            </a:p>
          </p:txBody>
        </p:sp>
        <p:sp>
          <p:nvSpPr>
            <p:cNvPr id="15" name="MH_Other_7"/>
            <p:cNvSpPr/>
            <p:nvPr>
              <p:custDataLst>
                <p:tags r:id="rId8"/>
              </p:custDataLst>
            </p:nvPr>
          </p:nvSpPr>
          <p:spPr bwMode="auto">
            <a:xfrm>
              <a:off x="4742838" y="3801610"/>
              <a:ext cx="698500" cy="242974"/>
            </a:xfrm>
            <a:custGeom>
              <a:avLst/>
              <a:gdLst>
                <a:gd name="T0" fmla="*/ 0 w 469"/>
                <a:gd name="T1" fmla="*/ 0 h 218"/>
                <a:gd name="T2" fmla="*/ 243 w 469"/>
                <a:gd name="T3" fmla="*/ 68 h 218"/>
                <a:gd name="T4" fmla="*/ 281 w 469"/>
                <a:gd name="T5" fmla="*/ 129 h 218"/>
                <a:gd name="T6" fmla="*/ 44 w 469"/>
                <a:gd name="T7" fmla="*/ 59 h 218"/>
                <a:gd name="T8" fmla="*/ 0 w 469"/>
                <a:gd name="T9" fmla="*/ 0 h 218"/>
                <a:gd name="T10" fmla="*/ 0 60000 65536"/>
                <a:gd name="T11" fmla="*/ 0 60000 65536"/>
                <a:gd name="T12" fmla="*/ 0 60000 65536"/>
                <a:gd name="T13" fmla="*/ 0 60000 65536"/>
                <a:gd name="T14" fmla="*/ 0 60000 65536"/>
                <a:gd name="T15" fmla="*/ 0 w 469"/>
                <a:gd name="T16" fmla="*/ 0 h 218"/>
                <a:gd name="T17" fmla="*/ 469 w 469"/>
                <a:gd name="T18" fmla="*/ 218 h 218"/>
              </a:gdLst>
              <a:ahLst/>
              <a:cxnLst>
                <a:cxn ang="T10">
                  <a:pos x="T0" y="T1"/>
                </a:cxn>
                <a:cxn ang="T11">
                  <a:pos x="T2" y="T3"/>
                </a:cxn>
                <a:cxn ang="T12">
                  <a:pos x="T4" y="T5"/>
                </a:cxn>
                <a:cxn ang="T13">
                  <a:pos x="T6" y="T7"/>
                </a:cxn>
                <a:cxn ang="T14">
                  <a:pos x="T8" y="T9"/>
                </a:cxn>
              </a:cxnLst>
              <a:rect l="T15" t="T16" r="T17" b="T18"/>
              <a:pathLst>
                <a:path w="469" h="218">
                  <a:moveTo>
                    <a:pt x="0" y="0"/>
                  </a:moveTo>
                  <a:lnTo>
                    <a:pt x="404" y="115"/>
                  </a:lnTo>
                  <a:lnTo>
                    <a:pt x="469" y="218"/>
                  </a:lnTo>
                  <a:lnTo>
                    <a:pt x="73" y="100"/>
                  </a:lnTo>
                  <a:lnTo>
                    <a:pt x="0" y="0"/>
                  </a:lnTo>
                  <a:close/>
                </a:path>
              </a:pathLst>
            </a:custGeom>
            <a:solidFill>
              <a:srgbClr val="CC99FF"/>
            </a:solidFill>
            <a:ln>
              <a:noFill/>
            </a:ln>
          </p:spPr>
          <p:txBody>
            <a:bodyPr/>
            <a:lstStyle/>
            <a:p>
              <a:endParaRPr lang="zh-CN" altLang="en-US" sz="1350" dirty="0">
                <a:latin typeface="Impact" panose="020B0806030902050204" pitchFamily="34" charset="0"/>
                <a:ea typeface="微软雅黑" panose="020B0503020204020204" charset="-122"/>
              </a:endParaRPr>
            </a:p>
          </p:txBody>
        </p:sp>
        <p:sp>
          <p:nvSpPr>
            <p:cNvPr id="16" name="MH_Other_8"/>
            <p:cNvSpPr/>
            <p:nvPr>
              <p:custDataLst>
                <p:tags r:id="rId9"/>
              </p:custDataLst>
            </p:nvPr>
          </p:nvSpPr>
          <p:spPr bwMode="auto">
            <a:xfrm>
              <a:off x="2048849" y="3222762"/>
              <a:ext cx="395288" cy="146499"/>
            </a:xfrm>
            <a:custGeom>
              <a:avLst/>
              <a:gdLst>
                <a:gd name="T0" fmla="*/ 112 w 264"/>
                <a:gd name="T1" fmla="*/ 32 h 131"/>
                <a:gd name="T2" fmla="*/ 165 w 264"/>
                <a:gd name="T3" fmla="*/ 79 h 131"/>
                <a:gd name="T4" fmla="*/ 52 w 264"/>
                <a:gd name="T5" fmla="*/ 48 h 131"/>
                <a:gd name="T6" fmla="*/ 0 w 264"/>
                <a:gd name="T7" fmla="*/ 0 h 131"/>
                <a:gd name="T8" fmla="*/ 112 w 264"/>
                <a:gd name="T9" fmla="*/ 32 h 131"/>
                <a:gd name="T10" fmla="*/ 0 60000 65536"/>
                <a:gd name="T11" fmla="*/ 0 60000 65536"/>
                <a:gd name="T12" fmla="*/ 0 60000 65536"/>
                <a:gd name="T13" fmla="*/ 0 60000 65536"/>
                <a:gd name="T14" fmla="*/ 0 60000 65536"/>
                <a:gd name="T15" fmla="*/ 0 w 264"/>
                <a:gd name="T16" fmla="*/ 0 h 131"/>
                <a:gd name="T17" fmla="*/ 264 w 264"/>
                <a:gd name="T18" fmla="*/ 131 h 131"/>
              </a:gdLst>
              <a:ahLst/>
              <a:cxnLst>
                <a:cxn ang="T10">
                  <a:pos x="T0" y="T1"/>
                </a:cxn>
                <a:cxn ang="T11">
                  <a:pos x="T2" y="T3"/>
                </a:cxn>
                <a:cxn ang="T12">
                  <a:pos x="T4" y="T5"/>
                </a:cxn>
                <a:cxn ang="T13">
                  <a:pos x="T6" y="T7"/>
                </a:cxn>
                <a:cxn ang="T14">
                  <a:pos x="T8" y="T9"/>
                </a:cxn>
              </a:cxnLst>
              <a:rect l="T15" t="T16" r="T17" b="T18"/>
              <a:pathLst>
                <a:path w="264" h="131">
                  <a:moveTo>
                    <a:pt x="180" y="53"/>
                  </a:moveTo>
                  <a:lnTo>
                    <a:pt x="264" y="131"/>
                  </a:lnTo>
                  <a:lnTo>
                    <a:pt x="83" y="78"/>
                  </a:lnTo>
                  <a:lnTo>
                    <a:pt x="0" y="0"/>
                  </a:lnTo>
                  <a:lnTo>
                    <a:pt x="180" y="53"/>
                  </a:lnTo>
                  <a:close/>
                </a:path>
              </a:pathLst>
            </a:custGeom>
            <a:solidFill>
              <a:srgbClr val="CC99FF"/>
            </a:solidFill>
            <a:ln>
              <a:noFill/>
            </a:ln>
          </p:spPr>
          <p:txBody>
            <a:bodyPr/>
            <a:lstStyle/>
            <a:p>
              <a:endParaRPr lang="zh-CN" altLang="en-US" sz="1350" dirty="0">
                <a:latin typeface="Impact" panose="020B0806030902050204" pitchFamily="34" charset="0"/>
                <a:ea typeface="微软雅黑" panose="020B0503020204020204" charset="-122"/>
              </a:endParaRPr>
            </a:p>
          </p:txBody>
        </p:sp>
        <p:sp>
          <p:nvSpPr>
            <p:cNvPr id="17" name="MH_Other_9"/>
            <p:cNvSpPr/>
            <p:nvPr>
              <p:custDataLst>
                <p:tags r:id="rId10"/>
              </p:custDataLst>
            </p:nvPr>
          </p:nvSpPr>
          <p:spPr bwMode="auto">
            <a:xfrm>
              <a:off x="3276598" y="5191002"/>
              <a:ext cx="10493060" cy="14862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zh-CN" altLang="en-US" sz="1350" kern="10" dirty="0" smtClean="0">
                <a:solidFill>
                  <a:schemeClr val="bg1"/>
                </a:solidFill>
                <a:latin typeface="微软雅黑" panose="020B0503020204020204" charset="-122"/>
                <a:ea typeface="微软雅黑" panose="020B0503020204020204" charset="-122"/>
              </a:endParaRPr>
            </a:p>
          </p:txBody>
        </p:sp>
        <p:sp>
          <p:nvSpPr>
            <p:cNvPr id="18" name="MH_Other_10"/>
            <p:cNvSpPr>
              <a:spLocks noChangeShapeType="1"/>
            </p:cNvSpPr>
            <p:nvPr>
              <p:custDataLst>
                <p:tags r:id="rId11"/>
              </p:custDataLst>
            </p:nvPr>
          </p:nvSpPr>
          <p:spPr bwMode="auto">
            <a:xfrm rot="21307710" flipH="1">
              <a:off x="2830255" y="4022472"/>
              <a:ext cx="465139" cy="470297"/>
            </a:xfrm>
            <a:prstGeom prst="line">
              <a:avLst/>
            </a:prstGeom>
            <a:noFill/>
            <a:ln w="76200">
              <a:solidFill>
                <a:schemeClr val="tx1">
                  <a:lumMod val="50000"/>
                  <a:lumOff val="50000"/>
                </a:schemeClr>
              </a:solidFill>
              <a:rou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sz="1350" dirty="0">
                <a:latin typeface="Impact" panose="020B0806030902050204" pitchFamily="34" charset="0"/>
                <a:ea typeface="微软雅黑" panose="020B0503020204020204" charset="-122"/>
              </a:endParaRPr>
            </a:p>
          </p:txBody>
        </p:sp>
        <p:sp>
          <p:nvSpPr>
            <p:cNvPr id="19" name="MH_Other_11"/>
            <p:cNvSpPr>
              <a:spLocks noChangeShapeType="1"/>
            </p:cNvSpPr>
            <p:nvPr>
              <p:custDataLst>
                <p:tags r:id="rId12"/>
              </p:custDataLst>
            </p:nvPr>
          </p:nvSpPr>
          <p:spPr bwMode="auto">
            <a:xfrm rot="21307710" flipV="1">
              <a:off x="3744657" y="2862803"/>
              <a:ext cx="392113" cy="438150"/>
            </a:xfrm>
            <a:prstGeom prst="line">
              <a:avLst/>
            </a:prstGeom>
            <a:noFill/>
            <a:ln w="76200">
              <a:solidFill>
                <a:srgbClr val="CC99FF"/>
              </a:solidFill>
              <a:rou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sz="1350" dirty="0">
                <a:latin typeface="Impact" panose="020B0806030902050204" pitchFamily="34" charset="0"/>
                <a:ea typeface="微软雅黑" panose="020B0503020204020204" charset="-122"/>
              </a:endParaRPr>
            </a:p>
          </p:txBody>
        </p:sp>
        <p:sp>
          <p:nvSpPr>
            <p:cNvPr id="20" name="MH_Desc_1"/>
            <p:cNvSpPr/>
            <p:nvPr>
              <p:custDataLst>
                <p:tags r:id="rId13"/>
              </p:custDataLst>
            </p:nvPr>
          </p:nvSpPr>
          <p:spPr bwMode="auto">
            <a:xfrm>
              <a:off x="6536708" y="1579572"/>
              <a:ext cx="7095960" cy="3562425"/>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noAutofit/>
            </a:bodyPr>
            <a:lstStyle/>
            <a:p>
              <a:pPr indent="457200" fontAlgn="auto">
                <a:lnSpc>
                  <a:spcPct val="150000"/>
                </a:lnSpc>
              </a:pPr>
              <a:r>
                <a:rPr sz="2000" dirty="0" smtClean="0">
                  <a:solidFill>
                    <a:schemeClr val="tx1"/>
                  </a:solidFill>
                  <a:latin typeface="+mn-ea"/>
                </a:rPr>
                <a:t>工厂方法模式定义了基类的子类用于创建产品。客户只需知道基类的存在，它通过调用基类的方法创建对象（产品），但是基类并不知道如何创建基类，于是基类委托其子类中的覆盖方法进行调用。</a:t>
              </a:r>
            </a:p>
          </p:txBody>
        </p:sp>
      </p:grpSp>
    </p:spTree>
    <p:custDataLst>
      <p:tags r:id="rId1"/>
    </p:custDataLst>
  </p:cSld>
  <p:clrMapOvr>
    <a:masterClrMapping/>
  </p:clrMapOvr>
  <p:transition>
    <p:wheel spokes="3"/>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FF0000"/>
                </a:solidFill>
                <a:sym typeface="+mn-ea"/>
              </a:rPr>
              <a:t>8.5 Web软件设计模式</a:t>
            </a:r>
            <a:r>
              <a:rPr lang="zh-CN" altLang="en-US" dirty="0" smtClean="0">
                <a:solidFill>
                  <a:srgbClr val="FF0000"/>
                </a:solidFill>
              </a:rPr>
              <a:t/>
            </a:r>
            <a:br>
              <a:rPr lang="zh-CN" altLang="en-US" dirty="0" smtClean="0">
                <a:solidFill>
                  <a:srgbClr val="FF0000"/>
                </a:solidFill>
              </a:rPr>
            </a:br>
            <a:endParaRPr lang="zh-CN" altLang="en-US" dirty="0" smtClean="0">
              <a:solidFill>
                <a:srgbClr val="FF0000"/>
              </a:solidFill>
              <a:sym typeface="+mn-ea"/>
            </a:endParaRP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8.5.3 </a:t>
            </a:r>
            <a:r>
              <a:rPr lang="zh-CN" altLang="en-US" sz="2400" dirty="0" smtClean="0">
                <a:solidFill>
                  <a:schemeClr val="tx1"/>
                </a:solidFill>
              </a:rPr>
              <a:t>工厂方法模式和策略模式</a:t>
            </a:r>
          </a:p>
        </p:txBody>
      </p:sp>
      <p:grpSp>
        <p:nvGrpSpPr>
          <p:cNvPr id="7" name="组合 6"/>
          <p:cNvGrpSpPr/>
          <p:nvPr/>
        </p:nvGrpSpPr>
        <p:grpSpPr>
          <a:xfrm>
            <a:off x="2487295" y="2087880"/>
            <a:ext cx="8647430" cy="1379855"/>
            <a:chOff x="1145" y="6438"/>
            <a:chExt cx="13618" cy="2173"/>
          </a:xfrm>
        </p:grpSpPr>
        <p:sp>
          <p:nvSpPr>
            <p:cNvPr id="20" name="Oval 21"/>
            <p:cNvSpPr/>
            <p:nvPr/>
          </p:nvSpPr>
          <p:spPr>
            <a:xfrm>
              <a:off x="1145" y="6496"/>
              <a:ext cx="1223" cy="1223"/>
            </a:xfrm>
            <a:prstGeom prst="ellipse">
              <a:avLst/>
            </a:prstGeom>
            <a:solidFill>
              <a:srgbClr val="EF4150"/>
            </a:solidFill>
            <a:ln w="25400" cap="flat" cmpd="sng" algn="ctr">
              <a:noFill/>
              <a:prstDash val="solid"/>
            </a:ln>
            <a:effectLst/>
          </p:spPr>
          <p:txBody>
            <a:bodyPr anchor="ctr"/>
            <a:lstStyle/>
            <a:p>
              <a:pPr marL="0" marR="0" lvl="0" indent="0" algn="ctr"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prstClr val="white"/>
                </a:solidFill>
                <a:effectLst/>
                <a:uLnTx/>
                <a:uFillTx/>
                <a:latin typeface="微软雅黑" panose="020B0503020204020204" charset="-122"/>
                <a:ea typeface="+mn-ea"/>
                <a:cs typeface="+mn-cs"/>
              </a:endParaRPr>
            </a:p>
          </p:txBody>
        </p:sp>
        <p:sp>
          <p:nvSpPr>
            <p:cNvPr id="19" name="Freeform 7"/>
            <p:cNvSpPr>
              <a:spLocks noEditPoints="1"/>
            </p:cNvSpPr>
            <p:nvPr/>
          </p:nvSpPr>
          <p:spPr bwMode="auto">
            <a:xfrm>
              <a:off x="1437" y="6764"/>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ysClr val="window" lastClr="FFFFFF"/>
            </a:solidFill>
            <a:ln>
              <a:noFill/>
            </a:ln>
          </p:spPr>
          <p:txBody>
            <a:bodyPr lIns="121682" tIns="60841" rIns="121682" bIns="60841"/>
            <a:lstStyle/>
            <a:p>
              <a:pPr marL="0" marR="0" lvl="0" indent="0" algn="l"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srgbClr val="5C5C5C"/>
                </a:solidFill>
                <a:effectLst/>
                <a:uLnTx/>
                <a:uFillTx/>
                <a:latin typeface="微软雅黑" panose="020B0503020204020204" charset="-122"/>
                <a:ea typeface="+mn-ea"/>
                <a:cs typeface="+mn-cs"/>
              </a:endParaRPr>
            </a:p>
          </p:txBody>
        </p:sp>
        <p:sp>
          <p:nvSpPr>
            <p:cNvPr id="27" name="矩形 26"/>
            <p:cNvSpPr/>
            <p:nvPr/>
          </p:nvSpPr>
          <p:spPr>
            <a:xfrm>
              <a:off x="2562" y="6953"/>
              <a:ext cx="12201" cy="1658"/>
            </a:xfrm>
            <a:prstGeom prst="rect">
              <a:avLst/>
            </a:prstGeom>
          </p:spPr>
          <p:txBody>
            <a:bodyPr wrap="square">
              <a:spAutoFit/>
            </a:bodyPr>
            <a:lstStyle/>
            <a:p>
              <a:pPr marL="0" marR="0" lvl="0" indent="0" algn="l" defTabSz="914400" rtl="0" fontAlgn="auto">
                <a:lnSpc>
                  <a:spcPct val="130000"/>
                </a:lnSpc>
                <a:spcBef>
                  <a:spcPts val="0"/>
                </a:spcBef>
                <a:spcAft>
                  <a:spcPts val="0"/>
                </a:spcAft>
                <a:buClrTx/>
                <a:buSzTx/>
                <a:buFontTx/>
                <a:buNone/>
                <a:defRPr/>
              </a:pPr>
              <a:r>
                <a:rPr kumimoji="0" lang="en-US" sz="1600"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       </a:t>
              </a:r>
              <a:r>
                <a:rPr kumimoji="0" sz="1600"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在编程中，产品类的实例化有时候是比较复杂和多变的，通过工厂模式，将产品的实例化封装起来，使得调用者根本无需关心产品的实例化过程，只需依赖工厂即可得到自己想要的产品。</a:t>
              </a:r>
            </a:p>
          </p:txBody>
        </p:sp>
        <p:sp>
          <p:nvSpPr>
            <p:cNvPr id="35859" name="文本框 20"/>
            <p:cNvSpPr txBox="1"/>
            <p:nvPr/>
          </p:nvSpPr>
          <p:spPr>
            <a:xfrm>
              <a:off x="2562" y="6438"/>
              <a:ext cx="7849" cy="658"/>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000" b="1" dirty="0">
                  <a:solidFill>
                    <a:schemeClr val="accent1"/>
                  </a:solidFill>
                  <a:latin typeface="微软雅黑" panose="020B0503020204020204" charset="-122"/>
                  <a:ea typeface="微软雅黑" panose="020B0503020204020204" charset="-122"/>
                </a:rPr>
                <a:t>可以使代码结构清晰，有效地封装变化。</a:t>
              </a:r>
            </a:p>
          </p:txBody>
        </p:sp>
      </p:grpSp>
      <p:grpSp>
        <p:nvGrpSpPr>
          <p:cNvPr id="3" name="组合 2"/>
          <p:cNvGrpSpPr/>
          <p:nvPr/>
        </p:nvGrpSpPr>
        <p:grpSpPr>
          <a:xfrm>
            <a:off x="2487295" y="3601085"/>
            <a:ext cx="9104630" cy="1059815"/>
            <a:chOff x="1145" y="6438"/>
            <a:chExt cx="14338" cy="1669"/>
          </a:xfrm>
        </p:grpSpPr>
        <p:sp>
          <p:nvSpPr>
            <p:cNvPr id="4" name="Oval 21"/>
            <p:cNvSpPr/>
            <p:nvPr/>
          </p:nvSpPr>
          <p:spPr>
            <a:xfrm>
              <a:off x="1145" y="6496"/>
              <a:ext cx="1223" cy="1223"/>
            </a:xfrm>
            <a:prstGeom prst="ellipse">
              <a:avLst/>
            </a:prstGeom>
            <a:solidFill>
              <a:srgbClr val="EF4150"/>
            </a:solidFill>
            <a:ln w="25400" cap="flat" cmpd="sng" algn="ctr">
              <a:noFill/>
              <a:prstDash val="solid"/>
            </a:ln>
            <a:effectLst/>
          </p:spPr>
          <p:txBody>
            <a:bodyPr anchor="ctr"/>
            <a:lstStyle/>
            <a:p>
              <a:pPr marL="0" marR="0" lvl="0" indent="0" algn="ctr"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prstClr val="white"/>
                </a:solidFill>
                <a:effectLst/>
                <a:uLnTx/>
                <a:uFillTx/>
                <a:latin typeface="微软雅黑" panose="020B0503020204020204" charset="-122"/>
                <a:ea typeface="+mn-ea"/>
                <a:cs typeface="+mn-cs"/>
              </a:endParaRPr>
            </a:p>
          </p:txBody>
        </p:sp>
        <p:sp>
          <p:nvSpPr>
            <p:cNvPr id="5" name="Freeform 7"/>
            <p:cNvSpPr>
              <a:spLocks noEditPoints="1"/>
            </p:cNvSpPr>
            <p:nvPr/>
          </p:nvSpPr>
          <p:spPr bwMode="auto">
            <a:xfrm>
              <a:off x="1437" y="6764"/>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ysClr val="window" lastClr="FFFFFF"/>
            </a:solidFill>
            <a:ln>
              <a:noFill/>
            </a:ln>
          </p:spPr>
          <p:txBody>
            <a:bodyPr lIns="121682" tIns="60841" rIns="121682" bIns="60841"/>
            <a:lstStyle/>
            <a:p>
              <a:pPr marL="0" marR="0" lvl="0" indent="0" algn="l"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srgbClr val="5C5C5C"/>
                </a:solidFill>
                <a:effectLst/>
                <a:uLnTx/>
                <a:uFillTx/>
                <a:latin typeface="微软雅黑" panose="020B0503020204020204" charset="-122"/>
                <a:ea typeface="+mn-ea"/>
                <a:cs typeface="+mn-cs"/>
              </a:endParaRPr>
            </a:p>
          </p:txBody>
        </p:sp>
        <p:sp>
          <p:nvSpPr>
            <p:cNvPr id="6" name="矩形 5"/>
            <p:cNvSpPr/>
            <p:nvPr/>
          </p:nvSpPr>
          <p:spPr>
            <a:xfrm>
              <a:off x="2562" y="6953"/>
              <a:ext cx="12921" cy="1154"/>
            </a:xfrm>
            <a:prstGeom prst="rect">
              <a:avLst/>
            </a:prstGeom>
          </p:spPr>
          <p:txBody>
            <a:bodyPr wrap="square">
              <a:spAutoFit/>
            </a:bodyPr>
            <a:lstStyle/>
            <a:p>
              <a:pPr marL="0" marR="0" lvl="0" indent="0" algn="l" defTabSz="914400" rtl="0" fontAlgn="auto">
                <a:lnSpc>
                  <a:spcPct val="130000"/>
                </a:lnSpc>
                <a:spcBef>
                  <a:spcPts val="0"/>
                </a:spcBef>
                <a:spcAft>
                  <a:spcPts val="0"/>
                </a:spcAft>
                <a:buClrTx/>
                <a:buSzTx/>
                <a:buFontTx/>
                <a:buNone/>
                <a:defRPr/>
              </a:pPr>
              <a:r>
                <a:rPr kumimoji="0" lang="en-US" sz="1600"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       </a:t>
              </a:r>
              <a:r>
                <a:rPr kumimoji="0" sz="1600"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如果使用工厂模式，调用者只关心产品的接口就可以了，至于产品的具体实现，调用者根本无需关心。即使变更了具体的实现，对调用者来说也没有任何影响。</a:t>
              </a:r>
            </a:p>
          </p:txBody>
        </p:sp>
        <p:sp>
          <p:nvSpPr>
            <p:cNvPr id="8" name="文本框 20"/>
            <p:cNvSpPr txBox="1"/>
            <p:nvPr/>
          </p:nvSpPr>
          <p:spPr>
            <a:xfrm>
              <a:off x="2562" y="6438"/>
              <a:ext cx="7561" cy="658"/>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000" b="1" dirty="0">
                  <a:solidFill>
                    <a:schemeClr val="accent1"/>
                  </a:solidFill>
                  <a:latin typeface="微软雅黑" panose="020B0503020204020204" charset="-122"/>
                  <a:ea typeface="微软雅黑" panose="020B0503020204020204" charset="-122"/>
                </a:rPr>
                <a:t>对调用者屏蔽具体的产品类。</a:t>
              </a:r>
            </a:p>
          </p:txBody>
        </p:sp>
      </p:grpSp>
      <p:grpSp>
        <p:nvGrpSpPr>
          <p:cNvPr id="9" name="组合 8"/>
          <p:cNvGrpSpPr/>
          <p:nvPr/>
        </p:nvGrpSpPr>
        <p:grpSpPr>
          <a:xfrm>
            <a:off x="2487295" y="4809490"/>
            <a:ext cx="8999855" cy="1379855"/>
            <a:chOff x="1145" y="6438"/>
            <a:chExt cx="14173" cy="2173"/>
          </a:xfrm>
        </p:grpSpPr>
        <p:sp>
          <p:nvSpPr>
            <p:cNvPr id="10" name="Oval 21"/>
            <p:cNvSpPr/>
            <p:nvPr/>
          </p:nvSpPr>
          <p:spPr>
            <a:xfrm>
              <a:off x="1145" y="6496"/>
              <a:ext cx="1223" cy="1223"/>
            </a:xfrm>
            <a:prstGeom prst="ellipse">
              <a:avLst/>
            </a:prstGeom>
            <a:solidFill>
              <a:srgbClr val="EF4150"/>
            </a:solidFill>
            <a:ln w="25400" cap="flat" cmpd="sng" algn="ctr">
              <a:noFill/>
              <a:prstDash val="solid"/>
            </a:ln>
            <a:effectLst/>
          </p:spPr>
          <p:txBody>
            <a:bodyPr anchor="ctr"/>
            <a:lstStyle/>
            <a:p>
              <a:pPr marL="0" marR="0" lvl="0" indent="0" algn="ctr"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prstClr val="white"/>
                </a:solidFill>
                <a:effectLst/>
                <a:uLnTx/>
                <a:uFillTx/>
                <a:latin typeface="微软雅黑" panose="020B0503020204020204" charset="-122"/>
                <a:ea typeface="+mn-ea"/>
                <a:cs typeface="+mn-cs"/>
              </a:endParaRPr>
            </a:p>
          </p:txBody>
        </p:sp>
        <p:sp>
          <p:nvSpPr>
            <p:cNvPr id="11" name="Freeform 7"/>
            <p:cNvSpPr>
              <a:spLocks noEditPoints="1"/>
            </p:cNvSpPr>
            <p:nvPr/>
          </p:nvSpPr>
          <p:spPr bwMode="auto">
            <a:xfrm>
              <a:off x="1437" y="6764"/>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ysClr val="window" lastClr="FFFFFF"/>
            </a:solidFill>
            <a:ln>
              <a:noFill/>
            </a:ln>
          </p:spPr>
          <p:txBody>
            <a:bodyPr lIns="121682" tIns="60841" rIns="121682" bIns="60841"/>
            <a:lstStyle/>
            <a:p>
              <a:pPr marL="0" marR="0" lvl="0" indent="0" algn="l"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srgbClr val="5C5C5C"/>
                </a:solidFill>
                <a:effectLst/>
                <a:uLnTx/>
                <a:uFillTx/>
                <a:latin typeface="微软雅黑" panose="020B0503020204020204" charset="-122"/>
                <a:ea typeface="+mn-ea"/>
                <a:cs typeface="+mn-cs"/>
              </a:endParaRPr>
            </a:p>
          </p:txBody>
        </p:sp>
        <p:sp>
          <p:nvSpPr>
            <p:cNvPr id="12" name="矩形 11"/>
            <p:cNvSpPr/>
            <p:nvPr/>
          </p:nvSpPr>
          <p:spPr>
            <a:xfrm>
              <a:off x="2562" y="6953"/>
              <a:ext cx="12756" cy="1658"/>
            </a:xfrm>
            <a:prstGeom prst="rect">
              <a:avLst/>
            </a:prstGeom>
          </p:spPr>
          <p:txBody>
            <a:bodyPr wrap="square">
              <a:spAutoFit/>
            </a:bodyPr>
            <a:lstStyle/>
            <a:p>
              <a:pPr marL="0" marR="0" lvl="0" indent="0" algn="l" defTabSz="914400" rtl="0" fontAlgn="auto">
                <a:lnSpc>
                  <a:spcPct val="130000"/>
                </a:lnSpc>
                <a:spcBef>
                  <a:spcPts val="0"/>
                </a:spcBef>
                <a:spcAft>
                  <a:spcPts val="0"/>
                </a:spcAft>
                <a:buClrTx/>
                <a:buSzTx/>
                <a:buFontTx/>
                <a:buNone/>
                <a:defRPr/>
              </a:pPr>
              <a:r>
                <a:rPr kumimoji="0" lang="en-US" sz="1600"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       </a:t>
              </a:r>
              <a:r>
                <a:rPr kumimoji="0" sz="1600"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产品类的实例化通常是很复杂的，它需要依赖很多的类，而这些类对于调用者来说根本无需知道。如果使用了工厂方法，只要实例化产品类，然后交给调用者使用。对调用者来说，产品所依赖的类都是透明的。</a:t>
              </a:r>
            </a:p>
          </p:txBody>
        </p:sp>
        <p:sp>
          <p:nvSpPr>
            <p:cNvPr id="13" name="文本框 20"/>
            <p:cNvSpPr txBox="1"/>
            <p:nvPr/>
          </p:nvSpPr>
          <p:spPr>
            <a:xfrm>
              <a:off x="2562" y="6438"/>
              <a:ext cx="3745" cy="658"/>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2000" b="1" dirty="0">
                  <a:solidFill>
                    <a:schemeClr val="accent1"/>
                  </a:solidFill>
                  <a:latin typeface="微软雅黑" panose="020B0503020204020204" charset="-122"/>
                  <a:ea typeface="微软雅黑" panose="020B0503020204020204" charset="-122"/>
                </a:rPr>
                <a:t>降低耦合度。</a:t>
              </a:r>
            </a:p>
          </p:txBody>
        </p:sp>
      </p:grpSp>
      <p:grpSp>
        <p:nvGrpSpPr>
          <p:cNvPr id="33" name="组合 32"/>
          <p:cNvGrpSpPr/>
          <p:nvPr/>
        </p:nvGrpSpPr>
        <p:grpSpPr>
          <a:xfrm>
            <a:off x="409575" y="3084195"/>
            <a:ext cx="1905000" cy="1335405"/>
            <a:chOff x="881" y="2735"/>
            <a:chExt cx="3000" cy="2103"/>
          </a:xfrm>
        </p:grpSpPr>
        <p:sp>
          <p:nvSpPr>
            <p:cNvPr id="167" name="圆角矩形"/>
            <p:cNvSpPr/>
            <p:nvPr/>
          </p:nvSpPr>
          <p:spPr>
            <a:xfrm>
              <a:off x="1188" y="3071"/>
              <a:ext cx="2693" cy="1767"/>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15"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sp>
          <p:nvSpPr>
            <p:cNvPr id="35" name="文本框 34"/>
            <p:cNvSpPr txBox="1"/>
            <p:nvPr/>
          </p:nvSpPr>
          <p:spPr>
            <a:xfrm>
              <a:off x="1597" y="3217"/>
              <a:ext cx="2134" cy="1585"/>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lang="en-US" altLang="zh-CN" sz="1600" dirty="0">
                  <a:solidFill>
                    <a:schemeClr val="bg2">
                      <a:lumMod val="50000"/>
                    </a:schemeClr>
                  </a:solidFill>
                  <a:sym typeface="+mn-ea"/>
                </a:rPr>
                <a:t> </a:t>
              </a:r>
              <a:r>
                <a:rPr sz="1600" dirty="0">
                  <a:latin typeface="微软雅黑" panose="020B0503020204020204" charset="-122"/>
                  <a:ea typeface="微软雅黑" panose="020B0503020204020204" charset="-122"/>
                  <a:sym typeface="+mn-ea"/>
                </a:rPr>
                <a:t> </a:t>
              </a:r>
              <a:r>
                <a:rPr lang="en-US" sz="1600" dirty="0">
                  <a:latin typeface="微软雅黑" panose="020B0503020204020204" charset="-122"/>
                  <a:ea typeface="微软雅黑" panose="020B0503020204020204" charset="-122"/>
                  <a:sym typeface="+mn-ea"/>
                </a:rPr>
                <a:t> </a:t>
              </a:r>
              <a:r>
                <a:rPr dirty="0">
                  <a:solidFill>
                    <a:schemeClr val="tx1"/>
                  </a:solidFill>
                  <a:latin typeface="微软雅黑" panose="020B0503020204020204" charset="-122"/>
                  <a:ea typeface="微软雅黑" panose="020B0503020204020204" charset="-122"/>
                  <a:sym typeface="+mn-ea"/>
                </a:rPr>
                <a:t>工厂方法模式的主要优点</a:t>
              </a:r>
              <a:r>
                <a:rPr lang="zh-CN" dirty="0">
                  <a:solidFill>
                    <a:schemeClr val="tx1"/>
                  </a:solidFill>
                  <a:latin typeface="微软雅黑" panose="020B0503020204020204" charset="-122"/>
                  <a:ea typeface="微软雅黑" panose="020B0503020204020204" charset="-122"/>
                  <a:sym typeface="+mn-ea"/>
                </a:rPr>
                <a:t>：</a:t>
              </a:r>
            </a:p>
          </p:txBody>
        </p:sp>
      </p:grpSp>
    </p:spTree>
    <p:custDataLst>
      <p:tags r:id="rId1"/>
    </p:custDataLst>
  </p:cSld>
  <p:clrMapOvr>
    <a:masterClrMapping/>
  </p:clrMapOvr>
  <p:transition>
    <p:wheel spokes="3"/>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to="" calcmode="lin" valueType="num">
                                      <p:cBhvr>
                                        <p:cTn id="7" dur="1" fill="hold"/>
                                        <p:tgtEl>
                                          <p:spTgt spid="7"/>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 to="" calcmode="lin" valueType="num">
                                      <p:cBhvr>
                                        <p:cTn id="12" dur="1" fill="hold"/>
                                        <p:tgtEl>
                                          <p:spTgt spid="3"/>
                                        </p:tgtEl>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 to="" calcmode="lin" valueType="num">
                                      <p:cBhvr>
                                        <p:cTn id="17" dur="1" fill="hold"/>
                                        <p:tgtEl>
                                          <p:spTgt spid="9"/>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FF0000"/>
                </a:solidFill>
                <a:sym typeface="+mn-ea"/>
              </a:rPr>
              <a:t>8.5 Web软件设计模式</a:t>
            </a:r>
            <a:r>
              <a:rPr lang="zh-CN" altLang="en-US" dirty="0" smtClean="0">
                <a:solidFill>
                  <a:srgbClr val="FF0000"/>
                </a:solidFill>
              </a:rPr>
              <a:t/>
            </a:r>
            <a:br>
              <a:rPr lang="zh-CN" altLang="en-US" dirty="0" smtClean="0">
                <a:solidFill>
                  <a:srgbClr val="FF0000"/>
                </a:solidFill>
              </a:rPr>
            </a:br>
            <a:endParaRPr lang="zh-CN" altLang="en-US" dirty="0" smtClean="0">
              <a:solidFill>
                <a:srgbClr val="FF0000"/>
              </a:solidFill>
              <a:sym typeface="+mn-ea"/>
            </a:endParaRP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8.5.3 </a:t>
            </a:r>
            <a:r>
              <a:rPr lang="zh-CN" altLang="en-US" sz="2400" dirty="0" smtClean="0">
                <a:solidFill>
                  <a:schemeClr val="tx1"/>
                </a:solidFill>
              </a:rPr>
              <a:t>工厂方法模式和策略模式</a:t>
            </a:r>
          </a:p>
        </p:txBody>
      </p:sp>
      <p:grpSp>
        <p:nvGrpSpPr>
          <p:cNvPr id="3" name="组合 2"/>
          <p:cNvGrpSpPr/>
          <p:nvPr/>
        </p:nvGrpSpPr>
        <p:grpSpPr>
          <a:xfrm>
            <a:off x="722499" y="2657321"/>
            <a:ext cx="10795000" cy="1882140"/>
            <a:chOff x="1630" y="5726"/>
            <a:chExt cx="17000" cy="2964"/>
          </a:xfrm>
        </p:grpSpPr>
        <p:cxnSp>
          <p:nvCxnSpPr>
            <p:cNvPr id="4" name="MH_Other_1"/>
            <p:cNvCxnSpPr/>
            <p:nvPr/>
          </p:nvCxnSpPr>
          <p:spPr>
            <a:xfrm flipH="1">
              <a:off x="2470" y="6041"/>
              <a:ext cx="1545" cy="145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5"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6" name="MH_SubTitle_1"/>
            <p:cNvSpPr txBox="1">
              <a:spLocks noChangeArrowheads="1"/>
            </p:cNvSpPr>
            <p:nvPr/>
          </p:nvSpPr>
          <p:spPr bwMode="auto">
            <a:xfrm>
              <a:off x="3207" y="6381"/>
              <a:ext cx="15423" cy="2309"/>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2060"/>
                  </a:solidFill>
                </a:rPr>
                <a:t>工厂接口</a:t>
              </a:r>
            </a:p>
            <a:p>
              <a:pPr indent="457200" fontAlgn="auto">
                <a:lnSpc>
                  <a:spcPct val="120000"/>
                </a:lnSpc>
              </a:pPr>
              <a:r>
                <a:rPr lang="zh-CN" altLang="en-US" dirty="0">
                  <a:ea typeface="微软雅黑" panose="020B0503020204020204" charset="-122"/>
                </a:rPr>
                <a:t>工厂接口是工厂方法模式的核心，与调用者直接交互用来提供产品。在实际编程中，有时候也会使用一个抽象类来作为与调用者交互的接口，其本质上是一样的。</a:t>
              </a:r>
            </a:p>
          </p:txBody>
        </p:sp>
        <p:sp>
          <p:nvSpPr>
            <p:cNvPr id="7"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2060"/>
                  </a:solidFill>
                  <a:latin typeface="Agency FB" panose="020B0503020202020204" pitchFamily="34" charset="0"/>
                  <a:ea typeface="微软雅黑" panose="020B0503020204020204" charset="-122"/>
                </a:rPr>
                <a:t>1</a:t>
              </a:r>
            </a:p>
          </p:txBody>
        </p:sp>
      </p:grpSp>
      <p:grpSp>
        <p:nvGrpSpPr>
          <p:cNvPr id="8" name="组合 7"/>
          <p:cNvGrpSpPr/>
          <p:nvPr/>
        </p:nvGrpSpPr>
        <p:grpSpPr>
          <a:xfrm>
            <a:off x="698369" y="4661228"/>
            <a:ext cx="10819130" cy="1456690"/>
            <a:chOff x="1840" y="2871"/>
            <a:chExt cx="17038" cy="2294"/>
          </a:xfrm>
        </p:grpSpPr>
        <p:cxnSp>
          <p:nvCxnSpPr>
            <p:cNvPr id="9" name="MH_Other_4"/>
            <p:cNvCxnSpPr/>
            <p:nvPr/>
          </p:nvCxnSpPr>
          <p:spPr>
            <a:xfrm flipH="1">
              <a:off x="2680" y="3183"/>
              <a:ext cx="1545" cy="145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1" name="MH_SubTitle_2"/>
            <p:cNvSpPr txBox="1">
              <a:spLocks noChangeArrowheads="1"/>
            </p:cNvSpPr>
            <p:nvPr/>
          </p:nvSpPr>
          <p:spPr bwMode="auto">
            <a:xfrm>
              <a:off x="3455" y="3183"/>
              <a:ext cx="15423" cy="1982"/>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C00000"/>
                  </a:solidFill>
                  <a:ea typeface="微软雅黑" panose="020B0503020204020204" charset="-122"/>
                </a:rPr>
                <a:t>工厂实现</a:t>
              </a:r>
            </a:p>
            <a:p>
              <a:pPr indent="457200" fontAlgn="auto">
                <a:lnSpc>
                  <a:spcPct val="120000"/>
                </a:lnSpc>
              </a:pPr>
              <a:r>
                <a:rPr lang="zh-CN" altLang="en-US" dirty="0">
                  <a:solidFill>
                    <a:schemeClr val="tx1"/>
                  </a:solidFill>
                  <a:ea typeface="微软雅黑" panose="020B0503020204020204" charset="-122"/>
                </a:rPr>
                <a:t>在编程中，工厂实现决定如何实例化产品，是实现扩展的途径，需要有多少种产品，就需要有多少个具体的工厂实现。</a:t>
              </a:r>
            </a:p>
          </p:txBody>
        </p:sp>
        <p:sp>
          <p:nvSpPr>
            <p:cNvPr id="12"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C00000"/>
                  </a:solidFill>
                  <a:latin typeface="Agency FB" panose="020B0503020202020204" pitchFamily="34" charset="0"/>
                  <a:ea typeface="微软雅黑" panose="020B0503020204020204" charset="-122"/>
                </a:rPr>
                <a:t>2</a:t>
              </a:r>
            </a:p>
          </p:txBody>
        </p:sp>
      </p:grpSp>
      <p:grpSp>
        <p:nvGrpSpPr>
          <p:cNvPr id="33" name="组合 32"/>
          <p:cNvGrpSpPr/>
          <p:nvPr/>
        </p:nvGrpSpPr>
        <p:grpSpPr>
          <a:xfrm>
            <a:off x="419100" y="2055495"/>
            <a:ext cx="4943475" cy="791845"/>
            <a:chOff x="881" y="2735"/>
            <a:chExt cx="7785" cy="1247"/>
          </a:xfrm>
        </p:grpSpPr>
        <p:sp>
          <p:nvSpPr>
            <p:cNvPr id="167" name="圆角矩形"/>
            <p:cNvSpPr/>
            <p:nvPr/>
          </p:nvSpPr>
          <p:spPr>
            <a:xfrm>
              <a:off x="1188" y="3071"/>
              <a:ext cx="7478" cy="911"/>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15"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sp>
          <p:nvSpPr>
            <p:cNvPr id="35" name="文本框 34"/>
            <p:cNvSpPr txBox="1"/>
            <p:nvPr/>
          </p:nvSpPr>
          <p:spPr>
            <a:xfrm>
              <a:off x="1597" y="3217"/>
              <a:ext cx="5917" cy="619"/>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lang="en-US" altLang="zh-CN" sz="1600" dirty="0">
                  <a:solidFill>
                    <a:schemeClr val="bg2">
                      <a:lumMod val="50000"/>
                    </a:schemeClr>
                  </a:solidFill>
                  <a:sym typeface="+mn-ea"/>
                </a:rPr>
                <a:t> </a:t>
              </a:r>
              <a:r>
                <a:rPr sz="1600" dirty="0">
                  <a:latin typeface="微软雅黑" panose="020B0503020204020204" charset="-122"/>
                  <a:ea typeface="微软雅黑" panose="020B0503020204020204" charset="-122"/>
                  <a:sym typeface="+mn-ea"/>
                </a:rPr>
                <a:t> </a:t>
              </a:r>
              <a:r>
                <a:rPr lang="en-US" sz="1600" dirty="0">
                  <a:latin typeface="微软雅黑" panose="020B0503020204020204" charset="-122"/>
                  <a:ea typeface="微软雅黑" panose="020B0503020204020204" charset="-122"/>
                  <a:sym typeface="+mn-ea"/>
                </a:rPr>
                <a:t> </a:t>
              </a:r>
              <a:r>
                <a:rPr dirty="0">
                  <a:solidFill>
                    <a:schemeClr val="tx1"/>
                  </a:solidFill>
                  <a:latin typeface="微软雅黑" panose="020B0503020204020204" charset="-122"/>
                  <a:ea typeface="微软雅黑" panose="020B0503020204020204" charset="-122"/>
                  <a:sym typeface="+mn-ea"/>
                </a:rPr>
                <a:t>工厂方法模式有4个要素</a:t>
              </a:r>
              <a:r>
                <a:rPr lang="zh-CN" dirty="0">
                  <a:solidFill>
                    <a:schemeClr val="tx1"/>
                  </a:solidFill>
                  <a:latin typeface="微软雅黑" panose="020B0503020204020204" charset="-122"/>
                  <a:ea typeface="微软雅黑" panose="020B0503020204020204" charset="-122"/>
                  <a:sym typeface="+mn-ea"/>
                </a:rPr>
                <a:t>：</a:t>
              </a:r>
            </a:p>
          </p:txBody>
        </p:sp>
      </p:grpSp>
    </p:spTree>
    <p:custDataLst>
      <p:tags r:id="rId1"/>
    </p:custDataLst>
  </p:cSld>
  <p:clrMapOvr>
    <a:masterClrMapping/>
  </p:clrMapOvr>
  <p:transition>
    <p:wheel spokes="3"/>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FF0000"/>
                </a:solidFill>
                <a:sym typeface="+mn-ea"/>
              </a:rPr>
              <a:t>8.5 Web软件设计模式</a:t>
            </a:r>
            <a:r>
              <a:rPr lang="zh-CN" altLang="en-US" dirty="0" smtClean="0">
                <a:solidFill>
                  <a:srgbClr val="FF0000"/>
                </a:solidFill>
              </a:rPr>
              <a:t/>
            </a:r>
            <a:br>
              <a:rPr lang="zh-CN" altLang="en-US" dirty="0" smtClean="0">
                <a:solidFill>
                  <a:srgbClr val="FF0000"/>
                </a:solidFill>
              </a:rPr>
            </a:br>
            <a:endParaRPr lang="zh-CN" altLang="en-US" dirty="0" smtClean="0">
              <a:solidFill>
                <a:srgbClr val="FF0000"/>
              </a:solidFill>
              <a:sym typeface="+mn-ea"/>
            </a:endParaRP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8.5.3 </a:t>
            </a:r>
            <a:r>
              <a:rPr lang="zh-CN" altLang="en-US" sz="2400" dirty="0" smtClean="0">
                <a:solidFill>
                  <a:schemeClr val="tx1"/>
                </a:solidFill>
              </a:rPr>
              <a:t>工厂方法模式和策略模式</a:t>
            </a:r>
          </a:p>
        </p:txBody>
      </p:sp>
      <p:grpSp>
        <p:nvGrpSpPr>
          <p:cNvPr id="3" name="组合 2"/>
          <p:cNvGrpSpPr/>
          <p:nvPr/>
        </p:nvGrpSpPr>
        <p:grpSpPr>
          <a:xfrm>
            <a:off x="686304" y="4735676"/>
            <a:ext cx="10843260" cy="1666240"/>
            <a:chOff x="1630" y="5726"/>
            <a:chExt cx="17076" cy="2624"/>
          </a:xfrm>
        </p:grpSpPr>
        <p:cxnSp>
          <p:nvCxnSpPr>
            <p:cNvPr id="4" name="MH_Other_1"/>
            <p:cNvCxnSpPr/>
            <p:nvPr/>
          </p:nvCxnSpPr>
          <p:spPr>
            <a:xfrm flipH="1">
              <a:off x="2470" y="6041"/>
              <a:ext cx="1545" cy="1450"/>
            </a:xfrm>
            <a:prstGeom prst="line">
              <a:avLst/>
            </a:prstGeom>
            <a:ln w="381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5"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6" name="MH_SubTitle_1"/>
            <p:cNvSpPr txBox="1">
              <a:spLocks noChangeArrowheads="1"/>
            </p:cNvSpPr>
            <p:nvPr/>
          </p:nvSpPr>
          <p:spPr bwMode="auto">
            <a:xfrm>
              <a:off x="3283" y="6041"/>
              <a:ext cx="15423" cy="2309"/>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3">
                      <a:lumMod val="75000"/>
                    </a:schemeClr>
                  </a:solidFill>
                  <a:sym typeface="+mn-ea"/>
                </a:rPr>
                <a:t>产</a:t>
              </a:r>
              <a:r>
                <a:rPr lang="zh-CN" altLang="en-US" sz="2000" b="1" dirty="0">
                  <a:solidFill>
                    <a:schemeClr val="accent3">
                      <a:lumMod val="75000"/>
                    </a:schemeClr>
                  </a:solidFill>
                </a:rPr>
                <a:t>品实现</a:t>
              </a:r>
            </a:p>
            <a:p>
              <a:pPr indent="457200" fontAlgn="auto">
                <a:lnSpc>
                  <a:spcPct val="120000"/>
                </a:lnSpc>
              </a:pPr>
              <a:r>
                <a:rPr lang="zh-CN" altLang="en-US" dirty="0">
                  <a:ea typeface="微软雅黑" panose="020B0503020204020204" charset="-122"/>
                </a:rPr>
                <a:t>实现产品接口的具体类，决定了产品在客户端中的具体行为。</a:t>
              </a:r>
            </a:p>
          </p:txBody>
        </p:sp>
        <p:sp>
          <p:nvSpPr>
            <p:cNvPr id="7"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chemeClr val="accent3">
                      <a:lumMod val="75000"/>
                    </a:schemeClr>
                  </a:solidFill>
                  <a:latin typeface="Agency FB" panose="020B0503020202020204" pitchFamily="34" charset="0"/>
                  <a:ea typeface="微软雅黑" panose="020B0503020204020204" charset="-122"/>
                </a:rPr>
                <a:t>4</a:t>
              </a:r>
            </a:p>
          </p:txBody>
        </p:sp>
      </p:grpSp>
      <p:grpSp>
        <p:nvGrpSpPr>
          <p:cNvPr id="8" name="组合 7"/>
          <p:cNvGrpSpPr/>
          <p:nvPr/>
        </p:nvGrpSpPr>
        <p:grpSpPr>
          <a:xfrm>
            <a:off x="662174" y="2112338"/>
            <a:ext cx="10867390" cy="2571750"/>
            <a:chOff x="1840" y="2871"/>
            <a:chExt cx="17114" cy="4050"/>
          </a:xfrm>
        </p:grpSpPr>
        <p:cxnSp>
          <p:nvCxnSpPr>
            <p:cNvPr id="9" name="MH_Other_4"/>
            <p:cNvCxnSpPr/>
            <p:nvPr/>
          </p:nvCxnSpPr>
          <p:spPr>
            <a:xfrm flipH="1">
              <a:off x="2680" y="3183"/>
              <a:ext cx="1545" cy="1450"/>
            </a:xfrm>
            <a:prstGeom prst="line">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0"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1" name="MH_SubTitle_2"/>
            <p:cNvSpPr txBox="1">
              <a:spLocks noChangeArrowheads="1"/>
            </p:cNvSpPr>
            <p:nvPr/>
          </p:nvSpPr>
          <p:spPr bwMode="auto">
            <a:xfrm>
              <a:off x="3455" y="3845"/>
              <a:ext cx="15499" cy="3076"/>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6">
                      <a:lumMod val="75000"/>
                    </a:schemeClr>
                  </a:solidFill>
                  <a:ea typeface="微软雅黑" panose="020B0503020204020204" charset="-122"/>
                </a:rPr>
                <a:t>产品接口</a:t>
              </a:r>
            </a:p>
            <a:p>
              <a:pPr indent="457200" fontAlgn="auto">
                <a:lnSpc>
                  <a:spcPct val="120000"/>
                </a:lnSpc>
              </a:pPr>
              <a:r>
                <a:rPr lang="zh-CN" altLang="en-US" dirty="0">
                  <a:solidFill>
                    <a:schemeClr val="tx1"/>
                  </a:solidFill>
                  <a:ea typeface="微软雅黑" panose="020B0503020204020204" charset="-122"/>
                </a:rPr>
                <a:t>产品接口的主要目的是定义产品的规范，所有的产品实现都必须遵循产品接口定义的规范。产品接口是调用者最为关心的，产品接口定义的优劣直接决定了调用者代码的稳定性。同样，产品接口也可以用抽象类来代替。如果是采用抽象类设计实现，就需要用子类继承，但要注意，最好不要违反里氏替换原则。里氏替换原则就是子类可以扩展父类的功能，但不能改变父类原有的功能，即子类中可以增加自己特有的方法，子类可以实现父类的抽象方法，但不能覆盖父类的非抽象方法。</a:t>
              </a:r>
            </a:p>
          </p:txBody>
        </p:sp>
        <p:sp>
          <p:nvSpPr>
            <p:cNvPr id="12"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chemeClr val="accent6">
                      <a:lumMod val="75000"/>
                    </a:schemeClr>
                  </a:solidFill>
                  <a:latin typeface="Agency FB" panose="020B0503020202020204" pitchFamily="34" charset="0"/>
                  <a:ea typeface="微软雅黑" panose="020B0503020204020204" charset="-122"/>
                </a:rPr>
                <a:t>3</a:t>
              </a:r>
            </a:p>
          </p:txBody>
        </p:sp>
      </p:grpSp>
    </p:spTree>
    <p:custDataLst>
      <p:tags r:id="rId1"/>
    </p:custDataLst>
  </p:cSld>
  <p:clrMapOvr>
    <a:masterClrMapping/>
  </p:clrMapOvr>
  <p:transition>
    <p:wheel spokes="3"/>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FF0000"/>
                </a:solidFill>
                <a:sym typeface="+mn-ea"/>
              </a:rPr>
              <a:t>8.5 Web软件设计模式</a:t>
            </a:r>
            <a:r>
              <a:rPr lang="zh-CN" altLang="en-US" dirty="0" smtClean="0">
                <a:solidFill>
                  <a:srgbClr val="FF0000"/>
                </a:solidFill>
              </a:rPr>
              <a:t/>
            </a:r>
            <a:br>
              <a:rPr lang="zh-CN" altLang="en-US" dirty="0" smtClean="0">
                <a:solidFill>
                  <a:srgbClr val="FF0000"/>
                </a:solidFill>
              </a:rPr>
            </a:br>
            <a:endParaRPr lang="zh-CN" altLang="en-US" dirty="0" smtClean="0">
              <a:solidFill>
                <a:srgbClr val="FF0000"/>
              </a:solidFill>
              <a:sym typeface="+mn-ea"/>
            </a:endParaRP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8.5.3 </a:t>
            </a:r>
            <a:r>
              <a:rPr lang="zh-CN" altLang="en-US" sz="2400" dirty="0" smtClean="0">
                <a:solidFill>
                  <a:schemeClr val="tx1"/>
                </a:solidFill>
              </a:rPr>
              <a:t>工厂方法模式和策略模式</a:t>
            </a:r>
          </a:p>
        </p:txBody>
      </p:sp>
      <p:grpSp>
        <p:nvGrpSpPr>
          <p:cNvPr id="6" name="组合 5"/>
          <p:cNvGrpSpPr/>
          <p:nvPr/>
        </p:nvGrpSpPr>
        <p:grpSpPr>
          <a:xfrm>
            <a:off x="897255" y="1976120"/>
            <a:ext cx="10037445" cy="4274185"/>
            <a:chOff x="1413" y="3112"/>
            <a:chExt cx="15807" cy="6731"/>
          </a:xfrm>
        </p:grpSpPr>
        <p:sp>
          <p:nvSpPr>
            <p:cNvPr id="3" name="MH_Text_1"/>
            <p:cNvSpPr/>
            <p:nvPr>
              <p:custDataLst>
                <p:tags r:id="rId2"/>
              </p:custDataLst>
            </p:nvPr>
          </p:nvSpPr>
          <p:spPr bwMode="auto">
            <a:xfrm>
              <a:off x="2940" y="3488"/>
              <a:ext cx="13319" cy="3824"/>
            </a:xfrm>
            <a:custGeom>
              <a:avLst/>
              <a:gdLst>
                <a:gd name="T0" fmla="*/ 0 w 3882059"/>
                <a:gd name="T1" fmla="*/ 0 h 805263"/>
                <a:gd name="T2" fmla="*/ 18915162 w 3882059"/>
                <a:gd name="T3" fmla="*/ 0 h 805263"/>
                <a:gd name="T4" fmla="*/ 18915162 w 3882059"/>
                <a:gd name="T5" fmla="*/ 12673249 h 805263"/>
                <a:gd name="T6" fmla="*/ 0 w 3882059"/>
                <a:gd name="T7" fmla="*/ 12673249 h 805263"/>
                <a:gd name="T8" fmla="*/ 0 60000 65536"/>
                <a:gd name="T9" fmla="*/ 0 60000 65536"/>
                <a:gd name="T10" fmla="*/ 0 60000 65536"/>
                <a:gd name="T11" fmla="*/ 0 60000 65536"/>
                <a:gd name="T12" fmla="*/ 0 w 3882059"/>
                <a:gd name="T13" fmla="*/ 0 h 805263"/>
                <a:gd name="T14" fmla="*/ 3882059 w 3882059"/>
                <a:gd name="T15" fmla="*/ 805263 h 805263"/>
              </a:gdLst>
              <a:ahLst/>
              <a:cxnLst>
                <a:cxn ang="T8">
                  <a:pos x="T0" y="T1"/>
                </a:cxn>
                <a:cxn ang="T9">
                  <a:pos x="T2" y="T3"/>
                </a:cxn>
                <a:cxn ang="T10">
                  <a:pos x="T4" y="T5"/>
                </a:cxn>
                <a:cxn ang="T11">
                  <a:pos x="T6" y="T7"/>
                </a:cxn>
              </a:cxnLst>
              <a:rect l="T12" t="T13" r="T14" b="T15"/>
              <a:pathLst>
                <a:path w="3882059" h="805263">
                  <a:moveTo>
                    <a:pt x="0" y="0"/>
                  </a:moveTo>
                  <a:lnTo>
                    <a:pt x="3882059" y="0"/>
                  </a:lnTo>
                  <a:lnTo>
                    <a:pt x="3882059" y="805263"/>
                  </a:lnTo>
                  <a:lnTo>
                    <a:pt x="0" y="805263"/>
                  </a:lnTo>
                </a:path>
              </a:pathLst>
            </a:custGeom>
            <a:noFill/>
            <a:ln w="12700" algn="ctr">
              <a:solidFill>
                <a:srgbClr val="00B0F0"/>
              </a:solidFill>
              <a:prstDash val="dash"/>
              <a:miter lim="800000"/>
            </a:ln>
          </p:spPr>
          <p:txBody>
            <a:bodyPr lIns="108000" tIns="46800" rIns="108000" bIns="46800" anchor="ctr"/>
            <a:lstStyle/>
            <a:p>
              <a:pPr indent="457200">
                <a:lnSpc>
                  <a:spcPct val="120000"/>
                </a:lnSpc>
              </a:pPr>
              <a:r>
                <a:rPr b="1" smtClean="0">
                  <a:solidFill>
                    <a:srgbClr val="00B050"/>
                  </a:solidFill>
                  <a:latin typeface="+mn-ea"/>
                </a:rPr>
                <a:t>策略模式</a:t>
              </a:r>
              <a:r>
                <a:rPr smtClean="0">
                  <a:latin typeface="+mn-ea"/>
                </a:rPr>
                <a:t>是工厂方法模式的一种变形。它提供了一种用多个行为中的一个行为来配置一个类的方法，即实现某一个功能有多种算法或者策略。我们可以根据环境或者条件的不同，选择不同的算法或者策略来完成该功能。即将这些算法写到一个类中，在该类中提供多个方法，每一个方法对应一个具体的算法。当不同的行为堆砌在一个类中时，用条件语句选择所需的行为。客户端必须知道所有的策略类，并自行决定使用哪一个策略类。那么一个客户要选择一个合适的策略就必须知道这些策略到底有何不同。</a:t>
              </a:r>
            </a:p>
          </p:txBody>
        </p:sp>
        <p:sp>
          <p:nvSpPr>
            <p:cNvPr id="4" name="MH_Other_1"/>
            <p:cNvSpPr txBox="1">
              <a:spLocks noChangeArrowheads="1"/>
            </p:cNvSpPr>
            <p:nvPr>
              <p:custDataLst>
                <p:tags r:id="rId3"/>
              </p:custDataLst>
            </p:nvPr>
          </p:nvSpPr>
          <p:spPr bwMode="auto">
            <a:xfrm>
              <a:off x="1413" y="3112"/>
              <a:ext cx="1563" cy="4448"/>
            </a:xfrm>
            <a:prstGeom prst="rect">
              <a:avLst/>
            </a:prstGeom>
            <a:noFill/>
            <a:ln w="9525">
              <a:noFill/>
              <a:miter lim="800000"/>
            </a:ln>
          </p:spPr>
          <p:txBody>
            <a:bodyPr anchor="ctr"/>
            <a:lstStyle/>
            <a:p>
              <a:pPr algn="ctr" eaLnBrk="1" hangingPunct="1"/>
              <a:r>
                <a:rPr lang="zh-CN" altLang="en-US" sz="4000" b="1" dirty="0" smtClean="0">
                  <a:solidFill>
                    <a:srgbClr val="01AFEE"/>
                  </a:solidFill>
                  <a:latin typeface="MS PMincho" panose="02020600040205080304" pitchFamily="18" charset="-128"/>
                  <a:ea typeface="MS PMincho" panose="02020600040205080304" pitchFamily="18" charset="-128"/>
                </a:rPr>
                <a:t>策略模式</a:t>
              </a:r>
              <a:endParaRPr lang="zh-CN" altLang="en-US" sz="4000" b="1" dirty="0">
                <a:solidFill>
                  <a:srgbClr val="01AFEE"/>
                </a:solidFill>
                <a:latin typeface="MS PMincho" panose="02020600040205080304" pitchFamily="18" charset="-128"/>
                <a:ea typeface="MS PMincho" panose="02020600040205080304" pitchFamily="18" charset="-128"/>
              </a:endParaRPr>
            </a:p>
          </p:txBody>
        </p:sp>
        <p:sp>
          <p:nvSpPr>
            <p:cNvPr id="5" name="MH_Text_2"/>
            <p:cNvSpPr/>
            <p:nvPr>
              <p:custDataLst>
                <p:tags r:id="rId4"/>
              </p:custDataLst>
            </p:nvPr>
          </p:nvSpPr>
          <p:spPr bwMode="auto">
            <a:xfrm>
              <a:off x="1635" y="7487"/>
              <a:ext cx="15585" cy="2356"/>
            </a:xfrm>
            <a:custGeom>
              <a:avLst/>
              <a:gdLst>
                <a:gd name="T0" fmla="*/ 0 w 3882059"/>
                <a:gd name="T1" fmla="*/ 0 h 805263"/>
                <a:gd name="T2" fmla="*/ 18915162 w 3882059"/>
                <a:gd name="T3" fmla="*/ 0 h 805263"/>
                <a:gd name="T4" fmla="*/ 18915162 w 3882059"/>
                <a:gd name="T5" fmla="*/ 12673192 h 805263"/>
                <a:gd name="T6" fmla="*/ 0 w 3882059"/>
                <a:gd name="T7" fmla="*/ 12673192 h 805263"/>
                <a:gd name="T8" fmla="*/ 0 60000 65536"/>
                <a:gd name="T9" fmla="*/ 0 60000 65536"/>
                <a:gd name="T10" fmla="*/ 0 60000 65536"/>
                <a:gd name="T11" fmla="*/ 0 60000 65536"/>
                <a:gd name="T12" fmla="*/ 0 w 3882059"/>
                <a:gd name="T13" fmla="*/ 0 h 805263"/>
                <a:gd name="T14" fmla="*/ 3882059 w 3882059"/>
                <a:gd name="T15" fmla="*/ 805263 h 805263"/>
              </a:gdLst>
              <a:ahLst/>
              <a:cxnLst>
                <a:cxn ang="T8">
                  <a:pos x="T0" y="T1"/>
                </a:cxn>
                <a:cxn ang="T9">
                  <a:pos x="T2" y="T3"/>
                </a:cxn>
                <a:cxn ang="T10">
                  <a:pos x="T4" y="T5"/>
                </a:cxn>
                <a:cxn ang="T11">
                  <a:pos x="T6" y="T7"/>
                </a:cxn>
              </a:cxnLst>
              <a:rect l="T12" t="T13" r="T14" b="T15"/>
              <a:pathLst>
                <a:path w="3882059" h="805263">
                  <a:moveTo>
                    <a:pt x="0" y="0"/>
                  </a:moveTo>
                  <a:lnTo>
                    <a:pt x="3882059" y="0"/>
                  </a:lnTo>
                  <a:lnTo>
                    <a:pt x="3882059" y="805263"/>
                  </a:lnTo>
                  <a:lnTo>
                    <a:pt x="0" y="805263"/>
                  </a:lnTo>
                </a:path>
              </a:pathLst>
            </a:custGeom>
            <a:noFill/>
            <a:ln w="12700" algn="ctr">
              <a:noFill/>
              <a:prstDash val="dash"/>
              <a:miter lim="800000"/>
            </a:ln>
          </p:spPr>
          <p:txBody>
            <a:bodyPr lIns="360000" tIns="180000" rIns="180000" bIns="180000" anchor="ctr"/>
            <a:lstStyle/>
            <a:p>
              <a:pPr indent="457200">
                <a:lnSpc>
                  <a:spcPct val="120000"/>
                </a:lnSpc>
              </a:pPr>
              <a:r>
                <a:rPr dirty="0" err="1" smtClean="0">
                  <a:latin typeface="+mn-ea"/>
                </a:rPr>
                <a:t>工厂模式是创建型模式，它关注对象创建，提供创建对象的接口，让对象的创建与具体使用的客户无关</a:t>
              </a:r>
              <a:r>
                <a:rPr dirty="0" smtClean="0">
                  <a:latin typeface="+mn-ea"/>
                </a:rPr>
                <a:t>。策略模式是对象行为型模式，它关注行为和算法的封装，定义一系列的算法，把每一个算法封装起来，并且使它们可相互替换，使得算法可独立于它的客户而变化。</a:t>
              </a:r>
            </a:p>
          </p:txBody>
        </p:sp>
      </p:grpSp>
    </p:spTree>
    <p:custDataLst>
      <p:tags r:id="rId1"/>
    </p:custDataLst>
  </p:cSld>
  <p:clrMapOvr>
    <a:masterClrMapping/>
  </p:clrMapOvr>
  <p:transition>
    <p:wheel spokes="3"/>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olidFill>
                  <a:srgbClr val="FF0000"/>
                </a:solidFill>
                <a:sym typeface="+mn-ea"/>
              </a:rPr>
              <a:t>8.5 Web软件设计模式</a:t>
            </a:r>
            <a:r>
              <a:rPr lang="zh-CN" altLang="en-US" dirty="0" smtClean="0">
                <a:solidFill>
                  <a:srgbClr val="FF0000"/>
                </a:solidFill>
              </a:rPr>
              <a:t/>
            </a:r>
            <a:br>
              <a:rPr lang="zh-CN" altLang="en-US" dirty="0" smtClean="0">
                <a:solidFill>
                  <a:srgbClr val="FF0000"/>
                </a:solidFill>
              </a:rPr>
            </a:br>
            <a:endParaRPr lang="zh-CN" altLang="en-US" dirty="0" smtClean="0">
              <a:solidFill>
                <a:srgbClr val="FF0000"/>
              </a:solidFill>
              <a:sym typeface="+mn-ea"/>
            </a:endParaRP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8.5.4 </a:t>
            </a:r>
            <a:r>
              <a:rPr lang="zh-CN" sz="2400" dirty="0" smtClean="0">
                <a:solidFill>
                  <a:schemeClr val="tx1"/>
                </a:solidFill>
              </a:rPr>
              <a:t>模型－视图－控制器模式</a:t>
            </a:r>
          </a:p>
        </p:txBody>
      </p:sp>
      <p:grpSp>
        <p:nvGrpSpPr>
          <p:cNvPr id="3" name="组合 2"/>
          <p:cNvGrpSpPr/>
          <p:nvPr/>
        </p:nvGrpSpPr>
        <p:grpSpPr>
          <a:xfrm>
            <a:off x="392242" y="2095894"/>
            <a:ext cx="11988944" cy="3759399"/>
            <a:chOff x="0" y="2822"/>
            <a:chExt cx="15580" cy="4347"/>
          </a:xfrm>
        </p:grpSpPr>
        <p:sp>
          <p:nvSpPr>
            <p:cNvPr id="4" name="矩形 3"/>
            <p:cNvSpPr/>
            <p:nvPr>
              <p:custDataLst>
                <p:tags r:id="rId2"/>
              </p:custDataLst>
            </p:nvPr>
          </p:nvSpPr>
          <p:spPr>
            <a:xfrm>
              <a:off x="0" y="3032"/>
              <a:ext cx="15105" cy="413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a:solidFill>
                  <a:schemeClr val="bg1"/>
                </a:solidFill>
              </a:endParaRPr>
            </a:p>
          </p:txBody>
        </p:sp>
        <p:grpSp>
          <p:nvGrpSpPr>
            <p:cNvPr id="6" name="组合 9"/>
            <p:cNvGrpSpPr/>
            <p:nvPr/>
          </p:nvGrpSpPr>
          <p:grpSpPr>
            <a:xfrm>
              <a:off x="542" y="2822"/>
              <a:ext cx="15038" cy="3927"/>
              <a:chOff x="542" y="2822"/>
              <a:chExt cx="15038" cy="3927"/>
            </a:xfrm>
          </p:grpSpPr>
          <p:sp>
            <p:nvSpPr>
              <p:cNvPr id="8" name="文本框 10"/>
              <p:cNvSpPr txBox="1"/>
              <p:nvPr>
                <p:custDataLst>
                  <p:tags r:id="rId3"/>
                </p:custDataLst>
              </p:nvPr>
            </p:nvSpPr>
            <p:spPr>
              <a:xfrm>
                <a:off x="542" y="3760"/>
                <a:ext cx="9931" cy="268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Autofit/>
              </a:bodyPr>
              <a:lstStyle>
                <a:defPPr>
                  <a:defRPr lang="zh-CN"/>
                </a:defPPr>
                <a:lvl1pPr algn="ctr">
                  <a:lnSpc>
                    <a:spcPct val="200000"/>
                  </a:lnSpc>
                  <a:spcBef>
                    <a:spcPct val="0"/>
                  </a:spcBef>
                  <a:buFontTx/>
                  <a:buNone/>
                  <a:defRPr sz="1800">
                    <a:solidFill>
                      <a:srgbClr val="FFFFFF"/>
                    </a:solidFill>
                  </a:defRPr>
                </a:lvl1pPr>
                <a:lvl2pPr marL="742950" indent="-28575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latin typeface="Calibri" panose="020F0502020204030204" charset="0"/>
                    <a:ea typeface="宋体" panose="02010600030101010101" pitchFamily="2" charset="-122"/>
                  </a:defRPr>
                </a:lvl9pPr>
              </a:lstStyle>
              <a:p>
                <a:pPr indent="457200" algn="l">
                  <a:lnSpc>
                    <a:spcPct val="150000"/>
                  </a:lnSpc>
                </a:pPr>
                <a:r>
                  <a:rPr lang="zh-CN" altLang="en-US" dirty="0" smtClean="0">
                    <a:solidFill>
                      <a:schemeClr val="tx1"/>
                    </a:solidFill>
                    <a:latin typeface="微软雅黑" panose="020B0503020204020204" charset="-122"/>
                    <a:ea typeface="微软雅黑" panose="020B0503020204020204" charset="-122"/>
                  </a:rPr>
                  <a:t>模型－视图－控制器（MVC）模式是模型（Model）、视图（View）和控制器（Controller）的缩写。MVC是一种软件设计典范，它用一种业务逻辑、数据、界面显示分离的方法组织代码，将业务逻辑聚集到一个部件里面，在改进和个性化定制界面及用户交互的同时，不需要重新编写业务逻辑。</a:t>
                </a:r>
              </a:p>
            </p:txBody>
          </p:sp>
          <p:pic>
            <p:nvPicPr>
              <p:cNvPr id="9" name="图片 8"/>
              <p:cNvPicPr>
                <a:picLocks noChangeAspect="1"/>
              </p:cNvPicPr>
              <p:nvPr>
                <p:custDataLst>
                  <p:tags r:id="rId4"/>
                </p:custDataLst>
              </p:nvPr>
            </p:nvPicPr>
            <p:blipFill>
              <a:blip r:embed="rId7" cstate="print"/>
              <a:stretch>
                <a:fillRect/>
              </a:stretch>
            </p:blipFill>
            <p:spPr>
              <a:xfrm>
                <a:off x="11180" y="2822"/>
                <a:ext cx="4400" cy="3927"/>
              </a:xfrm>
              <a:prstGeom prst="rect">
                <a:avLst/>
              </a:prstGeom>
              <a:effectLst>
                <a:outerShdw blurRad="76200" dir="13500000" sy="23000" kx="1200000" algn="br" rotWithShape="0">
                  <a:prstClr val="black">
                    <a:alpha val="20000"/>
                  </a:prstClr>
                </a:outerShdw>
              </a:effectLst>
            </p:spPr>
          </p:pic>
        </p:grpSp>
      </p:grpSp>
    </p:spTree>
    <p:custDataLst>
      <p:tags r:id="rId1"/>
    </p:custDataLst>
  </p:cSld>
  <p:clrMapOvr>
    <a:masterClrMapping/>
  </p:clrMapOvr>
  <p:transition>
    <p:wheel spokes="3"/>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8.5 Web</a:t>
            </a:r>
            <a:r>
              <a:rPr lang="zh-CN" altLang="en-US" dirty="0" smtClean="0">
                <a:solidFill>
                  <a:srgbClr val="FF0000"/>
                </a:solidFill>
                <a:sym typeface="+mn-ea"/>
              </a:rPr>
              <a:t>软件设计模式</a:t>
            </a:r>
            <a:r>
              <a:rPr lang="zh-CN" dirty="0" smtClean="0">
                <a:solidFill>
                  <a:schemeClr val="tx1"/>
                </a:solidFill>
              </a:rPr>
              <a:t/>
            </a:r>
            <a:br>
              <a:rPr lang="zh-CN" dirty="0" smtClean="0">
                <a:solidFill>
                  <a:schemeClr val="tx1"/>
                </a:solidFill>
              </a:rPr>
            </a:br>
            <a:r>
              <a:rPr lang="zh-CN" altLang="en-US" dirty="0" smtClean="0">
                <a:solidFill>
                  <a:srgbClr val="FF0000"/>
                </a:solidFill>
              </a:rPr>
              <a:t/>
            </a:r>
            <a:br>
              <a:rPr lang="zh-CN" altLang="en-US" dirty="0" smtClean="0">
                <a:solidFill>
                  <a:srgbClr val="FF0000"/>
                </a:solidFill>
              </a:rPr>
            </a:br>
            <a:endParaRPr lang="zh-CN" altLang="en-US"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8.5.4 </a:t>
            </a:r>
            <a:r>
              <a:rPr lang="zh-CN" altLang="en-US" sz="2400" dirty="0" smtClean="0">
                <a:solidFill>
                  <a:schemeClr val="tx1"/>
                </a:solidFill>
              </a:rPr>
              <a:t>模型－视图－控制器模式</a:t>
            </a:r>
            <a:endParaRPr sz="2400" dirty="0" smtClean="0">
              <a:solidFill>
                <a:schemeClr val="tx1"/>
              </a:solidFill>
            </a:endParaRPr>
          </a:p>
        </p:txBody>
      </p:sp>
      <p:grpSp>
        <p:nvGrpSpPr>
          <p:cNvPr id="9" name="组合 8"/>
          <p:cNvGrpSpPr/>
          <p:nvPr/>
        </p:nvGrpSpPr>
        <p:grpSpPr>
          <a:xfrm>
            <a:off x="15240" y="1725930"/>
            <a:ext cx="12209145" cy="4015740"/>
            <a:chOff x="24" y="2718"/>
            <a:chExt cx="19227" cy="6324"/>
          </a:xfrm>
        </p:grpSpPr>
        <p:grpSp>
          <p:nvGrpSpPr>
            <p:cNvPr id="10" name="组合 9"/>
            <p:cNvGrpSpPr/>
            <p:nvPr/>
          </p:nvGrpSpPr>
          <p:grpSpPr>
            <a:xfrm>
              <a:off x="24" y="4250"/>
              <a:ext cx="18939" cy="4793"/>
              <a:chOff x="0" y="2130426"/>
              <a:chExt cx="21645385" cy="3649762"/>
            </a:xfrm>
          </p:grpSpPr>
          <p:sp>
            <p:nvSpPr>
              <p:cNvPr id="11" name="MH_Other_1"/>
              <p:cNvSpPr/>
              <p:nvPr>
                <p:custDataLst>
                  <p:tags r:id="rId5"/>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2" name="MH_Other_2"/>
              <p:cNvSpPr/>
              <p:nvPr>
                <p:custDataLst>
                  <p:tags r:id="rId6"/>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3"/>
              <p:cNvSpPr/>
              <p:nvPr>
                <p:custDataLst>
                  <p:tags r:id="rId7"/>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4" name="MH_Other_4"/>
              <p:cNvSpPr>
                <a:spLocks noChangeArrowheads="1"/>
              </p:cNvSpPr>
              <p:nvPr>
                <p:custDataLst>
                  <p:tags r:id="rId8"/>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5" name="MH_Other_5"/>
              <p:cNvSpPr>
                <a:spLocks noChangeArrowheads="1"/>
              </p:cNvSpPr>
              <p:nvPr>
                <p:custDataLst>
                  <p:tags r:id="rId9"/>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6" name="MH_Other_6"/>
              <p:cNvSpPr>
                <a:spLocks noChangeArrowheads="1"/>
              </p:cNvSpPr>
              <p:nvPr>
                <p:custDataLst>
                  <p:tags r:id="rId10"/>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7" name="MH_Other_7"/>
              <p:cNvSpPr/>
              <p:nvPr>
                <p:custDataLst>
                  <p:tags r:id="rId11"/>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8" name="MH_Text_1"/>
              <p:cNvSpPr/>
              <p:nvPr>
                <p:custDataLst>
                  <p:tags r:id="rId12"/>
                </p:custDataLst>
              </p:nvPr>
            </p:nvSpPr>
            <p:spPr bwMode="auto">
              <a:xfrm>
                <a:off x="7317989" y="2328696"/>
                <a:ext cx="13383360" cy="1386335"/>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da-DK" altLang="zh-CN" dirty="0" smtClean="0">
                    <a:solidFill>
                      <a:schemeClr val="tx1"/>
                    </a:solidFill>
                    <a:latin typeface="微软雅黑" panose="020B0503020204020204" charset="-122"/>
                    <a:ea typeface="微软雅黑" panose="020B0503020204020204" charset="-122"/>
                  </a:rPr>
                  <a:t>模型（Model）表示企业数据和业务规则，负责业务流程的处理。在MVC的3个部件中，模型拥有最多的处理业务。模型接收视图请求的数据，进行相应的处理并返回最终的处理结果。被模型返回的数据是中立的，也就是说模型与数据格式无关，采用这种机制使一个模型能为多个视图提供数据。由于应用于模型的代码只需要写一次就可以被多个视图重用，所以减少了代码编写的重复，减少了系统开发的工作量。</a:t>
                </a:r>
              </a:p>
            </p:txBody>
          </p:sp>
        </p:grpSp>
        <p:grpSp>
          <p:nvGrpSpPr>
            <p:cNvPr id="34" name="组合 33"/>
            <p:cNvGrpSpPr/>
            <p:nvPr/>
          </p:nvGrpSpPr>
          <p:grpSpPr>
            <a:xfrm flipH="1">
              <a:off x="11357" y="2718"/>
              <a:ext cx="7895" cy="1533"/>
              <a:chOff x="1" y="3428100"/>
              <a:chExt cx="5013433" cy="973302"/>
            </a:xfrm>
          </p:grpSpPr>
          <p:sp>
            <p:nvSpPr>
              <p:cNvPr id="35" name="MH_SubTitle_2"/>
              <p:cNvSpPr/>
              <p:nvPr>
                <p:custDataLst>
                  <p:tags r:id="rId2"/>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rPr>
                  <a:t>模型M</a:t>
                </a:r>
              </a:p>
            </p:txBody>
          </p:sp>
          <p:sp>
            <p:nvSpPr>
              <p:cNvPr id="36" name="MH_Other_5"/>
              <p:cNvSpPr/>
              <p:nvPr>
                <p:custDataLst>
                  <p:tags r:id="rId3"/>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Impact" panose="020B0806030902050204" pitchFamily="34" charset="0"/>
                    <a:ea typeface="微软雅黑" panose="020B0503020204020204" charset="-122"/>
                  </a:rPr>
                  <a:t>0</a:t>
                </a:r>
                <a:r>
                  <a:rPr lang="en-US" sz="3200" dirty="0">
                    <a:solidFill>
                      <a:srgbClr val="FFFFFF"/>
                    </a:solidFill>
                    <a:latin typeface="Impact" panose="020B0806030902050204" pitchFamily="34" charset="0"/>
                    <a:ea typeface="微软雅黑" panose="020B0503020204020204" charset="-122"/>
                  </a:rPr>
                  <a:t>1</a:t>
                </a:r>
              </a:p>
            </p:txBody>
          </p:sp>
          <p:sp>
            <p:nvSpPr>
              <p:cNvPr id="37" name="MH_Other_6"/>
              <p:cNvSpPr/>
              <p:nvPr>
                <p:custDataLst>
                  <p:tags r:id="rId4"/>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grpSp>
    </p:spTree>
    <p:custDataLst>
      <p:tags r:id="rId1"/>
    </p:custDataLst>
  </p:cSld>
  <p:clrMapOvr>
    <a:masterClrMapping/>
  </p:clrMapOvr>
  <p:transition>
    <p:wheel spokes="3"/>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8.5 Web</a:t>
            </a:r>
            <a:r>
              <a:rPr lang="zh-CN" altLang="en-US" dirty="0" smtClean="0">
                <a:solidFill>
                  <a:srgbClr val="FF0000"/>
                </a:solidFill>
                <a:sym typeface="+mn-ea"/>
              </a:rPr>
              <a:t>软件设计模式</a:t>
            </a:r>
            <a:r>
              <a:rPr lang="zh-CN" dirty="0" smtClean="0">
                <a:solidFill>
                  <a:schemeClr val="tx1"/>
                </a:solidFill>
              </a:rPr>
              <a:t/>
            </a:r>
            <a:br>
              <a:rPr lang="zh-CN" dirty="0" smtClean="0">
                <a:solidFill>
                  <a:schemeClr val="tx1"/>
                </a:solidFill>
              </a:rPr>
            </a:br>
            <a:r>
              <a:rPr lang="zh-CN" altLang="en-US" dirty="0" smtClean="0">
                <a:solidFill>
                  <a:srgbClr val="FF0000"/>
                </a:solidFill>
              </a:rPr>
              <a:t/>
            </a:r>
            <a:br>
              <a:rPr lang="zh-CN" altLang="en-US" dirty="0" smtClean="0">
                <a:solidFill>
                  <a:srgbClr val="FF0000"/>
                </a:solidFill>
              </a:rPr>
            </a:br>
            <a:endParaRPr lang="zh-CN" altLang="en-US"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8.5.4 </a:t>
            </a:r>
            <a:r>
              <a:rPr lang="zh-CN" altLang="en-US" sz="2400" dirty="0" smtClean="0">
                <a:solidFill>
                  <a:schemeClr val="tx1"/>
                </a:solidFill>
              </a:rPr>
              <a:t>模型－视图－控制器模式</a:t>
            </a:r>
          </a:p>
        </p:txBody>
      </p:sp>
      <p:grpSp>
        <p:nvGrpSpPr>
          <p:cNvPr id="9" name="组合 8"/>
          <p:cNvGrpSpPr/>
          <p:nvPr/>
        </p:nvGrpSpPr>
        <p:grpSpPr>
          <a:xfrm>
            <a:off x="15240" y="1725930"/>
            <a:ext cx="12209145" cy="4015740"/>
            <a:chOff x="24" y="2718"/>
            <a:chExt cx="19227" cy="6324"/>
          </a:xfrm>
        </p:grpSpPr>
        <p:grpSp>
          <p:nvGrpSpPr>
            <p:cNvPr id="10" name="组合 9"/>
            <p:cNvGrpSpPr/>
            <p:nvPr/>
          </p:nvGrpSpPr>
          <p:grpSpPr>
            <a:xfrm>
              <a:off x="24" y="4250"/>
              <a:ext cx="18939" cy="4793"/>
              <a:chOff x="0" y="2130426"/>
              <a:chExt cx="21645385" cy="3649762"/>
            </a:xfrm>
          </p:grpSpPr>
          <p:sp>
            <p:nvSpPr>
              <p:cNvPr id="11" name="MH_Other_1"/>
              <p:cNvSpPr/>
              <p:nvPr>
                <p:custDataLst>
                  <p:tags r:id="rId5"/>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2" name="MH_Other_2"/>
              <p:cNvSpPr/>
              <p:nvPr>
                <p:custDataLst>
                  <p:tags r:id="rId6"/>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3"/>
              <p:cNvSpPr/>
              <p:nvPr>
                <p:custDataLst>
                  <p:tags r:id="rId7"/>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4" name="MH_Other_4"/>
              <p:cNvSpPr>
                <a:spLocks noChangeArrowheads="1"/>
              </p:cNvSpPr>
              <p:nvPr>
                <p:custDataLst>
                  <p:tags r:id="rId8"/>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5" name="MH_Other_5"/>
              <p:cNvSpPr>
                <a:spLocks noChangeArrowheads="1"/>
              </p:cNvSpPr>
              <p:nvPr>
                <p:custDataLst>
                  <p:tags r:id="rId9"/>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6" name="MH_Other_6"/>
              <p:cNvSpPr>
                <a:spLocks noChangeArrowheads="1"/>
              </p:cNvSpPr>
              <p:nvPr>
                <p:custDataLst>
                  <p:tags r:id="rId10"/>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7" name="MH_Other_7"/>
              <p:cNvSpPr/>
              <p:nvPr>
                <p:custDataLst>
                  <p:tags r:id="rId11"/>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8" name="MH_Text_1"/>
              <p:cNvSpPr/>
              <p:nvPr>
                <p:custDataLst>
                  <p:tags r:id="rId12"/>
                </p:custDataLst>
              </p:nvPr>
            </p:nvSpPr>
            <p:spPr bwMode="auto">
              <a:xfrm>
                <a:off x="7400278" y="2781014"/>
                <a:ext cx="13383360" cy="1386335"/>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da-DK" altLang="zh-CN" dirty="0" smtClean="0">
                    <a:solidFill>
                      <a:schemeClr val="tx1"/>
                    </a:solidFill>
                    <a:latin typeface="微软雅黑" panose="020B0503020204020204" charset="-122"/>
                    <a:ea typeface="微软雅黑" panose="020B0503020204020204" charset="-122"/>
                  </a:rPr>
                  <a:t>视图（View）是用户看到并与之交互的界面。对Web应用系统来说，视图可以由HTML元素构成，也可以由其他一些技术如XML，XHTML等来构建。MVC可以为系统的一个应用建立很多不同的视图，在视图中没有真正的业务流程的处理，它对数据的操作只是数据的采集和显示，业务流程的处理由模型来完成。</a:t>
                </a:r>
              </a:p>
            </p:txBody>
          </p:sp>
        </p:grpSp>
        <p:grpSp>
          <p:nvGrpSpPr>
            <p:cNvPr id="34" name="组合 33"/>
            <p:cNvGrpSpPr/>
            <p:nvPr/>
          </p:nvGrpSpPr>
          <p:grpSpPr>
            <a:xfrm flipH="1">
              <a:off x="11357" y="2718"/>
              <a:ext cx="7895" cy="1533"/>
              <a:chOff x="1" y="3428100"/>
              <a:chExt cx="5013433" cy="973302"/>
            </a:xfrm>
          </p:grpSpPr>
          <p:sp>
            <p:nvSpPr>
              <p:cNvPr id="35" name="MH_SubTitle_2"/>
              <p:cNvSpPr/>
              <p:nvPr>
                <p:custDataLst>
                  <p:tags r:id="rId2"/>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rPr>
                  <a:t>视图V</a:t>
                </a:r>
              </a:p>
            </p:txBody>
          </p:sp>
          <p:sp>
            <p:nvSpPr>
              <p:cNvPr id="36" name="MH_Other_5"/>
              <p:cNvSpPr/>
              <p:nvPr>
                <p:custDataLst>
                  <p:tags r:id="rId3"/>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Impact" panose="020B0806030902050204" pitchFamily="34" charset="0"/>
                    <a:ea typeface="微软雅黑" panose="020B0503020204020204" charset="-122"/>
                  </a:rPr>
                  <a:t>0</a:t>
                </a:r>
                <a:r>
                  <a:rPr lang="en-US" sz="3200" dirty="0">
                    <a:solidFill>
                      <a:srgbClr val="FFFFFF"/>
                    </a:solidFill>
                    <a:latin typeface="Impact" panose="020B0806030902050204" pitchFamily="34" charset="0"/>
                    <a:ea typeface="微软雅黑" panose="020B0503020204020204" charset="-122"/>
                  </a:rPr>
                  <a:t>2</a:t>
                </a:r>
              </a:p>
            </p:txBody>
          </p:sp>
          <p:sp>
            <p:nvSpPr>
              <p:cNvPr id="37" name="MH_Other_6"/>
              <p:cNvSpPr/>
              <p:nvPr>
                <p:custDataLst>
                  <p:tags r:id="rId4"/>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grpSp>
    </p:spTree>
    <p:custDataLst>
      <p:tags r:id="rId1"/>
    </p:custDataLst>
  </p:cSld>
  <p:clrMapOvr>
    <a:masterClrMapping/>
  </p:clrMapOvr>
  <p:transition>
    <p:wheel spokes="3"/>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8.5 Web</a:t>
            </a:r>
            <a:r>
              <a:rPr lang="zh-CN" altLang="en-US" dirty="0" smtClean="0">
                <a:solidFill>
                  <a:srgbClr val="FF0000"/>
                </a:solidFill>
                <a:sym typeface="+mn-ea"/>
              </a:rPr>
              <a:t>软件设计模式</a:t>
            </a:r>
            <a:r>
              <a:rPr lang="zh-CN" dirty="0" smtClean="0">
                <a:solidFill>
                  <a:schemeClr val="tx1"/>
                </a:solidFill>
              </a:rPr>
              <a:t/>
            </a:r>
            <a:br>
              <a:rPr lang="zh-CN" dirty="0" smtClean="0">
                <a:solidFill>
                  <a:schemeClr val="tx1"/>
                </a:solidFill>
              </a:rPr>
            </a:br>
            <a:r>
              <a:rPr lang="zh-CN" altLang="en-US" dirty="0" smtClean="0">
                <a:solidFill>
                  <a:srgbClr val="FF0000"/>
                </a:solidFill>
              </a:rPr>
              <a:t/>
            </a:r>
            <a:br>
              <a:rPr lang="zh-CN" altLang="en-US" dirty="0" smtClean="0">
                <a:solidFill>
                  <a:srgbClr val="FF0000"/>
                </a:solidFill>
              </a:rPr>
            </a:br>
            <a:endParaRPr lang="zh-CN" altLang="en-US"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8.5.4 </a:t>
            </a:r>
            <a:r>
              <a:rPr lang="zh-CN" altLang="en-US" sz="2400" dirty="0" smtClean="0">
                <a:solidFill>
                  <a:schemeClr val="tx1"/>
                </a:solidFill>
              </a:rPr>
              <a:t>模型－视图－控制器模式</a:t>
            </a:r>
          </a:p>
        </p:txBody>
      </p:sp>
      <p:grpSp>
        <p:nvGrpSpPr>
          <p:cNvPr id="9" name="组合 8"/>
          <p:cNvGrpSpPr/>
          <p:nvPr/>
        </p:nvGrpSpPr>
        <p:grpSpPr>
          <a:xfrm>
            <a:off x="15240" y="1725930"/>
            <a:ext cx="12209145" cy="4015740"/>
            <a:chOff x="24" y="2718"/>
            <a:chExt cx="19227" cy="6324"/>
          </a:xfrm>
        </p:grpSpPr>
        <p:grpSp>
          <p:nvGrpSpPr>
            <p:cNvPr id="10" name="组合 9"/>
            <p:cNvGrpSpPr/>
            <p:nvPr/>
          </p:nvGrpSpPr>
          <p:grpSpPr>
            <a:xfrm>
              <a:off x="24" y="4250"/>
              <a:ext cx="18939" cy="4793"/>
              <a:chOff x="0" y="2130426"/>
              <a:chExt cx="21645385" cy="3649762"/>
            </a:xfrm>
          </p:grpSpPr>
          <p:sp>
            <p:nvSpPr>
              <p:cNvPr id="11" name="MH_Other_1"/>
              <p:cNvSpPr/>
              <p:nvPr>
                <p:custDataLst>
                  <p:tags r:id="rId5"/>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2" name="MH_Other_2"/>
              <p:cNvSpPr/>
              <p:nvPr>
                <p:custDataLst>
                  <p:tags r:id="rId6"/>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3"/>
              <p:cNvSpPr/>
              <p:nvPr>
                <p:custDataLst>
                  <p:tags r:id="rId7"/>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4" name="MH_Other_4"/>
              <p:cNvSpPr>
                <a:spLocks noChangeArrowheads="1"/>
              </p:cNvSpPr>
              <p:nvPr>
                <p:custDataLst>
                  <p:tags r:id="rId8"/>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5" name="MH_Other_5"/>
              <p:cNvSpPr>
                <a:spLocks noChangeArrowheads="1"/>
              </p:cNvSpPr>
              <p:nvPr>
                <p:custDataLst>
                  <p:tags r:id="rId9"/>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6" name="MH_Other_6"/>
              <p:cNvSpPr>
                <a:spLocks noChangeArrowheads="1"/>
              </p:cNvSpPr>
              <p:nvPr>
                <p:custDataLst>
                  <p:tags r:id="rId10"/>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7" name="MH_Other_7"/>
              <p:cNvSpPr/>
              <p:nvPr>
                <p:custDataLst>
                  <p:tags r:id="rId11"/>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8" name="MH_Text_1"/>
              <p:cNvSpPr/>
              <p:nvPr>
                <p:custDataLst>
                  <p:tags r:id="rId12"/>
                </p:custDataLst>
              </p:nvPr>
            </p:nvSpPr>
            <p:spPr bwMode="auto">
              <a:xfrm>
                <a:off x="7427707" y="2781014"/>
                <a:ext cx="13383360" cy="1386335"/>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da-DK" altLang="zh-CN" dirty="0" smtClean="0">
                    <a:solidFill>
                      <a:schemeClr val="tx1"/>
                    </a:solidFill>
                    <a:latin typeface="微软雅黑" panose="020B0503020204020204" charset="-122"/>
                    <a:ea typeface="微软雅黑" panose="020B0503020204020204" charset="-122"/>
                  </a:rPr>
                  <a:t>控制器（Controller）接收用户的输入并调用模型和视图对数据进行处理，共同满足用户的请求。控制器接收请求后，并不处理业务短信息，而是根据用户请求选择相应的模型，把用户的信息传递给模型，告诉模型做什么；处理完相应的数据后，模型把结果交给控制器，控制器选择符合要求的视图返回给用户。</a:t>
                </a:r>
              </a:p>
            </p:txBody>
          </p:sp>
        </p:grpSp>
        <p:grpSp>
          <p:nvGrpSpPr>
            <p:cNvPr id="34" name="组合 33"/>
            <p:cNvGrpSpPr/>
            <p:nvPr/>
          </p:nvGrpSpPr>
          <p:grpSpPr>
            <a:xfrm flipH="1">
              <a:off x="11357" y="2718"/>
              <a:ext cx="7895" cy="1533"/>
              <a:chOff x="1" y="3428100"/>
              <a:chExt cx="5013433" cy="973302"/>
            </a:xfrm>
          </p:grpSpPr>
          <p:sp>
            <p:nvSpPr>
              <p:cNvPr id="35" name="MH_SubTitle_2"/>
              <p:cNvSpPr/>
              <p:nvPr>
                <p:custDataLst>
                  <p:tags r:id="rId2"/>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rPr>
                  <a:t>控制器C</a:t>
                </a:r>
              </a:p>
            </p:txBody>
          </p:sp>
          <p:sp>
            <p:nvSpPr>
              <p:cNvPr id="36" name="MH_Other_5"/>
              <p:cNvSpPr/>
              <p:nvPr>
                <p:custDataLst>
                  <p:tags r:id="rId3"/>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Impact" panose="020B0806030902050204" pitchFamily="34" charset="0"/>
                    <a:ea typeface="微软雅黑" panose="020B0503020204020204" charset="-122"/>
                  </a:rPr>
                  <a:t>03</a:t>
                </a:r>
                <a:endParaRPr lang="zh-CN" altLang="en-US" sz="3200" dirty="0">
                  <a:solidFill>
                    <a:srgbClr val="FFFFFF"/>
                  </a:solidFill>
                  <a:latin typeface="Impact" panose="020B0806030902050204" pitchFamily="34" charset="0"/>
                  <a:ea typeface="微软雅黑" panose="020B0503020204020204" charset="-122"/>
                </a:endParaRPr>
              </a:p>
            </p:txBody>
          </p:sp>
          <p:sp>
            <p:nvSpPr>
              <p:cNvPr id="37" name="MH_Other_6"/>
              <p:cNvSpPr/>
              <p:nvPr>
                <p:custDataLst>
                  <p:tags r:id="rId4"/>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grpSp>
    </p:spTree>
    <p:custDataLst>
      <p:tags r:id="rId1"/>
    </p:custDataLst>
  </p:cSld>
  <p:clrMapOvr>
    <a:masterClrMapping/>
  </p:clrMapOvr>
  <p:transition>
    <p:wheel spokes="3"/>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8.5 Web</a:t>
            </a:r>
            <a:r>
              <a:rPr lang="zh-CN" altLang="en-US" dirty="0" smtClean="0">
                <a:solidFill>
                  <a:srgbClr val="FF0000"/>
                </a:solidFill>
                <a:sym typeface="+mn-ea"/>
              </a:rPr>
              <a:t>软件设计模式</a:t>
            </a:r>
            <a:r>
              <a:rPr lang="zh-CN" dirty="0" smtClean="0">
                <a:solidFill>
                  <a:schemeClr val="tx1"/>
                </a:solidFill>
              </a:rPr>
              <a:t/>
            </a:r>
            <a:br>
              <a:rPr lang="zh-CN" dirty="0" smtClean="0">
                <a:solidFill>
                  <a:schemeClr val="tx1"/>
                </a:solidFill>
              </a:rPr>
            </a:br>
            <a:r>
              <a:rPr lang="zh-CN" altLang="en-US" dirty="0" smtClean="0">
                <a:solidFill>
                  <a:srgbClr val="FF0000"/>
                </a:solidFill>
              </a:rPr>
              <a:t/>
            </a:r>
            <a:br>
              <a:rPr lang="zh-CN" altLang="en-US" dirty="0" smtClean="0">
                <a:solidFill>
                  <a:srgbClr val="FF0000"/>
                </a:solidFill>
              </a:rPr>
            </a:br>
            <a:endParaRPr lang="zh-CN" altLang="en-US"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8.5.4 </a:t>
            </a:r>
            <a:r>
              <a:rPr lang="zh-CN" altLang="en-US" sz="2400" dirty="0" smtClean="0">
                <a:solidFill>
                  <a:schemeClr val="tx1"/>
                </a:solidFill>
              </a:rPr>
              <a:t>模型－视图－控制器模式</a:t>
            </a:r>
          </a:p>
        </p:txBody>
      </p:sp>
      <p:sp>
        <p:nvSpPr>
          <p:cNvPr id="3" name="文本框 2"/>
          <p:cNvSpPr txBox="1"/>
          <p:nvPr/>
        </p:nvSpPr>
        <p:spPr>
          <a:xfrm>
            <a:off x="1120140" y="2635250"/>
            <a:ext cx="5466715" cy="3383280"/>
          </a:xfrm>
          <a:prstGeom prst="rect">
            <a:avLst/>
          </a:prstGeom>
          <a:noFill/>
        </p:spPr>
        <p:txBody>
          <a:bodyPr wrap="square" rtlCol="0" anchor="t">
            <a:spAutoFit/>
          </a:bodyPr>
          <a:lstStyle/>
          <a:p>
            <a:pPr fontAlgn="auto">
              <a:lnSpc>
                <a:spcPct val="150000"/>
              </a:lnSpc>
            </a:pPr>
            <a:r>
              <a:rPr lang="en-US" altLang="zh-CN" dirty="0">
                <a:latin typeface="微软雅黑" panose="020B0503020204020204" charset="-122"/>
                <a:ea typeface="微软雅黑" panose="020B0503020204020204" charset="-122"/>
              </a:rPr>
              <a:t>       </a:t>
            </a:r>
            <a:r>
              <a:rPr lang="zh-CN" altLang="en-US">
                <a:latin typeface="微软雅黑" panose="020B0503020204020204" charset="-122"/>
                <a:ea typeface="微软雅黑" panose="020B0503020204020204" charset="-122"/>
              </a:rPr>
              <a:t>如图8-</a:t>
            </a:r>
            <a:r>
              <a:rPr lang="zh-CN" altLang="en-US" smtClean="0">
                <a:latin typeface="微软雅黑" panose="020B0503020204020204" charset="-122"/>
                <a:ea typeface="微软雅黑" panose="020B0503020204020204" charset="-122"/>
              </a:rPr>
              <a:t>10（见下一页）为</a:t>
            </a:r>
            <a:r>
              <a:rPr lang="zh-CN" altLang="en-US">
                <a:latin typeface="微软雅黑" panose="020B0503020204020204" charset="-122"/>
                <a:ea typeface="微软雅黑" panose="020B0503020204020204" charset="-122"/>
              </a:rPr>
              <a:t>MVC的工作流程，模型就是数据的仓库，负责存取数据，它独立于视图和控制器，既可以储存原数据，比如字符串，也可以储存复杂的数据。视图是用户界面的可视化部分。视图使用数据模型的数据来描述自己。一个视图由动画、用户输入表单、图表、按钮、声音播放器或者其他需要的任何类型的用户界面组成。控制器负责获取输入内容（例如用户输入请求），并将数据传递给模型。</a:t>
            </a:r>
          </a:p>
        </p:txBody>
      </p:sp>
      <p:sp>
        <p:nvSpPr>
          <p:cNvPr id="6" name="MH_Other_1"/>
          <p:cNvSpPr/>
          <p:nvPr>
            <p:custDataLst>
              <p:tags r:id="rId2"/>
            </p:custDataLst>
          </p:nvPr>
        </p:nvSpPr>
        <p:spPr bwMode="auto">
          <a:xfrm>
            <a:off x="814704" y="2590800"/>
            <a:ext cx="11110595" cy="3381375"/>
          </a:xfrm>
          <a:custGeom>
            <a:avLst/>
            <a:gdLst>
              <a:gd name="T0" fmla="*/ 6952593 w 6952593"/>
              <a:gd name="T1" fmla="*/ 3704897 h 4729656"/>
              <a:gd name="T2" fmla="*/ 6952593 w 6952593"/>
              <a:gd name="T3" fmla="*/ 4729656 h 4729656"/>
              <a:gd name="T4" fmla="*/ 0 w 6952593"/>
              <a:gd name="T5" fmla="*/ 4729656 h 4729656"/>
              <a:gd name="T6" fmla="*/ 0 w 6952593"/>
              <a:gd name="T7" fmla="*/ 0 h 4729656"/>
            </a:gdLst>
            <a:ahLst/>
            <a:cxnLst>
              <a:cxn ang="0">
                <a:pos x="T0" y="T1"/>
              </a:cxn>
              <a:cxn ang="0">
                <a:pos x="T2" y="T3"/>
              </a:cxn>
              <a:cxn ang="0">
                <a:pos x="T4" y="T5"/>
              </a:cxn>
              <a:cxn ang="0">
                <a:pos x="T6" y="T7"/>
              </a:cxn>
            </a:cxnLst>
            <a:rect l="0" t="0" r="r" b="b"/>
            <a:pathLst>
              <a:path w="6952593" h="4729656">
                <a:moveTo>
                  <a:pt x="6952593" y="3704897"/>
                </a:moveTo>
                <a:lnTo>
                  <a:pt x="6952593" y="4729656"/>
                </a:lnTo>
                <a:lnTo>
                  <a:pt x="0" y="4729656"/>
                </a:lnTo>
                <a:lnTo>
                  <a:pt x="0" y="0"/>
                </a:lnTo>
              </a:path>
            </a:pathLst>
          </a:custGeom>
          <a:noFill/>
          <a:ln w="12700" cap="flat" cmpd="sng">
            <a:solidFill>
              <a:srgbClr val="35D2FD"/>
            </a:solidFill>
            <a:round/>
          </a:ln>
          <a:extLst>
            <a:ext uri="{909E8E84-426E-40DD-AFC4-6F175D3DCCD1}">
              <a14:hiddenFill xmlns="" xmlns:a14="http://schemas.microsoft.com/office/drawing/2010/main">
                <a:solidFill>
                  <a:srgbClr val="FFFFFF"/>
                </a:solidFill>
              </a14:hiddenFill>
            </a:ext>
          </a:extLst>
        </p:spPr>
        <p:txBody>
          <a:bodyPr anchor="ctr"/>
          <a:lstStyle/>
          <a:p>
            <a:endParaRPr lang="zh-CN" altLang="en-US">
              <a:solidFill>
                <a:srgbClr val="5CABB5"/>
              </a:solidFill>
            </a:endParaRPr>
          </a:p>
        </p:txBody>
      </p:sp>
      <p:sp>
        <p:nvSpPr>
          <p:cNvPr id="7" name="矩形 6"/>
          <p:cNvSpPr/>
          <p:nvPr/>
        </p:nvSpPr>
        <p:spPr>
          <a:xfrm>
            <a:off x="957605" y="2164593"/>
            <a:ext cx="4709770" cy="369332"/>
          </a:xfrm>
          <a:prstGeom prst="rect">
            <a:avLst/>
          </a:prstGeom>
        </p:spPr>
        <p:txBody>
          <a:bodyPr wrap="square">
            <a:spAutoFit/>
          </a:bodyPr>
          <a:lstStyle/>
          <a:p>
            <a:r>
              <a:rPr lang="en-US" altLang="zh-CN" b="1" dirty="0" smtClean="0"/>
              <a:t>MVC</a:t>
            </a:r>
            <a:r>
              <a:rPr lang="zh-CN" altLang="zh-CN" b="1" dirty="0" smtClean="0"/>
              <a:t>的工作流程</a:t>
            </a:r>
            <a:r>
              <a:rPr lang="zh-CN" altLang="en-US" b="1" dirty="0" smtClean="0"/>
              <a:t>：</a:t>
            </a:r>
            <a:endParaRPr lang="zh-CN" altLang="zh-CN" b="1" dirty="0" smtClean="0"/>
          </a:p>
        </p:txBody>
      </p:sp>
      <p:pic>
        <p:nvPicPr>
          <p:cNvPr id="8" name="图片 7" descr="A000220150322E36PPIC.png"/>
          <p:cNvPicPr>
            <a:picLocks noChangeAspect="1"/>
          </p:cNvPicPr>
          <p:nvPr/>
        </p:nvPicPr>
        <p:blipFill>
          <a:blip r:embed="rId5" cstate="print"/>
          <a:stretch>
            <a:fillRect/>
          </a:stretch>
        </p:blipFill>
        <p:spPr>
          <a:xfrm>
            <a:off x="6757103" y="2114550"/>
            <a:ext cx="5172430" cy="3852951"/>
          </a:xfrm>
          <a:prstGeom prst="rect">
            <a:avLst/>
          </a:prstGeom>
        </p:spPr>
      </p:pic>
    </p:spTree>
    <p:custDataLst>
      <p:tags r:id="rId1"/>
    </p:custDataLst>
  </p:cSld>
  <p:clrMapOvr>
    <a:masterClrMapping/>
  </p:clrMapOvr>
  <p:transition>
    <p:wheel spokes="3"/>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8.5 Web</a:t>
            </a:r>
            <a:r>
              <a:rPr lang="zh-CN" altLang="en-US" dirty="0" smtClean="0">
                <a:solidFill>
                  <a:srgbClr val="FF0000"/>
                </a:solidFill>
                <a:sym typeface="+mn-ea"/>
              </a:rPr>
              <a:t>软件设计模式</a:t>
            </a:r>
            <a:r>
              <a:rPr lang="zh-CN" dirty="0" smtClean="0">
                <a:solidFill>
                  <a:schemeClr val="tx1"/>
                </a:solidFill>
              </a:rPr>
              <a:t/>
            </a:r>
            <a:br>
              <a:rPr lang="zh-CN" dirty="0" smtClean="0">
                <a:solidFill>
                  <a:schemeClr val="tx1"/>
                </a:solidFill>
              </a:rPr>
            </a:br>
            <a:r>
              <a:rPr lang="zh-CN" altLang="en-US" dirty="0" smtClean="0">
                <a:solidFill>
                  <a:srgbClr val="FF0000"/>
                </a:solidFill>
              </a:rPr>
              <a:t/>
            </a:r>
            <a:br>
              <a:rPr lang="zh-CN" altLang="en-US" dirty="0" smtClean="0">
                <a:solidFill>
                  <a:srgbClr val="FF0000"/>
                </a:solidFill>
              </a:rPr>
            </a:br>
            <a:endParaRPr lang="zh-CN" altLang="en-US"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8.5.4 </a:t>
            </a:r>
            <a:r>
              <a:rPr lang="zh-CN" altLang="en-US" sz="2400" dirty="0" smtClean="0">
                <a:solidFill>
                  <a:schemeClr val="tx1"/>
                </a:solidFill>
              </a:rPr>
              <a:t>模型－视图－控制器模式</a:t>
            </a:r>
          </a:p>
        </p:txBody>
      </p:sp>
      <p:grpSp>
        <p:nvGrpSpPr>
          <p:cNvPr id="1073752804" name="组合 1073752803"/>
          <p:cNvGrpSpPr>
            <a:grpSpLocks noRot="1"/>
          </p:cNvGrpSpPr>
          <p:nvPr/>
        </p:nvGrpSpPr>
        <p:grpSpPr>
          <a:xfrm>
            <a:off x="809625" y="1817370"/>
            <a:ext cx="10383520" cy="4516755"/>
            <a:chOff x="1496" y="3122"/>
            <a:chExt cx="7937" cy="4438"/>
          </a:xfrm>
        </p:grpSpPr>
        <p:sp>
          <p:nvSpPr>
            <p:cNvPr id="1073752805" name="Text Box 107"/>
            <p:cNvSpPr txBox="1"/>
            <p:nvPr/>
          </p:nvSpPr>
          <p:spPr>
            <a:xfrm>
              <a:off x="4342" y="4710"/>
              <a:ext cx="1513" cy="1560"/>
            </a:xfrm>
            <a:prstGeom prst="rect">
              <a:avLst/>
            </a:prstGeom>
            <a:solidFill>
              <a:srgbClr val="FFFFFF"/>
            </a:solidFill>
            <a:ln w="9525" cap="flat" cmpd="sng">
              <a:solidFill>
                <a:srgbClr val="000000"/>
              </a:solidFill>
              <a:prstDash val="solid"/>
              <a:miter/>
              <a:headEnd type="none" w="med" len="med"/>
              <a:tailEnd type="none" w="med" len="med"/>
            </a:ln>
          </p:spPr>
          <p:txBody>
            <a:bodyPr wrap="square"/>
            <a:lstStyle/>
            <a:p>
              <a:pPr indent="266700" algn="ctr"/>
              <a:r>
                <a:rPr lang="zh-CN" altLang="en-US"/>
                <a:t>模型M</a:t>
              </a:r>
            </a:p>
            <a:p>
              <a:pPr indent="266700" algn="ctr"/>
              <a:r>
                <a:rPr lang="zh-CN" altLang="en-US"/>
                <a:t>封装功能</a:t>
              </a:r>
            </a:p>
            <a:p>
              <a:pPr indent="266700" algn="ctr"/>
              <a:r>
                <a:rPr lang="zh-CN" altLang="en-US"/>
                <a:t>封装内容对象</a:t>
              </a:r>
            </a:p>
            <a:p>
              <a:endParaRPr lang="zh-CN" altLang="en-US"/>
            </a:p>
          </p:txBody>
        </p:sp>
        <p:sp>
          <p:nvSpPr>
            <p:cNvPr id="1073752806" name="Text Box 154"/>
            <p:cNvSpPr txBox="1"/>
            <p:nvPr/>
          </p:nvSpPr>
          <p:spPr>
            <a:xfrm>
              <a:off x="6241" y="5494"/>
              <a:ext cx="1245" cy="435"/>
            </a:xfrm>
            <a:prstGeom prst="rect">
              <a:avLst/>
            </a:prstGeom>
            <a:solidFill>
              <a:srgbClr val="FFFFFF"/>
            </a:solidFill>
            <a:ln w="9525">
              <a:noFill/>
            </a:ln>
          </p:spPr>
          <p:txBody>
            <a:bodyPr wrap="square"/>
            <a:lstStyle/>
            <a:p>
              <a:pPr indent="266700"/>
              <a:r>
                <a:rPr lang="zh-CN" altLang="en-US"/>
                <a:t>更新请求</a:t>
              </a:r>
            </a:p>
            <a:p>
              <a:endParaRPr lang="zh-CN" altLang="en-US"/>
            </a:p>
          </p:txBody>
        </p:sp>
        <p:sp>
          <p:nvSpPr>
            <p:cNvPr id="1073752807" name="Text Box 152"/>
            <p:cNvSpPr txBox="1"/>
            <p:nvPr/>
          </p:nvSpPr>
          <p:spPr>
            <a:xfrm>
              <a:off x="1496" y="4218"/>
              <a:ext cx="7937" cy="2256"/>
            </a:xfrm>
            <a:prstGeom prst="rect">
              <a:avLst/>
            </a:prstGeom>
            <a:solidFill>
              <a:srgbClr val="FFFFFF"/>
            </a:solidFill>
            <a:ln w="9525" cap="flat" cmpd="sng">
              <a:solidFill>
                <a:srgbClr val="000000"/>
              </a:solidFill>
              <a:prstDash val="solid"/>
              <a:miter/>
              <a:headEnd type="none" w="med" len="med"/>
              <a:tailEnd type="none" w="med" len="med"/>
            </a:ln>
          </p:spPr>
          <p:txBody>
            <a:bodyPr wrap="square" lIns="46800" rIns="46800"/>
            <a:lstStyle/>
            <a:p>
              <a:r>
                <a:rPr lang="zh-CN" altLang="en-US"/>
                <a:t>服务器</a:t>
              </a:r>
            </a:p>
            <a:p>
              <a:endParaRPr lang="zh-CN" altLang="en-US"/>
            </a:p>
          </p:txBody>
        </p:sp>
        <p:sp>
          <p:nvSpPr>
            <p:cNvPr id="1073752808" name="Text Box 117"/>
            <p:cNvSpPr txBox="1"/>
            <p:nvPr/>
          </p:nvSpPr>
          <p:spPr>
            <a:xfrm>
              <a:off x="6210" y="4853"/>
              <a:ext cx="1326" cy="265"/>
            </a:xfrm>
            <a:prstGeom prst="rect">
              <a:avLst/>
            </a:prstGeom>
            <a:solidFill>
              <a:srgbClr val="FFFFFF"/>
            </a:solidFill>
            <a:ln w="9525">
              <a:noFill/>
            </a:ln>
          </p:spPr>
          <p:txBody>
            <a:bodyPr wrap="square" lIns="0" tIns="0" rIns="0" bIns="0"/>
            <a:lstStyle/>
            <a:p>
              <a:r>
                <a:rPr lang="zh-CN" altLang="en-US"/>
                <a:t>来自模型的数据</a:t>
              </a:r>
            </a:p>
            <a:p>
              <a:endParaRPr lang="zh-CN" altLang="en-US"/>
            </a:p>
          </p:txBody>
        </p:sp>
        <p:sp>
          <p:nvSpPr>
            <p:cNvPr id="1073752809" name="Text Box 116"/>
            <p:cNvSpPr txBox="1"/>
            <p:nvPr/>
          </p:nvSpPr>
          <p:spPr>
            <a:xfrm>
              <a:off x="3445" y="4797"/>
              <a:ext cx="836" cy="492"/>
            </a:xfrm>
            <a:prstGeom prst="rect">
              <a:avLst/>
            </a:prstGeom>
            <a:solidFill>
              <a:srgbClr val="FFFFFF"/>
            </a:solidFill>
            <a:ln w="9525">
              <a:noFill/>
            </a:ln>
          </p:spPr>
          <p:txBody>
            <a:bodyPr wrap="square" lIns="0" tIns="0" rIns="0" bIns="0"/>
            <a:lstStyle/>
            <a:p>
              <a:pPr algn="ctr"/>
              <a:r>
                <a:rPr lang="zh-CN" altLang="en-US"/>
                <a:t>将数据传递给模型</a:t>
              </a:r>
            </a:p>
            <a:p>
              <a:endParaRPr lang="zh-CN" altLang="en-US"/>
            </a:p>
          </p:txBody>
        </p:sp>
        <p:sp>
          <p:nvSpPr>
            <p:cNvPr id="1073752810" name="Text Box 105"/>
            <p:cNvSpPr txBox="1"/>
            <p:nvPr/>
          </p:nvSpPr>
          <p:spPr>
            <a:xfrm>
              <a:off x="1776" y="4732"/>
              <a:ext cx="1253" cy="1161"/>
            </a:xfrm>
            <a:prstGeom prst="rect">
              <a:avLst/>
            </a:prstGeom>
            <a:solidFill>
              <a:srgbClr val="FFFFFF"/>
            </a:solidFill>
            <a:ln w="9525" cap="flat" cmpd="sng">
              <a:solidFill>
                <a:srgbClr val="000000"/>
              </a:solidFill>
              <a:prstDash val="solid"/>
              <a:miter/>
              <a:headEnd type="none" w="med" len="med"/>
              <a:tailEnd type="none" w="med" len="med"/>
            </a:ln>
          </p:spPr>
          <p:txBody>
            <a:bodyPr wrap="square" lIns="46800" rIns="46800"/>
            <a:lstStyle/>
            <a:p>
              <a:pPr algn="ctr"/>
              <a:r>
                <a:rPr lang="zh-CN" altLang="en-US"/>
                <a:t>控制器C</a:t>
              </a:r>
            </a:p>
            <a:p>
              <a:r>
                <a:rPr lang="zh-CN" altLang="en-US"/>
                <a:t>管理用户请求</a:t>
              </a:r>
            </a:p>
            <a:p>
              <a:r>
                <a:rPr lang="zh-CN" altLang="en-US"/>
                <a:t>选择模型行为</a:t>
              </a:r>
            </a:p>
            <a:p>
              <a:r>
                <a:rPr lang="zh-CN" altLang="en-US"/>
                <a:t>选择视图响应</a:t>
              </a:r>
            </a:p>
            <a:p>
              <a:endParaRPr lang="zh-CN" altLang="en-US"/>
            </a:p>
          </p:txBody>
        </p:sp>
        <p:sp>
          <p:nvSpPr>
            <p:cNvPr id="1073752811" name="Text Box 108"/>
            <p:cNvSpPr txBox="1"/>
            <p:nvPr/>
          </p:nvSpPr>
          <p:spPr>
            <a:xfrm>
              <a:off x="4999" y="7146"/>
              <a:ext cx="755" cy="414"/>
            </a:xfrm>
            <a:prstGeom prst="rect">
              <a:avLst/>
            </a:prstGeom>
            <a:solidFill>
              <a:srgbClr val="FFFFFF"/>
            </a:solidFill>
            <a:ln w="9525" cap="flat" cmpd="sng">
              <a:solidFill>
                <a:srgbClr val="000000"/>
              </a:solidFill>
              <a:prstDash val="solid"/>
              <a:miter/>
              <a:headEnd type="none" w="med" len="med"/>
              <a:tailEnd type="none" w="med" len="med"/>
            </a:ln>
          </p:spPr>
          <p:txBody>
            <a:bodyPr wrap="square" lIns="46800" rIns="46800"/>
            <a:lstStyle/>
            <a:p>
              <a:pPr algn="ctr"/>
              <a:r>
                <a:rPr lang="zh-CN" altLang="en-US"/>
                <a:t>数据库</a:t>
              </a:r>
            </a:p>
            <a:p>
              <a:endParaRPr lang="zh-CN" altLang="en-US"/>
            </a:p>
          </p:txBody>
        </p:sp>
        <p:cxnSp>
          <p:nvCxnSpPr>
            <p:cNvPr id="1073752812" name="AutoShape 109"/>
            <p:cNvCxnSpPr/>
            <p:nvPr/>
          </p:nvCxnSpPr>
          <p:spPr>
            <a:xfrm flipV="1">
              <a:off x="2407" y="3315"/>
              <a:ext cx="2486" cy="1407"/>
            </a:xfrm>
            <a:prstGeom prst="straightConnector1">
              <a:avLst/>
            </a:prstGeom>
            <a:ln w="9525" cap="flat" cmpd="sng">
              <a:solidFill>
                <a:srgbClr val="000000"/>
              </a:solidFill>
              <a:prstDash val="solid"/>
              <a:headEnd type="triangle" w="med" len="med"/>
              <a:tailEnd type="triangle" w="med" len="med"/>
            </a:ln>
          </p:spPr>
        </p:cxnSp>
        <p:cxnSp>
          <p:nvCxnSpPr>
            <p:cNvPr id="1073752813" name="AutoShape 110"/>
            <p:cNvCxnSpPr/>
            <p:nvPr/>
          </p:nvCxnSpPr>
          <p:spPr>
            <a:xfrm>
              <a:off x="3029" y="5312"/>
              <a:ext cx="1724" cy="1"/>
            </a:xfrm>
            <a:prstGeom prst="straightConnector1">
              <a:avLst/>
            </a:prstGeom>
            <a:ln w="9525" cap="flat" cmpd="sng">
              <a:solidFill>
                <a:srgbClr val="000000"/>
              </a:solidFill>
              <a:prstDash val="solid"/>
              <a:headEnd type="none" w="med" len="med"/>
              <a:tailEnd type="triangle" w="med" len="med"/>
            </a:ln>
          </p:spPr>
        </p:cxnSp>
        <p:cxnSp>
          <p:nvCxnSpPr>
            <p:cNvPr id="1073752814" name="AutoShape 111"/>
            <p:cNvCxnSpPr/>
            <p:nvPr/>
          </p:nvCxnSpPr>
          <p:spPr>
            <a:xfrm flipV="1">
              <a:off x="5990" y="5141"/>
              <a:ext cx="1744" cy="0"/>
            </a:xfrm>
            <a:prstGeom prst="straightConnector1">
              <a:avLst/>
            </a:prstGeom>
            <a:ln w="9525" cap="flat" cmpd="sng">
              <a:solidFill>
                <a:srgbClr val="000000"/>
              </a:solidFill>
              <a:prstDash val="solid"/>
              <a:headEnd type="none" w="med" len="med"/>
              <a:tailEnd type="triangle" w="med" len="med"/>
            </a:ln>
          </p:spPr>
        </p:cxnSp>
        <p:cxnSp>
          <p:nvCxnSpPr>
            <p:cNvPr id="1073752815" name="AutoShape 112"/>
            <p:cNvCxnSpPr/>
            <p:nvPr/>
          </p:nvCxnSpPr>
          <p:spPr>
            <a:xfrm>
              <a:off x="5383" y="5899"/>
              <a:ext cx="0" cy="1247"/>
            </a:xfrm>
            <a:prstGeom prst="straightConnector1">
              <a:avLst/>
            </a:prstGeom>
            <a:ln w="9525" cap="flat" cmpd="sng">
              <a:solidFill>
                <a:srgbClr val="000000"/>
              </a:solidFill>
              <a:prstDash val="solid"/>
              <a:headEnd type="triangle" w="med" len="med"/>
              <a:tailEnd type="triangle" w="med" len="med"/>
            </a:ln>
          </p:spPr>
        </p:cxnSp>
        <p:cxnSp>
          <p:nvCxnSpPr>
            <p:cNvPr id="1073752816" name="AutoShape 113"/>
            <p:cNvCxnSpPr/>
            <p:nvPr/>
          </p:nvCxnSpPr>
          <p:spPr>
            <a:xfrm flipH="1" flipV="1">
              <a:off x="6168" y="3315"/>
              <a:ext cx="2397" cy="1482"/>
            </a:xfrm>
            <a:prstGeom prst="straightConnector1">
              <a:avLst/>
            </a:prstGeom>
            <a:ln w="9525" cap="flat" cmpd="sng">
              <a:solidFill>
                <a:srgbClr val="000000"/>
              </a:solidFill>
              <a:prstDash val="solid"/>
              <a:headEnd type="none" w="med" len="med"/>
              <a:tailEnd type="triangle" w="med" len="med"/>
            </a:ln>
          </p:spPr>
        </p:cxnSp>
        <p:sp>
          <p:nvSpPr>
            <p:cNvPr id="1073752817" name="Text Box 160"/>
            <p:cNvSpPr txBox="1"/>
            <p:nvPr/>
          </p:nvSpPr>
          <p:spPr>
            <a:xfrm>
              <a:off x="3312" y="5972"/>
              <a:ext cx="802" cy="272"/>
            </a:xfrm>
            <a:prstGeom prst="rect">
              <a:avLst/>
            </a:prstGeom>
            <a:noFill/>
            <a:ln w="9525">
              <a:noFill/>
            </a:ln>
          </p:spPr>
          <p:txBody>
            <a:bodyPr wrap="square" lIns="0" tIns="0" rIns="0" bIns="0"/>
            <a:lstStyle/>
            <a:p>
              <a:pPr algn="ctr"/>
              <a:r>
                <a:rPr lang="zh-CN" altLang="en-US"/>
                <a:t>选择视图</a:t>
              </a:r>
            </a:p>
            <a:p>
              <a:endParaRPr lang="zh-CN" altLang="en-US"/>
            </a:p>
          </p:txBody>
        </p:sp>
        <p:sp>
          <p:nvSpPr>
            <p:cNvPr id="1073752818" name="Text Box 165"/>
            <p:cNvSpPr txBox="1"/>
            <p:nvPr/>
          </p:nvSpPr>
          <p:spPr>
            <a:xfrm>
              <a:off x="6472" y="5539"/>
              <a:ext cx="802" cy="266"/>
            </a:xfrm>
            <a:prstGeom prst="rect">
              <a:avLst/>
            </a:prstGeom>
            <a:noFill/>
            <a:ln w="9525">
              <a:noFill/>
            </a:ln>
          </p:spPr>
          <p:txBody>
            <a:bodyPr wrap="square" lIns="0" tIns="0" rIns="0" bIns="0"/>
            <a:lstStyle/>
            <a:p>
              <a:pPr algn="ctr"/>
              <a:r>
                <a:rPr lang="zh-CN" altLang="en-US"/>
                <a:t>更新请求</a:t>
              </a:r>
            </a:p>
            <a:p>
              <a:endParaRPr lang="zh-CN" altLang="en-US"/>
            </a:p>
          </p:txBody>
        </p:sp>
        <p:sp>
          <p:nvSpPr>
            <p:cNvPr id="1073752819" name="Text Box 240"/>
            <p:cNvSpPr txBox="1"/>
            <p:nvPr/>
          </p:nvSpPr>
          <p:spPr>
            <a:xfrm>
              <a:off x="4897" y="3122"/>
              <a:ext cx="1269" cy="414"/>
            </a:xfrm>
            <a:prstGeom prst="rect">
              <a:avLst/>
            </a:prstGeom>
            <a:solidFill>
              <a:srgbClr val="FFFFFF"/>
            </a:solidFill>
            <a:ln w="9525" cap="flat" cmpd="sng">
              <a:solidFill>
                <a:srgbClr val="000000"/>
              </a:solidFill>
              <a:prstDash val="solid"/>
              <a:miter/>
              <a:headEnd type="none" w="med" len="med"/>
              <a:tailEnd type="none" w="med" len="med"/>
            </a:ln>
          </p:spPr>
          <p:txBody>
            <a:bodyPr wrap="square" lIns="46800" rIns="46800"/>
            <a:lstStyle/>
            <a:p>
              <a:pPr algn="ctr"/>
              <a:r>
                <a:rPr lang="zh-CN" altLang="en-US"/>
                <a:t>浏览器用户端</a:t>
              </a:r>
            </a:p>
            <a:p>
              <a:endParaRPr lang="zh-CN" altLang="en-US"/>
            </a:p>
          </p:txBody>
        </p:sp>
        <p:sp>
          <p:nvSpPr>
            <p:cNvPr id="1073752820" name="Text Box 247"/>
            <p:cNvSpPr txBox="1"/>
            <p:nvPr/>
          </p:nvSpPr>
          <p:spPr>
            <a:xfrm>
              <a:off x="6894" y="3544"/>
              <a:ext cx="1632" cy="278"/>
            </a:xfrm>
            <a:prstGeom prst="rect">
              <a:avLst/>
            </a:prstGeom>
            <a:noFill/>
            <a:ln w="9525">
              <a:noFill/>
            </a:ln>
          </p:spPr>
          <p:txBody>
            <a:bodyPr wrap="square" lIns="0" tIns="0" rIns="0" bIns="0"/>
            <a:lstStyle/>
            <a:p>
              <a:r>
                <a:rPr lang="zh-CN" altLang="en-US"/>
                <a:t>将结果反馈给用户端</a:t>
              </a:r>
            </a:p>
            <a:p>
              <a:endParaRPr lang="zh-CN" altLang="en-US"/>
            </a:p>
          </p:txBody>
        </p:sp>
        <p:sp>
          <p:nvSpPr>
            <p:cNvPr id="1073752821" name="Text Box 248"/>
            <p:cNvSpPr txBox="1"/>
            <p:nvPr/>
          </p:nvSpPr>
          <p:spPr>
            <a:xfrm>
              <a:off x="2452" y="3544"/>
              <a:ext cx="1591" cy="278"/>
            </a:xfrm>
            <a:prstGeom prst="rect">
              <a:avLst/>
            </a:prstGeom>
            <a:noFill/>
            <a:ln w="9525">
              <a:noFill/>
            </a:ln>
          </p:spPr>
          <p:txBody>
            <a:bodyPr wrap="square" lIns="0" tIns="0" rIns="0" bIns="0"/>
            <a:lstStyle/>
            <a:p>
              <a:r>
                <a:rPr lang="zh-CN" altLang="en-US"/>
                <a:t>用户发出HTTP请求</a:t>
              </a:r>
            </a:p>
            <a:p>
              <a:endParaRPr lang="zh-CN" altLang="en-US"/>
            </a:p>
          </p:txBody>
        </p:sp>
        <p:sp>
          <p:nvSpPr>
            <p:cNvPr id="1073752822" name="Text Box 160"/>
            <p:cNvSpPr txBox="1"/>
            <p:nvPr/>
          </p:nvSpPr>
          <p:spPr>
            <a:xfrm>
              <a:off x="5416" y="6644"/>
              <a:ext cx="802" cy="272"/>
            </a:xfrm>
            <a:prstGeom prst="rect">
              <a:avLst/>
            </a:prstGeom>
            <a:noFill/>
            <a:ln w="9525">
              <a:noFill/>
            </a:ln>
          </p:spPr>
          <p:txBody>
            <a:bodyPr wrap="square" lIns="0" tIns="0" rIns="0" bIns="0"/>
            <a:lstStyle/>
            <a:p>
              <a:pPr algn="ctr"/>
              <a:r>
                <a:rPr lang="zh-CN" altLang="en-US"/>
                <a:t>数据存取</a:t>
              </a:r>
            </a:p>
            <a:p>
              <a:endParaRPr lang="zh-CN" altLang="en-US"/>
            </a:p>
          </p:txBody>
        </p:sp>
        <p:cxnSp>
          <p:nvCxnSpPr>
            <p:cNvPr id="1073752823" name="AutoShape 111"/>
            <p:cNvCxnSpPr/>
            <p:nvPr/>
          </p:nvCxnSpPr>
          <p:spPr>
            <a:xfrm flipV="1">
              <a:off x="6010" y="5502"/>
              <a:ext cx="1712" cy="0"/>
            </a:xfrm>
            <a:prstGeom prst="straightConnector1">
              <a:avLst/>
            </a:prstGeom>
            <a:ln w="9525" cap="flat" cmpd="sng">
              <a:solidFill>
                <a:srgbClr val="000000"/>
              </a:solidFill>
              <a:prstDash val="solid"/>
              <a:headEnd type="triangle" w="med" len="med"/>
              <a:tailEnd type="none" w="med" len="med"/>
            </a:ln>
          </p:spPr>
        </p:cxnSp>
        <p:sp>
          <p:nvSpPr>
            <p:cNvPr id="1073752824" name="任意多边形 1073752823"/>
            <p:cNvSpPr/>
            <p:nvPr/>
          </p:nvSpPr>
          <p:spPr>
            <a:xfrm>
              <a:off x="2408" y="5896"/>
              <a:ext cx="6038" cy="375"/>
            </a:xfrm>
            <a:custGeom>
              <a:avLst/>
              <a:gdLst/>
              <a:ahLst/>
              <a:cxnLst/>
              <a:rect l="0" t="0" r="0" b="0"/>
              <a:pathLst>
                <a:path w="6074" h="375">
                  <a:moveTo>
                    <a:pt x="0" y="9"/>
                  </a:moveTo>
                  <a:lnTo>
                    <a:pt x="0" y="375"/>
                  </a:lnTo>
                  <a:lnTo>
                    <a:pt x="6074" y="375"/>
                  </a:lnTo>
                  <a:lnTo>
                    <a:pt x="6074" y="0"/>
                  </a:lnTo>
                </a:path>
              </a:pathLst>
            </a:custGeom>
            <a:noFill/>
            <a:ln w="9525" cap="flat" cmpd="sng">
              <a:solidFill>
                <a:srgbClr val="000000"/>
              </a:solidFill>
              <a:prstDash val="solid"/>
              <a:headEnd type="none" w="med" len="med"/>
              <a:tailEnd type="triangle" w="med" len="med"/>
            </a:ln>
          </p:spPr>
          <p:txBody>
            <a:bodyPr/>
            <a:lstStyle/>
            <a:p>
              <a:endParaRPr lang="zh-CN" altLang="en-US"/>
            </a:p>
          </p:txBody>
        </p:sp>
        <p:sp>
          <p:nvSpPr>
            <p:cNvPr id="1073752825" name="Text Box 161"/>
            <p:cNvSpPr txBox="1"/>
            <p:nvPr/>
          </p:nvSpPr>
          <p:spPr>
            <a:xfrm>
              <a:off x="7731" y="4732"/>
              <a:ext cx="1439" cy="1162"/>
            </a:xfrm>
            <a:prstGeom prst="rect">
              <a:avLst/>
            </a:prstGeom>
            <a:solidFill>
              <a:srgbClr val="FFFFFF"/>
            </a:solidFill>
            <a:ln w="9525" cap="flat" cmpd="sng">
              <a:solidFill>
                <a:srgbClr val="000000"/>
              </a:solidFill>
              <a:prstDash val="solid"/>
              <a:miter/>
              <a:headEnd type="none" w="med" len="med"/>
              <a:tailEnd type="none" w="med" len="med"/>
            </a:ln>
          </p:spPr>
          <p:txBody>
            <a:bodyPr wrap="square" lIns="46800" rIns="46800"/>
            <a:lstStyle/>
            <a:p>
              <a:pPr algn="ctr"/>
              <a:r>
                <a:rPr lang="zh-CN" altLang="en-US"/>
                <a:t>视图V</a:t>
              </a:r>
            </a:p>
            <a:p>
              <a:r>
                <a:rPr lang="zh-CN" altLang="en-US"/>
                <a:t>根据模型的数据更新并显示控制器所选择的视图</a:t>
              </a:r>
            </a:p>
            <a:p>
              <a:endParaRPr lang="zh-CN" altLang="en-US"/>
            </a:p>
          </p:txBody>
        </p:sp>
        <p:sp>
          <p:nvSpPr>
            <p:cNvPr id="1073752826" name="Text Box 164"/>
            <p:cNvSpPr txBox="1"/>
            <p:nvPr/>
          </p:nvSpPr>
          <p:spPr>
            <a:xfrm>
              <a:off x="4753" y="4732"/>
              <a:ext cx="1253" cy="1162"/>
            </a:xfrm>
            <a:prstGeom prst="rect">
              <a:avLst/>
            </a:prstGeom>
            <a:solidFill>
              <a:srgbClr val="FFFFFF"/>
            </a:solidFill>
            <a:ln w="9525" cap="flat" cmpd="sng">
              <a:solidFill>
                <a:srgbClr val="000000"/>
              </a:solidFill>
              <a:prstDash val="solid"/>
              <a:miter/>
              <a:headEnd type="none" w="med" len="med"/>
              <a:tailEnd type="none" w="med" len="med"/>
            </a:ln>
          </p:spPr>
          <p:txBody>
            <a:bodyPr wrap="square" lIns="46800" rIns="46800"/>
            <a:lstStyle/>
            <a:p>
              <a:pPr algn="ctr"/>
              <a:r>
                <a:rPr lang="zh-CN" altLang="en-US"/>
                <a:t>模型M</a:t>
              </a:r>
            </a:p>
            <a:p>
              <a:r>
                <a:rPr lang="zh-CN" altLang="en-US"/>
                <a:t>封装功能</a:t>
              </a:r>
            </a:p>
            <a:p>
              <a:r>
                <a:rPr lang="zh-CN" altLang="en-US"/>
                <a:t>封装内容对象</a:t>
              </a:r>
            </a:p>
            <a:p>
              <a:endParaRPr lang="zh-CN" altLang="en-US"/>
            </a:p>
          </p:txBody>
        </p:sp>
      </p:grpSp>
      <p:sp>
        <p:nvSpPr>
          <p:cNvPr id="3" name="文本框 2"/>
          <p:cNvSpPr txBox="1"/>
          <p:nvPr/>
        </p:nvSpPr>
        <p:spPr>
          <a:xfrm>
            <a:off x="7074535" y="6006465"/>
            <a:ext cx="3378200" cy="365760"/>
          </a:xfrm>
          <a:prstGeom prst="rect">
            <a:avLst/>
          </a:prstGeom>
          <a:noFill/>
        </p:spPr>
        <p:txBody>
          <a:bodyPr wrap="square" rtlCol="0" anchor="t">
            <a:spAutoFit/>
          </a:bodyPr>
          <a:lstStyle/>
          <a:p>
            <a:r>
              <a:rPr lang="zh-CN" altLang="en-US" dirty="0"/>
              <a:t>图8-10  MVC工作流程图</a:t>
            </a:r>
          </a:p>
        </p:txBody>
      </p:sp>
    </p:spTree>
    <p:custDataLst>
      <p:tags r:id="rId1"/>
    </p:custDataLst>
  </p:cSld>
  <p:clrMapOvr>
    <a:masterClrMapping/>
  </p:clrMapOvr>
  <p:transition>
    <p:wheel spokes="3"/>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8.5 Web</a:t>
            </a:r>
            <a:r>
              <a:rPr lang="zh-CN" altLang="en-US" dirty="0" smtClean="0">
                <a:solidFill>
                  <a:srgbClr val="FF0000"/>
                </a:solidFill>
                <a:sym typeface="+mn-ea"/>
              </a:rPr>
              <a:t>软件设计模式</a:t>
            </a:r>
            <a:r>
              <a:rPr lang="zh-CN" dirty="0" smtClean="0">
                <a:solidFill>
                  <a:schemeClr val="tx1"/>
                </a:solidFill>
              </a:rPr>
              <a:t/>
            </a:r>
            <a:br>
              <a:rPr lang="zh-CN" dirty="0" smtClean="0">
                <a:solidFill>
                  <a:schemeClr val="tx1"/>
                </a:solidFill>
              </a:rPr>
            </a:br>
            <a:r>
              <a:rPr lang="zh-CN" altLang="en-US" dirty="0" smtClean="0">
                <a:solidFill>
                  <a:srgbClr val="FF0000"/>
                </a:solidFill>
              </a:rPr>
              <a:t/>
            </a:r>
            <a:br>
              <a:rPr lang="zh-CN" altLang="en-US" dirty="0" smtClean="0">
                <a:solidFill>
                  <a:srgbClr val="FF0000"/>
                </a:solidFill>
              </a:rPr>
            </a:br>
            <a:endParaRPr lang="zh-CN" altLang="en-US"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8.5.4 </a:t>
            </a:r>
            <a:r>
              <a:rPr lang="zh-CN" altLang="en-US" sz="2400" dirty="0" smtClean="0">
                <a:solidFill>
                  <a:schemeClr val="tx1"/>
                </a:solidFill>
              </a:rPr>
              <a:t>模型－视图－控制器模式</a:t>
            </a:r>
          </a:p>
        </p:txBody>
      </p:sp>
      <p:grpSp>
        <p:nvGrpSpPr>
          <p:cNvPr id="3" name="组合 2"/>
          <p:cNvGrpSpPr/>
          <p:nvPr/>
        </p:nvGrpSpPr>
        <p:grpSpPr>
          <a:xfrm>
            <a:off x="848995" y="1969770"/>
            <a:ext cx="10928985" cy="4466590"/>
            <a:chOff x="1337" y="3102"/>
            <a:chExt cx="17211" cy="7034"/>
          </a:xfrm>
        </p:grpSpPr>
        <p:sp>
          <p:nvSpPr>
            <p:cNvPr id="16" name="Oval 15"/>
            <p:cNvSpPr>
              <a:spLocks noChangeArrowheads="1"/>
            </p:cNvSpPr>
            <p:nvPr>
              <p:custDataLst>
                <p:tags r:id="rId2"/>
              </p:custDataLst>
            </p:nvPr>
          </p:nvSpPr>
          <p:spPr bwMode="auto">
            <a:xfrm>
              <a:off x="1609" y="3997"/>
              <a:ext cx="4966" cy="5012"/>
            </a:xfrm>
            <a:prstGeom prst="ellipse">
              <a:avLst/>
            </a:prstGeom>
            <a:noFill/>
            <a:ln w="19050">
              <a:solidFill>
                <a:srgbClr val="4F5A71">
                  <a:alpha val="50000"/>
                </a:srgbClr>
              </a:solidFill>
              <a:round/>
            </a:ln>
            <a:effectLst/>
            <a:extLst>
              <a:ext uri="{909E8E84-426E-40DD-AFC4-6F175D3DCCD1}">
                <a14:hiddenFill xmlns="" xmlns:a14="http://schemas.microsoft.com/office/drawing/2010/main">
                  <a:solidFill>
                    <a:srgbClr val="4F5A71"/>
                  </a:solidFill>
                </a14:hiddenFill>
              </a:ext>
              <a:ext uri="{AF507438-7753-43E0-B8FC-AC1667EBCBE1}">
                <a14:hiddenEffects xmln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33" name="Line 16"/>
            <p:cNvSpPr>
              <a:spLocks noChangeShapeType="1"/>
            </p:cNvSpPr>
            <p:nvPr>
              <p:custDataLst>
                <p:tags r:id="rId3"/>
              </p:custDataLst>
            </p:nvPr>
          </p:nvSpPr>
          <p:spPr bwMode="gray">
            <a:xfrm>
              <a:off x="1337" y="6514"/>
              <a:ext cx="5486" cy="0"/>
            </a:xfrm>
            <a:prstGeom prst="line">
              <a:avLst/>
            </a:prstGeom>
            <a:noFill/>
            <a:ln w="28575">
              <a:solidFill>
                <a:srgbClr val="4F5A71">
                  <a:alpha val="50000"/>
                </a:srgbClr>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34" name="Line 17"/>
            <p:cNvSpPr>
              <a:spLocks noChangeShapeType="1"/>
            </p:cNvSpPr>
            <p:nvPr>
              <p:custDataLst>
                <p:tags r:id="rId4"/>
              </p:custDataLst>
            </p:nvPr>
          </p:nvSpPr>
          <p:spPr bwMode="gray">
            <a:xfrm>
              <a:off x="4080" y="3627"/>
              <a:ext cx="0" cy="5770"/>
            </a:xfrm>
            <a:prstGeom prst="line">
              <a:avLst/>
            </a:prstGeom>
            <a:noFill/>
            <a:ln w="28575">
              <a:solidFill>
                <a:srgbClr val="4F5A71">
                  <a:alpha val="50000"/>
                </a:srgbClr>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35" name="Oval 10"/>
            <p:cNvSpPr>
              <a:spLocks noChangeArrowheads="1"/>
            </p:cNvSpPr>
            <p:nvPr>
              <p:custDataLst>
                <p:tags r:id="rId5"/>
              </p:custDataLst>
            </p:nvPr>
          </p:nvSpPr>
          <p:spPr bwMode="gray">
            <a:xfrm>
              <a:off x="1881" y="4281"/>
              <a:ext cx="4393" cy="4427"/>
            </a:xfrm>
            <a:prstGeom prst="ellipse">
              <a:avLst/>
            </a:prstGeom>
            <a:noFill/>
            <a:ln w="9525">
              <a:solidFill>
                <a:srgbClr val="4F5A71">
                  <a:alpha val="50000"/>
                </a:srgbClr>
              </a:solidFill>
              <a:round/>
            </a:ln>
            <a:effectLst/>
            <a:extLst>
              <a:ext uri="{909E8E84-426E-40DD-AFC4-6F175D3DCCD1}">
                <a14:hiddenFill xmlns="" xmlns:a14="http://schemas.microsoft.com/office/drawing/2010/main">
                  <a:solidFill>
                    <a:srgbClr val="4F5A71">
                      <a:alpha val="64999"/>
                    </a:srgbClr>
                  </a:solidFill>
                </a14:hiddenFill>
              </a:ext>
              <a:ext uri="{AF507438-7753-43E0-B8FC-AC1667EBCBE1}">
                <a14:hiddenEffects xmln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37" name="Oval 13"/>
            <p:cNvSpPr>
              <a:spLocks noChangeArrowheads="1"/>
            </p:cNvSpPr>
            <p:nvPr>
              <p:custDataLst>
                <p:tags r:id="rId6"/>
              </p:custDataLst>
            </p:nvPr>
          </p:nvSpPr>
          <p:spPr bwMode="gray">
            <a:xfrm>
              <a:off x="2383" y="4812"/>
              <a:ext cx="3366" cy="3436"/>
            </a:xfrm>
            <a:prstGeom prst="ellipse">
              <a:avLst/>
            </a:prstGeom>
            <a:solidFill>
              <a:srgbClr val="4F5A71">
                <a:lumMod val="60000"/>
                <a:lumOff val="40000"/>
              </a:srgb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51" name="KSO_GT1"/>
            <p:cNvSpPr>
              <a:spLocks noChangeArrowheads="1"/>
            </p:cNvSpPr>
            <p:nvPr>
              <p:custDataLst>
                <p:tags r:id="rId7"/>
              </p:custDataLst>
            </p:nvPr>
          </p:nvSpPr>
          <p:spPr bwMode="gray">
            <a:xfrm>
              <a:off x="2989" y="5430"/>
              <a:ext cx="2155" cy="2201"/>
            </a:xfrm>
            <a:prstGeom prst="ellipse">
              <a:avLst/>
            </a:prstGeom>
            <a:solidFill>
              <a:srgbClr val="4F5A71"/>
            </a:solidFill>
            <a:ln>
              <a:noFill/>
            </a:ln>
            <a:effectLst/>
          </p:spPr>
          <p:txBody>
            <a:bodyPr wrap="square" lIns="0" tIns="0" rIns="0" bIns="0" anchor="ctr">
              <a:normAutofit fontScale="95000" lnSpcReduction="10000"/>
            </a:bodyPr>
            <a:lstStyle/>
            <a:p>
              <a:pPr algn="ctr">
                <a:defRPr/>
              </a:pPr>
              <a:r>
                <a:rPr lang="en-US" altLang="zh-CN" sz="2400" kern="0" dirty="0">
                  <a:solidFill>
                    <a:srgbClr val="FFFFFF"/>
                  </a:solidFill>
                  <a:latin typeface="Arial" panose="020B0604020202020204" pitchFamily="34" charset="0"/>
                  <a:ea typeface="宋体" panose="02010600030101010101" pitchFamily="2" charset="-122"/>
                  <a:cs typeface="黑体" panose="02010609060101010101" pitchFamily="49" charset="-122"/>
                  <a:sym typeface="+mn-ea"/>
                </a:rPr>
                <a:t>MVC的工作流程</a:t>
              </a:r>
              <a:endParaRPr lang="en-US" altLang="zh-CN" sz="2400" kern="0" dirty="0">
                <a:solidFill>
                  <a:srgbClr val="FFFFFF"/>
                </a:solidFill>
                <a:latin typeface="Arial" panose="020B0604020202020204" pitchFamily="34" charset="0"/>
                <a:ea typeface="宋体" panose="02010600030101010101" pitchFamily="2" charset="-122"/>
                <a:cs typeface="黑体" panose="02010609060101010101" pitchFamily="49" charset="-122"/>
              </a:endParaRPr>
            </a:p>
          </p:txBody>
        </p:sp>
        <p:sp>
          <p:nvSpPr>
            <p:cNvPr id="30" name="Oval 19"/>
            <p:cNvSpPr>
              <a:spLocks noChangeArrowheads="1"/>
            </p:cNvSpPr>
            <p:nvPr>
              <p:custDataLst>
                <p:tags r:id="rId8"/>
              </p:custDataLst>
            </p:nvPr>
          </p:nvSpPr>
          <p:spPr bwMode="gray">
            <a:xfrm>
              <a:off x="4744" y="3927"/>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21" name="文本框 20"/>
            <p:cNvSpPr txBox="1"/>
            <p:nvPr>
              <p:custDataLst>
                <p:tags r:id="rId9"/>
              </p:custDataLst>
            </p:nvPr>
          </p:nvSpPr>
          <p:spPr>
            <a:xfrm>
              <a:off x="5424" y="3102"/>
              <a:ext cx="12674" cy="1457"/>
            </a:xfrm>
            <a:prstGeom prst="rect">
              <a:avLst/>
            </a:prstGeom>
            <a:noFill/>
          </p:spPr>
          <p:txBody>
            <a:bodyPr wrap="square" lIns="0" rIns="0">
              <a:normAutofit/>
            </a:bodyPr>
            <a:lstStyle/>
            <a:p>
              <a:pPr>
                <a:lnSpc>
                  <a:spcPct val="130000"/>
                </a:lnSpc>
                <a:spcBef>
                  <a:spcPts val="600"/>
                </a:spcBef>
                <a:defRPr/>
              </a:pPr>
              <a:r>
                <a:rPr dirty="0"/>
                <a:t>（1）控制器接收来自远程客户端的HTTP请求，将其转换为对模型的业务逻辑处理功能的调用。</a:t>
              </a:r>
            </a:p>
          </p:txBody>
        </p:sp>
        <p:sp>
          <p:nvSpPr>
            <p:cNvPr id="19" name="Oval 19"/>
            <p:cNvSpPr>
              <a:spLocks noChangeArrowheads="1"/>
            </p:cNvSpPr>
            <p:nvPr>
              <p:custDataLst>
                <p:tags r:id="rId10"/>
              </p:custDataLst>
            </p:nvPr>
          </p:nvSpPr>
          <p:spPr bwMode="gray">
            <a:xfrm>
              <a:off x="5822" y="4710"/>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22" name="文本框 21"/>
            <p:cNvSpPr txBox="1"/>
            <p:nvPr>
              <p:custDataLst>
                <p:tags r:id="rId11"/>
              </p:custDataLst>
            </p:nvPr>
          </p:nvSpPr>
          <p:spPr>
            <a:xfrm>
              <a:off x="6823" y="4323"/>
              <a:ext cx="11533" cy="1250"/>
            </a:xfrm>
            <a:prstGeom prst="rect">
              <a:avLst/>
            </a:prstGeom>
            <a:noFill/>
          </p:spPr>
          <p:txBody>
            <a:bodyPr wrap="square" lIns="0" rIns="0">
              <a:normAutofit lnSpcReduction="10000"/>
            </a:bodyPr>
            <a:lstStyle/>
            <a:p>
              <a:pPr>
                <a:lnSpc>
                  <a:spcPct val="130000"/>
                </a:lnSpc>
                <a:spcBef>
                  <a:spcPts val="600"/>
                </a:spcBef>
                <a:defRPr/>
              </a:pPr>
              <a:r>
                <a:rPr dirty="0"/>
                <a:t>（2）模型进行业务逻辑处理，在处理过程中可访问位于后端的数据库，处理完成后模型将结果送给控制器。</a:t>
              </a:r>
            </a:p>
          </p:txBody>
        </p:sp>
        <p:sp>
          <p:nvSpPr>
            <p:cNvPr id="20" name="Oval 19"/>
            <p:cNvSpPr>
              <a:spLocks noChangeArrowheads="1"/>
            </p:cNvSpPr>
            <p:nvPr>
              <p:custDataLst>
                <p:tags r:id="rId12"/>
              </p:custDataLst>
            </p:nvPr>
          </p:nvSpPr>
          <p:spPr bwMode="gray">
            <a:xfrm>
              <a:off x="6311" y="5745"/>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5" name="文本框 4"/>
            <p:cNvSpPr txBox="1"/>
            <p:nvPr>
              <p:custDataLst>
                <p:tags r:id="rId13"/>
              </p:custDataLst>
            </p:nvPr>
          </p:nvSpPr>
          <p:spPr>
            <a:xfrm>
              <a:off x="7098" y="5430"/>
              <a:ext cx="11087" cy="1430"/>
            </a:xfrm>
            <a:prstGeom prst="rect">
              <a:avLst/>
            </a:prstGeom>
            <a:noFill/>
          </p:spPr>
          <p:txBody>
            <a:bodyPr wrap="square" lIns="0" rIns="0">
              <a:normAutofit/>
            </a:bodyPr>
            <a:lstStyle/>
            <a:p>
              <a:pPr>
                <a:lnSpc>
                  <a:spcPct val="130000"/>
                </a:lnSpc>
                <a:spcBef>
                  <a:spcPts val="600"/>
                </a:spcBef>
                <a:defRPr/>
              </a:pPr>
              <a:r>
                <a:rPr dirty="0"/>
                <a:t>（3）控制器根据模型的处理结果创建新的视图、选择其他视图或更新已有视图。</a:t>
              </a:r>
            </a:p>
          </p:txBody>
        </p:sp>
        <p:sp>
          <p:nvSpPr>
            <p:cNvPr id="23" name="Oval 19"/>
            <p:cNvSpPr>
              <a:spLocks noChangeArrowheads="1"/>
            </p:cNvSpPr>
            <p:nvPr>
              <p:custDataLst>
                <p:tags r:id="rId14"/>
              </p:custDataLst>
            </p:nvPr>
          </p:nvSpPr>
          <p:spPr bwMode="gray">
            <a:xfrm>
              <a:off x="6325" y="6861"/>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6" name="文本框 5"/>
            <p:cNvSpPr txBox="1"/>
            <p:nvPr>
              <p:custDataLst>
                <p:tags r:id="rId15"/>
              </p:custDataLst>
            </p:nvPr>
          </p:nvSpPr>
          <p:spPr>
            <a:xfrm>
              <a:off x="7274" y="6628"/>
              <a:ext cx="11274" cy="1299"/>
            </a:xfrm>
            <a:prstGeom prst="rect">
              <a:avLst/>
            </a:prstGeom>
            <a:noFill/>
          </p:spPr>
          <p:txBody>
            <a:bodyPr wrap="square" lIns="0" rIns="0">
              <a:normAutofit/>
            </a:bodyPr>
            <a:lstStyle/>
            <a:p>
              <a:pPr>
                <a:lnSpc>
                  <a:spcPct val="130000"/>
                </a:lnSpc>
                <a:spcBef>
                  <a:spcPts val="600"/>
                </a:spcBef>
                <a:defRPr/>
              </a:pPr>
              <a:r>
                <a:rPr dirty="0"/>
                <a:t>（4）视图在接收控制器的命令后从模型中获取数据并生成HTTP应答，主要内容为HTML数据。</a:t>
              </a:r>
            </a:p>
          </p:txBody>
        </p:sp>
        <p:sp>
          <p:nvSpPr>
            <p:cNvPr id="24" name="Oval 19"/>
            <p:cNvSpPr>
              <a:spLocks noChangeArrowheads="1"/>
            </p:cNvSpPr>
            <p:nvPr>
              <p:custDataLst>
                <p:tags r:id="rId16"/>
              </p:custDataLst>
            </p:nvPr>
          </p:nvSpPr>
          <p:spPr bwMode="gray">
            <a:xfrm>
              <a:off x="5805" y="7926"/>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38" name="文本框 37"/>
            <p:cNvSpPr txBox="1"/>
            <p:nvPr>
              <p:custDataLst>
                <p:tags r:id="rId17"/>
              </p:custDataLst>
            </p:nvPr>
          </p:nvSpPr>
          <p:spPr>
            <a:xfrm>
              <a:off x="6721" y="7722"/>
              <a:ext cx="11464" cy="1287"/>
            </a:xfrm>
            <a:prstGeom prst="rect">
              <a:avLst/>
            </a:prstGeom>
            <a:noFill/>
          </p:spPr>
          <p:txBody>
            <a:bodyPr wrap="square" lIns="0" rIns="0">
              <a:normAutofit/>
            </a:bodyPr>
            <a:lstStyle/>
            <a:p>
              <a:pPr>
                <a:lnSpc>
                  <a:spcPct val="130000"/>
                </a:lnSpc>
                <a:spcBef>
                  <a:spcPts val="600"/>
                </a:spcBef>
                <a:defRPr/>
              </a:pPr>
              <a:r>
                <a:rPr lang="zh-CN" altLang="en-US" dirty="0"/>
                <a:t>（5）远程客户端的Web浏览器接收并解析来自视图的HTML数据，呈现Web软件的用户界面。</a:t>
              </a:r>
            </a:p>
          </p:txBody>
        </p:sp>
        <p:sp>
          <p:nvSpPr>
            <p:cNvPr id="25" name="Oval 19"/>
            <p:cNvSpPr>
              <a:spLocks noChangeArrowheads="1"/>
            </p:cNvSpPr>
            <p:nvPr>
              <p:custDataLst>
                <p:tags r:id="rId18"/>
              </p:custDataLst>
            </p:nvPr>
          </p:nvSpPr>
          <p:spPr bwMode="gray">
            <a:xfrm>
              <a:off x="4685" y="8682"/>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39" name="文本框 38"/>
            <p:cNvSpPr txBox="1"/>
            <p:nvPr>
              <p:custDataLst>
                <p:tags r:id="rId19"/>
              </p:custDataLst>
            </p:nvPr>
          </p:nvSpPr>
          <p:spPr>
            <a:xfrm>
              <a:off x="5337" y="8815"/>
              <a:ext cx="12848" cy="1321"/>
            </a:xfrm>
            <a:prstGeom prst="rect">
              <a:avLst/>
            </a:prstGeom>
            <a:noFill/>
          </p:spPr>
          <p:txBody>
            <a:bodyPr wrap="square" lIns="0" rIns="0">
              <a:normAutofit/>
            </a:bodyPr>
            <a:lstStyle/>
            <a:p>
              <a:pPr>
                <a:lnSpc>
                  <a:spcPct val="130000"/>
                </a:lnSpc>
                <a:spcBef>
                  <a:spcPts val="600"/>
                </a:spcBef>
                <a:defRPr/>
              </a:pPr>
              <a:r>
                <a:rPr lang="zh-CN" altLang="en-US" dirty="0"/>
                <a:t>（6）当用户在浏览器的操作界面发出HTTP请求时，重复上述操作。</a:t>
              </a:r>
            </a:p>
          </p:txBody>
        </p:sp>
      </p:grpSp>
    </p:spTree>
    <p:custDataLst>
      <p:tags r:id="rId1"/>
    </p:custDataLst>
  </p:cSld>
  <p:clrMapOvr>
    <a:masterClrMapping/>
  </p:clrMapOvr>
  <p:transition>
    <p:wheel spokes="3"/>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8.5 Web</a:t>
            </a:r>
            <a:r>
              <a:rPr lang="zh-CN" altLang="en-US" dirty="0" smtClean="0">
                <a:solidFill>
                  <a:srgbClr val="FF0000"/>
                </a:solidFill>
                <a:sym typeface="+mn-ea"/>
              </a:rPr>
              <a:t>软件设计模式</a:t>
            </a:r>
            <a:r>
              <a:rPr lang="zh-CN" altLang="en-US" dirty="0" smtClean="0">
                <a:solidFill>
                  <a:srgbClr val="FF0000"/>
                </a:solidFill>
              </a:rPr>
              <a:t/>
            </a:r>
            <a:br>
              <a:rPr lang="zh-CN" altLang="en-US" dirty="0" smtClean="0">
                <a:solidFill>
                  <a:srgbClr val="FF0000"/>
                </a:solidFill>
              </a:rPr>
            </a:br>
            <a:endParaRPr lang="zh-CN" altLang="en-US" dirty="0" smtClean="0">
              <a:solidFill>
                <a:srgbClr val="FF0000"/>
              </a:solidFill>
              <a:sym typeface="+mn-ea"/>
            </a:endParaRP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8.5.5 </a:t>
            </a:r>
            <a:r>
              <a:rPr lang="zh-CN" sz="2400" dirty="0" smtClean="0">
                <a:solidFill>
                  <a:schemeClr val="tx1"/>
                </a:solidFill>
              </a:rPr>
              <a:t>装饰者模式</a:t>
            </a:r>
          </a:p>
        </p:txBody>
      </p:sp>
      <p:cxnSp>
        <p:nvCxnSpPr>
          <p:cNvPr id="12" name="MH_Other_1"/>
          <p:cNvCxnSpPr/>
          <p:nvPr>
            <p:custDataLst>
              <p:tags r:id="rId2"/>
            </p:custDataLst>
          </p:nvPr>
        </p:nvCxnSpPr>
        <p:spPr>
          <a:xfrm>
            <a:off x="5888990" y="2212340"/>
            <a:ext cx="30480" cy="3303905"/>
          </a:xfrm>
          <a:prstGeom prst="line">
            <a:avLst/>
          </a:prstGeom>
          <a:ln>
            <a:solidFill>
              <a:srgbClr val="6ACBF6"/>
            </a:solidFill>
            <a:prstDash val="sysDash"/>
          </a:ln>
        </p:spPr>
        <p:style>
          <a:lnRef idx="1">
            <a:schemeClr val="accent1"/>
          </a:lnRef>
          <a:fillRef idx="0">
            <a:schemeClr val="accent1"/>
          </a:fillRef>
          <a:effectRef idx="0">
            <a:schemeClr val="accent1"/>
          </a:effectRef>
          <a:fontRef idx="minor">
            <a:schemeClr val="tx1"/>
          </a:fontRef>
        </p:style>
      </p:cxnSp>
      <p:pic>
        <p:nvPicPr>
          <p:cNvPr id="3" name="图片 2" descr="A000220150322F34PPIC"/>
          <p:cNvPicPr>
            <a:picLocks noChangeAspect="1"/>
          </p:cNvPicPr>
          <p:nvPr/>
        </p:nvPicPr>
        <p:blipFill>
          <a:blip r:embed="rId6" cstate="print"/>
          <a:stretch>
            <a:fillRect/>
          </a:stretch>
        </p:blipFill>
        <p:spPr>
          <a:xfrm>
            <a:off x="6049010" y="2175510"/>
            <a:ext cx="5734050" cy="3225165"/>
          </a:xfrm>
          <a:prstGeom prst="rect">
            <a:avLst/>
          </a:prstGeom>
        </p:spPr>
      </p:pic>
      <p:sp>
        <p:nvSpPr>
          <p:cNvPr id="4" name="文本框 3"/>
          <p:cNvSpPr txBox="1"/>
          <p:nvPr/>
        </p:nvSpPr>
        <p:spPr>
          <a:xfrm>
            <a:off x="809625" y="2790190"/>
            <a:ext cx="4895850" cy="2148840"/>
          </a:xfrm>
          <a:prstGeom prst="rect">
            <a:avLst/>
          </a:prstGeom>
          <a:noFill/>
        </p:spPr>
        <p:txBody>
          <a:bodyPr wrap="square" rtlCol="0" anchor="t">
            <a:spAutoFit/>
          </a:bodyPr>
          <a:lstStyle/>
          <a:p>
            <a:pPr fontAlgn="auto">
              <a:lnSpc>
                <a:spcPct val="150000"/>
              </a:lnSpc>
            </a:pPr>
            <a:r>
              <a:rPr lang="en-US" altLang="zh-CN">
                <a:latin typeface="微软雅黑" panose="020B0503020204020204" charset="-122"/>
                <a:ea typeface="微软雅黑" panose="020B0503020204020204" charset="-122"/>
              </a:rPr>
              <a:t>       </a:t>
            </a:r>
            <a:r>
              <a:rPr lang="zh-CN" altLang="en-US">
                <a:latin typeface="微软雅黑" panose="020B0503020204020204" charset="-122"/>
                <a:ea typeface="微软雅黑" panose="020B0503020204020204" charset="-122"/>
              </a:rPr>
              <a:t>装饰者模式是在不必改变原类文件和使用继承的情况下，动态地扩展一个对象的功能。它是通过创建一个包装对象也就是装饰，来包装真实的对象。装饰者模式的关键是装饰基类的每一个特征。</a:t>
            </a:r>
          </a:p>
        </p:txBody>
      </p:sp>
      <p:sp>
        <p:nvSpPr>
          <p:cNvPr id="10" name="MH_Other_4"/>
          <p:cNvSpPr/>
          <p:nvPr>
            <p:custDataLst>
              <p:tags r:id="rId3"/>
            </p:custDataLst>
          </p:nvPr>
        </p:nvSpPr>
        <p:spPr>
          <a:xfrm>
            <a:off x="0" y="2580640"/>
            <a:ext cx="809625" cy="479425"/>
          </a:xfrm>
          <a:prstGeom prst="rect">
            <a:avLst/>
          </a:prstGeom>
          <a:solidFill>
            <a:srgbClr val="4981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Tree>
    <p:custDataLst>
      <p:tags r:id="rId1"/>
    </p:custDataLst>
  </p:cSld>
  <p:clrMapOvr>
    <a:masterClrMapping/>
  </p:clrMapOvr>
  <p:transition>
    <p:wheel spokes="3"/>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8.5 Web</a:t>
            </a:r>
            <a:r>
              <a:rPr lang="zh-CN" altLang="en-US" dirty="0" smtClean="0">
                <a:solidFill>
                  <a:srgbClr val="FF0000"/>
                </a:solidFill>
                <a:sym typeface="+mn-ea"/>
              </a:rPr>
              <a:t>软件设计模式</a:t>
            </a:r>
            <a:r>
              <a:rPr lang="zh-CN" altLang="en-US" dirty="0" smtClean="0">
                <a:solidFill>
                  <a:srgbClr val="FF0000"/>
                </a:solidFill>
              </a:rPr>
              <a:t/>
            </a:r>
            <a:br>
              <a:rPr lang="zh-CN" altLang="en-US" dirty="0" smtClean="0">
                <a:solidFill>
                  <a:srgbClr val="FF0000"/>
                </a:solidFill>
              </a:rPr>
            </a:br>
            <a:r>
              <a:rPr lang="zh-CN" altLang="en-US" dirty="0" smtClean="0">
                <a:solidFill>
                  <a:srgbClr val="FF0000"/>
                </a:solidFill>
              </a:rPr>
              <a:t/>
            </a:r>
            <a:br>
              <a:rPr lang="zh-CN" altLang="en-US" dirty="0" smtClean="0">
                <a:solidFill>
                  <a:srgbClr val="FF0000"/>
                </a:solidFill>
              </a:rPr>
            </a:br>
            <a:endParaRPr lang="zh-CN" altLang="en-US"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8.5.5 </a:t>
            </a:r>
            <a:r>
              <a:rPr lang="zh-CN" altLang="en-US" sz="2400" dirty="0" smtClean="0">
                <a:solidFill>
                  <a:schemeClr val="tx1"/>
                </a:solidFill>
              </a:rPr>
              <a:t>装饰者模式</a:t>
            </a:r>
            <a:endParaRPr sz="2400" dirty="0" smtClean="0">
              <a:solidFill>
                <a:schemeClr val="tx1"/>
              </a:solidFill>
            </a:endParaRPr>
          </a:p>
        </p:txBody>
      </p:sp>
      <p:grpSp>
        <p:nvGrpSpPr>
          <p:cNvPr id="3" name="组合 2"/>
          <p:cNvGrpSpPr/>
          <p:nvPr/>
        </p:nvGrpSpPr>
        <p:grpSpPr>
          <a:xfrm>
            <a:off x="1100455" y="2499995"/>
            <a:ext cx="9990455" cy="3246378"/>
            <a:chOff x="5129" y="5656"/>
            <a:chExt cx="12409" cy="3785"/>
          </a:xfrm>
        </p:grpSpPr>
        <p:grpSp>
          <p:nvGrpSpPr>
            <p:cNvPr id="36" name="组合 35"/>
            <p:cNvGrpSpPr/>
            <p:nvPr/>
          </p:nvGrpSpPr>
          <p:grpSpPr>
            <a:xfrm>
              <a:off x="13345" y="6656"/>
              <a:ext cx="4193" cy="2785"/>
              <a:chOff x="5868863" y="3120200"/>
              <a:chExt cx="3095578" cy="1532252"/>
            </a:xfrm>
          </p:grpSpPr>
          <p:sp>
            <p:nvSpPr>
              <p:cNvPr id="38" name="圆角矩形标注 37"/>
              <p:cNvSpPr/>
              <p:nvPr/>
            </p:nvSpPr>
            <p:spPr>
              <a:xfrm>
                <a:off x="5868863" y="3375290"/>
                <a:ext cx="3095578" cy="1277162"/>
              </a:xfrm>
              <a:prstGeom prst="wedgeRoundRectCallout">
                <a:avLst>
                  <a:gd name="adj1" fmla="val -63928"/>
                  <a:gd name="adj2" fmla="val 7929"/>
                  <a:gd name="adj3" fmla="val 16667"/>
                </a:avLst>
              </a:prstGeom>
            </p:spPr>
            <p:style>
              <a:lnRef idx="2">
                <a:schemeClr val="accent1"/>
              </a:lnRef>
              <a:fillRef idx="1">
                <a:schemeClr val="lt1"/>
              </a:fillRef>
              <a:effectRef idx="0">
                <a:schemeClr val="accent1"/>
              </a:effectRef>
              <a:fontRef idx="minor">
                <a:schemeClr val="dk1"/>
              </a:fontRef>
            </p:style>
            <p:txBody>
              <a:bodyPr anchor="ctr"/>
              <a:lstStyle/>
              <a:p>
                <a:pPr algn="ctr" defTabSz="1234440">
                  <a:defRPr/>
                </a:pPr>
                <a:endParaRPr lang="zh-CN" altLang="en-US"/>
              </a:p>
            </p:txBody>
          </p:sp>
          <p:sp>
            <p:nvSpPr>
              <p:cNvPr id="39" name="TextBox 17"/>
              <p:cNvSpPr txBox="1"/>
              <p:nvPr/>
            </p:nvSpPr>
            <p:spPr>
              <a:xfrm>
                <a:off x="5991094" y="3120200"/>
                <a:ext cx="2886003" cy="1480961"/>
              </a:xfrm>
              <a:prstGeom prst="rect">
                <a:avLst/>
              </a:prstGeom>
              <a:noFill/>
            </p:spPr>
            <p:txBody>
              <a:bodyPr wrap="square" rtlCol="0">
                <a:spAutoFit/>
              </a:bodyPr>
              <a:lstStyle/>
              <a:p>
                <a:pPr>
                  <a:lnSpc>
                    <a:spcPct val="150000"/>
                  </a:lnSpc>
                </a:pPr>
                <a:endParaRPr lang="en-US" altLang="zh-CN" sz="2400" dirty="0">
                  <a:solidFill>
                    <a:schemeClr val="tx1">
                      <a:lumMod val="65000"/>
                      <a:lumOff val="35000"/>
                    </a:schemeClr>
                  </a:solidFill>
                  <a:latin typeface="微软雅黑" panose="020B0503020204020204" charset="-122"/>
                  <a:ea typeface="微软雅黑" panose="020B0503020204020204" charset="-122"/>
                </a:endParaRPr>
              </a:p>
              <a:p>
                <a:pPr>
                  <a:lnSpc>
                    <a:spcPct val="150000"/>
                  </a:lnSpc>
                </a:pPr>
                <a:r>
                  <a:rPr lang="zh-CN" altLang="zh-CN" sz="2400" dirty="0">
                    <a:solidFill>
                      <a:schemeClr val="tx1">
                        <a:lumMod val="65000"/>
                        <a:lumOff val="35000"/>
                      </a:schemeClr>
                    </a:solidFill>
                    <a:latin typeface="微软雅黑" panose="020B0503020204020204" charset="-122"/>
                    <a:ea typeface="微软雅黑" panose="020B0503020204020204" charset="-122"/>
                  </a:rPr>
                  <a:t>       </a:t>
                </a:r>
                <a:r>
                  <a:rPr lang="zh-CN" altLang="zh-CN" sz="2400" dirty="0">
                    <a:solidFill>
                      <a:schemeClr val="tx2">
                        <a:lumMod val="75000"/>
                      </a:schemeClr>
                    </a:solidFill>
                    <a:latin typeface="微软雅黑" panose="020B0503020204020204" charset="-122"/>
                    <a:ea typeface="微软雅黑" panose="020B0503020204020204" charset="-122"/>
                  </a:rPr>
                  <a:t>类设计时要注意对扩展开放，对修改关闭。</a:t>
                </a:r>
              </a:p>
            </p:txBody>
          </p:sp>
        </p:grpSp>
        <p:pic>
          <p:nvPicPr>
            <p:cNvPr id="41" name="图片 19" descr="administrator.png"/>
            <p:cNvPicPr>
              <a:picLocks noChangeAspect="1"/>
            </p:cNvPicPr>
            <p:nvPr/>
          </p:nvPicPr>
          <p:blipFill>
            <a:blip r:embed="rId4" cstate="print"/>
            <a:srcRect/>
            <a:stretch>
              <a:fillRect/>
            </a:stretch>
          </p:blipFill>
          <p:spPr bwMode="auto">
            <a:xfrm>
              <a:off x="9831" y="6211"/>
              <a:ext cx="3225" cy="32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42" name="组合 41"/>
            <p:cNvGrpSpPr/>
            <p:nvPr/>
          </p:nvGrpSpPr>
          <p:grpSpPr>
            <a:xfrm>
              <a:off x="5129" y="5656"/>
              <a:ext cx="4361" cy="3780"/>
              <a:chOff x="179263" y="2633112"/>
              <a:chExt cx="3097111" cy="2399952"/>
            </a:xfrm>
          </p:grpSpPr>
          <p:sp>
            <p:nvSpPr>
              <p:cNvPr id="43" name="圆角矩形标注 42"/>
              <p:cNvSpPr/>
              <p:nvPr/>
            </p:nvSpPr>
            <p:spPr>
              <a:xfrm>
                <a:off x="179263" y="2633112"/>
                <a:ext cx="3097111" cy="2399952"/>
              </a:xfrm>
              <a:prstGeom prst="wedgeRoundRectCallout">
                <a:avLst>
                  <a:gd name="adj1" fmla="val 62636"/>
                  <a:gd name="adj2" fmla="val 8421"/>
                  <a:gd name="adj3" fmla="val 16667"/>
                </a:avLst>
              </a:prstGeom>
            </p:spPr>
            <p:style>
              <a:lnRef idx="2">
                <a:schemeClr val="accent1"/>
              </a:lnRef>
              <a:fillRef idx="1">
                <a:schemeClr val="lt1"/>
              </a:fillRef>
              <a:effectRef idx="0">
                <a:schemeClr val="accent1"/>
              </a:effectRef>
              <a:fontRef idx="minor">
                <a:schemeClr val="dk1"/>
              </a:fontRef>
            </p:style>
            <p:txBody>
              <a:bodyPr anchor="ctr"/>
              <a:lstStyle/>
              <a:p>
                <a:pPr algn="ctr" defTabSz="1234440">
                  <a:defRPr/>
                </a:pPr>
                <a:endParaRPr lang="zh-CN" altLang="en-US"/>
              </a:p>
            </p:txBody>
          </p:sp>
          <p:sp>
            <p:nvSpPr>
              <p:cNvPr id="44" name="TextBox 2"/>
              <p:cNvSpPr txBox="1"/>
              <p:nvPr/>
            </p:nvSpPr>
            <p:spPr>
              <a:xfrm>
                <a:off x="244500" y="2643877"/>
                <a:ext cx="2959348" cy="2200152"/>
              </a:xfrm>
              <a:prstGeom prst="rect">
                <a:avLst/>
              </a:prstGeom>
              <a:noFill/>
            </p:spPr>
            <p:txBody>
              <a:bodyPr wrap="square" rtlCol="0">
                <a:spAutoFit/>
              </a:bodyPr>
              <a:lstStyle/>
              <a:p>
                <a:pPr>
                  <a:lnSpc>
                    <a:spcPct val="150000"/>
                  </a:lnSpc>
                </a:pPr>
                <a:r>
                  <a:rPr lang="en-US" altLang="zh-CN" dirty="0">
                    <a:solidFill>
                      <a:schemeClr val="tx1">
                        <a:lumMod val="65000"/>
                        <a:lumOff val="35000"/>
                      </a:schemeClr>
                    </a:solidFill>
                    <a:latin typeface="微软雅黑" panose="020B0503020204020204" charset="-122"/>
                    <a:ea typeface="微软雅黑" panose="020B0503020204020204" charset="-122"/>
                  </a:rPr>
                  <a:t>       </a:t>
                </a:r>
                <a:r>
                  <a:rPr lang="zh-CN" altLang="zh-CN" dirty="0">
                    <a:solidFill>
                      <a:schemeClr val="tx2">
                        <a:lumMod val="75000"/>
                      </a:schemeClr>
                    </a:solidFill>
                    <a:latin typeface="微软雅黑" panose="020B0503020204020204" charset="-122"/>
                    <a:ea typeface="微软雅黑" panose="020B0503020204020204" charset="-122"/>
                  </a:rPr>
                  <a:t>多用组合，少用继承。利用继承设计子类的行为，是在编译时静态决定的，而且所有的子类都会继承到相同的行为。如果能够利用组合的做法扩展对象的行为，就可以在运行时动态地进行扩展。</a:t>
                </a:r>
              </a:p>
            </p:txBody>
          </p:sp>
        </p:grpSp>
      </p:grpSp>
      <p:grpSp>
        <p:nvGrpSpPr>
          <p:cNvPr id="12" name="组合 11"/>
          <p:cNvGrpSpPr/>
          <p:nvPr/>
        </p:nvGrpSpPr>
        <p:grpSpPr>
          <a:xfrm>
            <a:off x="7886700" y="1845945"/>
            <a:ext cx="2628900" cy="1040130"/>
            <a:chOff x="881" y="2735"/>
            <a:chExt cx="4140" cy="1638"/>
          </a:xfrm>
        </p:grpSpPr>
        <p:sp>
          <p:nvSpPr>
            <p:cNvPr id="13" name="圆角矩形"/>
            <p:cNvSpPr/>
            <p:nvPr/>
          </p:nvSpPr>
          <p:spPr>
            <a:xfrm>
              <a:off x="1188" y="3071"/>
              <a:ext cx="3833" cy="1302"/>
            </a:xfrm>
            <a:prstGeom prst="round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l" eaLnBrk="1" fontAlgn="auto" hangingPunct="1">
                <a:spcBef>
                  <a:spcPts val="0"/>
                </a:spcBef>
                <a:spcAft>
                  <a:spcPts val="0"/>
                </a:spcAft>
                <a:defRPr/>
              </a:pPr>
              <a:r>
                <a:rPr lang="en-US" altLang="zh-CN">
                  <a:solidFill>
                    <a:schemeClr val="bg2">
                      <a:lumMod val="50000"/>
                    </a:schemeClr>
                  </a:solidFill>
                </a:rPr>
                <a:t>   </a:t>
              </a:r>
              <a:endParaRPr lang="zh-CN" altLang="en-US">
                <a:solidFill>
                  <a:schemeClr val="bg2">
                    <a:lumMod val="50000"/>
                  </a:schemeClr>
                </a:solidFill>
              </a:endParaRPr>
            </a:p>
          </p:txBody>
        </p:sp>
        <p:sp>
          <p:nvSpPr>
            <p:cNvPr id="14" name="学士帽"/>
            <p:cNvSpPr/>
            <p:nvPr/>
          </p:nvSpPr>
          <p:spPr bwMode="auto">
            <a:xfrm>
              <a:off x="881" y="2735"/>
              <a:ext cx="1056" cy="744"/>
            </a:xfrm>
            <a:custGeom>
              <a:avLst/>
              <a:gdLst>
                <a:gd name="T0" fmla="*/ 1395067 w 3931"/>
                <a:gd name="T1" fmla="*/ 589725 h 2392"/>
                <a:gd name="T2" fmla="*/ 928365 w 3931"/>
                <a:gd name="T3" fmla="*/ 389484 h 2392"/>
                <a:gd name="T4" fmla="*/ 403040 w 3931"/>
                <a:gd name="T5" fmla="*/ 589725 h 2392"/>
                <a:gd name="T6" fmla="*/ 256480 w 3931"/>
                <a:gd name="T7" fmla="*/ 528782 h 2392"/>
                <a:gd name="T8" fmla="*/ 256480 w 3931"/>
                <a:gd name="T9" fmla="*/ 708403 h 2392"/>
                <a:gd name="T10" fmla="*/ 296326 w 3931"/>
                <a:gd name="T11" fmla="*/ 763389 h 2392"/>
                <a:gd name="T12" fmla="*/ 255564 w 3931"/>
                <a:gd name="T13" fmla="*/ 818375 h 2392"/>
                <a:gd name="T14" fmla="*/ 299074 w 3931"/>
                <a:gd name="T15" fmla="*/ 1011742 h 2392"/>
                <a:gd name="T16" fmla="*/ 170834 w 3931"/>
                <a:gd name="T17" fmla="*/ 1011742 h 2392"/>
                <a:gd name="T18" fmla="*/ 214802 w 3931"/>
                <a:gd name="T19" fmla="*/ 817458 h 2392"/>
                <a:gd name="T20" fmla="*/ 179078 w 3931"/>
                <a:gd name="T21" fmla="*/ 763389 h 2392"/>
                <a:gd name="T22" fmla="*/ 213428 w 3931"/>
                <a:gd name="T23" fmla="*/ 709777 h 2392"/>
                <a:gd name="T24" fmla="*/ 213428 w 3931"/>
                <a:gd name="T25" fmla="*/ 510911 h 2392"/>
                <a:gd name="T26" fmla="*/ 0 w 3931"/>
                <a:gd name="T27" fmla="*/ 421559 h 2392"/>
                <a:gd name="T28" fmla="*/ 938899 w 3931"/>
                <a:gd name="T29" fmla="*/ 0 h 2392"/>
                <a:gd name="T30" fmla="*/ 1800397 w 3931"/>
                <a:gd name="T31" fmla="*/ 427058 h 2392"/>
                <a:gd name="T32" fmla="*/ 1395067 w 3931"/>
                <a:gd name="T33" fmla="*/ 589725 h 2392"/>
                <a:gd name="T34" fmla="*/ 917831 w 3931"/>
                <a:gd name="T35" fmla="*/ 491208 h 2392"/>
                <a:gd name="T36" fmla="*/ 1341481 w 3931"/>
                <a:gd name="T37" fmla="*/ 635088 h 2392"/>
                <a:gd name="T38" fmla="*/ 1341481 w 3931"/>
                <a:gd name="T39" fmla="*/ 983791 h 2392"/>
                <a:gd name="T40" fmla="*/ 896306 w 3931"/>
                <a:gd name="T41" fmla="*/ 1096054 h 2392"/>
                <a:gd name="T42" fmla="*/ 503342 w 3931"/>
                <a:gd name="T43" fmla="*/ 983791 h 2392"/>
                <a:gd name="T44" fmla="*/ 503342 w 3931"/>
                <a:gd name="T45" fmla="*/ 635088 h 2392"/>
                <a:gd name="T46" fmla="*/ 917831 w 3931"/>
                <a:gd name="T47" fmla="*/ 491208 h 2392"/>
                <a:gd name="T48" fmla="*/ 912335 w 3931"/>
                <a:gd name="T49" fmla="*/ 1031904 h 2392"/>
                <a:gd name="T50" fmla="*/ 1254003 w 3931"/>
                <a:gd name="T51" fmla="*/ 946675 h 2392"/>
                <a:gd name="T52" fmla="*/ 912335 w 3931"/>
                <a:gd name="T53" fmla="*/ 860989 h 2392"/>
                <a:gd name="T54" fmla="*/ 571126 w 3931"/>
                <a:gd name="T55" fmla="*/ 946675 h 2392"/>
                <a:gd name="T56" fmla="*/ 912335 w 3931"/>
                <a:gd name="T57" fmla="*/ 1031904 h 239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3931" h="2392">
                  <a:moveTo>
                    <a:pt x="3046" y="1287"/>
                  </a:moveTo>
                  <a:cubicBezTo>
                    <a:pt x="3046" y="1287"/>
                    <a:pt x="2618" y="850"/>
                    <a:pt x="2027" y="850"/>
                  </a:cubicBezTo>
                  <a:cubicBezTo>
                    <a:pt x="1450" y="850"/>
                    <a:pt x="880" y="1287"/>
                    <a:pt x="880" y="1287"/>
                  </a:cubicBezTo>
                  <a:cubicBezTo>
                    <a:pt x="560" y="1154"/>
                    <a:pt x="560" y="1154"/>
                    <a:pt x="560" y="1154"/>
                  </a:cubicBezTo>
                  <a:cubicBezTo>
                    <a:pt x="560" y="1546"/>
                    <a:pt x="560" y="1546"/>
                    <a:pt x="560" y="1546"/>
                  </a:cubicBezTo>
                  <a:cubicBezTo>
                    <a:pt x="610" y="1563"/>
                    <a:pt x="647" y="1610"/>
                    <a:pt x="647" y="1666"/>
                  </a:cubicBezTo>
                  <a:cubicBezTo>
                    <a:pt x="647" y="1723"/>
                    <a:pt x="609" y="1769"/>
                    <a:pt x="558" y="1786"/>
                  </a:cubicBezTo>
                  <a:cubicBezTo>
                    <a:pt x="653" y="2208"/>
                    <a:pt x="653" y="2208"/>
                    <a:pt x="653" y="2208"/>
                  </a:cubicBezTo>
                  <a:cubicBezTo>
                    <a:pt x="373" y="2208"/>
                    <a:pt x="373" y="2208"/>
                    <a:pt x="373" y="2208"/>
                  </a:cubicBezTo>
                  <a:cubicBezTo>
                    <a:pt x="469" y="1784"/>
                    <a:pt x="469" y="1784"/>
                    <a:pt x="469" y="1784"/>
                  </a:cubicBezTo>
                  <a:cubicBezTo>
                    <a:pt x="423" y="1764"/>
                    <a:pt x="391" y="1719"/>
                    <a:pt x="391" y="1666"/>
                  </a:cubicBezTo>
                  <a:cubicBezTo>
                    <a:pt x="391" y="1614"/>
                    <a:pt x="422" y="1570"/>
                    <a:pt x="466" y="1549"/>
                  </a:cubicBezTo>
                  <a:cubicBezTo>
                    <a:pt x="466" y="1115"/>
                    <a:pt x="466" y="1115"/>
                    <a:pt x="466" y="1115"/>
                  </a:cubicBezTo>
                  <a:cubicBezTo>
                    <a:pt x="0" y="920"/>
                    <a:pt x="0" y="920"/>
                    <a:pt x="0" y="920"/>
                  </a:cubicBezTo>
                  <a:cubicBezTo>
                    <a:pt x="2050" y="0"/>
                    <a:pt x="2050" y="0"/>
                    <a:pt x="2050" y="0"/>
                  </a:cubicBezTo>
                  <a:cubicBezTo>
                    <a:pt x="3931" y="932"/>
                    <a:pt x="3931" y="932"/>
                    <a:pt x="3931" y="932"/>
                  </a:cubicBezTo>
                  <a:lnTo>
                    <a:pt x="3046" y="1287"/>
                  </a:lnTo>
                  <a:close/>
                  <a:moveTo>
                    <a:pt x="2004" y="1072"/>
                  </a:moveTo>
                  <a:cubicBezTo>
                    <a:pt x="2598" y="1072"/>
                    <a:pt x="2929" y="1386"/>
                    <a:pt x="2929" y="1386"/>
                  </a:cubicBezTo>
                  <a:cubicBezTo>
                    <a:pt x="2929" y="2147"/>
                    <a:pt x="2929" y="2147"/>
                    <a:pt x="2929" y="2147"/>
                  </a:cubicBezTo>
                  <a:cubicBezTo>
                    <a:pt x="2929" y="2147"/>
                    <a:pt x="2586" y="2392"/>
                    <a:pt x="1957" y="2392"/>
                  </a:cubicBezTo>
                  <a:cubicBezTo>
                    <a:pt x="1328" y="2392"/>
                    <a:pt x="1099" y="2147"/>
                    <a:pt x="1099" y="2147"/>
                  </a:cubicBezTo>
                  <a:cubicBezTo>
                    <a:pt x="1099" y="1386"/>
                    <a:pt x="1099" y="1386"/>
                    <a:pt x="1099" y="1386"/>
                  </a:cubicBezTo>
                  <a:cubicBezTo>
                    <a:pt x="1099" y="1386"/>
                    <a:pt x="1410" y="1072"/>
                    <a:pt x="2004" y="1072"/>
                  </a:cubicBezTo>
                  <a:close/>
                  <a:moveTo>
                    <a:pt x="1992" y="2252"/>
                  </a:moveTo>
                  <a:cubicBezTo>
                    <a:pt x="2404" y="2252"/>
                    <a:pt x="2738" y="2168"/>
                    <a:pt x="2738" y="2066"/>
                  </a:cubicBezTo>
                  <a:cubicBezTo>
                    <a:pt x="2738" y="1963"/>
                    <a:pt x="2404" y="1879"/>
                    <a:pt x="1992" y="1879"/>
                  </a:cubicBezTo>
                  <a:cubicBezTo>
                    <a:pt x="1581" y="1879"/>
                    <a:pt x="1247" y="1963"/>
                    <a:pt x="1247" y="2066"/>
                  </a:cubicBezTo>
                  <a:cubicBezTo>
                    <a:pt x="1247" y="2168"/>
                    <a:pt x="1581" y="2252"/>
                    <a:pt x="1992" y="2252"/>
                  </a:cubicBezTo>
                  <a:close/>
                </a:path>
              </a:pathLst>
            </a:custGeom>
            <a:solidFill>
              <a:schemeClr val="accent5">
                <a:lumMod val="75000"/>
              </a:schemeClr>
            </a:solidFill>
            <a:ln>
              <a:noFill/>
            </a:ln>
            <a:extLst>
              <a:ext uri="{91240B29-F687-4F45-9708-019B960494DF}">
                <a14:hiddenLine xmlns="" xmlns:a14="http://schemas.microsoft.com/office/drawing/2010/main" w="9525">
                  <a:solidFill>
                    <a:srgbClr val="000000"/>
                  </a:solidFill>
                  <a:round/>
                </a14:hiddenLine>
              </a:ext>
            </a:extLst>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charset="0"/>
                  <a:ea typeface="宋体" panose="02010600030101010101" pitchFamily="2" charset="-122"/>
                  <a:cs typeface="+mn-cs"/>
                </a:defRPr>
              </a:lvl9pPr>
            </a:lstStyle>
            <a:p>
              <a:endParaRPr lang="zh-CN" altLang="en-US"/>
            </a:p>
          </p:txBody>
        </p:sp>
        <p:sp>
          <p:nvSpPr>
            <p:cNvPr id="15" name="文本框 34"/>
            <p:cNvSpPr txBox="1"/>
            <p:nvPr/>
          </p:nvSpPr>
          <p:spPr>
            <a:xfrm>
              <a:off x="1597" y="3217"/>
              <a:ext cx="3289" cy="1105"/>
            </a:xfrm>
            <a:prstGeom prst="rect">
              <a:avLst/>
            </a:prstGeom>
            <a:noFill/>
          </p:spPr>
          <p:txBody>
            <a:bodyPr wrap="square" rtlCol="0">
              <a:spAutoFit/>
            </a:bodyPr>
            <a:lstStyle/>
            <a:p>
              <a:pPr>
                <a:lnSpc>
                  <a:spcPct val="110000"/>
                </a:lnSpc>
              </a:pPr>
              <a:r>
                <a:rPr lang="zh-CN" altLang="zh-CN" dirty="0" smtClean="0">
                  <a:latin typeface="微软雅黑" panose="020B0503020204020204" charset="-122"/>
                  <a:ea typeface="微软雅黑" panose="020B0503020204020204" charset="-122"/>
                  <a:sym typeface="+mn-ea"/>
                </a:rPr>
                <a:t>装饰者模式的设计原则</a:t>
              </a:r>
              <a:r>
                <a:rPr lang="zh-CN" altLang="en-US" dirty="0" smtClean="0">
                  <a:latin typeface="微软雅黑" panose="020B0503020204020204" charset="-122"/>
                  <a:ea typeface="微软雅黑" panose="020B0503020204020204" charset="-122"/>
                  <a:sym typeface="+mn-ea"/>
                </a:rPr>
                <a:t>：</a:t>
              </a:r>
              <a:endParaRPr lang="zh-CN" dirty="0">
                <a:latin typeface="微软雅黑" panose="020B0503020204020204" charset="-122"/>
                <a:ea typeface="微软雅黑" panose="020B0503020204020204" charset="-122"/>
                <a:sym typeface="+mn-ea"/>
              </a:endParaRPr>
            </a:p>
          </p:txBody>
        </p:sp>
      </p:grpSp>
    </p:spTree>
    <p:custDataLst>
      <p:tags r:id="rId1"/>
    </p:custDataLst>
  </p:cSld>
  <p:clrMapOvr>
    <a:masterClrMapping/>
  </p:clrMapOvr>
  <p:transition>
    <p:wheel spokes="3"/>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8.5 Web</a:t>
            </a:r>
            <a:r>
              <a:rPr lang="zh-CN" altLang="en-US" dirty="0" smtClean="0">
                <a:solidFill>
                  <a:srgbClr val="FF0000"/>
                </a:solidFill>
                <a:sym typeface="+mn-ea"/>
              </a:rPr>
              <a:t>软件设计模式</a:t>
            </a:r>
            <a:r>
              <a:rPr lang="zh-CN" altLang="en-US" dirty="0" smtClean="0">
                <a:solidFill>
                  <a:srgbClr val="FF0000"/>
                </a:solidFill>
              </a:rPr>
              <a:t/>
            </a:r>
            <a:br>
              <a:rPr lang="zh-CN" altLang="en-US" dirty="0" smtClean="0">
                <a:solidFill>
                  <a:srgbClr val="FF0000"/>
                </a:solidFill>
              </a:rPr>
            </a:br>
            <a:r>
              <a:rPr lang="zh-CN" altLang="en-US" dirty="0" smtClean="0">
                <a:solidFill>
                  <a:srgbClr val="FF0000"/>
                </a:solidFill>
              </a:rPr>
              <a:t/>
            </a:r>
            <a:br>
              <a:rPr lang="zh-CN" altLang="en-US" dirty="0" smtClean="0">
                <a:solidFill>
                  <a:srgbClr val="FF0000"/>
                </a:solidFill>
              </a:rPr>
            </a:br>
            <a:endParaRPr lang="zh-CN" altLang="en-US"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8.5.5 </a:t>
            </a:r>
            <a:r>
              <a:rPr lang="zh-CN" altLang="en-US" sz="2400" dirty="0" smtClean="0">
                <a:solidFill>
                  <a:schemeClr val="tx1"/>
                </a:solidFill>
              </a:rPr>
              <a:t>装饰者模式</a:t>
            </a:r>
          </a:p>
        </p:txBody>
      </p:sp>
      <p:grpSp>
        <p:nvGrpSpPr>
          <p:cNvPr id="4" name="组合 3"/>
          <p:cNvGrpSpPr/>
          <p:nvPr/>
        </p:nvGrpSpPr>
        <p:grpSpPr>
          <a:xfrm>
            <a:off x="869315" y="1969770"/>
            <a:ext cx="10810875" cy="4509135"/>
            <a:chOff x="1337" y="2902"/>
            <a:chExt cx="17025" cy="7101"/>
          </a:xfrm>
        </p:grpSpPr>
        <p:sp>
          <p:nvSpPr>
            <p:cNvPr id="7" name="Oval 15"/>
            <p:cNvSpPr>
              <a:spLocks noChangeArrowheads="1"/>
            </p:cNvSpPr>
            <p:nvPr>
              <p:custDataLst>
                <p:tags r:id="rId2"/>
              </p:custDataLst>
            </p:nvPr>
          </p:nvSpPr>
          <p:spPr bwMode="auto">
            <a:xfrm>
              <a:off x="1609" y="3997"/>
              <a:ext cx="4966" cy="5012"/>
            </a:xfrm>
            <a:prstGeom prst="ellipse">
              <a:avLst/>
            </a:prstGeom>
            <a:noFill/>
            <a:ln w="19050">
              <a:solidFill>
                <a:srgbClr val="4F5A71">
                  <a:alpha val="50000"/>
                </a:srgbClr>
              </a:solidFill>
              <a:round/>
            </a:ln>
            <a:effectLst/>
            <a:extLst>
              <a:ext uri="{909E8E84-426E-40DD-AFC4-6F175D3DCCD1}">
                <a14:hiddenFill xmlns="" xmlns:a14="http://schemas.microsoft.com/office/drawing/2010/main">
                  <a:solidFill>
                    <a:srgbClr val="4F5A71"/>
                  </a:solidFill>
                </a14:hiddenFill>
              </a:ext>
              <a:ext uri="{AF507438-7753-43E0-B8FC-AC1667EBCBE1}">
                <a14:hiddenEffects xmln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8" name="Line 16"/>
            <p:cNvSpPr>
              <a:spLocks noChangeShapeType="1"/>
            </p:cNvSpPr>
            <p:nvPr>
              <p:custDataLst>
                <p:tags r:id="rId3"/>
              </p:custDataLst>
            </p:nvPr>
          </p:nvSpPr>
          <p:spPr bwMode="gray">
            <a:xfrm>
              <a:off x="1337" y="6514"/>
              <a:ext cx="5486" cy="0"/>
            </a:xfrm>
            <a:prstGeom prst="line">
              <a:avLst/>
            </a:prstGeom>
            <a:noFill/>
            <a:ln w="28575">
              <a:solidFill>
                <a:srgbClr val="4F5A71">
                  <a:alpha val="50000"/>
                </a:srgbClr>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9" name="Line 17"/>
            <p:cNvSpPr>
              <a:spLocks noChangeShapeType="1"/>
            </p:cNvSpPr>
            <p:nvPr>
              <p:custDataLst>
                <p:tags r:id="rId4"/>
              </p:custDataLst>
            </p:nvPr>
          </p:nvSpPr>
          <p:spPr bwMode="gray">
            <a:xfrm>
              <a:off x="4080" y="3627"/>
              <a:ext cx="0" cy="5770"/>
            </a:xfrm>
            <a:prstGeom prst="line">
              <a:avLst/>
            </a:prstGeom>
            <a:noFill/>
            <a:ln w="28575">
              <a:solidFill>
                <a:srgbClr val="4F5A71">
                  <a:alpha val="50000"/>
                </a:srgbClr>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10" name="Oval 10"/>
            <p:cNvSpPr>
              <a:spLocks noChangeArrowheads="1"/>
            </p:cNvSpPr>
            <p:nvPr>
              <p:custDataLst>
                <p:tags r:id="rId5"/>
              </p:custDataLst>
            </p:nvPr>
          </p:nvSpPr>
          <p:spPr bwMode="gray">
            <a:xfrm>
              <a:off x="1881" y="4281"/>
              <a:ext cx="4393" cy="4427"/>
            </a:xfrm>
            <a:prstGeom prst="ellipse">
              <a:avLst/>
            </a:prstGeom>
            <a:noFill/>
            <a:ln w="9525">
              <a:solidFill>
                <a:srgbClr val="4F5A71">
                  <a:alpha val="50000"/>
                </a:srgbClr>
              </a:solidFill>
              <a:round/>
            </a:ln>
            <a:effectLst/>
            <a:extLst>
              <a:ext uri="{909E8E84-426E-40DD-AFC4-6F175D3DCCD1}">
                <a14:hiddenFill xmlns="" xmlns:a14="http://schemas.microsoft.com/office/drawing/2010/main">
                  <a:solidFill>
                    <a:srgbClr val="4F5A71">
                      <a:alpha val="64999"/>
                    </a:srgbClr>
                  </a:solidFill>
                </a14:hiddenFill>
              </a:ext>
              <a:ext uri="{AF507438-7753-43E0-B8FC-AC1667EBCBE1}">
                <a14:hiddenEffects xmln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11" name="Oval 13"/>
            <p:cNvSpPr>
              <a:spLocks noChangeArrowheads="1"/>
            </p:cNvSpPr>
            <p:nvPr>
              <p:custDataLst>
                <p:tags r:id="rId6"/>
              </p:custDataLst>
            </p:nvPr>
          </p:nvSpPr>
          <p:spPr bwMode="gray">
            <a:xfrm>
              <a:off x="2383" y="4812"/>
              <a:ext cx="3366" cy="3436"/>
            </a:xfrm>
            <a:prstGeom prst="ellipse">
              <a:avLst/>
            </a:prstGeom>
            <a:solidFill>
              <a:srgbClr val="4F5A71">
                <a:lumMod val="60000"/>
                <a:lumOff val="40000"/>
              </a:srgb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12" name="KSO_GT1"/>
            <p:cNvSpPr>
              <a:spLocks noChangeArrowheads="1"/>
            </p:cNvSpPr>
            <p:nvPr>
              <p:custDataLst>
                <p:tags r:id="rId7"/>
              </p:custDataLst>
            </p:nvPr>
          </p:nvSpPr>
          <p:spPr bwMode="gray">
            <a:xfrm>
              <a:off x="2989" y="5430"/>
              <a:ext cx="2155" cy="2201"/>
            </a:xfrm>
            <a:prstGeom prst="ellipse">
              <a:avLst/>
            </a:prstGeom>
            <a:solidFill>
              <a:srgbClr val="4F5A71"/>
            </a:solidFill>
            <a:ln>
              <a:noFill/>
            </a:ln>
            <a:effectLst/>
          </p:spPr>
          <p:txBody>
            <a:bodyPr wrap="square" lIns="0" tIns="0" rIns="0" bIns="0" anchor="ctr">
              <a:normAutofit lnSpcReduction="10000"/>
            </a:bodyPr>
            <a:lstStyle/>
            <a:p>
              <a:pPr algn="ctr">
                <a:defRPr/>
              </a:pPr>
              <a:r>
                <a:rPr sz="2400" dirty="0" smtClean="0">
                  <a:solidFill>
                    <a:schemeClr val="bg1"/>
                  </a:solidFill>
                  <a:sym typeface="+mn-ea"/>
                </a:rPr>
                <a:t>装饰者模式的特点</a:t>
              </a:r>
              <a:endParaRPr lang="zh-CN" altLang="zh-CN" sz="2400" kern="0" dirty="0" smtClean="0">
                <a:solidFill>
                  <a:schemeClr val="bg1"/>
                </a:solidFill>
                <a:latin typeface="Arial" panose="020B0604020202020204" pitchFamily="34" charset="0"/>
                <a:ea typeface="宋体" panose="02010600030101010101" pitchFamily="2" charset="-122"/>
                <a:cs typeface="黑体" panose="02010609060101010101" pitchFamily="49" charset="-122"/>
                <a:sym typeface="+mn-ea"/>
              </a:endParaRPr>
            </a:p>
          </p:txBody>
        </p:sp>
        <p:sp>
          <p:nvSpPr>
            <p:cNvPr id="13" name="Oval 19"/>
            <p:cNvSpPr>
              <a:spLocks noChangeArrowheads="1"/>
            </p:cNvSpPr>
            <p:nvPr>
              <p:custDataLst>
                <p:tags r:id="rId8"/>
              </p:custDataLst>
            </p:nvPr>
          </p:nvSpPr>
          <p:spPr bwMode="gray">
            <a:xfrm>
              <a:off x="4744" y="3927"/>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4" name="文本框 13"/>
            <p:cNvSpPr txBox="1"/>
            <p:nvPr>
              <p:custDataLst>
                <p:tags r:id="rId9"/>
              </p:custDataLst>
            </p:nvPr>
          </p:nvSpPr>
          <p:spPr>
            <a:xfrm>
              <a:off x="5144" y="2902"/>
              <a:ext cx="9856" cy="888"/>
            </a:xfrm>
            <a:prstGeom prst="rect">
              <a:avLst/>
            </a:prstGeom>
            <a:noFill/>
          </p:spPr>
          <p:txBody>
            <a:bodyPr wrap="square" lIns="0" rIns="0">
              <a:normAutofit/>
            </a:bodyPr>
            <a:lstStyle/>
            <a:p>
              <a:pPr>
                <a:lnSpc>
                  <a:spcPct val="130000"/>
                </a:lnSpc>
                <a:spcBef>
                  <a:spcPts val="600"/>
                </a:spcBef>
                <a:defRPr/>
              </a:pPr>
              <a:r>
                <a:rPr dirty="0"/>
                <a:t>（1）装饰者和被装饰对象有相同的超类型。</a:t>
              </a:r>
            </a:p>
          </p:txBody>
        </p:sp>
        <p:sp>
          <p:nvSpPr>
            <p:cNvPr id="15" name="Oval 19"/>
            <p:cNvSpPr>
              <a:spLocks noChangeArrowheads="1"/>
            </p:cNvSpPr>
            <p:nvPr>
              <p:custDataLst>
                <p:tags r:id="rId10"/>
              </p:custDataLst>
            </p:nvPr>
          </p:nvSpPr>
          <p:spPr bwMode="gray">
            <a:xfrm>
              <a:off x="5822" y="4710"/>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7" name="文本框 16"/>
            <p:cNvSpPr txBox="1"/>
            <p:nvPr>
              <p:custDataLst>
                <p:tags r:id="rId11"/>
              </p:custDataLst>
            </p:nvPr>
          </p:nvSpPr>
          <p:spPr>
            <a:xfrm>
              <a:off x="6829" y="3618"/>
              <a:ext cx="11533" cy="1812"/>
            </a:xfrm>
            <a:prstGeom prst="rect">
              <a:avLst/>
            </a:prstGeom>
            <a:noFill/>
          </p:spPr>
          <p:txBody>
            <a:bodyPr wrap="square" lIns="0" rIns="0">
              <a:normAutofit lnSpcReduction="10000"/>
            </a:bodyPr>
            <a:lstStyle/>
            <a:p>
              <a:pPr>
                <a:lnSpc>
                  <a:spcPct val="130000"/>
                </a:lnSpc>
                <a:spcBef>
                  <a:spcPts val="600"/>
                </a:spcBef>
                <a:defRPr/>
              </a:pPr>
              <a:r>
                <a:rPr dirty="0"/>
                <a:t>（2）可以用一个或多个装饰者包装一个对象，各种继承的装饰可以应用于同样的对象，而它们都给原来的对象添加了一个新的外部包装器，并增加对象的职责。</a:t>
              </a:r>
            </a:p>
          </p:txBody>
        </p:sp>
        <p:sp>
          <p:nvSpPr>
            <p:cNvPr id="18" name="Oval 19"/>
            <p:cNvSpPr>
              <a:spLocks noChangeArrowheads="1"/>
            </p:cNvSpPr>
            <p:nvPr>
              <p:custDataLst>
                <p:tags r:id="rId12"/>
              </p:custDataLst>
            </p:nvPr>
          </p:nvSpPr>
          <p:spPr bwMode="gray">
            <a:xfrm>
              <a:off x="6311" y="5745"/>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26" name="文本框 25"/>
            <p:cNvSpPr txBox="1"/>
            <p:nvPr>
              <p:custDataLst>
                <p:tags r:id="rId13"/>
              </p:custDataLst>
            </p:nvPr>
          </p:nvSpPr>
          <p:spPr>
            <a:xfrm>
              <a:off x="7275" y="5228"/>
              <a:ext cx="11087" cy="1430"/>
            </a:xfrm>
            <a:prstGeom prst="rect">
              <a:avLst/>
            </a:prstGeom>
            <a:noFill/>
          </p:spPr>
          <p:txBody>
            <a:bodyPr wrap="square" lIns="0" rIns="0">
              <a:normAutofit/>
            </a:bodyPr>
            <a:lstStyle/>
            <a:p>
              <a:pPr>
                <a:lnSpc>
                  <a:spcPct val="130000"/>
                </a:lnSpc>
                <a:spcBef>
                  <a:spcPts val="600"/>
                </a:spcBef>
                <a:defRPr/>
              </a:pPr>
              <a:r>
                <a:rPr dirty="0"/>
                <a:t>（3）装饰者可以在所委托被装饰者的行为之前或之后，加上自己的行为，以达到特定的目的。</a:t>
              </a:r>
            </a:p>
          </p:txBody>
        </p:sp>
        <p:sp>
          <p:nvSpPr>
            <p:cNvPr id="27" name="Oval 19"/>
            <p:cNvSpPr>
              <a:spLocks noChangeArrowheads="1"/>
            </p:cNvSpPr>
            <p:nvPr>
              <p:custDataLst>
                <p:tags r:id="rId14"/>
              </p:custDataLst>
            </p:nvPr>
          </p:nvSpPr>
          <p:spPr bwMode="gray">
            <a:xfrm>
              <a:off x="6325" y="6861"/>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28" name="文本框 27"/>
            <p:cNvSpPr txBox="1"/>
            <p:nvPr>
              <p:custDataLst>
                <p:tags r:id="rId15"/>
              </p:custDataLst>
            </p:nvPr>
          </p:nvSpPr>
          <p:spPr>
            <a:xfrm>
              <a:off x="7275" y="6332"/>
              <a:ext cx="11080" cy="1299"/>
            </a:xfrm>
            <a:prstGeom prst="rect">
              <a:avLst/>
            </a:prstGeom>
            <a:noFill/>
          </p:spPr>
          <p:txBody>
            <a:bodyPr wrap="square" lIns="0" rIns="0">
              <a:normAutofit/>
            </a:bodyPr>
            <a:lstStyle/>
            <a:p>
              <a:pPr>
                <a:lnSpc>
                  <a:spcPct val="130000"/>
                </a:lnSpc>
                <a:spcBef>
                  <a:spcPts val="600"/>
                </a:spcBef>
                <a:defRPr/>
              </a:pPr>
              <a:r>
                <a:rPr dirty="0"/>
                <a:t>（4）对象可以在任何时候被装饰，所以可以在运行时动态地用你喜欢的装饰者来装饰对象。</a:t>
              </a:r>
            </a:p>
          </p:txBody>
        </p:sp>
        <p:sp>
          <p:nvSpPr>
            <p:cNvPr id="31" name="Oval 19"/>
            <p:cNvSpPr>
              <a:spLocks noChangeArrowheads="1"/>
            </p:cNvSpPr>
            <p:nvPr>
              <p:custDataLst>
                <p:tags r:id="rId16"/>
              </p:custDataLst>
            </p:nvPr>
          </p:nvSpPr>
          <p:spPr bwMode="gray">
            <a:xfrm>
              <a:off x="5805" y="7926"/>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32" name="文本框 31"/>
            <p:cNvSpPr txBox="1"/>
            <p:nvPr>
              <p:custDataLst>
                <p:tags r:id="rId17"/>
              </p:custDataLst>
            </p:nvPr>
          </p:nvSpPr>
          <p:spPr>
            <a:xfrm>
              <a:off x="6721" y="7481"/>
              <a:ext cx="11634" cy="1287"/>
            </a:xfrm>
            <a:prstGeom prst="rect">
              <a:avLst/>
            </a:prstGeom>
            <a:noFill/>
          </p:spPr>
          <p:txBody>
            <a:bodyPr wrap="square" lIns="0" rIns="0">
              <a:normAutofit/>
            </a:bodyPr>
            <a:lstStyle/>
            <a:p>
              <a:pPr>
                <a:lnSpc>
                  <a:spcPct val="130000"/>
                </a:lnSpc>
                <a:spcBef>
                  <a:spcPts val="600"/>
                </a:spcBef>
                <a:defRPr/>
              </a:pPr>
              <a:r>
                <a:rPr lang="zh-CN" altLang="en-US" dirty="0"/>
                <a:t>（5）装饰模式中使用继承的关键是想达到装饰者和被装饰对象的类型匹配，而不是获得其行为。</a:t>
              </a:r>
            </a:p>
          </p:txBody>
        </p:sp>
        <p:sp>
          <p:nvSpPr>
            <p:cNvPr id="36" name="Oval 19"/>
            <p:cNvSpPr>
              <a:spLocks noChangeArrowheads="1"/>
            </p:cNvSpPr>
            <p:nvPr>
              <p:custDataLst>
                <p:tags r:id="rId18"/>
              </p:custDataLst>
            </p:nvPr>
          </p:nvSpPr>
          <p:spPr bwMode="gray">
            <a:xfrm>
              <a:off x="4685" y="8682"/>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40" name="文本框 39"/>
            <p:cNvSpPr txBox="1"/>
            <p:nvPr>
              <p:custDataLst>
                <p:tags r:id="rId19"/>
              </p:custDataLst>
            </p:nvPr>
          </p:nvSpPr>
          <p:spPr>
            <a:xfrm>
              <a:off x="5144" y="8682"/>
              <a:ext cx="12848" cy="1321"/>
            </a:xfrm>
            <a:prstGeom prst="rect">
              <a:avLst/>
            </a:prstGeom>
            <a:noFill/>
          </p:spPr>
          <p:txBody>
            <a:bodyPr wrap="square" lIns="0" rIns="0">
              <a:normAutofit/>
            </a:bodyPr>
            <a:lstStyle/>
            <a:p>
              <a:pPr>
                <a:lnSpc>
                  <a:spcPct val="130000"/>
                </a:lnSpc>
                <a:spcBef>
                  <a:spcPts val="600"/>
                </a:spcBef>
                <a:defRPr/>
              </a:pPr>
              <a:r>
                <a:rPr lang="zh-CN" altLang="en-US" dirty="0"/>
                <a:t>（6）装饰者一般对组件的客户是透明的，除非客户程序依赖于组件的具体类型。在实际项目中可以根据需要为装饰者添加新的行为，做到“半透明”装饰者。</a:t>
              </a:r>
            </a:p>
          </p:txBody>
        </p:sp>
      </p:grpSp>
    </p:spTree>
    <p:custDataLst>
      <p:tags r:id="rId1"/>
    </p:custDataLst>
  </p:cSld>
  <p:clrMapOvr>
    <a:masterClrMapping/>
  </p:clrMapOvr>
  <p:transition>
    <p:wheel spokes="3"/>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8.5 Web</a:t>
            </a:r>
            <a:r>
              <a:rPr lang="zh-CN" altLang="en-US" dirty="0" smtClean="0">
                <a:solidFill>
                  <a:srgbClr val="FF0000"/>
                </a:solidFill>
                <a:sym typeface="+mn-ea"/>
              </a:rPr>
              <a:t>软件设计模式</a:t>
            </a:r>
            <a:r>
              <a:rPr lang="zh-CN" altLang="en-US" dirty="0" smtClean="0">
                <a:solidFill>
                  <a:srgbClr val="FF0000"/>
                </a:solidFill>
              </a:rPr>
              <a:t/>
            </a:r>
            <a:br>
              <a:rPr lang="zh-CN" altLang="en-US" dirty="0" smtClean="0">
                <a:solidFill>
                  <a:srgbClr val="FF0000"/>
                </a:solidFill>
              </a:rPr>
            </a:br>
            <a:r>
              <a:rPr lang="zh-CN" altLang="en-US" dirty="0" smtClean="0">
                <a:solidFill>
                  <a:srgbClr val="FF0000"/>
                </a:solidFill>
              </a:rPr>
              <a:t/>
            </a:r>
            <a:br>
              <a:rPr lang="zh-CN" altLang="en-US" dirty="0" smtClean="0">
                <a:solidFill>
                  <a:srgbClr val="FF0000"/>
                </a:solidFill>
              </a:rPr>
            </a:br>
            <a:endParaRPr lang="zh-CN" altLang="en-US"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8.5.5 </a:t>
            </a:r>
            <a:r>
              <a:rPr lang="zh-CN" altLang="en-US" sz="2400" dirty="0" smtClean="0">
                <a:solidFill>
                  <a:schemeClr val="tx1"/>
                </a:solidFill>
              </a:rPr>
              <a:t>装饰者模式</a:t>
            </a:r>
          </a:p>
        </p:txBody>
      </p:sp>
      <p:grpSp>
        <p:nvGrpSpPr>
          <p:cNvPr id="3" name="组合 2"/>
          <p:cNvGrpSpPr/>
          <p:nvPr/>
        </p:nvGrpSpPr>
        <p:grpSpPr>
          <a:xfrm>
            <a:off x="1217930" y="2707005"/>
            <a:ext cx="9756775" cy="2845435"/>
            <a:chOff x="1564218" y="2547939"/>
            <a:chExt cx="10290024" cy="2538411"/>
          </a:xfrm>
        </p:grpSpPr>
        <p:sp>
          <p:nvSpPr>
            <p:cNvPr id="4" name="MH_Other_1"/>
            <p:cNvSpPr/>
            <p:nvPr>
              <p:custDataLst>
                <p:tags r:id="rId2"/>
              </p:custDataLst>
            </p:nvPr>
          </p:nvSpPr>
          <p:spPr>
            <a:xfrm rot="21439215">
              <a:off x="3045884" y="3808414"/>
              <a:ext cx="1631949" cy="1239837"/>
            </a:xfrm>
            <a:prstGeom prst="roundRect">
              <a:avLst>
                <a:gd name="adj" fmla="val 18567"/>
              </a:avLst>
            </a:prstGeom>
            <a:solidFill>
              <a:srgbClr val="D3D3D3"/>
            </a:solidFill>
            <a:ln>
              <a:solidFill>
                <a:srgbClr val="B2B2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6000" dirty="0">
                <a:solidFill>
                  <a:srgbClr val="FFFFFF"/>
                </a:solidFill>
                <a:latin typeface="方正姚体" panose="02010601030101010101" pitchFamily="2" charset="-122"/>
                <a:ea typeface="方正姚体" panose="02010601030101010101" pitchFamily="2" charset="-122"/>
              </a:endParaRPr>
            </a:p>
          </p:txBody>
        </p:sp>
        <p:cxnSp>
          <p:nvCxnSpPr>
            <p:cNvPr id="6" name="MH_Other_2"/>
            <p:cNvCxnSpPr>
              <a:stCxn id="4" idx="3"/>
            </p:cNvCxnSpPr>
            <p:nvPr>
              <p:custDataLst>
                <p:tags r:id="rId3"/>
              </p:custDataLst>
            </p:nvPr>
          </p:nvCxnSpPr>
          <p:spPr>
            <a:xfrm flipV="1">
              <a:off x="4677833" y="4395788"/>
              <a:ext cx="1422400" cy="4762"/>
            </a:xfrm>
            <a:prstGeom prst="straightConnector1">
              <a:avLst/>
            </a:prstGeom>
            <a:ln>
              <a:solidFill>
                <a:srgbClr val="B2B2B2"/>
              </a:solidFill>
              <a:tailEnd type="triangle"/>
            </a:ln>
          </p:spPr>
          <p:style>
            <a:lnRef idx="1">
              <a:schemeClr val="accent1"/>
            </a:lnRef>
            <a:fillRef idx="0">
              <a:schemeClr val="accent1"/>
            </a:fillRef>
            <a:effectRef idx="0">
              <a:schemeClr val="accent1"/>
            </a:effectRef>
            <a:fontRef idx="minor">
              <a:schemeClr val="tx1"/>
            </a:fontRef>
          </p:style>
        </p:cxnSp>
        <p:sp>
          <p:nvSpPr>
            <p:cNvPr id="7" name="MH_Other_3"/>
            <p:cNvSpPr/>
            <p:nvPr>
              <p:custDataLst>
                <p:tags r:id="rId4"/>
              </p:custDataLst>
            </p:nvPr>
          </p:nvSpPr>
          <p:spPr>
            <a:xfrm rot="183635">
              <a:off x="2637367" y="2547939"/>
              <a:ext cx="1634067" cy="1239837"/>
            </a:xfrm>
            <a:prstGeom prst="roundRect">
              <a:avLst>
                <a:gd name="adj" fmla="val 18567"/>
              </a:avLst>
            </a:prstGeom>
            <a:solidFill>
              <a:srgbClr val="F06C55"/>
            </a:solidFill>
            <a:ln>
              <a:solidFill>
                <a:srgbClr val="E93C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6000" dirty="0">
                <a:solidFill>
                  <a:srgbClr val="FFFFFF"/>
                </a:solidFill>
                <a:latin typeface="方正姚体" panose="02010601030101010101" pitchFamily="2" charset="-122"/>
                <a:ea typeface="方正姚体" panose="02010601030101010101" pitchFamily="2" charset="-122"/>
              </a:endParaRPr>
            </a:p>
          </p:txBody>
        </p:sp>
        <p:cxnSp>
          <p:nvCxnSpPr>
            <p:cNvPr id="8" name="MH_Other_4"/>
            <p:cNvCxnSpPr/>
            <p:nvPr>
              <p:custDataLst>
                <p:tags r:id="rId5"/>
              </p:custDataLst>
            </p:nvPr>
          </p:nvCxnSpPr>
          <p:spPr>
            <a:xfrm>
              <a:off x="4286251" y="3074988"/>
              <a:ext cx="1784349" cy="0"/>
            </a:xfrm>
            <a:prstGeom prst="straightConnector1">
              <a:avLst/>
            </a:prstGeom>
            <a:ln>
              <a:solidFill>
                <a:srgbClr val="E93C1F"/>
              </a:solidFill>
              <a:tailEnd type="triangle"/>
            </a:ln>
          </p:spPr>
          <p:style>
            <a:lnRef idx="1">
              <a:schemeClr val="accent1"/>
            </a:lnRef>
            <a:fillRef idx="0">
              <a:schemeClr val="accent1"/>
            </a:fillRef>
            <a:effectRef idx="0">
              <a:schemeClr val="accent1"/>
            </a:effectRef>
            <a:fontRef idx="minor">
              <a:schemeClr val="tx1"/>
            </a:fontRef>
          </p:style>
        </p:cxnSp>
        <p:sp>
          <p:nvSpPr>
            <p:cNvPr id="9" name="MH_Other_5"/>
            <p:cNvSpPr/>
            <p:nvPr>
              <p:custDataLst>
                <p:tags r:id="rId6"/>
              </p:custDataLst>
            </p:nvPr>
          </p:nvSpPr>
          <p:spPr>
            <a:xfrm>
              <a:off x="1564218" y="3100388"/>
              <a:ext cx="1286933" cy="1985962"/>
            </a:xfrm>
            <a:custGeom>
              <a:avLst/>
              <a:gdLst>
                <a:gd name="connsiteX0" fmla="*/ 217182 w 965707"/>
                <a:gd name="connsiteY0" fmla="*/ 0 h 1986527"/>
                <a:gd name="connsiteX1" fmla="*/ 432892 w 965707"/>
                <a:gd name="connsiteY1" fmla="*/ 215710 h 1986527"/>
                <a:gd name="connsiteX2" fmla="*/ 428510 w 965707"/>
                <a:gd name="connsiteY2" fmla="*/ 259183 h 1986527"/>
                <a:gd name="connsiteX3" fmla="*/ 426677 w 965707"/>
                <a:gd name="connsiteY3" fmla="*/ 265085 h 1986527"/>
                <a:gd name="connsiteX4" fmla="*/ 691433 w 965707"/>
                <a:gd name="connsiteY4" fmla="*/ 70895 h 1986527"/>
                <a:gd name="connsiteX5" fmla="*/ 727149 w 965707"/>
                <a:gd name="connsiteY5" fmla="*/ 76387 h 1986527"/>
                <a:gd name="connsiteX6" fmla="*/ 787596 w 965707"/>
                <a:gd name="connsiteY6" fmla="*/ 158799 h 1986527"/>
                <a:gd name="connsiteX7" fmla="*/ 782104 w 965707"/>
                <a:gd name="connsiteY7" fmla="*/ 194515 h 1986527"/>
                <a:gd name="connsiteX8" fmla="*/ 453481 w 965707"/>
                <a:gd name="connsiteY8" fmla="*/ 435549 h 1986527"/>
                <a:gd name="connsiteX9" fmla="*/ 874061 w 965707"/>
                <a:gd name="connsiteY9" fmla="*/ 181449 h 1986527"/>
                <a:gd name="connsiteX10" fmla="*/ 909154 w 965707"/>
                <a:gd name="connsiteY10" fmla="*/ 190109 h 1986527"/>
                <a:gd name="connsiteX11" fmla="*/ 962021 w 965707"/>
                <a:gd name="connsiteY11" fmla="*/ 277611 h 1986527"/>
                <a:gd name="connsiteX12" fmla="*/ 953361 w 965707"/>
                <a:gd name="connsiteY12" fmla="*/ 312705 h 1986527"/>
                <a:gd name="connsiteX13" fmla="*/ 384793 w 965707"/>
                <a:gd name="connsiteY13" fmla="*/ 656215 h 1986527"/>
                <a:gd name="connsiteX14" fmla="*/ 384793 w 965707"/>
                <a:gd name="connsiteY14" fmla="*/ 1131649 h 1986527"/>
                <a:gd name="connsiteX15" fmla="*/ 381842 w 965707"/>
                <a:gd name="connsiteY15" fmla="*/ 1146266 h 1986527"/>
                <a:gd name="connsiteX16" fmla="*/ 387708 w 965707"/>
                <a:gd name="connsiteY16" fmla="*/ 1152370 h 1986527"/>
                <a:gd name="connsiteX17" fmla="*/ 442440 w 965707"/>
                <a:gd name="connsiteY17" fmla="*/ 1292303 h 1986527"/>
                <a:gd name="connsiteX18" fmla="*/ 445419 w 965707"/>
                <a:gd name="connsiteY18" fmla="*/ 1293537 h 1986527"/>
                <a:gd name="connsiteX19" fmla="*/ 453847 w 965707"/>
                <a:gd name="connsiteY19" fmla="*/ 1313884 h 1986527"/>
                <a:gd name="connsiteX20" fmla="*/ 453847 w 965707"/>
                <a:gd name="connsiteY20" fmla="*/ 1951177 h 1986527"/>
                <a:gd name="connsiteX21" fmla="*/ 425072 w 965707"/>
                <a:gd name="connsiteY21" fmla="*/ 1979952 h 1986527"/>
                <a:gd name="connsiteX22" fmla="*/ 309975 w 965707"/>
                <a:gd name="connsiteY22" fmla="*/ 1979952 h 1986527"/>
                <a:gd name="connsiteX23" fmla="*/ 281200 w 965707"/>
                <a:gd name="connsiteY23" fmla="*/ 1951177 h 1986527"/>
                <a:gd name="connsiteX24" fmla="*/ 281200 w 965707"/>
                <a:gd name="connsiteY24" fmla="*/ 1342234 h 1986527"/>
                <a:gd name="connsiteX25" fmla="*/ 230924 w 965707"/>
                <a:gd name="connsiteY25" fmla="*/ 1213693 h 1986527"/>
                <a:gd name="connsiteX26" fmla="*/ 227782 w 965707"/>
                <a:gd name="connsiteY26" fmla="*/ 1195782 h 1986527"/>
                <a:gd name="connsiteX27" fmla="*/ 172672 w 965707"/>
                <a:gd name="connsiteY27" fmla="*/ 1195782 h 1986527"/>
                <a:gd name="connsiteX28" fmla="*/ 172672 w 965707"/>
                <a:gd name="connsiteY28" fmla="*/ 1958468 h 1986527"/>
                <a:gd name="connsiteX29" fmla="*/ 144613 w 965707"/>
                <a:gd name="connsiteY29" fmla="*/ 1986527 h 1986527"/>
                <a:gd name="connsiteX30" fmla="*/ 32381 w 965707"/>
                <a:gd name="connsiteY30" fmla="*/ 1986527 h 1986527"/>
                <a:gd name="connsiteX31" fmla="*/ 4322 w 965707"/>
                <a:gd name="connsiteY31" fmla="*/ 1958468 h 1986527"/>
                <a:gd name="connsiteX32" fmla="*/ 4322 w 965707"/>
                <a:gd name="connsiteY32" fmla="*/ 1169537 h 1986527"/>
                <a:gd name="connsiteX33" fmla="*/ 7911 w 965707"/>
                <a:gd name="connsiteY33" fmla="*/ 1160872 h 1986527"/>
                <a:gd name="connsiteX34" fmla="*/ 5040 w 965707"/>
                <a:gd name="connsiteY34" fmla="*/ 1156613 h 1986527"/>
                <a:gd name="connsiteX35" fmla="*/ 0 w 965707"/>
                <a:gd name="connsiteY35" fmla="*/ 1131649 h 1986527"/>
                <a:gd name="connsiteX36" fmla="*/ 0 w 965707"/>
                <a:gd name="connsiteY36" fmla="*/ 514378 h 1986527"/>
                <a:gd name="connsiteX37" fmla="*/ 64133 w 965707"/>
                <a:gd name="connsiteY37" fmla="*/ 450245 h 1986527"/>
                <a:gd name="connsiteX38" fmla="*/ 174233 w 965707"/>
                <a:gd name="connsiteY38" fmla="*/ 450245 h 1986527"/>
                <a:gd name="connsiteX39" fmla="*/ 203629 w 965707"/>
                <a:gd name="connsiteY39" fmla="*/ 428684 h 1986527"/>
                <a:gd name="connsiteX40" fmla="*/ 133218 w 965707"/>
                <a:gd name="connsiteY40" fmla="*/ 414469 h 1986527"/>
                <a:gd name="connsiteX41" fmla="*/ 1472 w 965707"/>
                <a:gd name="connsiteY41" fmla="*/ 215710 h 1986527"/>
                <a:gd name="connsiteX42" fmla="*/ 217182 w 965707"/>
                <a:gd name="connsiteY42" fmla="*/ 0 h 1986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965707" h="1986527">
                  <a:moveTo>
                    <a:pt x="217182" y="0"/>
                  </a:moveTo>
                  <a:cubicBezTo>
                    <a:pt x="336315" y="0"/>
                    <a:pt x="432892" y="96577"/>
                    <a:pt x="432892" y="215710"/>
                  </a:cubicBezTo>
                  <a:cubicBezTo>
                    <a:pt x="432892" y="230602"/>
                    <a:pt x="431383" y="245141"/>
                    <a:pt x="428510" y="259183"/>
                  </a:cubicBezTo>
                  <a:lnTo>
                    <a:pt x="426677" y="265085"/>
                  </a:lnTo>
                  <a:lnTo>
                    <a:pt x="691433" y="70895"/>
                  </a:lnTo>
                  <a:cubicBezTo>
                    <a:pt x="702812" y="62549"/>
                    <a:pt x="718803" y="65008"/>
                    <a:pt x="727149" y="76387"/>
                  </a:cubicBezTo>
                  <a:lnTo>
                    <a:pt x="787596" y="158799"/>
                  </a:lnTo>
                  <a:cubicBezTo>
                    <a:pt x="795942" y="170178"/>
                    <a:pt x="793483" y="186169"/>
                    <a:pt x="782104" y="194515"/>
                  </a:cubicBezTo>
                  <a:lnTo>
                    <a:pt x="453481" y="435549"/>
                  </a:lnTo>
                  <a:lnTo>
                    <a:pt x="874061" y="181449"/>
                  </a:lnTo>
                  <a:cubicBezTo>
                    <a:pt x="886143" y="174150"/>
                    <a:pt x="901855" y="178027"/>
                    <a:pt x="909154" y="190109"/>
                  </a:cubicBezTo>
                  <a:lnTo>
                    <a:pt x="962021" y="277611"/>
                  </a:lnTo>
                  <a:cubicBezTo>
                    <a:pt x="969320" y="289694"/>
                    <a:pt x="965443" y="305405"/>
                    <a:pt x="953361" y="312705"/>
                  </a:cubicBezTo>
                  <a:lnTo>
                    <a:pt x="384793" y="656215"/>
                  </a:lnTo>
                  <a:lnTo>
                    <a:pt x="384793" y="1131649"/>
                  </a:lnTo>
                  <a:lnTo>
                    <a:pt x="381842" y="1146266"/>
                  </a:lnTo>
                  <a:lnTo>
                    <a:pt x="387708" y="1152370"/>
                  </a:lnTo>
                  <a:lnTo>
                    <a:pt x="442440" y="1292303"/>
                  </a:lnTo>
                  <a:lnTo>
                    <a:pt x="445419" y="1293537"/>
                  </a:lnTo>
                  <a:cubicBezTo>
                    <a:pt x="450626" y="1298744"/>
                    <a:pt x="453847" y="1305938"/>
                    <a:pt x="453847" y="1313884"/>
                  </a:cubicBezTo>
                  <a:lnTo>
                    <a:pt x="453847" y="1951177"/>
                  </a:lnTo>
                  <a:cubicBezTo>
                    <a:pt x="453847" y="1967069"/>
                    <a:pt x="440964" y="1979952"/>
                    <a:pt x="425072" y="1979952"/>
                  </a:cubicBezTo>
                  <a:lnTo>
                    <a:pt x="309975" y="1979952"/>
                  </a:lnTo>
                  <a:cubicBezTo>
                    <a:pt x="294083" y="1979952"/>
                    <a:pt x="281200" y="1967069"/>
                    <a:pt x="281200" y="1951177"/>
                  </a:cubicBezTo>
                  <a:lnTo>
                    <a:pt x="281200" y="1342234"/>
                  </a:lnTo>
                  <a:lnTo>
                    <a:pt x="230924" y="1213693"/>
                  </a:lnTo>
                  <a:lnTo>
                    <a:pt x="227782" y="1195782"/>
                  </a:lnTo>
                  <a:lnTo>
                    <a:pt x="172672" y="1195782"/>
                  </a:lnTo>
                  <a:lnTo>
                    <a:pt x="172672" y="1958468"/>
                  </a:lnTo>
                  <a:cubicBezTo>
                    <a:pt x="172672" y="1973965"/>
                    <a:pt x="160110" y="1986527"/>
                    <a:pt x="144613" y="1986527"/>
                  </a:cubicBezTo>
                  <a:lnTo>
                    <a:pt x="32381" y="1986527"/>
                  </a:lnTo>
                  <a:cubicBezTo>
                    <a:pt x="16884" y="1986527"/>
                    <a:pt x="4322" y="1973965"/>
                    <a:pt x="4322" y="1958468"/>
                  </a:cubicBezTo>
                  <a:lnTo>
                    <a:pt x="4322" y="1169537"/>
                  </a:lnTo>
                  <a:lnTo>
                    <a:pt x="7911" y="1160872"/>
                  </a:lnTo>
                  <a:lnTo>
                    <a:pt x="5040" y="1156613"/>
                  </a:lnTo>
                  <a:cubicBezTo>
                    <a:pt x="1795" y="1148940"/>
                    <a:pt x="0" y="1140504"/>
                    <a:pt x="0" y="1131649"/>
                  </a:cubicBezTo>
                  <a:lnTo>
                    <a:pt x="0" y="514378"/>
                  </a:lnTo>
                  <a:cubicBezTo>
                    <a:pt x="0" y="478958"/>
                    <a:pt x="28713" y="450245"/>
                    <a:pt x="64133" y="450245"/>
                  </a:cubicBezTo>
                  <a:lnTo>
                    <a:pt x="174233" y="450245"/>
                  </a:lnTo>
                  <a:lnTo>
                    <a:pt x="203629" y="428684"/>
                  </a:lnTo>
                  <a:lnTo>
                    <a:pt x="133218" y="414469"/>
                  </a:lnTo>
                  <a:cubicBezTo>
                    <a:pt x="55797" y="381722"/>
                    <a:pt x="1472" y="305060"/>
                    <a:pt x="1472" y="215710"/>
                  </a:cubicBezTo>
                  <a:cubicBezTo>
                    <a:pt x="1472" y="96577"/>
                    <a:pt x="98049" y="0"/>
                    <a:pt x="217182" y="0"/>
                  </a:cubicBezTo>
                  <a:close/>
                </a:path>
              </a:pathLst>
            </a:custGeom>
            <a:solidFill>
              <a:srgbClr val="D3D3D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0" name="MH_Text_2"/>
            <p:cNvSpPr txBox="1"/>
            <p:nvPr>
              <p:custDataLst>
                <p:tags r:id="rId7"/>
              </p:custDataLst>
            </p:nvPr>
          </p:nvSpPr>
          <p:spPr>
            <a:xfrm>
              <a:off x="6142994" y="2671625"/>
              <a:ext cx="5711248" cy="1560979"/>
            </a:xfrm>
            <a:prstGeom prst="rect">
              <a:avLst/>
            </a:prstGeom>
            <a:noFill/>
          </p:spPr>
          <p:txBody>
            <a:bodyPr lIns="0" tIns="0" rIns="0" bIns="0">
              <a:normAutofit/>
            </a:bodyPr>
            <a:lstStyle>
              <a:defPPr>
                <a:defRPr lang="zh-CN"/>
              </a:defPPr>
              <a:lvl1pPr>
                <a:lnSpc>
                  <a:spcPct val="130000"/>
                </a:lnSpc>
                <a:defRPr sz="1200"/>
              </a:lvl1pPr>
            </a:lstStyle>
            <a:p>
              <a:pPr>
                <a:lnSpc>
                  <a:spcPct val="150000"/>
                </a:lnSpc>
              </a:pPr>
              <a:r>
                <a:rPr lang="zh-CN" altLang="en-US" sz="1800" dirty="0" smtClean="0"/>
                <a:t>（1）装饰者模式可以提供比继承更多的灵活性。</a:t>
              </a:r>
            </a:p>
          </p:txBody>
        </p:sp>
        <p:sp>
          <p:nvSpPr>
            <p:cNvPr id="11" name="MH_Text_1"/>
            <p:cNvSpPr txBox="1"/>
            <p:nvPr>
              <p:custDataLst>
                <p:tags r:id="rId8"/>
              </p:custDataLst>
            </p:nvPr>
          </p:nvSpPr>
          <p:spPr>
            <a:xfrm>
              <a:off x="6192552" y="4071495"/>
              <a:ext cx="5661689" cy="876584"/>
            </a:xfrm>
            <a:prstGeom prst="rect">
              <a:avLst/>
            </a:prstGeom>
            <a:noFill/>
          </p:spPr>
          <p:txBody>
            <a:bodyPr lIns="0" tIns="0" rIns="0" bIns="0">
              <a:noAutofit/>
            </a:bodyPr>
            <a:lstStyle>
              <a:defPPr>
                <a:defRPr lang="zh-CN"/>
              </a:defPPr>
              <a:lvl1pPr>
                <a:lnSpc>
                  <a:spcPct val="130000"/>
                </a:lnSpc>
                <a:defRPr sz="1200"/>
              </a:lvl1pPr>
            </a:lstStyle>
            <a:p>
              <a:pPr>
                <a:lnSpc>
                  <a:spcPct val="150000"/>
                </a:lnSpc>
              </a:pPr>
              <a:r>
                <a:rPr lang="zh-CN" altLang="en-US" sz="1800" dirty="0" smtClean="0"/>
                <a:t>（2）通过使用不同的具体装饰类以及这些装饰类的排列组合，设计师可以创造出很多不同行为的组合。</a:t>
              </a:r>
            </a:p>
          </p:txBody>
        </p:sp>
      </p:grpSp>
      <p:sp>
        <p:nvSpPr>
          <p:cNvPr id="12" name="矩形 11"/>
          <p:cNvSpPr/>
          <p:nvPr/>
        </p:nvSpPr>
        <p:spPr>
          <a:xfrm>
            <a:off x="2853080" y="3317118"/>
            <a:ext cx="814045" cy="1569660"/>
          </a:xfrm>
          <a:prstGeom prst="rect">
            <a:avLst/>
          </a:prstGeom>
        </p:spPr>
        <p:txBody>
          <a:bodyPr wrap="square">
            <a:spAutoFit/>
          </a:bodyPr>
          <a:lstStyle/>
          <a:p>
            <a:r>
              <a:rPr lang="zh-CN" altLang="en-US" sz="2400" b="1" dirty="0" smtClean="0"/>
              <a:t>装饰者模式的优点</a:t>
            </a:r>
            <a:endParaRPr lang="zh-CN" altLang="zh-CN" sz="2400" b="1" dirty="0" smtClean="0"/>
          </a:p>
        </p:txBody>
      </p:sp>
    </p:spTree>
    <p:custDataLst>
      <p:tags r:id="rId1"/>
    </p:custDataLst>
  </p:cSld>
  <p:clrMapOvr>
    <a:masterClrMapping/>
  </p:clrMapOvr>
  <p:transition>
    <p:wheel spokes="3"/>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rgbClr val="FF0000"/>
                </a:solidFill>
                <a:sym typeface="+mn-ea"/>
              </a:rPr>
              <a:t>8.5 Web</a:t>
            </a:r>
            <a:r>
              <a:rPr lang="zh-CN" altLang="en-US" dirty="0" smtClean="0">
                <a:solidFill>
                  <a:srgbClr val="FF0000"/>
                </a:solidFill>
                <a:sym typeface="+mn-ea"/>
              </a:rPr>
              <a:t>软件设计模式</a:t>
            </a:r>
            <a:r>
              <a:rPr lang="zh-CN" altLang="en-US" dirty="0" smtClean="0">
                <a:solidFill>
                  <a:srgbClr val="FF0000"/>
                </a:solidFill>
              </a:rPr>
              <a:t/>
            </a:r>
            <a:br>
              <a:rPr lang="zh-CN" altLang="en-US" dirty="0" smtClean="0">
                <a:solidFill>
                  <a:srgbClr val="FF0000"/>
                </a:solidFill>
              </a:rPr>
            </a:br>
            <a:r>
              <a:rPr lang="zh-CN" altLang="en-US" dirty="0" smtClean="0">
                <a:solidFill>
                  <a:srgbClr val="FF0000"/>
                </a:solidFill>
              </a:rPr>
              <a:t/>
            </a:r>
            <a:br>
              <a:rPr lang="zh-CN" altLang="en-US" dirty="0" smtClean="0">
                <a:solidFill>
                  <a:srgbClr val="FF0000"/>
                </a:solidFill>
              </a:rPr>
            </a:br>
            <a:endParaRPr lang="zh-CN" altLang="en-US"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altLang="zh-CN" sz="2400" dirty="0" smtClean="0">
                <a:solidFill>
                  <a:schemeClr val="tx1"/>
                </a:solidFill>
              </a:rPr>
              <a:t>8.5.5 </a:t>
            </a:r>
            <a:r>
              <a:rPr lang="zh-CN" altLang="en-US" sz="2400" dirty="0" smtClean="0">
                <a:solidFill>
                  <a:schemeClr val="tx1"/>
                </a:solidFill>
              </a:rPr>
              <a:t>装饰者模式</a:t>
            </a:r>
          </a:p>
        </p:txBody>
      </p:sp>
      <p:grpSp>
        <p:nvGrpSpPr>
          <p:cNvPr id="4" name="组合 3"/>
          <p:cNvGrpSpPr/>
          <p:nvPr/>
        </p:nvGrpSpPr>
        <p:grpSpPr>
          <a:xfrm>
            <a:off x="1202690" y="2707005"/>
            <a:ext cx="9756775" cy="2845435"/>
            <a:chOff x="1564218" y="2547939"/>
            <a:chExt cx="10290024" cy="2538411"/>
          </a:xfrm>
        </p:grpSpPr>
        <p:sp>
          <p:nvSpPr>
            <p:cNvPr id="5" name="MH_Other_1"/>
            <p:cNvSpPr/>
            <p:nvPr>
              <p:custDataLst>
                <p:tags r:id="rId2"/>
              </p:custDataLst>
            </p:nvPr>
          </p:nvSpPr>
          <p:spPr>
            <a:xfrm rot="21439215">
              <a:off x="3045884" y="3808414"/>
              <a:ext cx="1631949" cy="1239837"/>
            </a:xfrm>
            <a:prstGeom prst="roundRect">
              <a:avLst>
                <a:gd name="adj" fmla="val 18567"/>
              </a:avLst>
            </a:prstGeom>
            <a:solidFill>
              <a:srgbClr val="D3D3D3"/>
            </a:solidFill>
            <a:ln>
              <a:solidFill>
                <a:srgbClr val="B2B2B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6000" dirty="0">
                <a:solidFill>
                  <a:srgbClr val="FFFFFF"/>
                </a:solidFill>
                <a:latin typeface="方正姚体" panose="02010601030101010101" pitchFamily="2" charset="-122"/>
                <a:ea typeface="方正姚体" panose="02010601030101010101" pitchFamily="2" charset="-122"/>
              </a:endParaRPr>
            </a:p>
          </p:txBody>
        </p:sp>
        <p:cxnSp>
          <p:nvCxnSpPr>
            <p:cNvPr id="6" name="MH_Other_2"/>
            <p:cNvCxnSpPr>
              <a:stCxn id="5" idx="3"/>
            </p:cNvCxnSpPr>
            <p:nvPr>
              <p:custDataLst>
                <p:tags r:id="rId3"/>
              </p:custDataLst>
            </p:nvPr>
          </p:nvCxnSpPr>
          <p:spPr>
            <a:xfrm flipV="1">
              <a:off x="4677833" y="4395788"/>
              <a:ext cx="1422400" cy="4762"/>
            </a:xfrm>
            <a:prstGeom prst="straightConnector1">
              <a:avLst/>
            </a:prstGeom>
            <a:ln>
              <a:solidFill>
                <a:srgbClr val="B2B2B2"/>
              </a:solidFill>
              <a:tailEnd type="triangle"/>
            </a:ln>
          </p:spPr>
          <p:style>
            <a:lnRef idx="1">
              <a:schemeClr val="accent1"/>
            </a:lnRef>
            <a:fillRef idx="0">
              <a:schemeClr val="accent1"/>
            </a:fillRef>
            <a:effectRef idx="0">
              <a:schemeClr val="accent1"/>
            </a:effectRef>
            <a:fontRef idx="minor">
              <a:schemeClr val="tx1"/>
            </a:fontRef>
          </p:style>
        </p:cxnSp>
        <p:sp>
          <p:nvSpPr>
            <p:cNvPr id="7" name="MH_Other_3"/>
            <p:cNvSpPr/>
            <p:nvPr>
              <p:custDataLst>
                <p:tags r:id="rId4"/>
              </p:custDataLst>
            </p:nvPr>
          </p:nvSpPr>
          <p:spPr>
            <a:xfrm rot="183635">
              <a:off x="2637367" y="2547939"/>
              <a:ext cx="1634067" cy="1239837"/>
            </a:xfrm>
            <a:prstGeom prst="roundRect">
              <a:avLst>
                <a:gd name="adj" fmla="val 18567"/>
              </a:avLst>
            </a:prstGeom>
            <a:solidFill>
              <a:srgbClr val="F06C55"/>
            </a:solidFill>
            <a:ln>
              <a:solidFill>
                <a:srgbClr val="E93C1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6000" dirty="0">
                <a:solidFill>
                  <a:srgbClr val="FFFFFF"/>
                </a:solidFill>
                <a:latin typeface="方正姚体" panose="02010601030101010101" pitchFamily="2" charset="-122"/>
                <a:ea typeface="方正姚体" panose="02010601030101010101" pitchFamily="2" charset="-122"/>
              </a:endParaRPr>
            </a:p>
          </p:txBody>
        </p:sp>
        <p:cxnSp>
          <p:nvCxnSpPr>
            <p:cNvPr id="8" name="MH_Other_4"/>
            <p:cNvCxnSpPr/>
            <p:nvPr>
              <p:custDataLst>
                <p:tags r:id="rId5"/>
              </p:custDataLst>
            </p:nvPr>
          </p:nvCxnSpPr>
          <p:spPr>
            <a:xfrm>
              <a:off x="4286251" y="3074988"/>
              <a:ext cx="1784349" cy="0"/>
            </a:xfrm>
            <a:prstGeom prst="straightConnector1">
              <a:avLst/>
            </a:prstGeom>
            <a:ln>
              <a:solidFill>
                <a:srgbClr val="E93C1F"/>
              </a:solidFill>
              <a:tailEnd type="triangle"/>
            </a:ln>
          </p:spPr>
          <p:style>
            <a:lnRef idx="1">
              <a:schemeClr val="accent1"/>
            </a:lnRef>
            <a:fillRef idx="0">
              <a:schemeClr val="accent1"/>
            </a:fillRef>
            <a:effectRef idx="0">
              <a:schemeClr val="accent1"/>
            </a:effectRef>
            <a:fontRef idx="minor">
              <a:schemeClr val="tx1"/>
            </a:fontRef>
          </p:style>
        </p:cxnSp>
        <p:sp>
          <p:nvSpPr>
            <p:cNvPr id="9" name="MH_Other_5"/>
            <p:cNvSpPr/>
            <p:nvPr>
              <p:custDataLst>
                <p:tags r:id="rId6"/>
              </p:custDataLst>
            </p:nvPr>
          </p:nvSpPr>
          <p:spPr>
            <a:xfrm>
              <a:off x="1564218" y="3100388"/>
              <a:ext cx="1286933" cy="1985962"/>
            </a:xfrm>
            <a:custGeom>
              <a:avLst/>
              <a:gdLst>
                <a:gd name="connsiteX0" fmla="*/ 217182 w 965707"/>
                <a:gd name="connsiteY0" fmla="*/ 0 h 1986527"/>
                <a:gd name="connsiteX1" fmla="*/ 432892 w 965707"/>
                <a:gd name="connsiteY1" fmla="*/ 215710 h 1986527"/>
                <a:gd name="connsiteX2" fmla="*/ 428510 w 965707"/>
                <a:gd name="connsiteY2" fmla="*/ 259183 h 1986527"/>
                <a:gd name="connsiteX3" fmla="*/ 426677 w 965707"/>
                <a:gd name="connsiteY3" fmla="*/ 265085 h 1986527"/>
                <a:gd name="connsiteX4" fmla="*/ 691433 w 965707"/>
                <a:gd name="connsiteY4" fmla="*/ 70895 h 1986527"/>
                <a:gd name="connsiteX5" fmla="*/ 727149 w 965707"/>
                <a:gd name="connsiteY5" fmla="*/ 76387 h 1986527"/>
                <a:gd name="connsiteX6" fmla="*/ 787596 w 965707"/>
                <a:gd name="connsiteY6" fmla="*/ 158799 h 1986527"/>
                <a:gd name="connsiteX7" fmla="*/ 782104 w 965707"/>
                <a:gd name="connsiteY7" fmla="*/ 194515 h 1986527"/>
                <a:gd name="connsiteX8" fmla="*/ 453481 w 965707"/>
                <a:gd name="connsiteY8" fmla="*/ 435549 h 1986527"/>
                <a:gd name="connsiteX9" fmla="*/ 874061 w 965707"/>
                <a:gd name="connsiteY9" fmla="*/ 181449 h 1986527"/>
                <a:gd name="connsiteX10" fmla="*/ 909154 w 965707"/>
                <a:gd name="connsiteY10" fmla="*/ 190109 h 1986527"/>
                <a:gd name="connsiteX11" fmla="*/ 962021 w 965707"/>
                <a:gd name="connsiteY11" fmla="*/ 277611 h 1986527"/>
                <a:gd name="connsiteX12" fmla="*/ 953361 w 965707"/>
                <a:gd name="connsiteY12" fmla="*/ 312705 h 1986527"/>
                <a:gd name="connsiteX13" fmla="*/ 384793 w 965707"/>
                <a:gd name="connsiteY13" fmla="*/ 656215 h 1986527"/>
                <a:gd name="connsiteX14" fmla="*/ 384793 w 965707"/>
                <a:gd name="connsiteY14" fmla="*/ 1131649 h 1986527"/>
                <a:gd name="connsiteX15" fmla="*/ 381842 w 965707"/>
                <a:gd name="connsiteY15" fmla="*/ 1146266 h 1986527"/>
                <a:gd name="connsiteX16" fmla="*/ 387708 w 965707"/>
                <a:gd name="connsiteY16" fmla="*/ 1152370 h 1986527"/>
                <a:gd name="connsiteX17" fmla="*/ 442440 w 965707"/>
                <a:gd name="connsiteY17" fmla="*/ 1292303 h 1986527"/>
                <a:gd name="connsiteX18" fmla="*/ 445419 w 965707"/>
                <a:gd name="connsiteY18" fmla="*/ 1293537 h 1986527"/>
                <a:gd name="connsiteX19" fmla="*/ 453847 w 965707"/>
                <a:gd name="connsiteY19" fmla="*/ 1313884 h 1986527"/>
                <a:gd name="connsiteX20" fmla="*/ 453847 w 965707"/>
                <a:gd name="connsiteY20" fmla="*/ 1951177 h 1986527"/>
                <a:gd name="connsiteX21" fmla="*/ 425072 w 965707"/>
                <a:gd name="connsiteY21" fmla="*/ 1979952 h 1986527"/>
                <a:gd name="connsiteX22" fmla="*/ 309975 w 965707"/>
                <a:gd name="connsiteY22" fmla="*/ 1979952 h 1986527"/>
                <a:gd name="connsiteX23" fmla="*/ 281200 w 965707"/>
                <a:gd name="connsiteY23" fmla="*/ 1951177 h 1986527"/>
                <a:gd name="connsiteX24" fmla="*/ 281200 w 965707"/>
                <a:gd name="connsiteY24" fmla="*/ 1342234 h 1986527"/>
                <a:gd name="connsiteX25" fmla="*/ 230924 w 965707"/>
                <a:gd name="connsiteY25" fmla="*/ 1213693 h 1986527"/>
                <a:gd name="connsiteX26" fmla="*/ 227782 w 965707"/>
                <a:gd name="connsiteY26" fmla="*/ 1195782 h 1986527"/>
                <a:gd name="connsiteX27" fmla="*/ 172672 w 965707"/>
                <a:gd name="connsiteY27" fmla="*/ 1195782 h 1986527"/>
                <a:gd name="connsiteX28" fmla="*/ 172672 w 965707"/>
                <a:gd name="connsiteY28" fmla="*/ 1958468 h 1986527"/>
                <a:gd name="connsiteX29" fmla="*/ 144613 w 965707"/>
                <a:gd name="connsiteY29" fmla="*/ 1986527 h 1986527"/>
                <a:gd name="connsiteX30" fmla="*/ 32381 w 965707"/>
                <a:gd name="connsiteY30" fmla="*/ 1986527 h 1986527"/>
                <a:gd name="connsiteX31" fmla="*/ 4322 w 965707"/>
                <a:gd name="connsiteY31" fmla="*/ 1958468 h 1986527"/>
                <a:gd name="connsiteX32" fmla="*/ 4322 w 965707"/>
                <a:gd name="connsiteY32" fmla="*/ 1169537 h 1986527"/>
                <a:gd name="connsiteX33" fmla="*/ 7911 w 965707"/>
                <a:gd name="connsiteY33" fmla="*/ 1160872 h 1986527"/>
                <a:gd name="connsiteX34" fmla="*/ 5040 w 965707"/>
                <a:gd name="connsiteY34" fmla="*/ 1156613 h 1986527"/>
                <a:gd name="connsiteX35" fmla="*/ 0 w 965707"/>
                <a:gd name="connsiteY35" fmla="*/ 1131649 h 1986527"/>
                <a:gd name="connsiteX36" fmla="*/ 0 w 965707"/>
                <a:gd name="connsiteY36" fmla="*/ 514378 h 1986527"/>
                <a:gd name="connsiteX37" fmla="*/ 64133 w 965707"/>
                <a:gd name="connsiteY37" fmla="*/ 450245 h 1986527"/>
                <a:gd name="connsiteX38" fmla="*/ 174233 w 965707"/>
                <a:gd name="connsiteY38" fmla="*/ 450245 h 1986527"/>
                <a:gd name="connsiteX39" fmla="*/ 203629 w 965707"/>
                <a:gd name="connsiteY39" fmla="*/ 428684 h 1986527"/>
                <a:gd name="connsiteX40" fmla="*/ 133218 w 965707"/>
                <a:gd name="connsiteY40" fmla="*/ 414469 h 1986527"/>
                <a:gd name="connsiteX41" fmla="*/ 1472 w 965707"/>
                <a:gd name="connsiteY41" fmla="*/ 215710 h 1986527"/>
                <a:gd name="connsiteX42" fmla="*/ 217182 w 965707"/>
                <a:gd name="connsiteY42" fmla="*/ 0 h 1986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965707" h="1986527">
                  <a:moveTo>
                    <a:pt x="217182" y="0"/>
                  </a:moveTo>
                  <a:cubicBezTo>
                    <a:pt x="336315" y="0"/>
                    <a:pt x="432892" y="96577"/>
                    <a:pt x="432892" y="215710"/>
                  </a:cubicBezTo>
                  <a:cubicBezTo>
                    <a:pt x="432892" y="230602"/>
                    <a:pt x="431383" y="245141"/>
                    <a:pt x="428510" y="259183"/>
                  </a:cubicBezTo>
                  <a:lnTo>
                    <a:pt x="426677" y="265085"/>
                  </a:lnTo>
                  <a:lnTo>
                    <a:pt x="691433" y="70895"/>
                  </a:lnTo>
                  <a:cubicBezTo>
                    <a:pt x="702812" y="62549"/>
                    <a:pt x="718803" y="65008"/>
                    <a:pt x="727149" y="76387"/>
                  </a:cubicBezTo>
                  <a:lnTo>
                    <a:pt x="787596" y="158799"/>
                  </a:lnTo>
                  <a:cubicBezTo>
                    <a:pt x="795942" y="170178"/>
                    <a:pt x="793483" y="186169"/>
                    <a:pt x="782104" y="194515"/>
                  </a:cubicBezTo>
                  <a:lnTo>
                    <a:pt x="453481" y="435549"/>
                  </a:lnTo>
                  <a:lnTo>
                    <a:pt x="874061" y="181449"/>
                  </a:lnTo>
                  <a:cubicBezTo>
                    <a:pt x="886143" y="174150"/>
                    <a:pt x="901855" y="178027"/>
                    <a:pt x="909154" y="190109"/>
                  </a:cubicBezTo>
                  <a:lnTo>
                    <a:pt x="962021" y="277611"/>
                  </a:lnTo>
                  <a:cubicBezTo>
                    <a:pt x="969320" y="289694"/>
                    <a:pt x="965443" y="305405"/>
                    <a:pt x="953361" y="312705"/>
                  </a:cubicBezTo>
                  <a:lnTo>
                    <a:pt x="384793" y="656215"/>
                  </a:lnTo>
                  <a:lnTo>
                    <a:pt x="384793" y="1131649"/>
                  </a:lnTo>
                  <a:lnTo>
                    <a:pt x="381842" y="1146266"/>
                  </a:lnTo>
                  <a:lnTo>
                    <a:pt x="387708" y="1152370"/>
                  </a:lnTo>
                  <a:lnTo>
                    <a:pt x="442440" y="1292303"/>
                  </a:lnTo>
                  <a:lnTo>
                    <a:pt x="445419" y="1293537"/>
                  </a:lnTo>
                  <a:cubicBezTo>
                    <a:pt x="450626" y="1298744"/>
                    <a:pt x="453847" y="1305938"/>
                    <a:pt x="453847" y="1313884"/>
                  </a:cubicBezTo>
                  <a:lnTo>
                    <a:pt x="453847" y="1951177"/>
                  </a:lnTo>
                  <a:cubicBezTo>
                    <a:pt x="453847" y="1967069"/>
                    <a:pt x="440964" y="1979952"/>
                    <a:pt x="425072" y="1979952"/>
                  </a:cubicBezTo>
                  <a:lnTo>
                    <a:pt x="309975" y="1979952"/>
                  </a:lnTo>
                  <a:cubicBezTo>
                    <a:pt x="294083" y="1979952"/>
                    <a:pt x="281200" y="1967069"/>
                    <a:pt x="281200" y="1951177"/>
                  </a:cubicBezTo>
                  <a:lnTo>
                    <a:pt x="281200" y="1342234"/>
                  </a:lnTo>
                  <a:lnTo>
                    <a:pt x="230924" y="1213693"/>
                  </a:lnTo>
                  <a:lnTo>
                    <a:pt x="227782" y="1195782"/>
                  </a:lnTo>
                  <a:lnTo>
                    <a:pt x="172672" y="1195782"/>
                  </a:lnTo>
                  <a:lnTo>
                    <a:pt x="172672" y="1958468"/>
                  </a:lnTo>
                  <a:cubicBezTo>
                    <a:pt x="172672" y="1973965"/>
                    <a:pt x="160110" y="1986527"/>
                    <a:pt x="144613" y="1986527"/>
                  </a:cubicBezTo>
                  <a:lnTo>
                    <a:pt x="32381" y="1986527"/>
                  </a:lnTo>
                  <a:cubicBezTo>
                    <a:pt x="16884" y="1986527"/>
                    <a:pt x="4322" y="1973965"/>
                    <a:pt x="4322" y="1958468"/>
                  </a:cubicBezTo>
                  <a:lnTo>
                    <a:pt x="4322" y="1169537"/>
                  </a:lnTo>
                  <a:lnTo>
                    <a:pt x="7911" y="1160872"/>
                  </a:lnTo>
                  <a:lnTo>
                    <a:pt x="5040" y="1156613"/>
                  </a:lnTo>
                  <a:cubicBezTo>
                    <a:pt x="1795" y="1148940"/>
                    <a:pt x="0" y="1140504"/>
                    <a:pt x="0" y="1131649"/>
                  </a:cubicBezTo>
                  <a:lnTo>
                    <a:pt x="0" y="514378"/>
                  </a:lnTo>
                  <a:cubicBezTo>
                    <a:pt x="0" y="478958"/>
                    <a:pt x="28713" y="450245"/>
                    <a:pt x="64133" y="450245"/>
                  </a:cubicBezTo>
                  <a:lnTo>
                    <a:pt x="174233" y="450245"/>
                  </a:lnTo>
                  <a:lnTo>
                    <a:pt x="203629" y="428684"/>
                  </a:lnTo>
                  <a:lnTo>
                    <a:pt x="133218" y="414469"/>
                  </a:lnTo>
                  <a:cubicBezTo>
                    <a:pt x="55797" y="381722"/>
                    <a:pt x="1472" y="305060"/>
                    <a:pt x="1472" y="215710"/>
                  </a:cubicBezTo>
                  <a:cubicBezTo>
                    <a:pt x="1472" y="96577"/>
                    <a:pt x="98049" y="0"/>
                    <a:pt x="217182" y="0"/>
                  </a:cubicBezTo>
                  <a:close/>
                </a:path>
              </a:pathLst>
            </a:custGeom>
            <a:solidFill>
              <a:srgbClr val="D3D3D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0" name="MH_Text_2"/>
            <p:cNvSpPr txBox="1"/>
            <p:nvPr>
              <p:custDataLst>
                <p:tags r:id="rId7"/>
              </p:custDataLst>
            </p:nvPr>
          </p:nvSpPr>
          <p:spPr>
            <a:xfrm>
              <a:off x="6142994" y="2671625"/>
              <a:ext cx="5711248" cy="1560979"/>
            </a:xfrm>
            <a:prstGeom prst="rect">
              <a:avLst/>
            </a:prstGeom>
            <a:noFill/>
          </p:spPr>
          <p:txBody>
            <a:bodyPr lIns="0" tIns="0" rIns="0" bIns="0">
              <a:normAutofit/>
            </a:bodyPr>
            <a:lstStyle>
              <a:defPPr>
                <a:defRPr lang="zh-CN"/>
              </a:defPPr>
              <a:lvl1pPr>
                <a:lnSpc>
                  <a:spcPct val="130000"/>
                </a:lnSpc>
                <a:defRPr sz="1200"/>
              </a:lvl1pPr>
            </a:lstStyle>
            <a:p>
              <a:pPr>
                <a:lnSpc>
                  <a:spcPct val="150000"/>
                </a:lnSpc>
              </a:pPr>
              <a:r>
                <a:rPr lang="zh-CN" altLang="en-US" sz="1800" dirty="0" smtClean="0"/>
                <a:t>（1）装饰者模式比继承更加灵活机动的特性，同时也意味着更多的复杂性。</a:t>
              </a:r>
            </a:p>
          </p:txBody>
        </p:sp>
        <p:sp>
          <p:nvSpPr>
            <p:cNvPr id="11" name="MH_Text_1"/>
            <p:cNvSpPr txBox="1"/>
            <p:nvPr>
              <p:custDataLst>
                <p:tags r:id="rId8"/>
              </p:custDataLst>
            </p:nvPr>
          </p:nvSpPr>
          <p:spPr>
            <a:xfrm>
              <a:off x="6192552" y="4071495"/>
              <a:ext cx="5661689" cy="876584"/>
            </a:xfrm>
            <a:prstGeom prst="rect">
              <a:avLst/>
            </a:prstGeom>
            <a:noFill/>
          </p:spPr>
          <p:txBody>
            <a:bodyPr lIns="0" tIns="0" rIns="0" bIns="0">
              <a:noAutofit/>
            </a:bodyPr>
            <a:lstStyle>
              <a:defPPr>
                <a:defRPr lang="zh-CN"/>
              </a:defPPr>
              <a:lvl1pPr>
                <a:lnSpc>
                  <a:spcPct val="130000"/>
                </a:lnSpc>
                <a:defRPr sz="1200"/>
              </a:lvl1pPr>
            </a:lstStyle>
            <a:p>
              <a:pPr>
                <a:lnSpc>
                  <a:spcPct val="150000"/>
                </a:lnSpc>
              </a:pPr>
              <a:r>
                <a:rPr lang="zh-CN" altLang="en-US" sz="1800" dirty="0" smtClean="0"/>
                <a:t>（2）装饰者模式会导致设计中出现许多小类，如果过度使用，会使程序变得很复杂。</a:t>
              </a:r>
            </a:p>
          </p:txBody>
        </p:sp>
      </p:grpSp>
      <p:sp>
        <p:nvSpPr>
          <p:cNvPr id="12" name="矩形 11"/>
          <p:cNvSpPr/>
          <p:nvPr/>
        </p:nvSpPr>
        <p:spPr>
          <a:xfrm>
            <a:off x="2853080" y="3317118"/>
            <a:ext cx="814045" cy="1569660"/>
          </a:xfrm>
          <a:prstGeom prst="rect">
            <a:avLst/>
          </a:prstGeom>
        </p:spPr>
        <p:txBody>
          <a:bodyPr wrap="square">
            <a:spAutoFit/>
          </a:bodyPr>
          <a:lstStyle/>
          <a:p>
            <a:r>
              <a:rPr lang="zh-CN" altLang="en-US" sz="2400" b="1" dirty="0" smtClean="0"/>
              <a:t>装饰者模式的缺点</a:t>
            </a:r>
            <a:endParaRPr lang="zh-CN" altLang="zh-CN" sz="2400" b="1" dirty="0" smtClean="0"/>
          </a:p>
        </p:txBody>
      </p:sp>
    </p:spTree>
    <p:custDataLst>
      <p:tags r:id="rId1"/>
    </p:custDataLst>
  </p:cSld>
  <p:clrMapOvr>
    <a:masterClrMapping/>
  </p:clrMapOvr>
  <p:transition>
    <p:wheel spokes="3"/>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6</a:t>
              </a:r>
            </a:p>
          </p:txBody>
        </p:sp>
      </p:grpSp>
      <p:sp>
        <p:nvSpPr>
          <p:cNvPr id="40" name="文本框 39"/>
          <p:cNvSpPr txBox="1"/>
          <p:nvPr/>
        </p:nvSpPr>
        <p:spPr>
          <a:xfrm>
            <a:off x="6006555" y="2913198"/>
            <a:ext cx="5137150" cy="87439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WebApp</a:t>
            </a: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设计</a:t>
            </a:r>
          </a:p>
        </p:txBody>
      </p:sp>
      <p:grpSp>
        <p:nvGrpSpPr>
          <p:cNvPr id="11" name="组合 10"/>
          <p:cNvGrpSpPr/>
          <p:nvPr/>
        </p:nvGrpSpPr>
        <p:grpSpPr>
          <a:xfrm>
            <a:off x="6006465" y="4013835"/>
            <a:ext cx="3712845" cy="835660"/>
            <a:chOff x="9459" y="7259"/>
            <a:chExt cx="5847" cy="1316"/>
          </a:xfrm>
        </p:grpSpPr>
        <p:sp>
          <p:nvSpPr>
            <p:cNvPr id="48" name="文本框 47"/>
            <p:cNvSpPr txBox="1"/>
            <p:nvPr/>
          </p:nvSpPr>
          <p:spPr>
            <a:xfrm>
              <a:off x="9459" y="7259"/>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WebApp</a:t>
              </a: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的特点及应用类型</a:t>
              </a:r>
            </a:p>
          </p:txBody>
        </p:sp>
        <p:sp>
          <p:nvSpPr>
            <p:cNvPr id="50" name="文本框 49"/>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WebApp</a:t>
              </a: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的需求工程</a:t>
              </a:r>
            </a:p>
          </p:txBody>
        </p:sp>
      </p:grpSp>
      <p:grpSp>
        <p:nvGrpSpPr>
          <p:cNvPr id="3" name="组合 2"/>
          <p:cNvGrpSpPr/>
          <p:nvPr/>
        </p:nvGrpSpPr>
        <p:grpSpPr>
          <a:xfrm>
            <a:off x="6006465" y="4849495"/>
            <a:ext cx="3712845" cy="835660"/>
            <a:chOff x="9459" y="7259"/>
            <a:chExt cx="5847" cy="1316"/>
          </a:xfrm>
        </p:grpSpPr>
        <p:sp>
          <p:nvSpPr>
            <p:cNvPr id="5" name="文本框 4"/>
            <p:cNvSpPr txBox="1"/>
            <p:nvPr/>
          </p:nvSpPr>
          <p:spPr>
            <a:xfrm>
              <a:off x="9459" y="7259"/>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WebApp</a:t>
              </a: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需求分析</a:t>
              </a:r>
            </a:p>
          </p:txBody>
        </p:sp>
        <p:sp>
          <p:nvSpPr>
            <p:cNvPr id="6" name="文本框 5"/>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WebApp</a:t>
              </a: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设计过程</a:t>
              </a:r>
            </a:p>
          </p:txBody>
        </p:sp>
      </p:grpSp>
      <p:grpSp>
        <p:nvGrpSpPr>
          <p:cNvPr id="8" name="组合 7"/>
          <p:cNvGrpSpPr/>
          <p:nvPr/>
        </p:nvGrpSpPr>
        <p:grpSpPr>
          <a:xfrm>
            <a:off x="6006465" y="5685155"/>
            <a:ext cx="3712845" cy="835660"/>
            <a:chOff x="9459" y="7259"/>
            <a:chExt cx="5847" cy="1316"/>
          </a:xfrm>
        </p:grpSpPr>
        <p:sp>
          <p:nvSpPr>
            <p:cNvPr id="9" name="文本框 8"/>
            <p:cNvSpPr txBox="1"/>
            <p:nvPr/>
          </p:nvSpPr>
          <p:spPr>
            <a:xfrm>
              <a:off x="9459" y="7259"/>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WebApp</a:t>
              </a: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体系结构设计</a:t>
              </a:r>
            </a:p>
          </p:txBody>
        </p:sp>
        <p:sp>
          <p:nvSpPr>
            <p:cNvPr id="12" name="文本框 11"/>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导航设计</a:t>
              </a:r>
            </a:p>
          </p:txBody>
        </p:sp>
      </p:grpSp>
    </p:spTree>
  </p:cSld>
  <p:clrMapOvr>
    <a:masterClrMapping/>
  </p:clrMapOvr>
  <p:transition spd="slow">
    <p:wipe/>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en-US" dirty="0" smtClean="0">
                <a:solidFill>
                  <a:srgbClr val="FF0000"/>
                </a:solidFill>
                <a:sym typeface="+mn-ea"/>
              </a:rPr>
              <a:t>8.6 </a:t>
            </a:r>
            <a:r>
              <a:rPr lang="en-US" altLang="zh-CN" dirty="0" err="1" smtClean="0">
                <a:solidFill>
                  <a:srgbClr val="FF0000"/>
                </a:solidFill>
                <a:sym typeface="+mn-ea"/>
              </a:rPr>
              <a:t>WebApp</a:t>
            </a:r>
            <a:r>
              <a:rPr lang="zh-CN" altLang="en-US" dirty="0" smtClean="0">
                <a:solidFill>
                  <a:srgbClr val="FF0000"/>
                </a:solidFill>
                <a:sym typeface="+mn-ea"/>
              </a:rPr>
              <a:t>设计</a:t>
            </a:r>
            <a:br>
              <a:rPr lang="zh-CN" altLang="en-US" dirty="0" smtClean="0">
                <a:solidFill>
                  <a:srgbClr val="FF0000"/>
                </a:solidFill>
                <a:sym typeface="+mn-ea"/>
              </a:rPr>
            </a:br>
            <a:endParaRPr lang="zh-CN" altLang="en-US" dirty="0" smtClean="0">
              <a:solidFill>
                <a:srgbClr val="FF0000"/>
              </a:solidFill>
              <a:sym typeface="+mn-ea"/>
            </a:endParaRPr>
          </a:p>
        </p:txBody>
      </p:sp>
      <p:grpSp>
        <p:nvGrpSpPr>
          <p:cNvPr id="3" name="组合 2"/>
          <p:cNvGrpSpPr/>
          <p:nvPr/>
        </p:nvGrpSpPr>
        <p:grpSpPr>
          <a:xfrm>
            <a:off x="1026795" y="2921000"/>
            <a:ext cx="10259695" cy="3115945"/>
            <a:chOff x="1490" y="4756"/>
            <a:chExt cx="16157" cy="4907"/>
          </a:xfrm>
        </p:grpSpPr>
        <p:sp>
          <p:nvSpPr>
            <p:cNvPr id="8" name="MH_Text_1"/>
            <p:cNvSpPr txBox="1"/>
            <p:nvPr>
              <p:custDataLst>
                <p:tags r:id="rId3"/>
              </p:custDataLst>
            </p:nvPr>
          </p:nvSpPr>
          <p:spPr>
            <a:xfrm>
              <a:off x="1490" y="7566"/>
              <a:ext cx="16050" cy="2097"/>
            </a:xfrm>
            <a:prstGeom prst="rect">
              <a:avLst/>
            </a:prstGeom>
            <a:noFill/>
          </p:spPr>
          <p:txBody>
            <a:bodyPr lIns="0" tIns="0" rIns="0" bIns="0"/>
            <a:lstStyle/>
            <a:p>
              <a:pPr indent="457200">
                <a:lnSpc>
                  <a:spcPct val="120000"/>
                </a:lnSpc>
              </a:pPr>
              <a:r>
                <a:rPr dirty="0" smtClean="0">
                  <a:latin typeface="+mn-ea"/>
                </a:rPr>
                <a:t>WebApp是指基于Web的系统和应用，其作用是向广大的最终用户发布一组复杂的内容和功能。万维网（World Wide Web，WWW）和因特网（Internet）技术将我们带入了信息时代，在开发基于Web的系统和应用（WebApp）时，需要使用规范化的方法和工具。本节将讨论WebApp的特点、应用类型、需求分析和设计方法。</a:t>
              </a:r>
            </a:p>
          </p:txBody>
        </p:sp>
        <p:sp>
          <p:nvSpPr>
            <p:cNvPr id="9" name="MH_Desc_1"/>
            <p:cNvSpPr txBox="1"/>
            <p:nvPr>
              <p:custDataLst>
                <p:tags r:id="rId4"/>
              </p:custDataLst>
            </p:nvPr>
          </p:nvSpPr>
          <p:spPr>
            <a:xfrm>
              <a:off x="1490" y="4756"/>
              <a:ext cx="16157" cy="3003"/>
            </a:xfrm>
            <a:prstGeom prst="rect">
              <a:avLst/>
            </a:prstGeom>
            <a:noFill/>
          </p:spPr>
          <p:txBody>
            <a:bodyPr lIns="0" tIns="0" rIns="0" bIns="0"/>
            <a:lstStyle/>
            <a:p>
              <a:pPr indent="457200" fontAlgn="auto">
                <a:lnSpc>
                  <a:spcPct val="130000"/>
                </a:lnSpc>
              </a:pPr>
              <a:r>
                <a:rPr dirty="0" smtClean="0">
                  <a:latin typeface="+mn-ea"/>
                </a:rPr>
                <a:t>WWW的早期（约1990年～1995年），“Web站点”仅包含链接在一起的少量超文本文件，这些文件使用文本和有限的图标来表示信息。随着时间的推移，一些开发工具（例如XML，Java）使HTML得到扩展，使得Web工程师在向客户提供信息的同时也能提供计算功能，基于Web的系统和应用（即WebApp）诞生了。今天，WebApp已经成为成熟的计算工具，不仅可以为最终用户提供独立的功能，而且已经同公司数据库和业务应用集成在一起了。</a:t>
              </a:r>
            </a:p>
          </p:txBody>
        </p:sp>
      </p:grpSp>
      <p:pic>
        <p:nvPicPr>
          <p:cNvPr id="4" name="图片 3" descr="webapp-640x198"/>
          <p:cNvPicPr>
            <a:picLocks noChangeAspect="1"/>
          </p:cNvPicPr>
          <p:nvPr/>
        </p:nvPicPr>
        <p:blipFill>
          <a:blip r:embed="rId7" cstate="print"/>
          <a:srcRect b="51073"/>
          <a:stretch>
            <a:fillRect/>
          </a:stretch>
        </p:blipFill>
        <p:spPr>
          <a:xfrm>
            <a:off x="4064635" y="1403350"/>
            <a:ext cx="8129905" cy="1230630"/>
          </a:xfrm>
          <a:prstGeom prst="rect">
            <a:avLst/>
          </a:prstGeom>
        </p:spPr>
      </p:pic>
      <p:sp>
        <p:nvSpPr>
          <p:cNvPr id="11" name="MH_Text_1"/>
          <p:cNvSpPr/>
          <p:nvPr>
            <p:custDataLst>
              <p:tags r:id="rId2"/>
            </p:custDataLst>
          </p:nvPr>
        </p:nvSpPr>
        <p:spPr>
          <a:xfrm>
            <a:off x="809626" y="2787015"/>
            <a:ext cx="10586255" cy="3384550"/>
          </a:xfrm>
          <a:prstGeom prst="roundRect">
            <a:avLst/>
          </a:prstGeom>
          <a:ln>
            <a:solidFill>
              <a:schemeClr val="accent6">
                <a:lumMod val="75000"/>
              </a:schemeClr>
            </a:solidFill>
          </a:ln>
        </p:spPr>
        <p:txBody>
          <a:bodyPr vert="horz" wrap="square" anchor="t" anchorCtr="0">
            <a:noAutofit/>
          </a:bodyPr>
          <a:lstStyle/>
          <a:p>
            <a:pPr indent="457200">
              <a:lnSpc>
                <a:spcPct val="130000"/>
              </a:lnSpc>
            </a:pPr>
            <a:endParaRPr lang="zh-CN" altLang="en-US" dirty="0">
              <a:latin typeface="微软雅黑" panose="020B0503020204020204" charset="-122"/>
              <a:ea typeface="微软雅黑" panose="020B0503020204020204" charset="-122"/>
            </a:endParaRPr>
          </a:p>
        </p:txBody>
      </p:sp>
    </p:spTree>
    <p:custDataLst>
      <p:tags r:id="rId1"/>
    </p:custDataLst>
  </p:cSld>
  <p:clrMapOvr>
    <a:masterClrMapping/>
  </p:clrMapOvr>
  <p:transition>
    <p:zoom dir="in"/>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smtClean="0">
                <a:solidFill>
                  <a:srgbClr val="FF0000"/>
                </a:solidFill>
                <a:sym typeface="+mn-ea"/>
              </a:rPr>
              <a:t>WebApp</a:t>
            </a:r>
            <a:r>
              <a:rPr lang="zh-CN" altLang="en-US" dirty="0" smtClean="0">
                <a:solidFill>
                  <a:srgbClr val="FF0000"/>
                </a:solidFill>
                <a:sym typeface="+mn-ea"/>
              </a:rPr>
              <a:t>设计</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8.6.1 </a:t>
            </a:r>
            <a:r>
              <a:rPr sz="2400" dirty="0" smtClean="0">
                <a:solidFill>
                  <a:schemeClr val="tx1"/>
                </a:solidFill>
              </a:rPr>
              <a:t>WebApp的特点及应用类型</a:t>
            </a:r>
          </a:p>
        </p:txBody>
      </p:sp>
      <p:grpSp>
        <p:nvGrpSpPr>
          <p:cNvPr id="4" name="组合 3"/>
          <p:cNvGrpSpPr/>
          <p:nvPr/>
        </p:nvGrpSpPr>
        <p:grpSpPr>
          <a:xfrm>
            <a:off x="754380" y="2426970"/>
            <a:ext cx="5246314" cy="2034540"/>
            <a:chOff x="1188" y="3092"/>
            <a:chExt cx="7757" cy="3204"/>
          </a:xfrm>
        </p:grpSpPr>
        <p:grpSp>
          <p:nvGrpSpPr>
            <p:cNvPr id="28" name="组合 27"/>
            <p:cNvGrpSpPr/>
            <p:nvPr/>
          </p:nvGrpSpPr>
          <p:grpSpPr>
            <a:xfrm>
              <a:off x="1188" y="3092"/>
              <a:ext cx="6974" cy="930"/>
              <a:chOff x="508000" y="3196191"/>
              <a:chExt cx="4428470" cy="590550"/>
            </a:xfrm>
          </p:grpSpPr>
          <p:sp>
            <p:nvSpPr>
              <p:cNvPr id="32"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1</a:t>
                </a:r>
              </a:p>
            </p:txBody>
          </p:sp>
          <p:cxnSp>
            <p:nvCxnSpPr>
              <p:cNvPr id="6" name="直接连接符 5"/>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7" name="矩形 6"/>
              <p:cNvSpPr>
                <a:spLocks noChangeArrowheads="1"/>
              </p:cNvSpPr>
              <p:nvPr/>
            </p:nvSpPr>
            <p:spPr bwMode="auto">
              <a:xfrm>
                <a:off x="960505" y="3291441"/>
                <a:ext cx="3975965" cy="3848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网络密集型</a:t>
                </a:r>
              </a:p>
            </p:txBody>
          </p:sp>
        </p:grpSp>
        <p:sp>
          <p:nvSpPr>
            <p:cNvPr id="35" name="矩形 34"/>
            <p:cNvSpPr>
              <a:spLocks noChangeArrowheads="1"/>
            </p:cNvSpPr>
            <p:nvPr/>
          </p:nvSpPr>
          <p:spPr bwMode="auto">
            <a:xfrm>
              <a:off x="1893" y="3848"/>
              <a:ext cx="7052" cy="24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WebApp驻留在网络上，服务于不同客户群体的需求。WebApp可以驻留在Internet上，即可以放置在内联网（实现组织范围内的通信）或外联网（网际间通信）上。</a:t>
              </a:r>
            </a:p>
          </p:txBody>
        </p:sp>
      </p:grpSp>
      <p:grpSp>
        <p:nvGrpSpPr>
          <p:cNvPr id="36" name="组合 35"/>
          <p:cNvGrpSpPr/>
          <p:nvPr/>
        </p:nvGrpSpPr>
        <p:grpSpPr>
          <a:xfrm>
            <a:off x="754380" y="4413885"/>
            <a:ext cx="5235316" cy="937260"/>
            <a:chOff x="1188" y="3092"/>
            <a:chExt cx="7741" cy="1476"/>
          </a:xfrm>
        </p:grpSpPr>
        <p:grpSp>
          <p:nvGrpSpPr>
            <p:cNvPr id="37" name="组合 36"/>
            <p:cNvGrpSpPr/>
            <p:nvPr/>
          </p:nvGrpSpPr>
          <p:grpSpPr>
            <a:xfrm>
              <a:off x="1188" y="3092"/>
              <a:ext cx="7741" cy="930"/>
              <a:chOff x="508000" y="3196191"/>
              <a:chExt cx="4915730" cy="590550"/>
            </a:xfrm>
          </p:grpSpPr>
          <p:sp>
            <p:nvSpPr>
              <p:cNvPr id="38"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2</a:t>
                </a:r>
              </a:p>
            </p:txBody>
          </p:sp>
          <p:cxnSp>
            <p:nvCxnSpPr>
              <p:cNvPr id="39" name="直接连接符 38"/>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0" name="矩形 39"/>
              <p:cNvSpPr>
                <a:spLocks noChangeArrowheads="1"/>
              </p:cNvSpPr>
              <p:nvPr/>
            </p:nvSpPr>
            <p:spPr bwMode="auto">
              <a:xfrm>
                <a:off x="960521" y="3291441"/>
                <a:ext cx="4463209" cy="3848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并发性</a:t>
                </a:r>
              </a:p>
            </p:txBody>
          </p:sp>
        </p:grpSp>
        <p:sp>
          <p:nvSpPr>
            <p:cNvPr id="41" name="矩形 40"/>
            <p:cNvSpPr>
              <a:spLocks noChangeArrowheads="1"/>
            </p:cNvSpPr>
            <p:nvPr/>
          </p:nvSpPr>
          <p:spPr bwMode="auto">
            <a:xfrm>
              <a:off x="1893" y="3848"/>
              <a:ext cx="6785" cy="7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在同一时间可能有大量用户使用WebApp。</a:t>
              </a:r>
            </a:p>
          </p:txBody>
        </p:sp>
      </p:grpSp>
      <p:grpSp>
        <p:nvGrpSpPr>
          <p:cNvPr id="3" name="组合 2"/>
          <p:cNvGrpSpPr/>
          <p:nvPr/>
        </p:nvGrpSpPr>
        <p:grpSpPr>
          <a:xfrm>
            <a:off x="754380" y="5257800"/>
            <a:ext cx="5655980" cy="941705"/>
            <a:chOff x="1188" y="3092"/>
            <a:chExt cx="8363" cy="1483"/>
          </a:xfrm>
        </p:grpSpPr>
        <p:grpSp>
          <p:nvGrpSpPr>
            <p:cNvPr id="5" name="组合 4"/>
            <p:cNvGrpSpPr/>
            <p:nvPr/>
          </p:nvGrpSpPr>
          <p:grpSpPr>
            <a:xfrm>
              <a:off x="1188" y="3092"/>
              <a:ext cx="7741" cy="930"/>
              <a:chOff x="508000" y="3196191"/>
              <a:chExt cx="4915730" cy="590550"/>
            </a:xfrm>
          </p:grpSpPr>
          <p:sp>
            <p:nvSpPr>
              <p:cNvPr id="8"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3</a:t>
                </a:r>
              </a:p>
            </p:txBody>
          </p:sp>
          <p:cxnSp>
            <p:nvCxnSpPr>
              <p:cNvPr id="9" name="直接连接符 8"/>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0" name="矩形 9"/>
              <p:cNvSpPr>
                <a:spLocks noChangeArrowheads="1"/>
              </p:cNvSpPr>
              <p:nvPr/>
            </p:nvSpPr>
            <p:spPr bwMode="auto">
              <a:xfrm>
                <a:off x="960521" y="3291441"/>
                <a:ext cx="4463209" cy="3848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无法预计的负载量</a:t>
                </a:r>
              </a:p>
            </p:txBody>
          </p:sp>
        </p:grpSp>
        <p:sp>
          <p:nvSpPr>
            <p:cNvPr id="11" name="矩形 10"/>
            <p:cNvSpPr>
              <a:spLocks noChangeArrowheads="1"/>
            </p:cNvSpPr>
            <p:nvPr/>
          </p:nvSpPr>
          <p:spPr bwMode="auto">
            <a:xfrm>
              <a:off x="1893" y="3848"/>
              <a:ext cx="7658" cy="7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WebApp的用户数量每天都可能会有很大的变化。</a:t>
              </a:r>
            </a:p>
          </p:txBody>
        </p:sp>
      </p:grpSp>
      <p:grpSp>
        <p:nvGrpSpPr>
          <p:cNvPr id="12" name="组合 11"/>
          <p:cNvGrpSpPr/>
          <p:nvPr/>
        </p:nvGrpSpPr>
        <p:grpSpPr>
          <a:xfrm>
            <a:off x="6191885" y="1214120"/>
            <a:ext cx="5235316" cy="1668780"/>
            <a:chOff x="1188" y="3092"/>
            <a:chExt cx="7741" cy="2628"/>
          </a:xfrm>
        </p:grpSpPr>
        <p:grpSp>
          <p:nvGrpSpPr>
            <p:cNvPr id="13" name="组合 12"/>
            <p:cNvGrpSpPr/>
            <p:nvPr/>
          </p:nvGrpSpPr>
          <p:grpSpPr>
            <a:xfrm>
              <a:off x="1188" y="3092"/>
              <a:ext cx="7741" cy="930"/>
              <a:chOff x="508000" y="3196191"/>
              <a:chExt cx="4915730" cy="590550"/>
            </a:xfrm>
          </p:grpSpPr>
          <p:sp>
            <p:nvSpPr>
              <p:cNvPr id="14"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4</a:t>
                </a:r>
              </a:p>
            </p:txBody>
          </p:sp>
          <p:cxnSp>
            <p:nvCxnSpPr>
              <p:cNvPr id="15" name="直接连接符 14"/>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6" name="矩形 15"/>
              <p:cNvSpPr>
                <a:spLocks noChangeArrowheads="1"/>
              </p:cNvSpPr>
              <p:nvPr/>
            </p:nvSpPr>
            <p:spPr bwMode="auto">
              <a:xfrm>
                <a:off x="960521" y="3291441"/>
                <a:ext cx="4463209" cy="3848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性能</a:t>
                </a:r>
              </a:p>
            </p:txBody>
          </p:sp>
        </p:grpSp>
        <p:sp>
          <p:nvSpPr>
            <p:cNvPr id="17" name="矩形 16"/>
            <p:cNvSpPr>
              <a:spLocks noChangeArrowheads="1"/>
            </p:cNvSpPr>
            <p:nvPr/>
          </p:nvSpPr>
          <p:spPr bwMode="auto">
            <a:xfrm>
              <a:off x="1803" y="3848"/>
              <a:ext cx="6942" cy="18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如果一位WebApp</a:t>
              </a:r>
              <a:r>
                <a:rPr sz="1600" dirty="0" smtClean="0">
                  <a:latin typeface="微软雅黑" panose="020B0503020204020204" charset="-122"/>
                  <a:ea typeface="微软雅黑" panose="020B0503020204020204" charset="-122"/>
                </a:rPr>
                <a:t>用户必须等待很长时间</a:t>
              </a:r>
              <a:endParaRPr lang="en-US" sz="1600" dirty="0" smtClean="0">
                <a:latin typeface="微软雅黑" panose="020B0503020204020204" charset="-122"/>
                <a:ea typeface="微软雅黑" panose="020B0503020204020204" charset="-122"/>
              </a:endParaRPr>
            </a:p>
            <a:p>
              <a:pPr>
                <a:lnSpc>
                  <a:spcPct val="150000"/>
                </a:lnSpc>
              </a:pPr>
              <a:r>
                <a:rPr sz="1600" dirty="0" smtClean="0">
                  <a:latin typeface="微软雅黑" panose="020B0503020204020204" charset="-122"/>
                  <a:ea typeface="微软雅黑" panose="020B0503020204020204" charset="-122"/>
                </a:rPr>
                <a:t>（</a:t>
              </a:r>
              <a:r>
                <a:rPr sz="1600" dirty="0">
                  <a:latin typeface="微软雅黑" panose="020B0503020204020204" charset="-122"/>
                  <a:ea typeface="微软雅黑" panose="020B0503020204020204" charset="-122"/>
                </a:rPr>
                <a:t>访问、服务器端处理、客户端格式化及显示），用户就会转向其他地方。</a:t>
              </a:r>
            </a:p>
          </p:txBody>
        </p:sp>
      </p:grpSp>
      <p:grpSp>
        <p:nvGrpSpPr>
          <p:cNvPr id="18" name="组合 17"/>
          <p:cNvGrpSpPr/>
          <p:nvPr/>
        </p:nvGrpSpPr>
        <p:grpSpPr>
          <a:xfrm>
            <a:off x="6191885" y="2974340"/>
            <a:ext cx="5485551" cy="941705"/>
            <a:chOff x="1188" y="3092"/>
            <a:chExt cx="8111" cy="1483"/>
          </a:xfrm>
        </p:grpSpPr>
        <p:grpSp>
          <p:nvGrpSpPr>
            <p:cNvPr id="19" name="组合 18"/>
            <p:cNvGrpSpPr/>
            <p:nvPr/>
          </p:nvGrpSpPr>
          <p:grpSpPr>
            <a:xfrm>
              <a:off x="1188" y="3092"/>
              <a:ext cx="7741" cy="930"/>
              <a:chOff x="508000" y="3196191"/>
              <a:chExt cx="4915730" cy="590550"/>
            </a:xfrm>
          </p:grpSpPr>
          <p:sp>
            <p:nvSpPr>
              <p:cNvPr id="20"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5</a:t>
                </a:r>
              </a:p>
            </p:txBody>
          </p:sp>
          <p:cxnSp>
            <p:nvCxnSpPr>
              <p:cNvPr id="21" name="直接连接符 20"/>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2" name="矩形 21"/>
              <p:cNvSpPr>
                <a:spLocks noChangeArrowheads="1"/>
              </p:cNvSpPr>
              <p:nvPr/>
            </p:nvSpPr>
            <p:spPr bwMode="auto">
              <a:xfrm>
                <a:off x="960521" y="3291441"/>
                <a:ext cx="4463209" cy="3848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可得性</a:t>
                </a:r>
              </a:p>
            </p:txBody>
          </p:sp>
        </p:grpSp>
        <p:sp>
          <p:nvSpPr>
            <p:cNvPr id="23" name="矩形 22"/>
            <p:cNvSpPr>
              <a:spLocks noChangeArrowheads="1"/>
            </p:cNvSpPr>
            <p:nvPr/>
          </p:nvSpPr>
          <p:spPr bwMode="auto">
            <a:xfrm>
              <a:off x="1893" y="3848"/>
              <a:ext cx="7406" cy="72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大多数的WebApp用户要求全天候的可访问性。</a:t>
              </a:r>
            </a:p>
          </p:txBody>
        </p:sp>
      </p:grpSp>
      <p:grpSp>
        <p:nvGrpSpPr>
          <p:cNvPr id="24" name="组合 23"/>
          <p:cNvGrpSpPr/>
          <p:nvPr/>
        </p:nvGrpSpPr>
        <p:grpSpPr>
          <a:xfrm>
            <a:off x="6191885" y="3968750"/>
            <a:ext cx="5235316" cy="2419350"/>
            <a:chOff x="1188" y="3092"/>
            <a:chExt cx="7741" cy="3810"/>
          </a:xfrm>
        </p:grpSpPr>
        <p:grpSp>
          <p:nvGrpSpPr>
            <p:cNvPr id="25" name="组合 24"/>
            <p:cNvGrpSpPr/>
            <p:nvPr/>
          </p:nvGrpSpPr>
          <p:grpSpPr>
            <a:xfrm>
              <a:off x="1188" y="3092"/>
              <a:ext cx="7741" cy="930"/>
              <a:chOff x="508000" y="3196191"/>
              <a:chExt cx="4915730" cy="590550"/>
            </a:xfrm>
          </p:grpSpPr>
          <p:sp>
            <p:nvSpPr>
              <p:cNvPr id="26"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6</a:t>
                </a:r>
              </a:p>
            </p:txBody>
          </p:sp>
          <p:cxnSp>
            <p:nvCxnSpPr>
              <p:cNvPr id="27" name="直接连接符 26"/>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30" name="矩形 29"/>
              <p:cNvSpPr>
                <a:spLocks noChangeArrowheads="1"/>
              </p:cNvSpPr>
              <p:nvPr/>
            </p:nvSpPr>
            <p:spPr bwMode="auto">
              <a:xfrm>
                <a:off x="960521" y="3291441"/>
                <a:ext cx="4463209" cy="3848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数据驱动</a:t>
                </a:r>
              </a:p>
            </p:txBody>
          </p:sp>
        </p:grpSp>
        <p:sp>
          <p:nvSpPr>
            <p:cNvPr id="31" name="矩形 30"/>
            <p:cNvSpPr>
              <a:spLocks noChangeArrowheads="1"/>
            </p:cNvSpPr>
            <p:nvPr/>
          </p:nvSpPr>
          <p:spPr bwMode="auto">
            <a:xfrm>
              <a:off x="1893" y="3848"/>
              <a:ext cx="6811" cy="30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许多WebApp的主要功能是使用超媒体向最终用户提供文本、图片、音频及视频内容</a:t>
              </a:r>
              <a:r>
                <a:rPr sz="1600" dirty="0" smtClean="0">
                  <a:latin typeface="微软雅黑" panose="020B0503020204020204" charset="-122"/>
                  <a:ea typeface="微软雅黑" panose="020B0503020204020204" charset="-122"/>
                </a:rPr>
                <a:t>。</a:t>
              </a:r>
              <a:r>
                <a:rPr lang="en-US" sz="1600" dirty="0" smtClean="0">
                  <a:latin typeface="微软雅黑" panose="020B0503020204020204" charset="-122"/>
                  <a:ea typeface="微软雅黑" panose="020B0503020204020204" charset="-122"/>
                </a:rPr>
                <a:t> </a:t>
              </a:r>
            </a:p>
            <a:p>
              <a:pPr>
                <a:lnSpc>
                  <a:spcPct val="150000"/>
                </a:lnSpc>
              </a:pPr>
              <a:r>
                <a:rPr lang="en-US" sz="1600" dirty="0" smtClean="0">
                  <a:latin typeface="微软雅黑" panose="020B0503020204020204" charset="-122"/>
                  <a:ea typeface="微软雅黑" panose="020B0503020204020204" charset="-122"/>
                </a:rPr>
                <a:t>       </a:t>
              </a:r>
              <a:r>
                <a:rPr sz="1600" dirty="0" smtClean="0">
                  <a:latin typeface="微软雅黑" panose="020B0503020204020204" charset="-122"/>
                  <a:ea typeface="微软雅黑" panose="020B0503020204020204" charset="-122"/>
                </a:rPr>
                <a:t>WebApp</a:t>
              </a:r>
              <a:r>
                <a:rPr sz="1600" dirty="0">
                  <a:latin typeface="微软雅黑" panose="020B0503020204020204" charset="-122"/>
                  <a:ea typeface="微软雅黑" panose="020B0503020204020204" charset="-122"/>
                </a:rPr>
                <a:t>一般用来访问存储在数据库中的信息，这些数据库最初并不是基于Web环境的整体组成部分（例如电子商务或金融应用）。</a:t>
              </a:r>
            </a:p>
          </p:txBody>
        </p:sp>
      </p:grpSp>
      <p:sp>
        <p:nvSpPr>
          <p:cNvPr id="42" name="矩形 41"/>
          <p:cNvSpPr/>
          <p:nvPr/>
        </p:nvSpPr>
        <p:spPr>
          <a:xfrm>
            <a:off x="957605" y="2021718"/>
            <a:ext cx="4709770" cy="369332"/>
          </a:xfrm>
          <a:prstGeom prst="rect">
            <a:avLst/>
          </a:prstGeom>
        </p:spPr>
        <p:txBody>
          <a:bodyPr wrap="square">
            <a:spAutoFit/>
          </a:bodyPr>
          <a:lstStyle/>
          <a:p>
            <a:r>
              <a:rPr lang="en-US" altLang="zh-CN" b="1" dirty="0" err="1" smtClean="0"/>
              <a:t>WebApp</a:t>
            </a:r>
            <a:r>
              <a:rPr lang="zh-CN" altLang="zh-CN" b="1" dirty="0" smtClean="0"/>
              <a:t>一般</a:t>
            </a:r>
            <a:r>
              <a:rPr lang="zh-CN" altLang="en-US" b="1" dirty="0" smtClean="0"/>
              <a:t>具有如下</a:t>
            </a:r>
            <a:r>
              <a:rPr lang="zh-CN" altLang="zh-CN" b="1" dirty="0" smtClean="0"/>
              <a:t>特点</a:t>
            </a:r>
            <a:r>
              <a:rPr lang="zh-CN" altLang="en-US" b="1" dirty="0" smtClean="0"/>
              <a:t>：</a:t>
            </a:r>
            <a:endParaRPr lang="zh-CN" altLang="zh-CN" b="1" dirty="0" smtClean="0"/>
          </a:p>
        </p:txBody>
      </p:sp>
    </p:spTree>
    <p:custDataLst>
      <p:tags r:id="rId1"/>
    </p:custDataLst>
  </p:cSld>
  <p:clrMapOvr>
    <a:masterClrMapping/>
  </p:clrMapOvr>
  <p:transition>
    <p:zoom dir="in"/>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smtClean="0">
                <a:solidFill>
                  <a:srgbClr val="FF0000"/>
                </a:solidFill>
                <a:sym typeface="+mn-ea"/>
              </a:rPr>
              <a:t>WebApp</a:t>
            </a:r>
            <a:r>
              <a:rPr lang="zh-CN" altLang="en-US" dirty="0" smtClean="0">
                <a:solidFill>
                  <a:srgbClr val="FF0000"/>
                </a:solidFill>
                <a:sym typeface="+mn-ea"/>
              </a:rPr>
              <a:t>设计</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8.6.1 </a:t>
            </a:r>
            <a:r>
              <a:rPr sz="2400" dirty="0" smtClean="0">
                <a:solidFill>
                  <a:schemeClr val="tx1"/>
                </a:solidFill>
              </a:rPr>
              <a:t>WebApp的特点及应用类型</a:t>
            </a:r>
          </a:p>
        </p:txBody>
      </p:sp>
      <p:grpSp>
        <p:nvGrpSpPr>
          <p:cNvPr id="4" name="组合 3"/>
          <p:cNvGrpSpPr/>
          <p:nvPr/>
        </p:nvGrpSpPr>
        <p:grpSpPr>
          <a:xfrm>
            <a:off x="754380" y="2179320"/>
            <a:ext cx="5481002" cy="1303020"/>
            <a:chOff x="1188" y="3092"/>
            <a:chExt cx="8104" cy="2052"/>
          </a:xfrm>
        </p:grpSpPr>
        <p:grpSp>
          <p:nvGrpSpPr>
            <p:cNvPr id="28" name="组合 27"/>
            <p:cNvGrpSpPr/>
            <p:nvPr/>
          </p:nvGrpSpPr>
          <p:grpSpPr>
            <a:xfrm>
              <a:off x="1188" y="3092"/>
              <a:ext cx="6974" cy="930"/>
              <a:chOff x="508000" y="3196191"/>
              <a:chExt cx="4428470" cy="590550"/>
            </a:xfrm>
          </p:grpSpPr>
          <p:sp>
            <p:nvSpPr>
              <p:cNvPr id="32"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7</a:t>
                </a:r>
              </a:p>
            </p:txBody>
          </p:sp>
          <p:cxnSp>
            <p:nvCxnSpPr>
              <p:cNvPr id="6" name="直接连接符 5"/>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7" name="矩形 6"/>
              <p:cNvSpPr>
                <a:spLocks noChangeArrowheads="1"/>
              </p:cNvSpPr>
              <p:nvPr/>
            </p:nvSpPr>
            <p:spPr bwMode="auto">
              <a:xfrm>
                <a:off x="960505" y="3291441"/>
                <a:ext cx="3975965" cy="3848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内容敏感性</a:t>
                </a:r>
              </a:p>
            </p:txBody>
          </p:sp>
        </p:grpSp>
        <p:sp>
          <p:nvSpPr>
            <p:cNvPr id="35" name="矩形 34"/>
            <p:cNvSpPr>
              <a:spLocks noChangeArrowheads="1"/>
            </p:cNvSpPr>
            <p:nvPr/>
          </p:nvSpPr>
          <p:spPr bwMode="auto">
            <a:xfrm>
              <a:off x="1893" y="3848"/>
              <a:ext cx="7399" cy="12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内容的质量和艺术性在很大程度上影响WebApp的质量。</a:t>
              </a:r>
            </a:p>
          </p:txBody>
        </p:sp>
      </p:grpSp>
      <p:grpSp>
        <p:nvGrpSpPr>
          <p:cNvPr id="36" name="组合 35"/>
          <p:cNvGrpSpPr/>
          <p:nvPr/>
        </p:nvGrpSpPr>
        <p:grpSpPr>
          <a:xfrm>
            <a:off x="754380" y="3686810"/>
            <a:ext cx="5349612" cy="2034540"/>
            <a:chOff x="1188" y="3092"/>
            <a:chExt cx="7910" cy="3204"/>
          </a:xfrm>
        </p:grpSpPr>
        <p:grpSp>
          <p:nvGrpSpPr>
            <p:cNvPr id="37" name="组合 36"/>
            <p:cNvGrpSpPr/>
            <p:nvPr/>
          </p:nvGrpSpPr>
          <p:grpSpPr>
            <a:xfrm>
              <a:off x="1188" y="3092"/>
              <a:ext cx="7741" cy="930"/>
              <a:chOff x="508000" y="3196191"/>
              <a:chExt cx="4915730" cy="590550"/>
            </a:xfrm>
          </p:grpSpPr>
          <p:sp>
            <p:nvSpPr>
              <p:cNvPr id="38"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8</a:t>
                </a:r>
              </a:p>
            </p:txBody>
          </p:sp>
          <p:cxnSp>
            <p:nvCxnSpPr>
              <p:cNvPr id="39" name="直接连接符 38"/>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0" name="矩形 39"/>
              <p:cNvSpPr>
                <a:spLocks noChangeArrowheads="1"/>
              </p:cNvSpPr>
              <p:nvPr/>
            </p:nvSpPr>
            <p:spPr bwMode="auto">
              <a:xfrm>
                <a:off x="960521" y="3291441"/>
                <a:ext cx="4463209" cy="3848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持续演化性</a:t>
                </a:r>
              </a:p>
            </p:txBody>
          </p:sp>
        </p:grpSp>
        <p:sp>
          <p:nvSpPr>
            <p:cNvPr id="41" name="矩形 40"/>
            <p:cNvSpPr>
              <a:spLocks noChangeArrowheads="1"/>
            </p:cNvSpPr>
            <p:nvPr/>
          </p:nvSpPr>
          <p:spPr bwMode="auto">
            <a:xfrm>
              <a:off x="1893" y="3848"/>
              <a:ext cx="7205" cy="24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传统的应用如软件是随一系列规划好的时间间隔发布而演化的，而Web应用则持续地演化。对于某些WebApp，是以分钟为单位进行更新，或者对每个请求进行独立运算。</a:t>
              </a:r>
            </a:p>
          </p:txBody>
        </p:sp>
      </p:grpSp>
      <p:grpSp>
        <p:nvGrpSpPr>
          <p:cNvPr id="3" name="组合 2"/>
          <p:cNvGrpSpPr/>
          <p:nvPr/>
        </p:nvGrpSpPr>
        <p:grpSpPr>
          <a:xfrm>
            <a:off x="6586855" y="852170"/>
            <a:ext cx="5235315" cy="2049780"/>
            <a:chOff x="1188" y="3092"/>
            <a:chExt cx="7741" cy="3228"/>
          </a:xfrm>
        </p:grpSpPr>
        <p:grpSp>
          <p:nvGrpSpPr>
            <p:cNvPr id="5" name="组合 4"/>
            <p:cNvGrpSpPr/>
            <p:nvPr/>
          </p:nvGrpSpPr>
          <p:grpSpPr>
            <a:xfrm>
              <a:off x="1188" y="3092"/>
              <a:ext cx="7741" cy="930"/>
              <a:chOff x="508000" y="3196191"/>
              <a:chExt cx="4915730" cy="590550"/>
            </a:xfrm>
          </p:grpSpPr>
          <p:sp>
            <p:nvSpPr>
              <p:cNvPr id="8"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9</a:t>
                </a:r>
              </a:p>
            </p:txBody>
          </p:sp>
          <p:cxnSp>
            <p:nvCxnSpPr>
              <p:cNvPr id="9" name="直接连接符 8"/>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0" name="矩形 9"/>
              <p:cNvSpPr>
                <a:spLocks noChangeArrowheads="1"/>
              </p:cNvSpPr>
              <p:nvPr/>
            </p:nvSpPr>
            <p:spPr bwMode="auto">
              <a:xfrm>
                <a:off x="960521" y="3291441"/>
                <a:ext cx="4463209" cy="3848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即时性</a:t>
                </a:r>
              </a:p>
            </p:txBody>
          </p:sp>
        </p:grpSp>
        <p:sp>
          <p:nvSpPr>
            <p:cNvPr id="11" name="矩形 10"/>
            <p:cNvSpPr>
              <a:spLocks noChangeArrowheads="1"/>
            </p:cNvSpPr>
            <p:nvPr/>
          </p:nvSpPr>
          <p:spPr bwMode="auto">
            <a:xfrm>
              <a:off x="1893" y="3848"/>
              <a:ext cx="6406" cy="24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将WebApp投入市场可能是几天或几周的事情，Web工程师必须经过修改计划、分析、设计、实现、测试等来满足WebApp的时间进度安排。</a:t>
              </a:r>
            </a:p>
          </p:txBody>
        </p:sp>
      </p:grpSp>
      <p:grpSp>
        <p:nvGrpSpPr>
          <p:cNvPr id="12" name="组合 11"/>
          <p:cNvGrpSpPr/>
          <p:nvPr/>
        </p:nvGrpSpPr>
        <p:grpSpPr>
          <a:xfrm>
            <a:off x="6600503" y="2838109"/>
            <a:ext cx="5355966" cy="2034540"/>
            <a:chOff x="1010" y="3092"/>
            <a:chExt cx="7919" cy="3204"/>
          </a:xfrm>
        </p:grpSpPr>
        <p:grpSp>
          <p:nvGrpSpPr>
            <p:cNvPr id="13" name="组合 12"/>
            <p:cNvGrpSpPr/>
            <p:nvPr/>
          </p:nvGrpSpPr>
          <p:grpSpPr>
            <a:xfrm>
              <a:off x="1010" y="3092"/>
              <a:ext cx="7919" cy="930"/>
              <a:chOff x="394715" y="3196191"/>
              <a:chExt cx="5029015" cy="590550"/>
            </a:xfrm>
          </p:grpSpPr>
          <p:sp>
            <p:nvSpPr>
              <p:cNvPr id="14" name="TextBox 1"/>
              <p:cNvSpPr txBox="1">
                <a:spLocks noChangeArrowheads="1"/>
              </p:cNvSpPr>
              <p:nvPr/>
            </p:nvSpPr>
            <p:spPr bwMode="auto">
              <a:xfrm>
                <a:off x="394715" y="3196191"/>
                <a:ext cx="624260" cy="3249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10</a:t>
                </a:r>
              </a:p>
            </p:txBody>
          </p:sp>
          <p:cxnSp>
            <p:nvCxnSpPr>
              <p:cNvPr id="15" name="直接连接符 14"/>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6" name="矩形 15"/>
              <p:cNvSpPr>
                <a:spLocks noChangeArrowheads="1"/>
              </p:cNvSpPr>
              <p:nvPr/>
            </p:nvSpPr>
            <p:spPr bwMode="auto">
              <a:xfrm>
                <a:off x="960521" y="3291441"/>
                <a:ext cx="4463209" cy="3848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保密性</a:t>
                </a:r>
              </a:p>
            </p:txBody>
          </p:sp>
        </p:grpSp>
        <p:sp>
          <p:nvSpPr>
            <p:cNvPr id="17" name="矩形 16"/>
            <p:cNvSpPr>
              <a:spLocks noChangeArrowheads="1"/>
            </p:cNvSpPr>
            <p:nvPr/>
          </p:nvSpPr>
          <p:spPr bwMode="auto">
            <a:xfrm>
              <a:off x="1893" y="3848"/>
              <a:ext cx="6409" cy="24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由于WebApp是通过网络来访问的，为了保护敏感的内容、提供保密的数据传输模式，在支持WebApp的整个基础设施上必须有较强的保密措施。</a:t>
              </a:r>
            </a:p>
          </p:txBody>
        </p:sp>
      </p:grpSp>
      <p:grpSp>
        <p:nvGrpSpPr>
          <p:cNvPr id="18" name="组合 17"/>
          <p:cNvGrpSpPr/>
          <p:nvPr/>
        </p:nvGrpSpPr>
        <p:grpSpPr>
          <a:xfrm>
            <a:off x="6627798" y="4872649"/>
            <a:ext cx="5288656" cy="1303020"/>
            <a:chOff x="1109" y="3092"/>
            <a:chExt cx="7820" cy="2052"/>
          </a:xfrm>
        </p:grpSpPr>
        <p:grpSp>
          <p:nvGrpSpPr>
            <p:cNvPr id="19" name="组合 18"/>
            <p:cNvGrpSpPr/>
            <p:nvPr/>
          </p:nvGrpSpPr>
          <p:grpSpPr>
            <a:xfrm>
              <a:off x="1109" y="3092"/>
              <a:ext cx="7820" cy="930"/>
              <a:chOff x="457916" y="3196191"/>
              <a:chExt cx="4965814" cy="590550"/>
            </a:xfrm>
          </p:grpSpPr>
          <p:sp>
            <p:nvSpPr>
              <p:cNvPr id="20" name="TextBox 1"/>
              <p:cNvSpPr txBox="1">
                <a:spLocks noChangeArrowheads="1"/>
              </p:cNvSpPr>
              <p:nvPr/>
            </p:nvSpPr>
            <p:spPr bwMode="auto">
              <a:xfrm>
                <a:off x="457916" y="3196191"/>
                <a:ext cx="497858" cy="3249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11</a:t>
                </a:r>
              </a:p>
            </p:txBody>
          </p:sp>
          <p:cxnSp>
            <p:nvCxnSpPr>
              <p:cNvPr id="21" name="直接连接符 20"/>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22" name="矩形 21"/>
              <p:cNvSpPr>
                <a:spLocks noChangeArrowheads="1"/>
              </p:cNvSpPr>
              <p:nvPr/>
            </p:nvSpPr>
            <p:spPr bwMode="auto">
              <a:xfrm>
                <a:off x="960521" y="3291441"/>
                <a:ext cx="4463209" cy="3848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美学性</a:t>
                </a:r>
              </a:p>
            </p:txBody>
          </p:sp>
        </p:grpSp>
        <p:sp>
          <p:nvSpPr>
            <p:cNvPr id="23" name="矩形 22"/>
            <p:cNvSpPr>
              <a:spLocks noChangeArrowheads="1"/>
            </p:cNvSpPr>
            <p:nvPr/>
          </p:nvSpPr>
          <p:spPr bwMode="auto">
            <a:xfrm>
              <a:off x="1893" y="3848"/>
              <a:ext cx="6529" cy="12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WebApp具有很大的吸引力就是它的美观性。</a:t>
              </a:r>
            </a:p>
          </p:txBody>
        </p:sp>
      </p:grpSp>
    </p:spTree>
    <p:custDataLst>
      <p:tags r:id="rId1"/>
    </p:custDataLst>
  </p:cSld>
  <p:clrMapOvr>
    <a:masterClrMapping/>
  </p:clrMapOvr>
  <p:transition>
    <p:zoom dir="in"/>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smtClean="0">
                <a:solidFill>
                  <a:srgbClr val="FF0000"/>
                </a:solidFill>
                <a:sym typeface="+mn-ea"/>
              </a:rPr>
              <a:t>WebApp</a:t>
            </a:r>
            <a:r>
              <a:rPr lang="zh-CN" altLang="en-US" dirty="0" smtClean="0">
                <a:solidFill>
                  <a:srgbClr val="FF0000"/>
                </a:solidFill>
                <a:sym typeface="+mn-ea"/>
              </a:rPr>
              <a:t>设计</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sym typeface="+mn-ea"/>
              </a:rPr>
              <a:t>8.6.1 </a:t>
            </a:r>
            <a:r>
              <a:rPr sz="2400" dirty="0" smtClean="0">
                <a:solidFill>
                  <a:schemeClr val="tx1"/>
                </a:solidFill>
                <a:sym typeface="+mn-ea"/>
              </a:rPr>
              <a:t>WebApp的特点及应用类型</a:t>
            </a:r>
            <a:endParaRPr sz="2400" dirty="0" smtClean="0">
              <a:solidFill>
                <a:schemeClr val="tx1"/>
              </a:solidFill>
            </a:endParaRPr>
          </a:p>
        </p:txBody>
      </p:sp>
      <p:grpSp>
        <p:nvGrpSpPr>
          <p:cNvPr id="3" name="组合 2"/>
          <p:cNvGrpSpPr/>
          <p:nvPr/>
        </p:nvGrpSpPr>
        <p:grpSpPr>
          <a:xfrm>
            <a:off x="849499" y="2559531"/>
            <a:ext cx="5532755" cy="1192530"/>
            <a:chOff x="1630" y="5726"/>
            <a:chExt cx="8713" cy="1878"/>
          </a:xfrm>
        </p:grpSpPr>
        <p:cxnSp>
          <p:nvCxnSpPr>
            <p:cNvPr id="4" name="MH_Other_1"/>
            <p:cNvCxnSpPr/>
            <p:nvPr/>
          </p:nvCxnSpPr>
          <p:spPr>
            <a:xfrm flipH="1">
              <a:off x="2470" y="6041"/>
              <a:ext cx="1545" cy="145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5"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6" name="MH_SubTitle_1"/>
            <p:cNvSpPr txBox="1">
              <a:spLocks noChangeArrowheads="1"/>
            </p:cNvSpPr>
            <p:nvPr/>
          </p:nvSpPr>
          <p:spPr bwMode="auto">
            <a:xfrm>
              <a:off x="3207" y="6041"/>
              <a:ext cx="7136" cy="1563"/>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2060"/>
                  </a:solidFill>
                </a:rPr>
                <a:t>信息型</a:t>
              </a:r>
            </a:p>
            <a:p>
              <a:pPr indent="457200" fontAlgn="auto">
                <a:lnSpc>
                  <a:spcPct val="120000"/>
                </a:lnSpc>
              </a:pPr>
              <a:r>
                <a:rPr lang="zh-CN" altLang="en-US" dirty="0">
                  <a:ea typeface="微软雅黑" panose="020B0503020204020204" charset="-122"/>
                </a:rPr>
                <a:t>使用简单的导航和链接提供只读内容。</a:t>
              </a:r>
            </a:p>
          </p:txBody>
        </p:sp>
        <p:sp>
          <p:nvSpPr>
            <p:cNvPr id="7"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2060"/>
                  </a:solidFill>
                  <a:latin typeface="Agency FB" panose="020B0503020202020204" pitchFamily="34" charset="0"/>
                  <a:ea typeface="微软雅黑" panose="020B0503020204020204" charset="-122"/>
                </a:rPr>
                <a:t>1</a:t>
              </a:r>
            </a:p>
          </p:txBody>
        </p:sp>
      </p:grpSp>
      <p:grpSp>
        <p:nvGrpSpPr>
          <p:cNvPr id="8" name="组合 7"/>
          <p:cNvGrpSpPr/>
          <p:nvPr/>
        </p:nvGrpSpPr>
        <p:grpSpPr>
          <a:xfrm>
            <a:off x="849499" y="3570451"/>
            <a:ext cx="5660390" cy="1121410"/>
            <a:chOff x="1630" y="5726"/>
            <a:chExt cx="8914" cy="1766"/>
          </a:xfrm>
        </p:grpSpPr>
        <p:cxnSp>
          <p:nvCxnSpPr>
            <p:cNvPr id="9" name="MH_Other_1"/>
            <p:cNvCxnSpPr/>
            <p:nvPr/>
          </p:nvCxnSpPr>
          <p:spPr>
            <a:xfrm flipH="1">
              <a:off x="2470" y="6041"/>
              <a:ext cx="1545" cy="1450"/>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sp>
          <p:nvSpPr>
            <p:cNvPr id="10"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1" name="MH_SubTitle_1"/>
            <p:cNvSpPr txBox="1">
              <a:spLocks noChangeArrowheads="1"/>
            </p:cNvSpPr>
            <p:nvPr/>
          </p:nvSpPr>
          <p:spPr bwMode="auto">
            <a:xfrm>
              <a:off x="3370" y="5989"/>
              <a:ext cx="7174" cy="1503"/>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B0F0"/>
                  </a:solidFill>
                </a:rPr>
                <a:t>下载型</a:t>
              </a:r>
              <a:endParaRPr lang="zh-CN" altLang="en-US" b="1" dirty="0">
                <a:solidFill>
                  <a:srgbClr val="00B0F0"/>
                </a:solidFill>
              </a:endParaRPr>
            </a:p>
            <a:p>
              <a:pPr indent="457200" algn="l" fontAlgn="auto">
                <a:lnSpc>
                  <a:spcPct val="130000"/>
                </a:lnSpc>
              </a:pPr>
              <a:r>
                <a:rPr lang="zh-CN" altLang="en-US" dirty="0">
                  <a:ea typeface="微软雅黑" panose="020B0503020204020204" charset="-122"/>
                </a:rPr>
                <a:t>用户从相应的服务器下载信息。</a:t>
              </a:r>
            </a:p>
          </p:txBody>
        </p:sp>
        <p:sp>
          <p:nvSpPr>
            <p:cNvPr id="12"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A8E7"/>
                  </a:solidFill>
                  <a:latin typeface="Agency FB" panose="020B0503020202020204" pitchFamily="34" charset="0"/>
                  <a:ea typeface="微软雅黑" panose="020B0503020204020204" charset="-122"/>
                </a:rPr>
                <a:t>2</a:t>
              </a:r>
            </a:p>
          </p:txBody>
        </p:sp>
      </p:grpSp>
      <p:grpSp>
        <p:nvGrpSpPr>
          <p:cNvPr id="13" name="组合 12"/>
          <p:cNvGrpSpPr/>
          <p:nvPr/>
        </p:nvGrpSpPr>
        <p:grpSpPr>
          <a:xfrm>
            <a:off x="849499" y="4623128"/>
            <a:ext cx="5937885" cy="1118870"/>
            <a:chOff x="1840" y="2871"/>
            <a:chExt cx="9351" cy="1762"/>
          </a:xfrm>
        </p:grpSpPr>
        <p:cxnSp>
          <p:nvCxnSpPr>
            <p:cNvPr id="14" name="MH_Other_4"/>
            <p:cNvCxnSpPr/>
            <p:nvPr/>
          </p:nvCxnSpPr>
          <p:spPr>
            <a:xfrm flipH="1">
              <a:off x="2680" y="3183"/>
              <a:ext cx="1545" cy="1450"/>
            </a:xfrm>
            <a:prstGeom prst="line">
              <a:avLst/>
            </a:prstGeom>
            <a:ln w="381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5"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6" name="MH_SubTitle_2"/>
            <p:cNvSpPr txBox="1">
              <a:spLocks noChangeArrowheads="1"/>
            </p:cNvSpPr>
            <p:nvPr/>
          </p:nvSpPr>
          <p:spPr bwMode="auto">
            <a:xfrm>
              <a:off x="3417" y="3183"/>
              <a:ext cx="7774" cy="1360"/>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6">
                      <a:lumMod val="60000"/>
                      <a:lumOff val="40000"/>
                    </a:schemeClr>
                  </a:solidFill>
                  <a:ea typeface="微软雅黑" panose="020B0503020204020204" charset="-122"/>
                </a:rPr>
                <a:t>可定制型</a:t>
              </a:r>
            </a:p>
            <a:p>
              <a:pPr indent="457200" fontAlgn="auto">
                <a:lnSpc>
                  <a:spcPct val="120000"/>
                </a:lnSpc>
              </a:pPr>
              <a:r>
                <a:rPr lang="zh-CN" altLang="en-US" dirty="0">
                  <a:solidFill>
                    <a:schemeClr val="tx1"/>
                  </a:solidFill>
                  <a:ea typeface="微软雅黑" panose="020B0503020204020204" charset="-122"/>
                </a:rPr>
                <a:t>用户根据自己的特殊需要定制内容。</a:t>
              </a:r>
            </a:p>
          </p:txBody>
        </p:sp>
        <p:sp>
          <p:nvSpPr>
            <p:cNvPr id="17"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3600" b="1">
                  <a:solidFill>
                    <a:schemeClr val="accent6">
                      <a:lumMod val="60000"/>
                      <a:lumOff val="40000"/>
                    </a:schemeClr>
                  </a:solidFill>
                  <a:latin typeface="Agency FB" panose="020B0503020202020204" pitchFamily="34" charset="0"/>
                  <a:ea typeface="微软雅黑" panose="020B0503020204020204" charset="-122"/>
                </a:rPr>
                <a:t>3</a:t>
              </a:r>
            </a:p>
          </p:txBody>
        </p:sp>
      </p:grpSp>
      <p:grpSp>
        <p:nvGrpSpPr>
          <p:cNvPr id="18" name="组合 17"/>
          <p:cNvGrpSpPr/>
          <p:nvPr/>
        </p:nvGrpSpPr>
        <p:grpSpPr>
          <a:xfrm>
            <a:off x="6424164" y="2578581"/>
            <a:ext cx="5034915" cy="1608455"/>
            <a:chOff x="1630" y="5726"/>
            <a:chExt cx="7929" cy="2533"/>
          </a:xfrm>
        </p:grpSpPr>
        <p:cxnSp>
          <p:nvCxnSpPr>
            <p:cNvPr id="19" name="MH_Other_1"/>
            <p:cNvCxnSpPr/>
            <p:nvPr/>
          </p:nvCxnSpPr>
          <p:spPr>
            <a:xfrm flipH="1">
              <a:off x="2470" y="6041"/>
              <a:ext cx="1545" cy="145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0"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21" name="MH_SubTitle_1"/>
            <p:cNvSpPr txBox="1">
              <a:spLocks noChangeArrowheads="1"/>
            </p:cNvSpPr>
            <p:nvPr/>
          </p:nvSpPr>
          <p:spPr bwMode="auto">
            <a:xfrm>
              <a:off x="2795" y="6688"/>
              <a:ext cx="6764" cy="1571"/>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2">
                      <a:lumMod val="60000"/>
                      <a:lumOff val="40000"/>
                    </a:schemeClr>
                  </a:solidFill>
                </a:rPr>
                <a:t>交互型</a:t>
              </a:r>
            </a:p>
            <a:p>
              <a:pPr indent="457200" algn="l" fontAlgn="auto">
                <a:lnSpc>
                  <a:spcPct val="130000"/>
                </a:lnSpc>
              </a:pPr>
              <a:r>
                <a:rPr lang="zh-CN" altLang="en-US" dirty="0">
                  <a:ea typeface="微软雅黑" panose="020B0503020204020204" charset="-122"/>
                </a:rPr>
                <a:t>在用户群体中，通过聊天室、公告牌或即时消息传递进行通信。</a:t>
              </a:r>
            </a:p>
          </p:txBody>
        </p:sp>
        <p:sp>
          <p:nvSpPr>
            <p:cNvPr id="22"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chemeClr val="accent2">
                      <a:lumMod val="60000"/>
                      <a:lumOff val="40000"/>
                    </a:schemeClr>
                  </a:solidFill>
                  <a:latin typeface="Agency FB" panose="020B0503020202020204" pitchFamily="34" charset="0"/>
                  <a:ea typeface="微软雅黑" panose="020B0503020204020204" charset="-122"/>
                </a:rPr>
                <a:t>4</a:t>
              </a:r>
            </a:p>
          </p:txBody>
        </p:sp>
      </p:grpSp>
      <p:grpSp>
        <p:nvGrpSpPr>
          <p:cNvPr id="23" name="组合 22"/>
          <p:cNvGrpSpPr/>
          <p:nvPr/>
        </p:nvGrpSpPr>
        <p:grpSpPr>
          <a:xfrm>
            <a:off x="6448294" y="4205298"/>
            <a:ext cx="5010785" cy="1727200"/>
            <a:chOff x="1840" y="2871"/>
            <a:chExt cx="7891" cy="2720"/>
          </a:xfrm>
        </p:grpSpPr>
        <p:cxnSp>
          <p:nvCxnSpPr>
            <p:cNvPr id="24" name="MH_Other_4"/>
            <p:cNvCxnSpPr/>
            <p:nvPr/>
          </p:nvCxnSpPr>
          <p:spPr>
            <a:xfrm flipH="1">
              <a:off x="2680" y="3183"/>
              <a:ext cx="1545" cy="1450"/>
            </a:xfrm>
            <a:prstGeom prst="line">
              <a:avLst/>
            </a:prstGeom>
            <a:ln w="38100">
              <a:solidFill>
                <a:srgbClr val="58B933"/>
              </a:solidFill>
            </a:ln>
          </p:spPr>
          <p:style>
            <a:lnRef idx="1">
              <a:schemeClr val="accent1"/>
            </a:lnRef>
            <a:fillRef idx="0">
              <a:schemeClr val="accent1"/>
            </a:fillRef>
            <a:effectRef idx="0">
              <a:schemeClr val="accent1"/>
            </a:effectRef>
            <a:fontRef idx="minor">
              <a:schemeClr val="tx1"/>
            </a:fontRef>
          </p:style>
        </p:cxnSp>
        <p:sp>
          <p:nvSpPr>
            <p:cNvPr id="25"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58B93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26" name="MH_SubTitle_2"/>
            <p:cNvSpPr txBox="1">
              <a:spLocks noChangeArrowheads="1"/>
            </p:cNvSpPr>
            <p:nvPr/>
          </p:nvSpPr>
          <p:spPr bwMode="auto">
            <a:xfrm>
              <a:off x="3035" y="3518"/>
              <a:ext cx="6696" cy="2073"/>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92D050"/>
                  </a:solidFill>
                  <a:ea typeface="微软雅黑" panose="020B0503020204020204" charset="-122"/>
                </a:rPr>
                <a:t>用户输入型</a:t>
              </a:r>
            </a:p>
            <a:p>
              <a:pPr indent="457200" fontAlgn="auto">
                <a:lnSpc>
                  <a:spcPct val="120000"/>
                </a:lnSpc>
              </a:pPr>
              <a:r>
                <a:rPr lang="zh-CN" altLang="en-US" dirty="0">
                  <a:solidFill>
                    <a:schemeClr val="tx1"/>
                  </a:solidFill>
                  <a:ea typeface="微软雅黑" panose="020B0503020204020204" charset="-122"/>
                </a:rPr>
                <a:t>基于表格的输入是满足通信要求的主要机制。</a:t>
              </a:r>
            </a:p>
          </p:txBody>
        </p:sp>
        <p:sp>
          <p:nvSpPr>
            <p:cNvPr id="27"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58B933"/>
                  </a:solidFill>
                  <a:latin typeface="Agency FB" panose="020B0503020202020204" pitchFamily="34" charset="0"/>
                  <a:ea typeface="微软雅黑" panose="020B0503020204020204" charset="-122"/>
                </a:rPr>
                <a:t>5</a:t>
              </a:r>
            </a:p>
          </p:txBody>
        </p:sp>
      </p:grpSp>
      <p:sp>
        <p:nvSpPr>
          <p:cNvPr id="30" name="矩形 29"/>
          <p:cNvSpPr/>
          <p:nvPr/>
        </p:nvSpPr>
        <p:spPr>
          <a:xfrm>
            <a:off x="957604" y="2107443"/>
            <a:ext cx="8567395" cy="369332"/>
          </a:xfrm>
          <a:prstGeom prst="rect">
            <a:avLst/>
          </a:prstGeom>
        </p:spPr>
        <p:txBody>
          <a:bodyPr wrap="square">
            <a:spAutoFit/>
          </a:bodyPr>
          <a:lstStyle/>
          <a:p>
            <a:r>
              <a:rPr lang="en-US" altLang="zh-CN" dirty="0" err="1" smtClean="0"/>
              <a:t>WebApp</a:t>
            </a:r>
            <a:r>
              <a:rPr lang="zh-CN" altLang="zh-CN" dirty="0" smtClean="0"/>
              <a:t>受到大家的欢迎，下面是</a:t>
            </a:r>
            <a:r>
              <a:rPr lang="en-US" altLang="zh-CN" dirty="0" smtClean="0"/>
              <a:t>Web</a:t>
            </a:r>
            <a:r>
              <a:rPr lang="zh-CN" altLang="zh-CN" dirty="0" smtClean="0"/>
              <a:t>工程（</a:t>
            </a:r>
            <a:r>
              <a:rPr lang="en-US" altLang="zh-CN" dirty="0" err="1" smtClean="0"/>
              <a:t>WebE</a:t>
            </a:r>
            <a:r>
              <a:rPr lang="zh-CN" altLang="zh-CN" dirty="0" smtClean="0"/>
              <a:t>）的应用类型。</a:t>
            </a:r>
            <a:endParaRPr lang="zh-CN" altLang="zh-CN" dirty="0"/>
          </a:p>
        </p:txBody>
      </p:sp>
    </p:spTree>
    <p:custDataLst>
      <p:tags r:id="rId1"/>
    </p:custDataLst>
  </p:cSld>
  <p:clrMapOvr>
    <a:masterClrMapping/>
  </p:clrMapOvr>
  <p:transition>
    <p:zoom dir="in"/>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smtClean="0">
                <a:solidFill>
                  <a:srgbClr val="FF0000"/>
                </a:solidFill>
                <a:sym typeface="+mn-ea"/>
              </a:rPr>
              <a:t>WebApp</a:t>
            </a:r>
            <a:r>
              <a:rPr lang="zh-CN" altLang="en-US" dirty="0" smtClean="0">
                <a:solidFill>
                  <a:srgbClr val="FF0000"/>
                </a:solidFill>
                <a:sym typeface="+mn-ea"/>
              </a:rPr>
              <a:t>设计</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sym typeface="+mn-ea"/>
              </a:rPr>
              <a:t>8.6.1 </a:t>
            </a:r>
            <a:r>
              <a:rPr sz="2400" dirty="0" smtClean="0">
                <a:solidFill>
                  <a:schemeClr val="tx1"/>
                </a:solidFill>
                <a:sym typeface="+mn-ea"/>
              </a:rPr>
              <a:t>WebApp的特点及应用类型</a:t>
            </a:r>
            <a:endParaRPr sz="2400" dirty="0" smtClean="0">
              <a:solidFill>
                <a:schemeClr val="tx1"/>
              </a:solidFill>
            </a:endParaRPr>
          </a:p>
        </p:txBody>
      </p:sp>
      <p:grpSp>
        <p:nvGrpSpPr>
          <p:cNvPr id="3" name="组合 2"/>
          <p:cNvGrpSpPr/>
          <p:nvPr/>
        </p:nvGrpSpPr>
        <p:grpSpPr>
          <a:xfrm>
            <a:off x="754249" y="2121381"/>
            <a:ext cx="5532755" cy="1192530"/>
            <a:chOff x="1630" y="5726"/>
            <a:chExt cx="8713" cy="1878"/>
          </a:xfrm>
        </p:grpSpPr>
        <p:cxnSp>
          <p:nvCxnSpPr>
            <p:cNvPr id="4" name="MH_Other_1"/>
            <p:cNvCxnSpPr/>
            <p:nvPr/>
          </p:nvCxnSpPr>
          <p:spPr>
            <a:xfrm flipH="1">
              <a:off x="2470" y="6041"/>
              <a:ext cx="1545" cy="145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5"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6" name="MH_SubTitle_1"/>
            <p:cNvSpPr txBox="1">
              <a:spLocks noChangeArrowheads="1"/>
            </p:cNvSpPr>
            <p:nvPr/>
          </p:nvSpPr>
          <p:spPr bwMode="auto">
            <a:xfrm>
              <a:off x="3207" y="6041"/>
              <a:ext cx="7136" cy="1563"/>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2060"/>
                  </a:solidFill>
                </a:rPr>
                <a:t>面向事物型</a:t>
              </a:r>
            </a:p>
            <a:p>
              <a:pPr indent="457200" fontAlgn="auto">
                <a:lnSpc>
                  <a:spcPct val="120000"/>
                </a:lnSpc>
              </a:pPr>
              <a:r>
                <a:rPr lang="zh-CN" altLang="en-US" dirty="0">
                  <a:ea typeface="微软雅黑" panose="020B0503020204020204" charset="-122"/>
                </a:rPr>
                <a:t>用户提交一份由WebApp完成的请求（例如用户名注册）。</a:t>
              </a:r>
            </a:p>
          </p:txBody>
        </p:sp>
        <p:sp>
          <p:nvSpPr>
            <p:cNvPr id="7"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2060"/>
                  </a:solidFill>
                  <a:latin typeface="Agency FB" panose="020B0503020202020204" pitchFamily="34" charset="0"/>
                  <a:ea typeface="微软雅黑" panose="020B0503020204020204" charset="-122"/>
                </a:rPr>
                <a:t>6</a:t>
              </a:r>
            </a:p>
          </p:txBody>
        </p:sp>
      </p:grpSp>
      <p:grpSp>
        <p:nvGrpSpPr>
          <p:cNvPr id="8" name="组合 7"/>
          <p:cNvGrpSpPr/>
          <p:nvPr/>
        </p:nvGrpSpPr>
        <p:grpSpPr>
          <a:xfrm>
            <a:off x="754249" y="3465676"/>
            <a:ext cx="5660390" cy="1121410"/>
            <a:chOff x="1630" y="5726"/>
            <a:chExt cx="8914" cy="1766"/>
          </a:xfrm>
        </p:grpSpPr>
        <p:cxnSp>
          <p:nvCxnSpPr>
            <p:cNvPr id="9" name="MH_Other_1"/>
            <p:cNvCxnSpPr/>
            <p:nvPr/>
          </p:nvCxnSpPr>
          <p:spPr>
            <a:xfrm flipH="1">
              <a:off x="2470" y="6041"/>
              <a:ext cx="1545" cy="1450"/>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sp>
          <p:nvSpPr>
            <p:cNvPr id="10"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1" name="MH_SubTitle_1"/>
            <p:cNvSpPr txBox="1">
              <a:spLocks noChangeArrowheads="1"/>
            </p:cNvSpPr>
            <p:nvPr/>
          </p:nvSpPr>
          <p:spPr bwMode="auto">
            <a:xfrm>
              <a:off x="3370" y="5989"/>
              <a:ext cx="7174" cy="1503"/>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B0F0"/>
                  </a:solidFill>
                </a:rPr>
                <a:t>面向服务型</a:t>
              </a:r>
            </a:p>
            <a:p>
              <a:pPr indent="457200" fontAlgn="auto">
                <a:lnSpc>
                  <a:spcPct val="120000"/>
                </a:lnSpc>
              </a:pPr>
              <a:r>
                <a:rPr lang="zh-CN" altLang="en-US" dirty="0">
                  <a:ea typeface="微软雅黑" panose="020B0503020204020204" charset="-122"/>
                </a:rPr>
                <a:t>应用程序向用户提供服务，例如辅助用户确定支付。</a:t>
              </a:r>
            </a:p>
          </p:txBody>
        </p:sp>
        <p:sp>
          <p:nvSpPr>
            <p:cNvPr id="12"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A8E7"/>
                  </a:solidFill>
                  <a:latin typeface="Agency FB" panose="020B0503020202020204" pitchFamily="34" charset="0"/>
                  <a:ea typeface="微软雅黑" panose="020B0503020204020204" charset="-122"/>
                </a:rPr>
                <a:t>7</a:t>
              </a:r>
            </a:p>
          </p:txBody>
        </p:sp>
      </p:grpSp>
      <p:grpSp>
        <p:nvGrpSpPr>
          <p:cNvPr id="13" name="组合 12"/>
          <p:cNvGrpSpPr/>
          <p:nvPr/>
        </p:nvGrpSpPr>
        <p:grpSpPr>
          <a:xfrm>
            <a:off x="754249" y="4766003"/>
            <a:ext cx="5937885" cy="1118870"/>
            <a:chOff x="1840" y="2871"/>
            <a:chExt cx="9351" cy="1762"/>
          </a:xfrm>
        </p:grpSpPr>
        <p:cxnSp>
          <p:nvCxnSpPr>
            <p:cNvPr id="14" name="MH_Other_4"/>
            <p:cNvCxnSpPr/>
            <p:nvPr/>
          </p:nvCxnSpPr>
          <p:spPr>
            <a:xfrm flipH="1">
              <a:off x="2680" y="3183"/>
              <a:ext cx="1545" cy="1450"/>
            </a:xfrm>
            <a:prstGeom prst="line">
              <a:avLst/>
            </a:prstGeom>
            <a:ln w="381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5"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6" name="MH_SubTitle_2"/>
            <p:cNvSpPr txBox="1">
              <a:spLocks noChangeArrowheads="1"/>
            </p:cNvSpPr>
            <p:nvPr/>
          </p:nvSpPr>
          <p:spPr bwMode="auto">
            <a:xfrm>
              <a:off x="3417" y="3183"/>
              <a:ext cx="7774" cy="1360"/>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6">
                      <a:lumMod val="60000"/>
                      <a:lumOff val="40000"/>
                    </a:schemeClr>
                  </a:solidFill>
                  <a:ea typeface="微软雅黑" panose="020B0503020204020204" charset="-122"/>
                </a:rPr>
                <a:t>门户型</a:t>
              </a:r>
            </a:p>
            <a:p>
              <a:pPr indent="457200" fontAlgn="auto">
                <a:lnSpc>
                  <a:spcPct val="120000"/>
                </a:lnSpc>
              </a:pPr>
              <a:r>
                <a:rPr lang="zh-CN" altLang="en-US" dirty="0">
                  <a:solidFill>
                    <a:schemeClr val="tx1"/>
                  </a:solidFill>
                  <a:ea typeface="微软雅黑" panose="020B0503020204020204" charset="-122"/>
                </a:rPr>
                <a:t>应用程序将用户引导到本门户应用范围之外的其他Web内容或服务。</a:t>
              </a:r>
            </a:p>
          </p:txBody>
        </p:sp>
        <p:sp>
          <p:nvSpPr>
            <p:cNvPr id="17"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3600" b="1">
                  <a:solidFill>
                    <a:schemeClr val="accent6">
                      <a:lumMod val="60000"/>
                      <a:lumOff val="40000"/>
                    </a:schemeClr>
                  </a:solidFill>
                  <a:latin typeface="Agency FB" panose="020B0503020202020204" pitchFamily="34" charset="0"/>
                  <a:ea typeface="微软雅黑" panose="020B0503020204020204" charset="-122"/>
                </a:rPr>
                <a:t>8</a:t>
              </a:r>
            </a:p>
          </p:txBody>
        </p:sp>
      </p:grpSp>
      <p:grpSp>
        <p:nvGrpSpPr>
          <p:cNvPr id="18" name="组合 17"/>
          <p:cNvGrpSpPr/>
          <p:nvPr/>
        </p:nvGrpSpPr>
        <p:grpSpPr>
          <a:xfrm>
            <a:off x="6414639" y="2121381"/>
            <a:ext cx="5034915" cy="1608455"/>
            <a:chOff x="1630" y="5726"/>
            <a:chExt cx="7929" cy="2533"/>
          </a:xfrm>
        </p:grpSpPr>
        <p:cxnSp>
          <p:nvCxnSpPr>
            <p:cNvPr id="19" name="MH_Other_1"/>
            <p:cNvCxnSpPr/>
            <p:nvPr/>
          </p:nvCxnSpPr>
          <p:spPr>
            <a:xfrm flipH="1">
              <a:off x="2470" y="6041"/>
              <a:ext cx="1545" cy="145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0"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21" name="MH_SubTitle_1"/>
            <p:cNvSpPr txBox="1">
              <a:spLocks noChangeArrowheads="1"/>
            </p:cNvSpPr>
            <p:nvPr/>
          </p:nvSpPr>
          <p:spPr bwMode="auto">
            <a:xfrm>
              <a:off x="2795" y="6688"/>
              <a:ext cx="6764" cy="1571"/>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2">
                      <a:lumMod val="60000"/>
                      <a:lumOff val="40000"/>
                    </a:schemeClr>
                  </a:solidFill>
                </a:rPr>
                <a:t>数据访问型</a:t>
              </a:r>
            </a:p>
            <a:p>
              <a:pPr indent="457200" fontAlgn="auto">
                <a:lnSpc>
                  <a:spcPct val="120000"/>
                </a:lnSpc>
              </a:pPr>
              <a:r>
                <a:rPr lang="zh-CN" altLang="en-US" dirty="0">
                  <a:ea typeface="微软雅黑" panose="020B0503020204020204" charset="-122"/>
                </a:rPr>
                <a:t>用户查询大型数据库并提取信息。</a:t>
              </a:r>
            </a:p>
          </p:txBody>
        </p:sp>
        <p:sp>
          <p:nvSpPr>
            <p:cNvPr id="22"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chemeClr val="accent2">
                      <a:lumMod val="60000"/>
                      <a:lumOff val="40000"/>
                    </a:schemeClr>
                  </a:solidFill>
                  <a:latin typeface="Agency FB" panose="020B0503020202020204" pitchFamily="34" charset="0"/>
                  <a:ea typeface="微软雅黑" panose="020B0503020204020204" charset="-122"/>
                </a:rPr>
                <a:t>9</a:t>
              </a:r>
            </a:p>
          </p:txBody>
        </p:sp>
      </p:grpSp>
      <p:grpSp>
        <p:nvGrpSpPr>
          <p:cNvPr id="23" name="组合 22"/>
          <p:cNvGrpSpPr/>
          <p:nvPr/>
        </p:nvGrpSpPr>
        <p:grpSpPr>
          <a:xfrm>
            <a:off x="6438769" y="4100523"/>
            <a:ext cx="5010785" cy="1727200"/>
            <a:chOff x="1840" y="2871"/>
            <a:chExt cx="7891" cy="2720"/>
          </a:xfrm>
        </p:grpSpPr>
        <p:cxnSp>
          <p:nvCxnSpPr>
            <p:cNvPr id="24" name="MH_Other_4"/>
            <p:cNvCxnSpPr/>
            <p:nvPr/>
          </p:nvCxnSpPr>
          <p:spPr>
            <a:xfrm flipH="1">
              <a:off x="2680" y="3183"/>
              <a:ext cx="1545" cy="1450"/>
            </a:xfrm>
            <a:prstGeom prst="line">
              <a:avLst/>
            </a:prstGeom>
            <a:ln w="38100">
              <a:solidFill>
                <a:srgbClr val="58B933"/>
              </a:solidFill>
            </a:ln>
          </p:spPr>
          <p:style>
            <a:lnRef idx="1">
              <a:schemeClr val="accent1"/>
            </a:lnRef>
            <a:fillRef idx="0">
              <a:schemeClr val="accent1"/>
            </a:fillRef>
            <a:effectRef idx="0">
              <a:schemeClr val="accent1"/>
            </a:effectRef>
            <a:fontRef idx="minor">
              <a:schemeClr val="tx1"/>
            </a:fontRef>
          </p:style>
        </p:cxnSp>
        <p:sp>
          <p:nvSpPr>
            <p:cNvPr id="25"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58B93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26" name="MH_SubTitle_2"/>
            <p:cNvSpPr txBox="1">
              <a:spLocks noChangeArrowheads="1"/>
            </p:cNvSpPr>
            <p:nvPr/>
          </p:nvSpPr>
          <p:spPr bwMode="auto">
            <a:xfrm>
              <a:off x="3035" y="3518"/>
              <a:ext cx="6696" cy="2073"/>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92D050"/>
                  </a:solidFill>
                  <a:ea typeface="微软雅黑" panose="020B0503020204020204" charset="-122"/>
                </a:rPr>
                <a:t>数据仓库型</a:t>
              </a:r>
            </a:p>
            <a:p>
              <a:pPr indent="457200" fontAlgn="auto">
                <a:lnSpc>
                  <a:spcPct val="120000"/>
                </a:lnSpc>
              </a:pPr>
              <a:r>
                <a:rPr lang="zh-CN" altLang="en-US" dirty="0">
                  <a:solidFill>
                    <a:schemeClr val="tx1"/>
                  </a:solidFill>
                  <a:ea typeface="微软雅黑" panose="020B0503020204020204" charset="-122"/>
                </a:rPr>
                <a:t>用户查询一组大型数据库并提取信息。</a:t>
              </a:r>
            </a:p>
          </p:txBody>
        </p:sp>
        <p:sp>
          <p:nvSpPr>
            <p:cNvPr id="27"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58B933"/>
                  </a:solidFill>
                  <a:latin typeface="Agency FB" panose="020B0503020202020204" pitchFamily="34" charset="0"/>
                  <a:ea typeface="微软雅黑" panose="020B0503020204020204" charset="-122"/>
                </a:rPr>
                <a:t>10</a:t>
              </a:r>
            </a:p>
          </p:txBody>
        </p:sp>
      </p:grpSp>
    </p:spTree>
    <p:custDataLst>
      <p:tags r:id="rId1"/>
    </p:custDataLst>
  </p:cSld>
  <p:clrMapOvr>
    <a:masterClrMapping/>
  </p:clrMapOvr>
  <p:transition>
    <p:zoom dir="in"/>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smtClean="0">
                <a:solidFill>
                  <a:srgbClr val="FF0000"/>
                </a:solidFill>
                <a:sym typeface="+mn-ea"/>
              </a:rPr>
              <a:t>WebApp</a:t>
            </a:r>
            <a:r>
              <a:rPr lang="zh-CN" altLang="en-US" dirty="0" smtClean="0">
                <a:solidFill>
                  <a:srgbClr val="FF0000"/>
                </a:solidFill>
                <a:sym typeface="+mn-ea"/>
              </a:rPr>
              <a:t>设计</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8.6.2 </a:t>
            </a:r>
            <a:r>
              <a:rPr sz="2400" dirty="0" smtClean="0">
                <a:solidFill>
                  <a:schemeClr val="tx1"/>
                </a:solidFill>
              </a:rPr>
              <a:t>WebApp的需求工程</a:t>
            </a:r>
          </a:p>
        </p:txBody>
      </p:sp>
      <p:pic>
        <p:nvPicPr>
          <p:cNvPr id="28" name="图片 1" descr="问号16.jpg"/>
          <p:cNvPicPr>
            <a:picLocks noGrp="1" noChangeAspect="1"/>
          </p:cNvPicPr>
          <p:nvPr isPhoto="1"/>
        </p:nvPicPr>
        <p:blipFill>
          <a:blip r:embed="rId4" cstate="print">
            <a:clrChange>
              <a:clrFrom>
                <a:srgbClr val="FDFDFD"/>
              </a:clrFrom>
              <a:clrTo>
                <a:srgbClr val="FDFDFD">
                  <a:alpha val="0"/>
                </a:srgbClr>
              </a:clrTo>
            </a:clrChange>
          </a:blip>
          <a:srcRect l="9666" t="7668" r="1997" b="9265"/>
          <a:stretch>
            <a:fillRect/>
          </a:stretch>
        </p:blipFill>
        <p:spPr bwMode="auto">
          <a:xfrm>
            <a:off x="0" y="2652395"/>
            <a:ext cx="5315585" cy="3749040"/>
          </a:xfrm>
          <a:prstGeom prst="rect">
            <a:avLst/>
          </a:prstGeom>
          <a:noFill/>
          <a:ln w="9525">
            <a:noFill/>
            <a:miter lim="800000"/>
            <a:headEnd/>
            <a:tailEnd/>
          </a:ln>
        </p:spPr>
      </p:pic>
      <p:sp>
        <p:nvSpPr>
          <p:cNvPr id="30" name="文本框 29"/>
          <p:cNvSpPr txBox="1"/>
          <p:nvPr/>
        </p:nvSpPr>
        <p:spPr>
          <a:xfrm>
            <a:off x="4627880" y="1969770"/>
            <a:ext cx="7021830" cy="3794760"/>
          </a:xfrm>
          <a:prstGeom prst="rect">
            <a:avLst/>
          </a:prstGeom>
          <a:noFill/>
        </p:spPr>
        <p:txBody>
          <a:bodyPr wrap="square" rtlCol="0" anchor="t">
            <a:spAutoFit/>
          </a:bodyPr>
          <a:lstStyle/>
          <a:p>
            <a:pPr marL="285750" indent="-285750" fontAlgn="auto">
              <a:lnSpc>
                <a:spcPct val="150000"/>
              </a:lnSpc>
              <a:buFont typeface="Arial" panose="020B0604020202020204" pitchFamily="34" charset="0"/>
              <a:buChar char="•"/>
            </a:pPr>
            <a:r>
              <a:rPr lang="zh-CN" altLang="en-US">
                <a:latin typeface="微软雅黑" panose="020B0503020204020204" charset="-122"/>
                <a:ea typeface="微软雅黑" panose="020B0503020204020204" charset="-122"/>
              </a:rPr>
              <a:t>在设计开发一个WebApp工程时，首先要明确需求目标，要明白：</a:t>
            </a:r>
          </a:p>
          <a:p>
            <a:pPr fontAlgn="auto">
              <a:lnSpc>
                <a:spcPct val="150000"/>
              </a:lnSpc>
            </a:pPr>
            <a:r>
              <a:rPr lang="zh-CN" altLang="en-US">
                <a:latin typeface="微软雅黑" panose="020B0503020204020204" charset="-122"/>
                <a:ea typeface="微软雅黑" panose="020B0503020204020204" charset="-122"/>
              </a:rPr>
              <a:t>① WebApp的业务需求是什么？</a:t>
            </a:r>
          </a:p>
          <a:p>
            <a:pPr fontAlgn="auto">
              <a:lnSpc>
                <a:spcPct val="150000"/>
              </a:lnSpc>
            </a:pPr>
            <a:r>
              <a:rPr lang="zh-CN" altLang="en-US">
                <a:latin typeface="微软雅黑" panose="020B0503020204020204" charset="-122"/>
                <a:ea typeface="微软雅黑" panose="020B0503020204020204" charset="-122"/>
              </a:rPr>
              <a:t>② WebApp必须完成的目标是什么？</a:t>
            </a:r>
          </a:p>
          <a:p>
            <a:pPr fontAlgn="auto">
              <a:lnSpc>
                <a:spcPct val="150000"/>
              </a:lnSpc>
            </a:pPr>
            <a:r>
              <a:rPr lang="zh-CN" altLang="en-US">
                <a:latin typeface="微软雅黑" panose="020B0503020204020204" charset="-122"/>
                <a:ea typeface="微软雅黑" panose="020B0503020204020204" charset="-122"/>
              </a:rPr>
              <a:t>③ 谁将使用WebApp？即WebApp服务的对象是谁？</a:t>
            </a:r>
          </a:p>
          <a:p>
            <a:pPr marL="285750" indent="-285750" fontAlgn="auto">
              <a:lnSpc>
                <a:spcPct val="150000"/>
              </a:lnSpc>
              <a:buFont typeface="Arial" panose="020B0604020202020204" pitchFamily="34" charset="0"/>
              <a:buChar char="•"/>
            </a:pPr>
            <a:r>
              <a:rPr lang="zh-CN" altLang="en-US">
                <a:latin typeface="微软雅黑" panose="020B0503020204020204" charset="-122"/>
                <a:ea typeface="微软雅黑" panose="020B0503020204020204" charset="-122"/>
              </a:rPr>
              <a:t>通过调查，一定要了解并解决以下3个问题：</a:t>
            </a:r>
          </a:p>
          <a:p>
            <a:pPr fontAlgn="auto">
              <a:lnSpc>
                <a:spcPct val="150000"/>
              </a:lnSpc>
            </a:pPr>
            <a:r>
              <a:rPr lang="zh-CN" altLang="en-US">
                <a:latin typeface="微软雅黑" panose="020B0503020204020204" charset="-122"/>
                <a:ea typeface="微软雅黑" panose="020B0503020204020204" charset="-122"/>
              </a:rPr>
              <a:t>（1）表达或处理的信息或内容是什么？</a:t>
            </a:r>
          </a:p>
          <a:p>
            <a:pPr fontAlgn="auto">
              <a:lnSpc>
                <a:spcPct val="150000"/>
              </a:lnSpc>
            </a:pPr>
            <a:r>
              <a:rPr lang="zh-CN" altLang="en-US">
                <a:latin typeface="微软雅黑" panose="020B0503020204020204" charset="-122"/>
                <a:ea typeface="微软雅黑" panose="020B0503020204020204" charset="-122"/>
              </a:rPr>
              <a:t>（2）为用户提供的功能是什么？</a:t>
            </a:r>
          </a:p>
          <a:p>
            <a:pPr fontAlgn="auto">
              <a:lnSpc>
                <a:spcPct val="150000"/>
              </a:lnSpc>
            </a:pPr>
            <a:r>
              <a:rPr lang="zh-CN" altLang="en-US">
                <a:latin typeface="微软雅黑" panose="020B0503020204020204" charset="-122"/>
                <a:ea typeface="微软雅黑" panose="020B0503020204020204" charset="-122"/>
              </a:rPr>
              <a:t>（3）对各类用户定义不同的交互场景，当WebApp表达内容和执行功能时，它表现出来的行为是什么？</a:t>
            </a:r>
          </a:p>
        </p:txBody>
      </p:sp>
    </p:spTree>
    <p:custDataLst>
      <p:tags r:id="rId1"/>
    </p:custDataLst>
  </p:cSld>
  <p:clrMapOvr>
    <a:masterClrMapping/>
  </p:clrMapOvr>
  <p:transition>
    <p:zoom dir="in"/>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err="1" smtClean="0">
                <a:solidFill>
                  <a:srgbClr val="FF0000"/>
                </a:solidFill>
                <a:sym typeface="+mn-ea"/>
              </a:rPr>
              <a:t>WebApp</a:t>
            </a:r>
            <a:r>
              <a:rPr lang="zh-CN" altLang="en-US" dirty="0" smtClean="0">
                <a:solidFill>
                  <a:srgbClr val="FF0000"/>
                </a:solidFill>
                <a:sym typeface="+mn-ea"/>
              </a:rPr>
              <a:t>设计</a:t>
            </a:r>
            <a:r>
              <a:rPr lang="en-US" altLang="zh-CN" dirty="0" smtClean="0">
                <a:solidFill>
                  <a:srgbClr val="FF0000"/>
                </a:solidFill>
              </a:rPr>
              <a:t/>
            </a:r>
            <a:br>
              <a:rPr lang="en-US" altLang="zh-CN" dirty="0" smtClean="0">
                <a:solidFill>
                  <a:srgbClr val="FF0000"/>
                </a:solidFill>
              </a:rPr>
            </a:br>
            <a:endParaRPr lang="en-US" alt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8.6.2 </a:t>
            </a:r>
            <a:r>
              <a:rPr lang="en-US" sz="2400" dirty="0" err="1" smtClean="0">
                <a:solidFill>
                  <a:schemeClr val="tx1"/>
                </a:solidFill>
              </a:rPr>
              <a:t>WebApp</a:t>
            </a:r>
            <a:r>
              <a:rPr lang="zh-CN" altLang="en-US" sz="2400" dirty="0" smtClean="0">
                <a:solidFill>
                  <a:schemeClr val="tx1"/>
                </a:solidFill>
              </a:rPr>
              <a:t>的需求工程</a:t>
            </a:r>
          </a:p>
        </p:txBody>
      </p:sp>
      <p:sp>
        <p:nvSpPr>
          <p:cNvPr id="8" name="MH_Other_1"/>
          <p:cNvSpPr/>
          <p:nvPr>
            <p:custDataLst>
              <p:tags r:id="rId2"/>
            </p:custDataLst>
          </p:nvPr>
        </p:nvSpPr>
        <p:spPr bwMode="auto">
          <a:xfrm>
            <a:off x="802639" y="1969135"/>
            <a:ext cx="11151235" cy="4417060"/>
          </a:xfrm>
          <a:custGeom>
            <a:avLst/>
            <a:gdLst>
              <a:gd name="T0" fmla="*/ 6952593 w 6952593"/>
              <a:gd name="T1" fmla="*/ 3704897 h 4729656"/>
              <a:gd name="T2" fmla="*/ 6952593 w 6952593"/>
              <a:gd name="T3" fmla="*/ 4729656 h 4729656"/>
              <a:gd name="T4" fmla="*/ 0 w 6952593"/>
              <a:gd name="T5" fmla="*/ 4729656 h 4729656"/>
              <a:gd name="T6" fmla="*/ 0 w 6952593"/>
              <a:gd name="T7" fmla="*/ 0 h 4729656"/>
            </a:gdLst>
            <a:ahLst/>
            <a:cxnLst>
              <a:cxn ang="0">
                <a:pos x="T0" y="T1"/>
              </a:cxn>
              <a:cxn ang="0">
                <a:pos x="T2" y="T3"/>
              </a:cxn>
              <a:cxn ang="0">
                <a:pos x="T4" y="T5"/>
              </a:cxn>
              <a:cxn ang="0">
                <a:pos x="T6" y="T7"/>
              </a:cxn>
            </a:cxnLst>
            <a:rect l="0" t="0" r="r" b="b"/>
            <a:pathLst>
              <a:path w="6952593" h="4729656">
                <a:moveTo>
                  <a:pt x="6952593" y="3704897"/>
                </a:moveTo>
                <a:lnTo>
                  <a:pt x="6952593" y="4729656"/>
                </a:lnTo>
                <a:lnTo>
                  <a:pt x="0" y="4729656"/>
                </a:lnTo>
                <a:lnTo>
                  <a:pt x="0" y="0"/>
                </a:lnTo>
              </a:path>
            </a:pathLst>
          </a:custGeom>
          <a:noFill/>
          <a:ln w="12700" cap="flat" cmpd="sng">
            <a:solidFill>
              <a:srgbClr val="35D2FD"/>
            </a:solidFill>
            <a:round/>
          </a:ln>
          <a:extLst>
            <a:ext uri="{909E8E84-426E-40DD-AFC4-6F175D3DCCD1}">
              <a14:hiddenFill xmlns="" xmlns:a14="http://schemas.microsoft.com/office/drawing/2010/main">
                <a:solidFill>
                  <a:srgbClr val="FFFFFF"/>
                </a:solidFill>
              </a14:hiddenFill>
            </a:ext>
          </a:extLst>
        </p:spPr>
        <p:txBody>
          <a:bodyPr anchor="ctr"/>
          <a:lstStyle/>
          <a:p>
            <a:endParaRPr lang="zh-CN" altLang="en-US">
              <a:solidFill>
                <a:srgbClr val="5CABB5"/>
              </a:solidFill>
            </a:endParaRPr>
          </a:p>
        </p:txBody>
      </p:sp>
      <p:sp>
        <p:nvSpPr>
          <p:cNvPr id="3" name="文本框 2"/>
          <p:cNvSpPr txBox="1"/>
          <p:nvPr/>
        </p:nvSpPr>
        <p:spPr>
          <a:xfrm>
            <a:off x="1275080" y="2185035"/>
            <a:ext cx="6935470" cy="3970318"/>
          </a:xfrm>
          <a:prstGeom prst="rect">
            <a:avLst/>
          </a:prstGeom>
          <a:noFill/>
        </p:spPr>
        <p:txBody>
          <a:bodyPr wrap="square" rtlCol="0" anchor="t">
            <a:spAutoFit/>
          </a:bodyPr>
          <a:lstStyle/>
          <a:p>
            <a:pPr fontAlgn="auto">
              <a:lnSpc>
                <a:spcPct val="140000"/>
              </a:lnSpc>
            </a:pPr>
            <a:r>
              <a:rPr lang="en-US" altLang="zh-CN" dirty="0">
                <a:latin typeface="微软雅黑" panose="020B0503020204020204" charset="-122"/>
                <a:ea typeface="微软雅黑" panose="020B0503020204020204" charset="-122"/>
              </a:rPr>
              <a:t>       </a:t>
            </a:r>
            <a:r>
              <a:rPr lang="zh-CN" altLang="en-US" dirty="0">
                <a:latin typeface="微软雅黑" panose="020B0503020204020204" charset="-122"/>
                <a:ea typeface="微软雅黑" panose="020B0503020204020204" charset="-122"/>
              </a:rPr>
              <a:t>由于WebApp需求工程的诸多特性，导致Web应用需求工程中经常会出现需求范围未界定、需求未细化、需求描述不清楚、需求遗漏和需求互相矛盾等问题。Web应用需求阶段不但要分析Web应用本身的功能和性能，还要对可能的用户群体进行分析和调查，并根据分析结果制定生成模型。</a:t>
            </a:r>
          </a:p>
          <a:p>
            <a:pPr fontAlgn="auto">
              <a:lnSpc>
                <a:spcPct val="140000"/>
              </a:lnSpc>
            </a:pPr>
            <a:r>
              <a:rPr lang="zh-CN" altLang="en-US" dirty="0">
                <a:latin typeface="微软雅黑" panose="020B0503020204020204" charset="-122"/>
                <a:ea typeface="微软雅黑" panose="020B0503020204020204" charset="-122"/>
              </a:rPr>
              <a:t>       Web应用规模的大型化、功能复杂化，使得Web应用需求的开发和管理也日益复杂，需求工程自身也面临着需求获取与需求分析、需求表示、需求确认和验证等问题。与传统软件工程一样，Web应用需求工程的活动一般也可以分为</a:t>
            </a:r>
            <a:r>
              <a:rPr lang="zh-CN" altLang="en-US" b="1" dirty="0">
                <a:solidFill>
                  <a:srgbClr val="C00000"/>
                </a:solidFill>
                <a:latin typeface="微软雅黑" panose="020B0503020204020204" charset="-122"/>
                <a:ea typeface="微软雅黑" panose="020B0503020204020204" charset="-122"/>
              </a:rPr>
              <a:t>需求获取、需求分析、需求文档编写、需求确认与验证、需求跟踪与需求复用</a:t>
            </a:r>
            <a:r>
              <a:rPr lang="zh-CN" altLang="en-US" dirty="0">
                <a:latin typeface="微软雅黑" panose="020B0503020204020204" charset="-122"/>
                <a:ea typeface="微软雅黑" panose="020B0503020204020204" charset="-122"/>
              </a:rPr>
              <a:t>5个阶段。</a:t>
            </a:r>
          </a:p>
        </p:txBody>
      </p:sp>
      <p:pic>
        <p:nvPicPr>
          <p:cNvPr id="4" name="图片 3" descr="A000220150318K65PPIC"/>
          <p:cNvPicPr>
            <a:picLocks noChangeAspect="1"/>
          </p:cNvPicPr>
          <p:nvPr/>
        </p:nvPicPr>
        <p:blipFill>
          <a:blip r:embed="rId5" cstate="print"/>
          <a:stretch>
            <a:fillRect/>
          </a:stretch>
        </p:blipFill>
        <p:spPr>
          <a:xfrm>
            <a:off x="8426450" y="1771015"/>
            <a:ext cx="3118352" cy="4391660"/>
          </a:xfrm>
          <a:prstGeom prst="rect">
            <a:avLst/>
          </a:prstGeom>
        </p:spPr>
      </p:pic>
    </p:spTree>
    <p:custDataLst>
      <p:tags r:id="rId1"/>
    </p:custDataLst>
  </p:cSld>
  <p:clrMapOvr>
    <a:masterClrMapping/>
  </p:clrMapOvr>
  <p:transition>
    <p:zoom dir="in"/>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err="1" smtClean="0">
                <a:solidFill>
                  <a:srgbClr val="FF0000"/>
                </a:solidFill>
                <a:sym typeface="+mn-ea"/>
              </a:rPr>
              <a:t>WebApp</a:t>
            </a:r>
            <a:r>
              <a:rPr lang="zh-CN" altLang="en-US" dirty="0" smtClean="0">
                <a:solidFill>
                  <a:srgbClr val="FF0000"/>
                </a:solidFill>
                <a:sym typeface="+mn-ea"/>
              </a:rPr>
              <a:t>设计</a:t>
            </a:r>
            <a:r>
              <a:rPr lang="en-US" altLang="zh-CN" dirty="0" smtClean="0">
                <a:solidFill>
                  <a:srgbClr val="FF0000"/>
                </a:solidFill>
              </a:rPr>
              <a:t/>
            </a:r>
            <a:br>
              <a:rPr lang="en-US" altLang="zh-CN" dirty="0" smtClean="0">
                <a:solidFill>
                  <a:srgbClr val="FF0000"/>
                </a:solidFill>
              </a:rPr>
            </a:br>
            <a:endParaRPr lang="en-US" alt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8.6.2 </a:t>
            </a:r>
            <a:r>
              <a:rPr lang="en-US" sz="2400" dirty="0" err="1" smtClean="0">
                <a:solidFill>
                  <a:schemeClr val="tx1"/>
                </a:solidFill>
              </a:rPr>
              <a:t>WebApp</a:t>
            </a:r>
            <a:r>
              <a:rPr lang="zh-CN" altLang="en-US" sz="2400" dirty="0" smtClean="0">
                <a:solidFill>
                  <a:schemeClr val="tx1"/>
                </a:solidFill>
              </a:rPr>
              <a:t>的需求工程</a:t>
            </a:r>
          </a:p>
        </p:txBody>
      </p:sp>
      <p:sp>
        <p:nvSpPr>
          <p:cNvPr id="7" name="MH_Text_1"/>
          <p:cNvSpPr txBox="1"/>
          <p:nvPr>
            <p:custDataLst>
              <p:tags r:id="rId2"/>
            </p:custDataLst>
          </p:nvPr>
        </p:nvSpPr>
        <p:spPr>
          <a:xfrm>
            <a:off x="4067175" y="2886075"/>
            <a:ext cx="7328535" cy="2705100"/>
          </a:xfrm>
          <a:prstGeom prst="rect">
            <a:avLst/>
          </a:prstGeom>
          <a:noFill/>
        </p:spPr>
        <p:txBody>
          <a:bodyPr lIns="0" tIns="0" rIns="0" bIns="0">
            <a:normAutofit fontScale="77500" lnSpcReduction="20000"/>
          </a:bodyPr>
          <a:lstStyle/>
          <a:p>
            <a:pPr indent="457200">
              <a:lnSpc>
                <a:spcPct val="150000"/>
              </a:lnSpc>
            </a:pPr>
            <a:r>
              <a:rPr lang="zh-CN" altLang="en-US" b="1" dirty="0" smtClean="0">
                <a:solidFill>
                  <a:srgbClr val="0070C0"/>
                </a:solidFill>
              </a:rPr>
              <a:t>需求获取</a:t>
            </a:r>
            <a:r>
              <a:rPr lang="zh-CN" altLang="en-US" dirty="0" smtClean="0">
                <a:solidFill>
                  <a:schemeClr val="tx2">
                    <a:lumMod val="50000"/>
                  </a:schemeClr>
                </a:solidFill>
              </a:rPr>
              <a:t>首先需要的是技术的支持。其次，在需求获取工作中主要涉及了3个至关重要的因素：应搜集什么信息；从什么来源中搜集信息；用什么机制或技术搜集信息。再次，需求获取的开始，代表着软件项目正式开始实施。</a:t>
            </a:r>
          </a:p>
          <a:p>
            <a:pPr indent="457200" fontAlgn="auto">
              <a:lnSpc>
                <a:spcPct val="150000"/>
              </a:lnSpc>
            </a:pPr>
            <a:r>
              <a:rPr lang="zh-CN" altLang="en-US" dirty="0" smtClean="0"/>
              <a:t>综合上述三点，使得需求获取成为软件开发中最困难、最关键、最易出错，也是最需要交流的阶段。这种交流包括系统开发方与用户方领导之间的交流，也包括具体开发者与领导及用户之间的交流。在工作开展中，主要是就业务流程、组织架构、软硬件环境和现有系统等相关内容进行沟通，挖掘系统最终用户的真正需求，把握需求的方向。在需求获取调研会中必须对需求获取方法做验证。现行的需求获取方法一般有基于调查的需求获取方法、基于用例的需求获取方法、原型法等几种方法。各种需求获取方法各有利弊。</a:t>
            </a:r>
          </a:p>
        </p:txBody>
      </p:sp>
      <p:grpSp>
        <p:nvGrpSpPr>
          <p:cNvPr id="8" name="组合 7"/>
          <p:cNvGrpSpPr/>
          <p:nvPr/>
        </p:nvGrpSpPr>
        <p:grpSpPr>
          <a:xfrm>
            <a:off x="15240" y="1725930"/>
            <a:ext cx="12209145" cy="4015740"/>
            <a:chOff x="24" y="2718"/>
            <a:chExt cx="19227" cy="6324"/>
          </a:xfrm>
        </p:grpSpPr>
        <p:grpSp>
          <p:nvGrpSpPr>
            <p:cNvPr id="9" name="组合 9"/>
            <p:cNvGrpSpPr/>
            <p:nvPr/>
          </p:nvGrpSpPr>
          <p:grpSpPr>
            <a:xfrm>
              <a:off x="24" y="4247"/>
              <a:ext cx="18941" cy="4787"/>
              <a:chOff x="0" y="2130426"/>
              <a:chExt cx="21645385" cy="3649762"/>
            </a:xfrm>
          </p:grpSpPr>
          <p:sp>
            <p:nvSpPr>
              <p:cNvPr id="14" name="MH_Other_1"/>
              <p:cNvSpPr/>
              <p:nvPr>
                <p:custDataLst>
                  <p:tags r:id="rId6"/>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5" name="MH_Other_2"/>
              <p:cNvSpPr/>
              <p:nvPr>
                <p:custDataLst>
                  <p:tags r:id="rId7"/>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6" name="MH_Other_3"/>
              <p:cNvSpPr/>
              <p:nvPr>
                <p:custDataLst>
                  <p:tags r:id="rId8"/>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7" name="MH_Other_4"/>
              <p:cNvSpPr>
                <a:spLocks noChangeArrowheads="1"/>
              </p:cNvSpPr>
              <p:nvPr>
                <p:custDataLst>
                  <p:tags r:id="rId9"/>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8" name="MH_Other_5"/>
              <p:cNvSpPr>
                <a:spLocks noChangeArrowheads="1"/>
              </p:cNvSpPr>
              <p:nvPr>
                <p:custDataLst>
                  <p:tags r:id="rId10"/>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0" name="MH_Other_6"/>
              <p:cNvSpPr>
                <a:spLocks noChangeArrowheads="1"/>
              </p:cNvSpPr>
              <p:nvPr>
                <p:custDataLst>
                  <p:tags r:id="rId11"/>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1" name="MH_Other_7"/>
              <p:cNvSpPr/>
              <p:nvPr>
                <p:custDataLst>
                  <p:tags r:id="rId12"/>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grpSp>
        <p:grpSp>
          <p:nvGrpSpPr>
            <p:cNvPr id="10" name="组合 33"/>
            <p:cNvGrpSpPr/>
            <p:nvPr/>
          </p:nvGrpSpPr>
          <p:grpSpPr>
            <a:xfrm flipH="1">
              <a:off x="11357" y="2718"/>
              <a:ext cx="7895" cy="1533"/>
              <a:chOff x="1" y="3428100"/>
              <a:chExt cx="5013433" cy="973302"/>
            </a:xfrm>
          </p:grpSpPr>
          <p:sp>
            <p:nvSpPr>
              <p:cNvPr id="11" name="MH_SubTitle_2"/>
              <p:cNvSpPr/>
              <p:nvPr>
                <p:custDataLst>
                  <p:tags r:id="rId3"/>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smtClean="0">
                    <a:solidFill>
                      <a:schemeClr val="bg1"/>
                    </a:solidFill>
                    <a:latin typeface="微软雅黑" panose="020B0503020204020204" charset="-122"/>
                    <a:ea typeface="微软雅黑" panose="020B0503020204020204" charset="-122"/>
                  </a:rPr>
                  <a:t>需求获取阶段</a:t>
                </a:r>
                <a:endParaRPr lang="zh-CN" altLang="en-US" sz="2400" b="1" dirty="0">
                  <a:solidFill>
                    <a:schemeClr val="bg1"/>
                  </a:solidFill>
                  <a:latin typeface="微软雅黑" panose="020B0503020204020204" charset="-122"/>
                  <a:ea typeface="微软雅黑" panose="020B0503020204020204" charset="-122"/>
                </a:endParaRPr>
              </a:p>
            </p:txBody>
          </p:sp>
          <p:sp>
            <p:nvSpPr>
              <p:cNvPr id="12" name="MH_Other_5"/>
              <p:cNvSpPr/>
              <p:nvPr>
                <p:custDataLst>
                  <p:tags r:id="rId4"/>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smtClean="0">
                    <a:solidFill>
                      <a:srgbClr val="FFFFFF"/>
                    </a:solidFill>
                    <a:latin typeface="Impact" panose="020B0806030902050204" pitchFamily="34" charset="0"/>
                    <a:ea typeface="微软雅黑" panose="020B0503020204020204" charset="-122"/>
                  </a:rPr>
                  <a:t>0</a:t>
                </a:r>
                <a:r>
                  <a:rPr lang="en-US" sz="3200" dirty="0" smtClean="0">
                    <a:solidFill>
                      <a:srgbClr val="FFFFFF"/>
                    </a:solidFill>
                    <a:latin typeface="Impact" panose="020B0806030902050204" pitchFamily="34" charset="0"/>
                    <a:ea typeface="微软雅黑" panose="020B0503020204020204" charset="-122"/>
                  </a:rPr>
                  <a:t>1</a:t>
                </a:r>
                <a:endParaRPr lang="en-US" sz="3200" dirty="0">
                  <a:solidFill>
                    <a:srgbClr val="FFFFFF"/>
                  </a:solidFill>
                  <a:latin typeface="Impact" panose="020B0806030902050204" pitchFamily="34" charset="0"/>
                  <a:ea typeface="微软雅黑" panose="020B0503020204020204" charset="-122"/>
                </a:endParaRPr>
              </a:p>
            </p:txBody>
          </p:sp>
          <p:sp>
            <p:nvSpPr>
              <p:cNvPr id="13" name="MH_Other_6"/>
              <p:cNvSpPr/>
              <p:nvPr>
                <p:custDataLst>
                  <p:tags r:id="rId5"/>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grpSp>
    </p:spTree>
    <p:custDataLst>
      <p:tags r:id="rId1"/>
    </p:custDataLst>
  </p:cSld>
  <p:clrMapOvr>
    <a:masterClrMapping/>
  </p:clrMapOvr>
  <p:transition>
    <p:zoom dir="in"/>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err="1" smtClean="0">
                <a:solidFill>
                  <a:srgbClr val="FF0000"/>
                </a:solidFill>
                <a:sym typeface="+mn-ea"/>
              </a:rPr>
              <a:t>WebApp</a:t>
            </a:r>
            <a:r>
              <a:rPr lang="zh-CN" altLang="en-US" dirty="0" smtClean="0">
                <a:solidFill>
                  <a:srgbClr val="FF0000"/>
                </a:solidFill>
                <a:sym typeface="+mn-ea"/>
              </a:rPr>
              <a:t>设计</a:t>
            </a:r>
            <a:r>
              <a:rPr lang="en-US" altLang="zh-CN" dirty="0" smtClean="0">
                <a:solidFill>
                  <a:srgbClr val="FF0000"/>
                </a:solidFill>
              </a:rPr>
              <a:t/>
            </a:r>
            <a:br>
              <a:rPr lang="en-US" altLang="zh-CN" dirty="0" smtClean="0">
                <a:solidFill>
                  <a:srgbClr val="FF0000"/>
                </a:solidFill>
              </a:rPr>
            </a:br>
            <a:endParaRPr lang="en-US" alt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8.6.2 </a:t>
            </a:r>
            <a:r>
              <a:rPr lang="en-US" sz="2400" dirty="0" err="1" smtClean="0">
                <a:solidFill>
                  <a:schemeClr val="tx1"/>
                </a:solidFill>
              </a:rPr>
              <a:t>WebApp</a:t>
            </a:r>
            <a:r>
              <a:rPr lang="zh-CN" altLang="en-US" sz="2400" dirty="0" smtClean="0">
                <a:solidFill>
                  <a:schemeClr val="tx1"/>
                </a:solidFill>
              </a:rPr>
              <a:t>的需求工程</a:t>
            </a:r>
          </a:p>
        </p:txBody>
      </p:sp>
      <p:grpSp>
        <p:nvGrpSpPr>
          <p:cNvPr id="9" name="组合 8"/>
          <p:cNvGrpSpPr/>
          <p:nvPr/>
        </p:nvGrpSpPr>
        <p:grpSpPr>
          <a:xfrm>
            <a:off x="15240" y="1725930"/>
            <a:ext cx="12209145" cy="4015740"/>
            <a:chOff x="24" y="2718"/>
            <a:chExt cx="19227" cy="6324"/>
          </a:xfrm>
        </p:grpSpPr>
        <p:grpSp>
          <p:nvGrpSpPr>
            <p:cNvPr id="10" name="组合 9"/>
            <p:cNvGrpSpPr/>
            <p:nvPr/>
          </p:nvGrpSpPr>
          <p:grpSpPr>
            <a:xfrm>
              <a:off x="24" y="4250"/>
              <a:ext cx="18939" cy="4793"/>
              <a:chOff x="0" y="2130426"/>
              <a:chExt cx="21645385" cy="3649762"/>
            </a:xfrm>
          </p:grpSpPr>
          <p:sp>
            <p:nvSpPr>
              <p:cNvPr id="11" name="MH_Other_1"/>
              <p:cNvSpPr/>
              <p:nvPr>
                <p:custDataLst>
                  <p:tags r:id="rId5"/>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2" name="MH_Other_2"/>
              <p:cNvSpPr/>
              <p:nvPr>
                <p:custDataLst>
                  <p:tags r:id="rId6"/>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3"/>
              <p:cNvSpPr/>
              <p:nvPr>
                <p:custDataLst>
                  <p:tags r:id="rId7"/>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4" name="MH_Other_4"/>
              <p:cNvSpPr>
                <a:spLocks noChangeArrowheads="1"/>
              </p:cNvSpPr>
              <p:nvPr>
                <p:custDataLst>
                  <p:tags r:id="rId8"/>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5" name="MH_Other_5"/>
              <p:cNvSpPr>
                <a:spLocks noChangeArrowheads="1"/>
              </p:cNvSpPr>
              <p:nvPr>
                <p:custDataLst>
                  <p:tags r:id="rId9"/>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6" name="MH_Other_6"/>
              <p:cNvSpPr>
                <a:spLocks noChangeArrowheads="1"/>
              </p:cNvSpPr>
              <p:nvPr>
                <p:custDataLst>
                  <p:tags r:id="rId10"/>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7" name="MH_Other_7"/>
              <p:cNvSpPr/>
              <p:nvPr>
                <p:custDataLst>
                  <p:tags r:id="rId11"/>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8" name="MH_Text_1"/>
              <p:cNvSpPr/>
              <p:nvPr>
                <p:custDataLst>
                  <p:tags r:id="rId12"/>
                </p:custDataLst>
              </p:nvPr>
            </p:nvSpPr>
            <p:spPr bwMode="auto">
              <a:xfrm>
                <a:off x="7317989" y="2328696"/>
                <a:ext cx="13383360" cy="1386335"/>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da-DK" altLang="zh-CN" dirty="0" smtClean="0">
                    <a:solidFill>
                      <a:schemeClr val="tx1"/>
                    </a:solidFill>
                    <a:latin typeface="微软雅黑" panose="020B0503020204020204" charset="-122"/>
                    <a:ea typeface="微软雅黑" panose="020B0503020204020204" charset="-122"/>
                  </a:rPr>
                  <a:t>需求分析与需求获取是密切相关的，需求获取是需求分析的基础，需求分析是需求获取的直接表现，两者相互促进，相互制约。需求分析与需求获取的不同，主要在于需求分析是在已经了解用户方的实际的、较全面客观的业务需求以及相关信息的基础上，结合软、硬件实现方案，并做出初步的系统原型给用户方做演示。用户方通过原型演示来体验业务流程的合理化、准确性和易用性。同时，用户还要通过原型演示及时地发现并提出其中存在的问题和改进意见和方法。</a:t>
                </a:r>
              </a:p>
            </p:txBody>
          </p:sp>
        </p:grpSp>
        <p:grpSp>
          <p:nvGrpSpPr>
            <p:cNvPr id="34" name="组合 33"/>
            <p:cNvGrpSpPr/>
            <p:nvPr/>
          </p:nvGrpSpPr>
          <p:grpSpPr>
            <a:xfrm flipH="1">
              <a:off x="11357" y="2718"/>
              <a:ext cx="7895" cy="1533"/>
              <a:chOff x="1" y="3428100"/>
              <a:chExt cx="5013433" cy="973302"/>
            </a:xfrm>
          </p:grpSpPr>
          <p:sp>
            <p:nvSpPr>
              <p:cNvPr id="35" name="MH_SubTitle_2"/>
              <p:cNvSpPr/>
              <p:nvPr>
                <p:custDataLst>
                  <p:tags r:id="rId2"/>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rPr>
                  <a:t>需求分析阶段</a:t>
                </a:r>
              </a:p>
            </p:txBody>
          </p:sp>
          <p:sp>
            <p:nvSpPr>
              <p:cNvPr id="36" name="MH_Other_5"/>
              <p:cNvSpPr/>
              <p:nvPr>
                <p:custDataLst>
                  <p:tags r:id="rId3"/>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Impact" panose="020B0806030902050204" pitchFamily="34" charset="0"/>
                    <a:ea typeface="微软雅黑" panose="020B0503020204020204" charset="-122"/>
                  </a:rPr>
                  <a:t>0</a:t>
                </a:r>
                <a:r>
                  <a:rPr lang="en-US" sz="3200" dirty="0">
                    <a:solidFill>
                      <a:srgbClr val="FFFFFF"/>
                    </a:solidFill>
                    <a:latin typeface="Impact" panose="020B0806030902050204" pitchFamily="34" charset="0"/>
                    <a:ea typeface="微软雅黑" panose="020B0503020204020204" charset="-122"/>
                  </a:rPr>
                  <a:t>2</a:t>
                </a:r>
              </a:p>
            </p:txBody>
          </p:sp>
          <p:sp>
            <p:nvSpPr>
              <p:cNvPr id="37" name="MH_Other_6"/>
              <p:cNvSpPr/>
              <p:nvPr>
                <p:custDataLst>
                  <p:tags r:id="rId4"/>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grpSp>
    </p:spTree>
    <p:custDataLst>
      <p:tags r:id="rId1"/>
    </p:custDataLst>
  </p:cSld>
  <p:clrMapOvr>
    <a:masterClrMapping/>
  </p:clrMapOvr>
  <p:transition>
    <p:zoom dir="in"/>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err="1" smtClean="0">
                <a:solidFill>
                  <a:srgbClr val="FF0000"/>
                </a:solidFill>
                <a:sym typeface="+mn-ea"/>
              </a:rPr>
              <a:t>WebApp</a:t>
            </a:r>
            <a:r>
              <a:rPr lang="zh-CN" altLang="en-US" dirty="0" smtClean="0">
                <a:solidFill>
                  <a:srgbClr val="FF0000"/>
                </a:solidFill>
                <a:sym typeface="+mn-ea"/>
              </a:rPr>
              <a:t>设计</a:t>
            </a:r>
            <a:r>
              <a:rPr lang="en-US" altLang="zh-CN" dirty="0" smtClean="0">
                <a:solidFill>
                  <a:srgbClr val="FF0000"/>
                </a:solidFill>
              </a:rPr>
              <a:t/>
            </a:r>
            <a:br>
              <a:rPr lang="en-US" altLang="zh-CN" dirty="0" smtClean="0">
                <a:solidFill>
                  <a:srgbClr val="FF0000"/>
                </a:solidFill>
              </a:rPr>
            </a:br>
            <a:endParaRPr lang="en-US" alt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8.6.2 </a:t>
            </a:r>
            <a:r>
              <a:rPr lang="en-US" sz="2400" dirty="0" err="1" smtClean="0">
                <a:solidFill>
                  <a:schemeClr val="tx1"/>
                </a:solidFill>
              </a:rPr>
              <a:t>WebApp</a:t>
            </a:r>
            <a:r>
              <a:rPr lang="zh-CN" altLang="en-US" sz="2400" dirty="0" smtClean="0">
                <a:solidFill>
                  <a:schemeClr val="tx1"/>
                </a:solidFill>
              </a:rPr>
              <a:t>的需求工程</a:t>
            </a:r>
          </a:p>
        </p:txBody>
      </p:sp>
      <p:grpSp>
        <p:nvGrpSpPr>
          <p:cNvPr id="9" name="组合 8"/>
          <p:cNvGrpSpPr/>
          <p:nvPr/>
        </p:nvGrpSpPr>
        <p:grpSpPr>
          <a:xfrm>
            <a:off x="15240" y="1725930"/>
            <a:ext cx="12209145" cy="4015740"/>
            <a:chOff x="24" y="2718"/>
            <a:chExt cx="19227" cy="6324"/>
          </a:xfrm>
        </p:grpSpPr>
        <p:grpSp>
          <p:nvGrpSpPr>
            <p:cNvPr id="10" name="组合 9"/>
            <p:cNvGrpSpPr/>
            <p:nvPr/>
          </p:nvGrpSpPr>
          <p:grpSpPr>
            <a:xfrm>
              <a:off x="24" y="4250"/>
              <a:ext cx="18939" cy="4793"/>
              <a:chOff x="0" y="2130426"/>
              <a:chExt cx="21645385" cy="3649762"/>
            </a:xfrm>
          </p:grpSpPr>
          <p:sp>
            <p:nvSpPr>
              <p:cNvPr id="11" name="MH_Other_1"/>
              <p:cNvSpPr/>
              <p:nvPr>
                <p:custDataLst>
                  <p:tags r:id="rId5"/>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2" name="MH_Other_2"/>
              <p:cNvSpPr/>
              <p:nvPr>
                <p:custDataLst>
                  <p:tags r:id="rId6"/>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3"/>
              <p:cNvSpPr/>
              <p:nvPr>
                <p:custDataLst>
                  <p:tags r:id="rId7"/>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4" name="MH_Other_4"/>
              <p:cNvSpPr>
                <a:spLocks noChangeArrowheads="1"/>
              </p:cNvSpPr>
              <p:nvPr>
                <p:custDataLst>
                  <p:tags r:id="rId8"/>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5" name="MH_Other_5"/>
              <p:cNvSpPr>
                <a:spLocks noChangeArrowheads="1"/>
              </p:cNvSpPr>
              <p:nvPr>
                <p:custDataLst>
                  <p:tags r:id="rId9"/>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6" name="MH_Other_6"/>
              <p:cNvSpPr>
                <a:spLocks noChangeArrowheads="1"/>
              </p:cNvSpPr>
              <p:nvPr>
                <p:custDataLst>
                  <p:tags r:id="rId10"/>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7" name="MH_Other_7"/>
              <p:cNvSpPr/>
              <p:nvPr>
                <p:custDataLst>
                  <p:tags r:id="rId11"/>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8" name="MH_Text_1"/>
              <p:cNvSpPr/>
              <p:nvPr>
                <p:custDataLst>
                  <p:tags r:id="rId12"/>
                </p:custDataLst>
              </p:nvPr>
            </p:nvSpPr>
            <p:spPr bwMode="auto">
              <a:xfrm>
                <a:off x="7317989" y="2328696"/>
                <a:ext cx="13383360" cy="1386335"/>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da-DK" altLang="zh-CN" dirty="0" smtClean="0">
                    <a:solidFill>
                      <a:schemeClr val="tx1"/>
                    </a:solidFill>
                    <a:latin typeface="微软雅黑" panose="020B0503020204020204" charset="-122"/>
                    <a:ea typeface="微软雅黑" panose="020B0503020204020204" charset="-122"/>
                  </a:rPr>
                  <a:t>需求开发的最终成果是，在对所要开发的产品达成共识后编写具体的文档。需求文档是在需求获取和需求分析两个阶段任务结束时生成的，所以文档要包含所有需求。</a:t>
                </a:r>
              </a:p>
              <a:p>
                <a:pPr indent="457200">
                  <a:lnSpc>
                    <a:spcPct val="130000"/>
                  </a:lnSpc>
                  <a:defRPr/>
                </a:pPr>
                <a:r>
                  <a:rPr lang="da-DK" altLang="zh-CN" dirty="0" smtClean="0">
                    <a:solidFill>
                      <a:schemeClr val="tx1"/>
                    </a:solidFill>
                    <a:latin typeface="微软雅黑" panose="020B0503020204020204" charset="-122"/>
                    <a:ea typeface="微软雅黑" panose="020B0503020204020204" charset="-122"/>
                  </a:rPr>
                  <a:t>在此阶段先要从软件工程和文档管理的角度出发，依据相关的标准审核需求文档内容，确定需求文档内容是否完整，并对需求文档中存在的问题进行修改。</a:t>
                </a:r>
              </a:p>
            </p:txBody>
          </p:sp>
        </p:grpSp>
        <p:grpSp>
          <p:nvGrpSpPr>
            <p:cNvPr id="34" name="组合 33"/>
            <p:cNvGrpSpPr/>
            <p:nvPr/>
          </p:nvGrpSpPr>
          <p:grpSpPr>
            <a:xfrm flipH="1">
              <a:off x="11357" y="2718"/>
              <a:ext cx="7895" cy="1533"/>
              <a:chOff x="1" y="3428100"/>
              <a:chExt cx="5013433" cy="973302"/>
            </a:xfrm>
          </p:grpSpPr>
          <p:sp>
            <p:nvSpPr>
              <p:cNvPr id="35" name="MH_SubTitle_2"/>
              <p:cNvSpPr/>
              <p:nvPr>
                <p:custDataLst>
                  <p:tags r:id="rId2"/>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rPr>
                  <a:t>需求文档编写阶段</a:t>
                </a:r>
              </a:p>
            </p:txBody>
          </p:sp>
          <p:sp>
            <p:nvSpPr>
              <p:cNvPr id="36" name="MH_Other_5"/>
              <p:cNvSpPr/>
              <p:nvPr>
                <p:custDataLst>
                  <p:tags r:id="rId3"/>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Impact" panose="020B0806030902050204" pitchFamily="34" charset="0"/>
                    <a:ea typeface="微软雅黑" panose="020B0503020204020204" charset="-122"/>
                  </a:rPr>
                  <a:t>0</a:t>
                </a:r>
                <a:r>
                  <a:rPr lang="en-US" sz="3200" dirty="0">
                    <a:solidFill>
                      <a:srgbClr val="FFFFFF"/>
                    </a:solidFill>
                    <a:latin typeface="Impact" panose="020B0806030902050204" pitchFamily="34" charset="0"/>
                    <a:ea typeface="微软雅黑" panose="020B0503020204020204" charset="-122"/>
                  </a:rPr>
                  <a:t>3</a:t>
                </a:r>
              </a:p>
            </p:txBody>
          </p:sp>
          <p:sp>
            <p:nvSpPr>
              <p:cNvPr id="37" name="MH_Other_6"/>
              <p:cNvSpPr/>
              <p:nvPr>
                <p:custDataLst>
                  <p:tags r:id="rId4"/>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grpSp>
    </p:spTree>
    <p:custDataLst>
      <p:tags r:id="rId1"/>
    </p:custDataLst>
  </p:cSld>
  <p:clrMapOvr>
    <a:masterClrMapping/>
  </p:clrMapOvr>
  <p:transition>
    <p:zoom dir="in"/>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err="1" smtClean="0">
                <a:solidFill>
                  <a:srgbClr val="FF0000"/>
                </a:solidFill>
                <a:sym typeface="+mn-ea"/>
              </a:rPr>
              <a:t>WebApp</a:t>
            </a:r>
            <a:r>
              <a:rPr lang="zh-CN" altLang="en-US" dirty="0" smtClean="0">
                <a:solidFill>
                  <a:srgbClr val="FF0000"/>
                </a:solidFill>
                <a:sym typeface="+mn-ea"/>
              </a:rPr>
              <a:t>设计</a:t>
            </a:r>
            <a:r>
              <a:rPr lang="en-US" altLang="zh-CN" dirty="0" smtClean="0">
                <a:solidFill>
                  <a:srgbClr val="FF0000"/>
                </a:solidFill>
              </a:rPr>
              <a:t/>
            </a:r>
            <a:br>
              <a:rPr lang="en-US" altLang="zh-CN" dirty="0" smtClean="0">
                <a:solidFill>
                  <a:srgbClr val="FF0000"/>
                </a:solidFill>
              </a:rPr>
            </a:br>
            <a:endParaRPr lang="en-US" alt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8.6.2 </a:t>
            </a:r>
            <a:r>
              <a:rPr lang="en-US" sz="2400" dirty="0" err="1" smtClean="0">
                <a:solidFill>
                  <a:schemeClr val="tx1"/>
                </a:solidFill>
              </a:rPr>
              <a:t>WebApp</a:t>
            </a:r>
            <a:r>
              <a:rPr lang="zh-CN" altLang="en-US" sz="2400" dirty="0" smtClean="0">
                <a:solidFill>
                  <a:schemeClr val="tx1"/>
                </a:solidFill>
              </a:rPr>
              <a:t>的需求工程</a:t>
            </a:r>
          </a:p>
        </p:txBody>
      </p:sp>
      <p:grpSp>
        <p:nvGrpSpPr>
          <p:cNvPr id="9" name="组合 8"/>
          <p:cNvGrpSpPr/>
          <p:nvPr/>
        </p:nvGrpSpPr>
        <p:grpSpPr>
          <a:xfrm>
            <a:off x="15240" y="1725930"/>
            <a:ext cx="12209145" cy="4015740"/>
            <a:chOff x="24" y="2718"/>
            <a:chExt cx="19227" cy="6324"/>
          </a:xfrm>
        </p:grpSpPr>
        <p:grpSp>
          <p:nvGrpSpPr>
            <p:cNvPr id="10" name="组合 9"/>
            <p:cNvGrpSpPr/>
            <p:nvPr/>
          </p:nvGrpSpPr>
          <p:grpSpPr>
            <a:xfrm>
              <a:off x="24" y="4250"/>
              <a:ext cx="18939" cy="4793"/>
              <a:chOff x="0" y="2130426"/>
              <a:chExt cx="21645385" cy="3649762"/>
            </a:xfrm>
          </p:grpSpPr>
          <p:sp>
            <p:nvSpPr>
              <p:cNvPr id="11" name="MH_Other_1"/>
              <p:cNvSpPr/>
              <p:nvPr>
                <p:custDataLst>
                  <p:tags r:id="rId5"/>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2" name="MH_Other_2"/>
              <p:cNvSpPr/>
              <p:nvPr>
                <p:custDataLst>
                  <p:tags r:id="rId6"/>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3"/>
              <p:cNvSpPr/>
              <p:nvPr>
                <p:custDataLst>
                  <p:tags r:id="rId7"/>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4" name="MH_Other_4"/>
              <p:cNvSpPr>
                <a:spLocks noChangeArrowheads="1"/>
              </p:cNvSpPr>
              <p:nvPr>
                <p:custDataLst>
                  <p:tags r:id="rId8"/>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5" name="MH_Other_5"/>
              <p:cNvSpPr>
                <a:spLocks noChangeArrowheads="1"/>
              </p:cNvSpPr>
              <p:nvPr>
                <p:custDataLst>
                  <p:tags r:id="rId9"/>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6" name="MH_Other_6"/>
              <p:cNvSpPr>
                <a:spLocks noChangeArrowheads="1"/>
              </p:cNvSpPr>
              <p:nvPr>
                <p:custDataLst>
                  <p:tags r:id="rId10"/>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7" name="MH_Other_7"/>
              <p:cNvSpPr/>
              <p:nvPr>
                <p:custDataLst>
                  <p:tags r:id="rId11"/>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8" name="MH_Text_1"/>
              <p:cNvSpPr/>
              <p:nvPr>
                <p:custDataLst>
                  <p:tags r:id="rId12"/>
                </p:custDataLst>
              </p:nvPr>
            </p:nvSpPr>
            <p:spPr bwMode="auto">
              <a:xfrm>
                <a:off x="7455137" y="3025448"/>
                <a:ext cx="13383360" cy="1386335"/>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da-DK" altLang="zh-CN" dirty="0" smtClean="0">
                    <a:solidFill>
                      <a:schemeClr val="tx1"/>
                    </a:solidFill>
                    <a:latin typeface="微软雅黑" panose="020B0503020204020204" charset="-122"/>
                    <a:ea typeface="微软雅黑" panose="020B0503020204020204" charset="-122"/>
                  </a:rPr>
                  <a:t>需求确认主要是针对《软件需求规格说明书》的评审，保证需求符合要求，具有优秀需求的特征，并且符合好的需求规格说明的特征。《软件需求规格说明书》用于与其他软件开发人员（设计人员、测试人员、维护人员）交流，探讨最终产品的功能。</a:t>
                </a:r>
              </a:p>
            </p:txBody>
          </p:sp>
        </p:grpSp>
        <p:grpSp>
          <p:nvGrpSpPr>
            <p:cNvPr id="34" name="组合 33"/>
            <p:cNvGrpSpPr/>
            <p:nvPr/>
          </p:nvGrpSpPr>
          <p:grpSpPr>
            <a:xfrm flipH="1">
              <a:off x="11357" y="2718"/>
              <a:ext cx="7895" cy="1533"/>
              <a:chOff x="1" y="3428100"/>
              <a:chExt cx="5013433" cy="973302"/>
            </a:xfrm>
          </p:grpSpPr>
          <p:sp>
            <p:nvSpPr>
              <p:cNvPr id="35" name="MH_SubTitle_2"/>
              <p:cNvSpPr/>
              <p:nvPr>
                <p:custDataLst>
                  <p:tags r:id="rId2"/>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rPr>
                  <a:t>需求确认阶段</a:t>
                </a:r>
              </a:p>
            </p:txBody>
          </p:sp>
          <p:sp>
            <p:nvSpPr>
              <p:cNvPr id="36" name="MH_Other_5"/>
              <p:cNvSpPr/>
              <p:nvPr>
                <p:custDataLst>
                  <p:tags r:id="rId3"/>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Impact" panose="020B0806030902050204" pitchFamily="34" charset="0"/>
                    <a:ea typeface="微软雅黑" panose="020B0503020204020204" charset="-122"/>
                  </a:rPr>
                  <a:t>0</a:t>
                </a:r>
                <a:r>
                  <a:rPr lang="en-US" sz="3200" dirty="0">
                    <a:solidFill>
                      <a:srgbClr val="FFFFFF"/>
                    </a:solidFill>
                    <a:latin typeface="Impact" panose="020B0806030902050204" pitchFamily="34" charset="0"/>
                    <a:ea typeface="微软雅黑" panose="020B0503020204020204" charset="-122"/>
                  </a:rPr>
                  <a:t>4</a:t>
                </a:r>
              </a:p>
            </p:txBody>
          </p:sp>
          <p:sp>
            <p:nvSpPr>
              <p:cNvPr id="37" name="MH_Other_6"/>
              <p:cNvSpPr/>
              <p:nvPr>
                <p:custDataLst>
                  <p:tags r:id="rId4"/>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grpSp>
    </p:spTree>
    <p:custDataLst>
      <p:tags r:id="rId1"/>
    </p:custDataLst>
  </p:cSld>
  <p:clrMapOvr>
    <a:masterClrMapping/>
  </p:clrMapOvr>
  <p:transition>
    <p:zoom dir="in"/>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err="1" smtClean="0">
                <a:solidFill>
                  <a:srgbClr val="FF0000"/>
                </a:solidFill>
                <a:sym typeface="+mn-ea"/>
              </a:rPr>
              <a:t>WebApp</a:t>
            </a:r>
            <a:r>
              <a:rPr lang="zh-CN" altLang="en-US" dirty="0" smtClean="0">
                <a:solidFill>
                  <a:srgbClr val="FF0000"/>
                </a:solidFill>
                <a:sym typeface="+mn-ea"/>
              </a:rPr>
              <a:t>设计</a:t>
            </a:r>
            <a:r>
              <a:rPr lang="en-US" altLang="zh-CN" dirty="0" smtClean="0">
                <a:solidFill>
                  <a:srgbClr val="FF0000"/>
                </a:solidFill>
              </a:rPr>
              <a:t/>
            </a:r>
            <a:br>
              <a:rPr lang="en-US" altLang="zh-CN" dirty="0" smtClean="0">
                <a:solidFill>
                  <a:srgbClr val="FF0000"/>
                </a:solidFill>
              </a:rPr>
            </a:br>
            <a:endParaRPr lang="en-US" alt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8.6.2 </a:t>
            </a:r>
            <a:r>
              <a:rPr lang="en-US" sz="2400" dirty="0" err="1" smtClean="0">
                <a:solidFill>
                  <a:schemeClr val="tx1"/>
                </a:solidFill>
              </a:rPr>
              <a:t>WebApp</a:t>
            </a:r>
            <a:r>
              <a:rPr lang="zh-CN" altLang="en-US" sz="2400" dirty="0" smtClean="0">
                <a:solidFill>
                  <a:schemeClr val="tx1"/>
                </a:solidFill>
              </a:rPr>
              <a:t>的需求工程</a:t>
            </a:r>
          </a:p>
        </p:txBody>
      </p:sp>
      <p:grpSp>
        <p:nvGrpSpPr>
          <p:cNvPr id="9" name="组合 8"/>
          <p:cNvGrpSpPr/>
          <p:nvPr/>
        </p:nvGrpSpPr>
        <p:grpSpPr>
          <a:xfrm>
            <a:off x="15240" y="1725930"/>
            <a:ext cx="12209145" cy="4015740"/>
            <a:chOff x="24" y="2718"/>
            <a:chExt cx="19227" cy="6324"/>
          </a:xfrm>
        </p:grpSpPr>
        <p:grpSp>
          <p:nvGrpSpPr>
            <p:cNvPr id="10" name="组合 9"/>
            <p:cNvGrpSpPr/>
            <p:nvPr/>
          </p:nvGrpSpPr>
          <p:grpSpPr>
            <a:xfrm>
              <a:off x="24" y="4250"/>
              <a:ext cx="18939" cy="4793"/>
              <a:chOff x="0" y="2130426"/>
              <a:chExt cx="21645385" cy="3649762"/>
            </a:xfrm>
          </p:grpSpPr>
          <p:sp>
            <p:nvSpPr>
              <p:cNvPr id="11" name="MH_Other_1"/>
              <p:cNvSpPr/>
              <p:nvPr>
                <p:custDataLst>
                  <p:tags r:id="rId5"/>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2" name="MH_Other_2"/>
              <p:cNvSpPr/>
              <p:nvPr>
                <p:custDataLst>
                  <p:tags r:id="rId6"/>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3"/>
              <p:cNvSpPr/>
              <p:nvPr>
                <p:custDataLst>
                  <p:tags r:id="rId7"/>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4" name="MH_Other_4"/>
              <p:cNvSpPr>
                <a:spLocks noChangeArrowheads="1"/>
              </p:cNvSpPr>
              <p:nvPr>
                <p:custDataLst>
                  <p:tags r:id="rId8"/>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5" name="MH_Other_5"/>
              <p:cNvSpPr>
                <a:spLocks noChangeArrowheads="1"/>
              </p:cNvSpPr>
              <p:nvPr>
                <p:custDataLst>
                  <p:tags r:id="rId9"/>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6" name="MH_Other_6"/>
              <p:cNvSpPr>
                <a:spLocks noChangeArrowheads="1"/>
              </p:cNvSpPr>
              <p:nvPr>
                <p:custDataLst>
                  <p:tags r:id="rId10"/>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7" name="MH_Other_7"/>
              <p:cNvSpPr/>
              <p:nvPr>
                <p:custDataLst>
                  <p:tags r:id="rId11"/>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18" name="MH_Text_1"/>
              <p:cNvSpPr/>
              <p:nvPr>
                <p:custDataLst>
                  <p:tags r:id="rId12"/>
                </p:custDataLst>
              </p:nvPr>
            </p:nvSpPr>
            <p:spPr bwMode="auto">
              <a:xfrm>
                <a:off x="7317989" y="2328696"/>
                <a:ext cx="13383360" cy="1386335"/>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da-DK" altLang="zh-CN" dirty="0" smtClean="0">
                    <a:solidFill>
                      <a:schemeClr val="tx1"/>
                    </a:solidFill>
                    <a:latin typeface="微软雅黑" panose="020B0503020204020204" charset="-122"/>
                    <a:ea typeface="微软雅黑" panose="020B0503020204020204" charset="-122"/>
                  </a:rPr>
                  <a:t>需求跟踪是指通过比较需求文档与后续工作成果之间的对应关系，确保产品依据需求文档进行开发，建立与维护“需求－设计－编程－测试”之间的一致性，确保所有工作成果符合用户需求。需求跟踪是一项需要进行大量手工劳动的任务，在系统开发和维护的过程中，一定要随时对跟踪联系链信息进行更新。需求跟踪能力的好坏会直接影响产品质量，降低维护成本，容易实现复用，同时，需求跟踪还需要用户方的大力支持。</a:t>
                </a:r>
              </a:p>
            </p:txBody>
          </p:sp>
        </p:grpSp>
        <p:grpSp>
          <p:nvGrpSpPr>
            <p:cNvPr id="34" name="组合 33"/>
            <p:cNvGrpSpPr/>
            <p:nvPr/>
          </p:nvGrpSpPr>
          <p:grpSpPr>
            <a:xfrm flipH="1">
              <a:off x="11357" y="2718"/>
              <a:ext cx="7895" cy="1533"/>
              <a:chOff x="1" y="3428100"/>
              <a:chExt cx="5013433" cy="973302"/>
            </a:xfrm>
          </p:grpSpPr>
          <p:sp>
            <p:nvSpPr>
              <p:cNvPr id="35" name="MH_SubTitle_2"/>
              <p:cNvSpPr/>
              <p:nvPr>
                <p:custDataLst>
                  <p:tags r:id="rId2"/>
                </p:custDataLst>
              </p:nvPr>
            </p:nvSpPr>
            <p:spPr>
              <a:xfrm>
                <a:off x="1501900" y="3551342"/>
                <a:ext cx="3511534" cy="733137"/>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a:solidFill>
                      <a:schemeClr val="bg1"/>
                    </a:solidFill>
                    <a:latin typeface="微软雅黑" panose="020B0503020204020204" charset="-122"/>
                    <a:ea typeface="微软雅黑" panose="020B0503020204020204" charset="-122"/>
                  </a:rPr>
                  <a:t>需求跟踪阶段</a:t>
                </a:r>
              </a:p>
            </p:txBody>
          </p:sp>
          <p:sp>
            <p:nvSpPr>
              <p:cNvPr id="36" name="MH_Other_5"/>
              <p:cNvSpPr/>
              <p:nvPr>
                <p:custDataLst>
                  <p:tags r:id="rId3"/>
                </p:custDataLst>
              </p:nvPr>
            </p:nvSpPr>
            <p:spPr>
              <a:xfrm>
                <a:off x="1" y="3429680"/>
                <a:ext cx="1006593" cy="971722"/>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a:solidFill>
                      <a:srgbClr val="FFFFFF"/>
                    </a:solidFill>
                    <a:latin typeface="Impact" panose="020B0806030902050204" pitchFamily="34" charset="0"/>
                    <a:ea typeface="微软雅黑" panose="020B0503020204020204" charset="-122"/>
                  </a:rPr>
                  <a:t>0</a:t>
                </a:r>
                <a:r>
                  <a:rPr lang="en-US" sz="3200" dirty="0">
                    <a:solidFill>
                      <a:srgbClr val="FFFFFF"/>
                    </a:solidFill>
                    <a:latin typeface="Impact" panose="020B0806030902050204" pitchFamily="34" charset="0"/>
                    <a:ea typeface="微软雅黑" panose="020B0503020204020204" charset="-122"/>
                  </a:rPr>
                  <a:t>5</a:t>
                </a:r>
              </a:p>
            </p:txBody>
          </p:sp>
          <p:sp>
            <p:nvSpPr>
              <p:cNvPr id="37" name="MH_Other_6"/>
              <p:cNvSpPr/>
              <p:nvPr>
                <p:custDataLst>
                  <p:tags r:id="rId4"/>
                </p:custDataLst>
              </p:nvPr>
            </p:nvSpPr>
            <p:spPr>
              <a:xfrm>
                <a:off x="987065" y="3428100"/>
                <a:ext cx="516612" cy="973302"/>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grpSp>
    </p:spTree>
    <p:custDataLst>
      <p:tags r:id="rId1"/>
    </p:custDataLst>
  </p:cSld>
  <p:clrMapOvr>
    <a:masterClrMapping/>
  </p:clrMapOvr>
  <p:transition>
    <p:zoom dir="in"/>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239" descr="8-11"/>
          <p:cNvPicPr>
            <a:picLocks noChangeAspect="1"/>
          </p:cNvPicPr>
          <p:nvPr/>
        </p:nvPicPr>
        <p:blipFill>
          <a:blip r:embed="rId5" cstate="print"/>
          <a:stretch>
            <a:fillRect/>
          </a:stretch>
        </p:blipFill>
        <p:spPr>
          <a:xfrm>
            <a:off x="876300" y="2108200"/>
            <a:ext cx="10358755" cy="2557780"/>
          </a:xfrm>
          <a:prstGeom prst="rect">
            <a:avLst/>
          </a:prstGeom>
          <a:noFill/>
          <a:ln w="9525">
            <a:noFill/>
          </a:ln>
        </p:spPr>
      </p:pic>
      <p:sp>
        <p:nvSpPr>
          <p:cNvPr id="3" name="标题 2"/>
          <p:cNvSpPr>
            <a:spLocks noGrp="1"/>
          </p:cNvSpPr>
          <p:nvPr>
            <p:ph type="title"/>
          </p:nvPr>
        </p:nvSpPr>
        <p:spPr/>
        <p:txBody>
          <a:bodyPr/>
          <a:lstStyle/>
          <a:p>
            <a:r>
              <a:rPr lang="en-US" dirty="0" smtClean="0">
                <a:solidFill>
                  <a:srgbClr val="FF0000"/>
                </a:solidFill>
                <a:sym typeface="+mn-ea"/>
              </a:rPr>
              <a:t>8.6 </a:t>
            </a:r>
            <a:r>
              <a:rPr lang="en-US" altLang="zh-CN" dirty="0" err="1" smtClean="0">
                <a:solidFill>
                  <a:srgbClr val="FF0000"/>
                </a:solidFill>
                <a:sym typeface="+mn-ea"/>
              </a:rPr>
              <a:t>WebApp</a:t>
            </a:r>
            <a:r>
              <a:rPr lang="zh-CN" altLang="en-US" dirty="0" smtClean="0">
                <a:solidFill>
                  <a:srgbClr val="FF0000"/>
                </a:solidFill>
                <a:sym typeface="+mn-ea"/>
              </a:rPr>
              <a:t>设计</a:t>
            </a:r>
            <a:r>
              <a:rPr lang="en-US" altLang="zh-CN" dirty="0" smtClean="0">
                <a:solidFill>
                  <a:srgbClr val="FF0000"/>
                </a:solidFill>
              </a:rPr>
              <a:t/>
            </a:r>
            <a:br>
              <a:rPr lang="en-US" altLang="zh-CN" dirty="0" smtClean="0">
                <a:solidFill>
                  <a:srgbClr val="FF0000"/>
                </a:solidFill>
              </a:rPr>
            </a:br>
            <a:endParaRPr lang="en-US" alt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8.6.2 </a:t>
            </a:r>
            <a:r>
              <a:rPr lang="en-US" sz="2400" dirty="0" err="1" smtClean="0">
                <a:solidFill>
                  <a:schemeClr val="tx1"/>
                </a:solidFill>
              </a:rPr>
              <a:t>WebApp</a:t>
            </a:r>
            <a:r>
              <a:rPr lang="zh-CN" altLang="en-US" sz="2400" dirty="0" smtClean="0">
                <a:solidFill>
                  <a:schemeClr val="tx1"/>
                </a:solidFill>
              </a:rPr>
              <a:t>的需求工程</a:t>
            </a:r>
          </a:p>
        </p:txBody>
      </p:sp>
      <p:sp>
        <p:nvSpPr>
          <p:cNvPr id="5" name="MH_Text_1"/>
          <p:cNvSpPr/>
          <p:nvPr>
            <p:custDataLst>
              <p:tags r:id="rId2"/>
            </p:custDataLst>
          </p:nvPr>
        </p:nvSpPr>
        <p:spPr>
          <a:xfrm>
            <a:off x="943610" y="4547235"/>
            <a:ext cx="10358755" cy="166878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indent="457200">
              <a:lnSpc>
                <a:spcPct val="130000"/>
              </a:lnSpc>
            </a:pPr>
            <a:r>
              <a:rPr dirty="0" smtClean="0">
                <a:solidFill>
                  <a:schemeClr val="tx1"/>
                </a:solidFill>
                <a:latin typeface="+mn-ea"/>
              </a:rPr>
              <a:t>在</a:t>
            </a:r>
            <a:r>
              <a:rPr lang="zh-CN" altLang="en-US" dirty="0" smtClean="0">
                <a:solidFill>
                  <a:schemeClr val="tx1"/>
                </a:solidFill>
                <a:latin typeface="+mn-ea"/>
              </a:rPr>
              <a:t>上图</a:t>
            </a:r>
            <a:r>
              <a:rPr dirty="0" smtClean="0">
                <a:solidFill>
                  <a:schemeClr val="tx1"/>
                </a:solidFill>
                <a:latin typeface="+mn-ea"/>
              </a:rPr>
              <a:t>中描述了Web需求工程的5个阶段，需求分析员收集用户的需求，接着用模型或原型来获取需求，进行需求分析。当需求被理解后，进入到软件需求文档规格说明编写阶段，在该阶段中，决定哪些必须的行为要在软件中实现。在确认阶段，检查规格说明是否与客户在最终产品中看到的功能相匹配，检查或修改规格说明书中的问题。通过修改、跟踪与复用来完善需求，确保设计顺利完成。</a:t>
            </a:r>
          </a:p>
        </p:txBody>
      </p:sp>
    </p:spTree>
    <p:custDataLst>
      <p:tags r:id="rId1"/>
    </p:custDataLst>
  </p:cSld>
  <p:clrMapOvr>
    <a:masterClrMapping/>
  </p:clrMapOvr>
  <p:transition>
    <p:zoom dir="in"/>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err="1" smtClean="0">
                <a:solidFill>
                  <a:srgbClr val="FF0000"/>
                </a:solidFill>
                <a:sym typeface="+mn-ea"/>
              </a:rPr>
              <a:t>WebApp</a:t>
            </a:r>
            <a:r>
              <a:rPr lang="zh-CN" altLang="en-US" dirty="0" smtClean="0">
                <a:solidFill>
                  <a:srgbClr val="FF0000"/>
                </a:solidFill>
                <a:sym typeface="+mn-ea"/>
              </a:rPr>
              <a:t>设计</a:t>
            </a:r>
            <a:r>
              <a:rPr lang="en-US" altLang="zh-CN" dirty="0" smtClean="0">
                <a:solidFill>
                  <a:srgbClr val="FF0000"/>
                </a:solidFill>
              </a:rPr>
              <a:t/>
            </a:r>
            <a:br>
              <a:rPr lang="en-US" altLang="zh-CN" dirty="0" smtClean="0">
                <a:solidFill>
                  <a:srgbClr val="FF0000"/>
                </a:solidFill>
              </a:rPr>
            </a:br>
            <a:endParaRPr lang="en-US" alt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8.6.2 </a:t>
            </a:r>
            <a:r>
              <a:rPr lang="en-US" sz="2400" dirty="0" err="1" smtClean="0">
                <a:solidFill>
                  <a:schemeClr val="tx1"/>
                </a:solidFill>
              </a:rPr>
              <a:t>WebApp</a:t>
            </a:r>
            <a:r>
              <a:rPr lang="zh-CN" altLang="en-US" sz="2400" dirty="0" smtClean="0">
                <a:solidFill>
                  <a:schemeClr val="tx1"/>
                </a:solidFill>
              </a:rPr>
              <a:t>的需求工程</a:t>
            </a:r>
          </a:p>
        </p:txBody>
      </p:sp>
      <p:grpSp>
        <p:nvGrpSpPr>
          <p:cNvPr id="7" name="组合 6"/>
          <p:cNvGrpSpPr/>
          <p:nvPr/>
        </p:nvGrpSpPr>
        <p:grpSpPr>
          <a:xfrm>
            <a:off x="0" y="2412365"/>
            <a:ext cx="12192000" cy="3074035"/>
            <a:chOff x="0" y="3848"/>
            <a:chExt cx="19200" cy="4841"/>
          </a:xfrm>
        </p:grpSpPr>
        <p:sp>
          <p:nvSpPr>
            <p:cNvPr id="18" name="矩形 17"/>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632" y="4577"/>
              <a:ext cx="9464" cy="3384"/>
            </a:xfrm>
            <a:prstGeom prst="rect">
              <a:avLst/>
            </a:prstGeom>
          </p:spPr>
          <p:txBody>
            <a:bodyPr wrap="square">
              <a:spAutoFit/>
            </a:bodyPr>
            <a:lstStyle/>
            <a:p>
              <a:pPr indent="457200">
                <a:lnSpc>
                  <a:spcPct val="150000"/>
                </a:lnSpc>
                <a:defRPr/>
              </a:pPr>
              <a:r>
                <a:rPr lang="zh-CN" altLang="en-US" b="1" kern="0" dirty="0" smtClean="0">
                  <a:solidFill>
                    <a:srgbClr val="FFFF00"/>
                  </a:solidFill>
                  <a:latin typeface="微软雅黑" panose="020B0503020204020204" charset="-122"/>
                  <a:ea typeface="微软雅黑" panose="020B0503020204020204" charset="-122"/>
                  <a:cs typeface="宋体" panose="02010600030101010101" pitchFamily="2" charset="-122"/>
                </a:rPr>
                <a:t>（</a:t>
              </a:r>
              <a:r>
                <a:rPr lang="en-US" altLang="zh-CN" b="1" kern="0" dirty="0" smtClean="0">
                  <a:solidFill>
                    <a:srgbClr val="FFFF00"/>
                  </a:solidFill>
                  <a:latin typeface="微软雅黑" panose="020B0503020204020204" charset="-122"/>
                  <a:ea typeface="微软雅黑" panose="020B0503020204020204" charset="-122"/>
                  <a:cs typeface="宋体" panose="02010600030101010101" pitchFamily="2" charset="-122"/>
                </a:rPr>
                <a:t>1</a:t>
              </a:r>
              <a:r>
                <a:rPr lang="zh-CN" altLang="en-US" b="1" kern="0" dirty="0" smtClean="0">
                  <a:solidFill>
                    <a:srgbClr val="FFFF00"/>
                  </a:solidFill>
                  <a:latin typeface="微软雅黑" panose="020B0503020204020204" charset="-122"/>
                  <a:ea typeface="微软雅黑" panose="020B0503020204020204" charset="-122"/>
                  <a:cs typeface="宋体" panose="02010600030101010101" pitchFamily="2" charset="-122"/>
                </a:rPr>
                <a:t>）</a:t>
              </a:r>
              <a:r>
                <a:rPr lang="en-US" altLang="zh-CN" b="1" kern="0" dirty="0" err="1" smtClean="0">
                  <a:solidFill>
                    <a:srgbClr val="FFFF00"/>
                  </a:solidFill>
                  <a:latin typeface="微软雅黑" panose="020B0503020204020204" charset="-122"/>
                  <a:ea typeface="微软雅黑" panose="020B0503020204020204" charset="-122"/>
                  <a:cs typeface="宋体" panose="02010600030101010101" pitchFamily="2" charset="-122"/>
                </a:rPr>
                <a:t>功能需求</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就是Web应用有什么用，需要做什么，能够为用户提供什么功能，能解决哪些问题</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Web应用的功能需求是有层次性的，有核心功能要求和辅助功能要求</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在开发过程中应该优先实现核心功能</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功能需求常用UML中的用例图进行描述</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a:t>
              </a:r>
            </a:p>
          </p:txBody>
        </p:sp>
      </p:grpSp>
      <p:pic>
        <p:nvPicPr>
          <p:cNvPr id="3" name="图片 2" descr="A000220150821C30PPIC"/>
          <p:cNvPicPr>
            <a:picLocks noChangeAspect="1"/>
          </p:cNvPicPr>
          <p:nvPr/>
        </p:nvPicPr>
        <p:blipFill>
          <a:blip r:embed="rId4" cstate="print"/>
          <a:stretch>
            <a:fillRect/>
          </a:stretch>
        </p:blipFill>
        <p:spPr>
          <a:xfrm>
            <a:off x="7584440" y="2669540"/>
            <a:ext cx="3740785" cy="2560320"/>
          </a:xfrm>
          <a:prstGeom prst="rect">
            <a:avLst/>
          </a:prstGeom>
        </p:spPr>
      </p:pic>
    </p:spTree>
    <p:custDataLst>
      <p:tags r:id="rId1"/>
    </p:custDataLst>
  </p:cSld>
  <p:clrMapOvr>
    <a:masterClrMapping/>
  </p:clrMapOvr>
  <p:transition>
    <p:zoom dir="in"/>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err="1" smtClean="0">
                <a:solidFill>
                  <a:srgbClr val="FF0000"/>
                </a:solidFill>
                <a:sym typeface="+mn-ea"/>
              </a:rPr>
              <a:t>WebApp</a:t>
            </a:r>
            <a:r>
              <a:rPr lang="zh-CN" altLang="en-US" dirty="0" smtClean="0">
                <a:solidFill>
                  <a:srgbClr val="FF0000"/>
                </a:solidFill>
                <a:sym typeface="+mn-ea"/>
              </a:rPr>
              <a:t>设计</a:t>
            </a:r>
            <a:r>
              <a:rPr lang="en-US" altLang="zh-CN" dirty="0" smtClean="0">
                <a:solidFill>
                  <a:srgbClr val="FF0000"/>
                </a:solidFill>
              </a:rPr>
              <a:t/>
            </a:r>
            <a:br>
              <a:rPr lang="en-US" altLang="zh-CN" dirty="0" smtClean="0">
                <a:solidFill>
                  <a:srgbClr val="FF0000"/>
                </a:solidFill>
              </a:rPr>
            </a:br>
            <a:endParaRPr lang="en-US" alt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8.6.2 </a:t>
            </a:r>
            <a:r>
              <a:rPr lang="en-US" sz="2400" dirty="0" err="1" smtClean="0">
                <a:solidFill>
                  <a:schemeClr val="tx1"/>
                </a:solidFill>
              </a:rPr>
              <a:t>WebApp</a:t>
            </a:r>
            <a:r>
              <a:rPr lang="zh-CN" altLang="en-US" sz="2400" dirty="0" smtClean="0">
                <a:solidFill>
                  <a:schemeClr val="tx1"/>
                </a:solidFill>
              </a:rPr>
              <a:t>的需求工程</a:t>
            </a:r>
          </a:p>
        </p:txBody>
      </p:sp>
      <p:grpSp>
        <p:nvGrpSpPr>
          <p:cNvPr id="35" name="组合 34"/>
          <p:cNvGrpSpPr/>
          <p:nvPr/>
        </p:nvGrpSpPr>
        <p:grpSpPr>
          <a:xfrm>
            <a:off x="783590" y="2732405"/>
            <a:ext cx="5264785" cy="3446145"/>
            <a:chOff x="964" y="3475"/>
            <a:chExt cx="8291" cy="5427"/>
          </a:xfrm>
        </p:grpSpPr>
        <p:sp>
          <p:nvSpPr>
            <p:cNvPr id="18" name="MH_SubTitle_1"/>
            <p:cNvSpPr/>
            <p:nvPr>
              <p:custDataLst>
                <p:tags r:id="rId10"/>
              </p:custDataLst>
            </p:nvPr>
          </p:nvSpPr>
          <p:spPr>
            <a:xfrm>
              <a:off x="3287" y="3675"/>
              <a:ext cx="3747" cy="847"/>
            </a:xfrm>
            <a:prstGeom prst="rect">
              <a:avLst/>
            </a:prstGeom>
          </p:spPr>
          <p:txBody>
            <a:bodyPr anchor="b">
              <a:normAutofit/>
            </a:bodyPr>
            <a:lstStyle/>
            <a:p>
              <a:r>
                <a:rPr lang="zh-CN" altLang="en-US" b="1" dirty="0" smtClean="0">
                  <a:solidFill>
                    <a:srgbClr val="FF7C80"/>
                  </a:solidFill>
                </a:rPr>
                <a:t>数据需求</a:t>
              </a:r>
            </a:p>
          </p:txBody>
        </p:sp>
        <p:grpSp>
          <p:nvGrpSpPr>
            <p:cNvPr id="34" name="组合 33"/>
            <p:cNvGrpSpPr/>
            <p:nvPr/>
          </p:nvGrpSpPr>
          <p:grpSpPr>
            <a:xfrm>
              <a:off x="964" y="3475"/>
              <a:ext cx="8291" cy="5427"/>
              <a:chOff x="1628" y="3271"/>
              <a:chExt cx="8291" cy="5427"/>
            </a:xfrm>
          </p:grpSpPr>
          <p:sp>
            <p:nvSpPr>
              <p:cNvPr id="17" name="MH_Text_1"/>
              <p:cNvSpPr/>
              <p:nvPr>
                <p:custDataLst>
                  <p:tags r:id="rId11"/>
                </p:custDataLst>
              </p:nvPr>
            </p:nvSpPr>
            <p:spPr>
              <a:xfrm>
                <a:off x="3087" y="4448"/>
                <a:ext cx="6832" cy="4250"/>
              </a:xfrm>
              <a:prstGeom prst="rect">
                <a:avLst/>
              </a:prstGeom>
            </p:spPr>
            <p:txBody>
              <a:bodyPr>
                <a:normAutofit fontScale="92500"/>
              </a:bodyPr>
              <a:lstStyle/>
              <a:p>
                <a:pPr indent="457200">
                  <a:lnSpc>
                    <a:spcPct val="150000"/>
                  </a:lnSpc>
                </a:pPr>
                <a:r>
                  <a:rPr lang="zh-CN" altLang="en-US" dirty="0" smtClean="0">
                    <a:latin typeface="+mn-ea"/>
                  </a:rPr>
                  <a:t>也称为概念需求、内容需求或存储需求。数据需求确定Web应用的信息存储和管理方法。具体包括：① 确定WebApp所提供的内容，包括文本、视频、图像、音频、表格、压缩包等采用何种表现方式；② 内容是由网站还是用户进行添加和维护。</a:t>
                </a:r>
              </a:p>
            </p:txBody>
          </p:sp>
          <p:sp>
            <p:nvSpPr>
              <p:cNvPr id="25" name="MH_Other_11"/>
              <p:cNvSpPr>
                <a:spLocks noChangeArrowheads="1"/>
              </p:cNvSpPr>
              <p:nvPr>
                <p:custDataLst>
                  <p:tags r:id="rId12"/>
                </p:custDataLst>
              </p:nvPr>
            </p:nvSpPr>
            <p:spPr bwMode="auto">
              <a:xfrm>
                <a:off x="2495" y="3471"/>
                <a:ext cx="747" cy="560"/>
              </a:xfrm>
              <a:prstGeom prst="diamond">
                <a:avLst/>
              </a:prstGeom>
              <a:solidFill>
                <a:srgbClr val="FFDAD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6" name="MH_Other_12"/>
              <p:cNvSpPr>
                <a:spLocks noChangeArrowheads="1"/>
              </p:cNvSpPr>
              <p:nvPr>
                <p:custDataLst>
                  <p:tags r:id="rId13"/>
                </p:custDataLst>
              </p:nvPr>
            </p:nvSpPr>
            <p:spPr bwMode="auto">
              <a:xfrm>
                <a:off x="2495" y="4111"/>
                <a:ext cx="747" cy="560"/>
              </a:xfrm>
              <a:prstGeom prst="diamond">
                <a:avLst/>
              </a:prstGeom>
              <a:solidFill>
                <a:srgbClr val="FFDAD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7" name="MH_Other_13"/>
              <p:cNvSpPr>
                <a:spLocks noChangeArrowheads="1"/>
              </p:cNvSpPr>
              <p:nvPr>
                <p:custDataLst>
                  <p:tags r:id="rId14"/>
                </p:custDataLst>
              </p:nvPr>
            </p:nvSpPr>
            <p:spPr bwMode="auto">
              <a:xfrm>
                <a:off x="2925" y="3791"/>
                <a:ext cx="747" cy="560"/>
              </a:xfrm>
              <a:prstGeom prst="diamond">
                <a:avLst/>
              </a:prstGeom>
              <a:solidFill>
                <a:srgbClr val="FFA093"/>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8" name="MH_Other_14"/>
              <p:cNvSpPr/>
              <p:nvPr>
                <p:custDataLst>
                  <p:tags r:id="rId15"/>
                </p:custDataLst>
              </p:nvPr>
            </p:nvSpPr>
            <p:spPr>
              <a:xfrm>
                <a:off x="1685" y="3271"/>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30" name="MH_Other_15"/>
              <p:cNvSpPr/>
              <p:nvPr>
                <p:custDataLst>
                  <p:tags r:id="rId16"/>
                </p:custDataLst>
              </p:nvPr>
            </p:nvSpPr>
            <p:spPr bwMode="auto">
              <a:xfrm>
                <a:off x="1628" y="3271"/>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FF6B55"/>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grpSp>
      <p:grpSp>
        <p:nvGrpSpPr>
          <p:cNvPr id="33" name="组合 32"/>
          <p:cNvGrpSpPr/>
          <p:nvPr/>
        </p:nvGrpSpPr>
        <p:grpSpPr>
          <a:xfrm>
            <a:off x="5743575" y="1755140"/>
            <a:ext cx="5876938" cy="4540885"/>
            <a:chOff x="4808" y="5741"/>
            <a:chExt cx="10582" cy="7151"/>
          </a:xfrm>
        </p:grpSpPr>
        <p:sp>
          <p:nvSpPr>
            <p:cNvPr id="5" name="MH_Other_1"/>
            <p:cNvSpPr>
              <a:spLocks noChangeArrowheads="1"/>
            </p:cNvSpPr>
            <p:nvPr>
              <p:custDataLst>
                <p:tags r:id="rId3"/>
              </p:custDataLst>
            </p:nvPr>
          </p:nvSpPr>
          <p:spPr bwMode="auto">
            <a:xfrm>
              <a:off x="5674" y="5944"/>
              <a:ext cx="750" cy="560"/>
            </a:xfrm>
            <a:prstGeom prst="diamond">
              <a:avLst/>
            </a:prstGeom>
            <a:solidFill>
              <a:srgbClr val="CFEDE0"/>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0" name="MH_Other_2"/>
            <p:cNvSpPr>
              <a:spLocks noChangeArrowheads="1"/>
            </p:cNvSpPr>
            <p:nvPr>
              <p:custDataLst>
                <p:tags r:id="rId4"/>
              </p:custDataLst>
            </p:nvPr>
          </p:nvSpPr>
          <p:spPr bwMode="auto">
            <a:xfrm>
              <a:off x="5674" y="6581"/>
              <a:ext cx="750" cy="562"/>
            </a:xfrm>
            <a:prstGeom prst="diamond">
              <a:avLst/>
            </a:prstGeom>
            <a:solidFill>
              <a:srgbClr val="CFEDE0"/>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3" name="MH_Other_3"/>
            <p:cNvSpPr>
              <a:spLocks noChangeArrowheads="1"/>
            </p:cNvSpPr>
            <p:nvPr>
              <p:custDataLst>
                <p:tags r:id="rId5"/>
              </p:custDataLst>
            </p:nvPr>
          </p:nvSpPr>
          <p:spPr bwMode="auto">
            <a:xfrm>
              <a:off x="6108" y="6264"/>
              <a:ext cx="747" cy="560"/>
            </a:xfrm>
            <a:prstGeom prst="diamond">
              <a:avLst/>
            </a:prstGeom>
            <a:solidFill>
              <a:srgbClr val="95D7B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5" name="MH_Other_4"/>
            <p:cNvSpPr/>
            <p:nvPr>
              <p:custDataLst>
                <p:tags r:id="rId6"/>
              </p:custDataLst>
            </p:nvPr>
          </p:nvSpPr>
          <p:spPr>
            <a:xfrm>
              <a:off x="4868" y="5741"/>
              <a:ext cx="1123" cy="1605"/>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3">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16" name="MH_Other_5"/>
            <p:cNvSpPr/>
            <p:nvPr>
              <p:custDataLst>
                <p:tags r:id="rId7"/>
              </p:custDataLst>
            </p:nvPr>
          </p:nvSpPr>
          <p:spPr bwMode="auto">
            <a:xfrm>
              <a:off x="4808" y="5741"/>
              <a:ext cx="1070" cy="1605"/>
            </a:xfrm>
            <a:custGeom>
              <a:avLst/>
              <a:gdLst>
                <a:gd name="T0" fmla="*/ 36 w 1806862"/>
                <a:gd name="T1" fmla="*/ 0 h 3612822"/>
                <a:gd name="T2" fmla="*/ 143580 w 1806862"/>
                <a:gd name="T3" fmla="*/ 143580 h 3612822"/>
                <a:gd name="T4" fmla="*/ 36 w 1806862"/>
                <a:gd name="T5" fmla="*/ 287160 h 3612822"/>
                <a:gd name="T6" fmla="*/ 0 w 1806862"/>
                <a:gd name="T7" fmla="*/ 287124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76CBA6"/>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sp>
          <p:nvSpPr>
            <p:cNvPr id="31" name="MH_Text_2"/>
            <p:cNvSpPr/>
            <p:nvPr>
              <p:custDataLst>
                <p:tags r:id="rId8"/>
              </p:custDataLst>
            </p:nvPr>
          </p:nvSpPr>
          <p:spPr>
            <a:xfrm>
              <a:off x="6651" y="6838"/>
              <a:ext cx="8739" cy="6054"/>
            </a:xfrm>
            <a:prstGeom prst="rect">
              <a:avLst/>
            </a:prstGeom>
          </p:spPr>
          <p:txBody>
            <a:bodyPr>
              <a:normAutofit fontScale="92500"/>
            </a:bodyPr>
            <a:lstStyle/>
            <a:p>
              <a:pPr indent="0">
                <a:lnSpc>
                  <a:spcPct val="150000"/>
                </a:lnSpc>
                <a:buNone/>
              </a:pPr>
              <a:r>
                <a:rPr lang="en-US" dirty="0" smtClean="0">
                  <a:latin typeface="+mn-ea"/>
                </a:rPr>
                <a:t>    </a:t>
              </a:r>
              <a:r>
                <a:rPr dirty="0" smtClean="0">
                  <a:latin typeface="+mn-ea"/>
                </a:rPr>
                <a:t>也称交互需求，它定义一个Web应用如何与各种不同类型的用户交互。由于Web应用的用户群的知识结构、习惯、兴趣爱好等方面均有很大不同，因此Web应用应该让未经过正式培训的用户能够轻松地使用。在需求获取过程中，开发原型系统是一种较好的用来获取用户的界面需求的方式。通过原型系统将用户对Web应用界面的期望反映出来并反复与用户交互，可以帮助开发人员设计出用户满意的Web应用。</a:t>
              </a:r>
            </a:p>
          </p:txBody>
        </p:sp>
        <p:sp>
          <p:nvSpPr>
            <p:cNvPr id="32" name="MH_SubTitle_2"/>
            <p:cNvSpPr/>
            <p:nvPr>
              <p:custDataLst>
                <p:tags r:id="rId9"/>
              </p:custDataLst>
            </p:nvPr>
          </p:nvSpPr>
          <p:spPr>
            <a:xfrm>
              <a:off x="7147" y="5928"/>
              <a:ext cx="7360" cy="845"/>
            </a:xfrm>
            <a:prstGeom prst="rect">
              <a:avLst/>
            </a:prstGeom>
          </p:spPr>
          <p:txBody>
            <a:bodyPr anchor="b">
              <a:normAutofit/>
            </a:bodyPr>
            <a:lstStyle/>
            <a:p>
              <a:r>
                <a:rPr lang="zh-CN" altLang="en-US" b="1" dirty="0" smtClean="0">
                  <a:solidFill>
                    <a:srgbClr val="00B050"/>
                  </a:solidFill>
                </a:rPr>
                <a:t>界面需求</a:t>
              </a:r>
            </a:p>
          </p:txBody>
        </p:sp>
      </p:grpSp>
      <p:sp>
        <p:nvSpPr>
          <p:cNvPr id="21" name="MH_Text_1"/>
          <p:cNvSpPr/>
          <p:nvPr>
            <p:custDataLst>
              <p:tags r:id="rId2"/>
            </p:custDataLst>
          </p:nvPr>
        </p:nvSpPr>
        <p:spPr>
          <a:xfrm>
            <a:off x="1005205" y="2089150"/>
            <a:ext cx="4819015" cy="587375"/>
          </a:xfrm>
          <a:prstGeom prst="rect">
            <a:avLst/>
          </a:prstGeom>
        </p:spPr>
        <p:txBody>
          <a:bodyPr>
            <a:normAutofit/>
          </a:bodyPr>
          <a:lstStyle/>
          <a:p>
            <a:r>
              <a:rPr lang="zh-CN" altLang="zh-CN" dirty="0" smtClean="0"/>
              <a:t>功能需求可被细化为以下几个方面的内容。</a:t>
            </a:r>
            <a:endParaRPr lang="zh-CN" altLang="zh-CN" dirty="0"/>
          </a:p>
        </p:txBody>
      </p:sp>
    </p:spTree>
    <p:custDataLst>
      <p:tags r:id="rId1"/>
    </p:custDataLst>
  </p:cSld>
  <p:clrMapOvr>
    <a:masterClrMapping/>
  </p:clrMapOvr>
  <p:transition>
    <p:zoom dir="in"/>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err="1" smtClean="0">
                <a:solidFill>
                  <a:srgbClr val="FF0000"/>
                </a:solidFill>
                <a:sym typeface="+mn-ea"/>
              </a:rPr>
              <a:t>WebApp</a:t>
            </a:r>
            <a:r>
              <a:rPr lang="zh-CN" altLang="en-US" dirty="0" smtClean="0">
                <a:solidFill>
                  <a:srgbClr val="FF0000"/>
                </a:solidFill>
                <a:sym typeface="+mn-ea"/>
              </a:rPr>
              <a:t>设计</a:t>
            </a:r>
            <a:r>
              <a:rPr lang="en-US" altLang="zh-CN" dirty="0" smtClean="0">
                <a:solidFill>
                  <a:srgbClr val="FF0000"/>
                </a:solidFill>
              </a:rPr>
              <a:t/>
            </a:r>
            <a:br>
              <a:rPr lang="en-US" altLang="zh-CN" dirty="0" smtClean="0">
                <a:solidFill>
                  <a:srgbClr val="FF0000"/>
                </a:solidFill>
              </a:rPr>
            </a:br>
            <a:endParaRPr lang="en-US" alt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8.6.2 </a:t>
            </a:r>
            <a:r>
              <a:rPr lang="en-US" sz="2400" dirty="0" err="1" smtClean="0">
                <a:solidFill>
                  <a:schemeClr val="tx1"/>
                </a:solidFill>
              </a:rPr>
              <a:t>WebApp</a:t>
            </a:r>
            <a:r>
              <a:rPr lang="zh-CN" altLang="en-US" sz="2400" dirty="0" smtClean="0">
                <a:solidFill>
                  <a:schemeClr val="tx1"/>
                </a:solidFill>
              </a:rPr>
              <a:t>的需求工程</a:t>
            </a:r>
          </a:p>
        </p:txBody>
      </p:sp>
      <p:grpSp>
        <p:nvGrpSpPr>
          <p:cNvPr id="35" name="组合 34"/>
          <p:cNvGrpSpPr/>
          <p:nvPr/>
        </p:nvGrpSpPr>
        <p:grpSpPr>
          <a:xfrm>
            <a:off x="5979795" y="2409825"/>
            <a:ext cx="5307330" cy="3505200"/>
            <a:chOff x="964" y="3475"/>
            <a:chExt cx="8358" cy="5520"/>
          </a:xfrm>
        </p:grpSpPr>
        <p:sp>
          <p:nvSpPr>
            <p:cNvPr id="18" name="MH_SubTitle_1"/>
            <p:cNvSpPr/>
            <p:nvPr>
              <p:custDataLst>
                <p:tags r:id="rId9"/>
              </p:custDataLst>
            </p:nvPr>
          </p:nvSpPr>
          <p:spPr>
            <a:xfrm>
              <a:off x="3287" y="3675"/>
              <a:ext cx="3747" cy="847"/>
            </a:xfrm>
            <a:prstGeom prst="rect">
              <a:avLst/>
            </a:prstGeom>
          </p:spPr>
          <p:txBody>
            <a:bodyPr anchor="b">
              <a:normAutofit/>
            </a:bodyPr>
            <a:lstStyle/>
            <a:p>
              <a:r>
                <a:rPr lang="zh-CN" altLang="en-US" b="1" dirty="0" smtClean="0">
                  <a:solidFill>
                    <a:schemeClr val="accent6">
                      <a:lumMod val="75000"/>
                    </a:schemeClr>
                  </a:solidFill>
                </a:rPr>
                <a:t>数据需求</a:t>
              </a:r>
            </a:p>
          </p:txBody>
        </p:sp>
        <p:grpSp>
          <p:nvGrpSpPr>
            <p:cNvPr id="34" name="组合 33"/>
            <p:cNvGrpSpPr/>
            <p:nvPr/>
          </p:nvGrpSpPr>
          <p:grpSpPr>
            <a:xfrm>
              <a:off x="964" y="3475"/>
              <a:ext cx="8358" cy="5520"/>
              <a:chOff x="1628" y="3271"/>
              <a:chExt cx="8358" cy="5520"/>
            </a:xfrm>
          </p:grpSpPr>
          <p:sp>
            <p:nvSpPr>
              <p:cNvPr id="4" name="MH_Text_1"/>
              <p:cNvSpPr/>
              <p:nvPr>
                <p:custDataLst>
                  <p:tags r:id="rId10"/>
                </p:custDataLst>
              </p:nvPr>
            </p:nvSpPr>
            <p:spPr>
              <a:xfrm>
                <a:off x="3951" y="4318"/>
                <a:ext cx="6035" cy="4473"/>
              </a:xfrm>
              <a:prstGeom prst="rect">
                <a:avLst/>
              </a:prstGeom>
            </p:spPr>
            <p:txBody>
              <a:bodyPr>
                <a:normAutofit fontScale="92500"/>
              </a:bodyPr>
              <a:lstStyle/>
              <a:p>
                <a:pPr indent="457200">
                  <a:lnSpc>
                    <a:spcPct val="150000"/>
                  </a:lnSpc>
                </a:pPr>
                <a:r>
                  <a:rPr lang="zh-CN" altLang="en-US" dirty="0" smtClean="0">
                    <a:latin typeface="+mn-ea"/>
                  </a:rPr>
                  <a:t>也称为概念需求、内容需求或存储需求。数据需求确定Web应用的信息存储和管理方法。具体包括：① 确定WebApp所提供的内容，包括文本、视频、图像、音频、表格、压缩包等采用何种表现方式；② 内容是由网站还是用户进行添加和维护。</a:t>
                </a:r>
              </a:p>
            </p:txBody>
          </p:sp>
          <p:sp>
            <p:nvSpPr>
              <p:cNvPr id="25" name="MH_Other_11"/>
              <p:cNvSpPr>
                <a:spLocks noChangeArrowheads="1"/>
              </p:cNvSpPr>
              <p:nvPr>
                <p:custDataLst>
                  <p:tags r:id="rId11"/>
                </p:custDataLst>
              </p:nvPr>
            </p:nvSpPr>
            <p:spPr bwMode="auto">
              <a:xfrm>
                <a:off x="2495" y="3471"/>
                <a:ext cx="747" cy="560"/>
              </a:xfrm>
              <a:prstGeom prst="diamond">
                <a:avLst/>
              </a:prstGeom>
              <a:solidFill>
                <a:schemeClr val="accent6">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6" name="MH_Other_12"/>
              <p:cNvSpPr>
                <a:spLocks noChangeArrowheads="1"/>
              </p:cNvSpPr>
              <p:nvPr>
                <p:custDataLst>
                  <p:tags r:id="rId12"/>
                </p:custDataLst>
              </p:nvPr>
            </p:nvSpPr>
            <p:spPr bwMode="auto">
              <a:xfrm>
                <a:off x="2495" y="4111"/>
                <a:ext cx="747" cy="560"/>
              </a:xfrm>
              <a:prstGeom prst="diamond">
                <a:avLst/>
              </a:prstGeom>
              <a:solidFill>
                <a:schemeClr val="accent6">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7" name="MH_Other_13"/>
              <p:cNvSpPr>
                <a:spLocks noChangeArrowheads="1"/>
              </p:cNvSpPr>
              <p:nvPr>
                <p:custDataLst>
                  <p:tags r:id="rId13"/>
                </p:custDataLst>
              </p:nvPr>
            </p:nvSpPr>
            <p:spPr bwMode="auto">
              <a:xfrm>
                <a:off x="2925" y="3791"/>
                <a:ext cx="747" cy="560"/>
              </a:xfrm>
              <a:prstGeom prst="diamond">
                <a:avLst/>
              </a:prstGeom>
              <a:solidFill>
                <a:schemeClr val="accent6">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8" name="MH_Other_14"/>
              <p:cNvSpPr/>
              <p:nvPr>
                <p:custDataLst>
                  <p:tags r:id="rId14"/>
                </p:custDataLst>
              </p:nvPr>
            </p:nvSpPr>
            <p:spPr>
              <a:xfrm>
                <a:off x="1685" y="3271"/>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30" name="MH_Other_15"/>
              <p:cNvSpPr/>
              <p:nvPr>
                <p:custDataLst>
                  <p:tags r:id="rId15"/>
                </p:custDataLst>
              </p:nvPr>
            </p:nvSpPr>
            <p:spPr bwMode="auto">
              <a:xfrm>
                <a:off x="1628" y="3271"/>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chemeClr val="accent6">
                  <a:lumMod val="75000"/>
                </a:schemeClr>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grpSp>
      <p:grpSp>
        <p:nvGrpSpPr>
          <p:cNvPr id="5" name="组合 4"/>
          <p:cNvGrpSpPr/>
          <p:nvPr/>
        </p:nvGrpSpPr>
        <p:grpSpPr>
          <a:xfrm>
            <a:off x="950595" y="2409825"/>
            <a:ext cx="4431030" cy="2981325"/>
            <a:chOff x="1021" y="3475"/>
            <a:chExt cx="6978" cy="4695"/>
          </a:xfrm>
        </p:grpSpPr>
        <p:sp>
          <p:nvSpPr>
            <p:cNvPr id="6" name="MH_SubTitle_1"/>
            <p:cNvSpPr/>
            <p:nvPr>
              <p:custDataLst>
                <p:tags r:id="rId2"/>
              </p:custDataLst>
            </p:nvPr>
          </p:nvSpPr>
          <p:spPr>
            <a:xfrm>
              <a:off x="3287" y="3675"/>
              <a:ext cx="3747" cy="847"/>
            </a:xfrm>
            <a:prstGeom prst="rect">
              <a:avLst/>
            </a:prstGeom>
          </p:spPr>
          <p:txBody>
            <a:bodyPr anchor="b">
              <a:normAutofit/>
            </a:bodyPr>
            <a:lstStyle/>
            <a:p>
              <a:r>
                <a:rPr lang="zh-CN" altLang="en-US" b="1" dirty="0" smtClean="0">
                  <a:solidFill>
                    <a:schemeClr val="accent4">
                      <a:lumMod val="75000"/>
                    </a:schemeClr>
                  </a:solidFill>
                </a:rPr>
                <a:t>事务性需求</a:t>
              </a:r>
            </a:p>
          </p:txBody>
        </p:sp>
        <p:grpSp>
          <p:nvGrpSpPr>
            <p:cNvPr id="7" name="组合 6"/>
            <p:cNvGrpSpPr/>
            <p:nvPr/>
          </p:nvGrpSpPr>
          <p:grpSpPr>
            <a:xfrm>
              <a:off x="1021" y="3475"/>
              <a:ext cx="6978" cy="4695"/>
              <a:chOff x="1685" y="3271"/>
              <a:chExt cx="6978" cy="4695"/>
            </a:xfrm>
          </p:grpSpPr>
          <p:sp>
            <p:nvSpPr>
              <p:cNvPr id="8" name="MH_Text_1"/>
              <p:cNvSpPr/>
              <p:nvPr>
                <p:custDataLst>
                  <p:tags r:id="rId3"/>
                </p:custDataLst>
              </p:nvPr>
            </p:nvSpPr>
            <p:spPr>
              <a:xfrm>
                <a:off x="3087" y="4448"/>
                <a:ext cx="5576" cy="3518"/>
              </a:xfrm>
              <a:prstGeom prst="rect">
                <a:avLst/>
              </a:prstGeom>
            </p:spPr>
            <p:txBody>
              <a:bodyPr>
                <a:normAutofit/>
              </a:bodyPr>
              <a:lstStyle/>
              <a:p>
                <a:pPr indent="457200">
                  <a:lnSpc>
                    <a:spcPct val="150000"/>
                  </a:lnSpc>
                </a:pPr>
                <a:r>
                  <a:rPr lang="zh-CN" altLang="en-US" dirty="0" smtClean="0">
                    <a:latin typeface="+mn-ea"/>
                  </a:rPr>
                  <a:t>也称内部功能性需求或服务需求，它表明一个Web应用必须进行的内部处理（后台处理）。事务性需求不需要考虑界面和交互方面的内容。</a:t>
                </a:r>
              </a:p>
            </p:txBody>
          </p:sp>
          <p:sp>
            <p:nvSpPr>
              <p:cNvPr id="9" name="MH_Other_11"/>
              <p:cNvSpPr>
                <a:spLocks noChangeArrowheads="1"/>
              </p:cNvSpPr>
              <p:nvPr>
                <p:custDataLst>
                  <p:tags r:id="rId4"/>
                </p:custDataLst>
              </p:nvPr>
            </p:nvSpPr>
            <p:spPr bwMode="auto">
              <a:xfrm>
                <a:off x="2495" y="3471"/>
                <a:ext cx="747" cy="560"/>
              </a:xfrm>
              <a:prstGeom prst="diamond">
                <a:avLst/>
              </a:prstGeom>
              <a:solidFill>
                <a:srgbClr val="FFDAD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0" name="MH_Other_12"/>
              <p:cNvSpPr>
                <a:spLocks noChangeArrowheads="1"/>
              </p:cNvSpPr>
              <p:nvPr>
                <p:custDataLst>
                  <p:tags r:id="rId5"/>
                </p:custDataLst>
              </p:nvPr>
            </p:nvSpPr>
            <p:spPr bwMode="auto">
              <a:xfrm>
                <a:off x="2495" y="4111"/>
                <a:ext cx="747" cy="560"/>
              </a:xfrm>
              <a:prstGeom prst="diamond">
                <a:avLst/>
              </a:prstGeom>
              <a:solidFill>
                <a:srgbClr val="FFDAD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9" name="MH_Other_13"/>
              <p:cNvSpPr>
                <a:spLocks noChangeArrowheads="1"/>
              </p:cNvSpPr>
              <p:nvPr>
                <p:custDataLst>
                  <p:tags r:id="rId6"/>
                </p:custDataLst>
              </p:nvPr>
            </p:nvSpPr>
            <p:spPr bwMode="auto">
              <a:xfrm>
                <a:off x="2925" y="3791"/>
                <a:ext cx="747" cy="560"/>
              </a:xfrm>
              <a:prstGeom prst="diamond">
                <a:avLst/>
              </a:prstGeom>
              <a:solidFill>
                <a:srgbClr val="FFA093"/>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0" name="MH_Other_14"/>
              <p:cNvSpPr/>
              <p:nvPr>
                <p:custDataLst>
                  <p:tags r:id="rId7"/>
                </p:custDataLst>
              </p:nvPr>
            </p:nvSpPr>
            <p:spPr>
              <a:xfrm>
                <a:off x="1685" y="3271"/>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21" name="MH_Other_15"/>
              <p:cNvSpPr/>
              <p:nvPr>
                <p:custDataLst>
                  <p:tags r:id="rId8"/>
                </p:custDataLst>
              </p:nvPr>
            </p:nvSpPr>
            <p:spPr bwMode="auto">
              <a:xfrm>
                <a:off x="1745" y="3271"/>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FF6B55"/>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grpSp>
    </p:spTree>
    <p:custDataLst>
      <p:tags r:id="rId1"/>
    </p:custDataLst>
  </p:cSld>
  <p:clrMapOvr>
    <a:masterClrMapping/>
  </p:clrMapOvr>
  <p:transition>
    <p:zoom dir="in"/>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err="1" smtClean="0">
                <a:solidFill>
                  <a:srgbClr val="FF0000"/>
                </a:solidFill>
                <a:sym typeface="+mn-ea"/>
              </a:rPr>
              <a:t>WebApp</a:t>
            </a:r>
            <a:r>
              <a:rPr lang="zh-CN" altLang="en-US" dirty="0" smtClean="0">
                <a:solidFill>
                  <a:srgbClr val="FF0000"/>
                </a:solidFill>
                <a:sym typeface="+mn-ea"/>
              </a:rPr>
              <a:t>设计</a:t>
            </a:r>
            <a:r>
              <a:rPr lang="en-US" altLang="zh-CN" dirty="0" smtClean="0">
                <a:solidFill>
                  <a:srgbClr val="FF0000"/>
                </a:solidFill>
              </a:rPr>
              <a:t/>
            </a:r>
            <a:br>
              <a:rPr lang="en-US" altLang="zh-CN" dirty="0" smtClean="0">
                <a:solidFill>
                  <a:srgbClr val="FF0000"/>
                </a:solidFill>
              </a:rPr>
            </a:br>
            <a:endParaRPr lang="en-US" alt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8.6.2 </a:t>
            </a:r>
            <a:r>
              <a:rPr lang="en-US" sz="2400" dirty="0" err="1" smtClean="0">
                <a:solidFill>
                  <a:schemeClr val="tx1"/>
                </a:solidFill>
              </a:rPr>
              <a:t>WebApp</a:t>
            </a:r>
            <a:r>
              <a:rPr lang="zh-CN" altLang="en-US" sz="2400" dirty="0" smtClean="0">
                <a:solidFill>
                  <a:schemeClr val="tx1"/>
                </a:solidFill>
              </a:rPr>
              <a:t>的需求工程</a:t>
            </a:r>
          </a:p>
        </p:txBody>
      </p:sp>
      <p:grpSp>
        <p:nvGrpSpPr>
          <p:cNvPr id="3" name="组合 2"/>
          <p:cNvGrpSpPr/>
          <p:nvPr/>
        </p:nvGrpSpPr>
        <p:grpSpPr>
          <a:xfrm>
            <a:off x="4131945" y="2598420"/>
            <a:ext cx="7174230" cy="3261995"/>
            <a:chOff x="8328" y="7437"/>
            <a:chExt cx="11298" cy="5137"/>
          </a:xfrm>
        </p:grpSpPr>
        <p:sp>
          <p:nvSpPr>
            <p:cNvPr id="11" name="MH_Other_6"/>
            <p:cNvSpPr>
              <a:spLocks noChangeArrowheads="1"/>
            </p:cNvSpPr>
            <p:nvPr>
              <p:custDataLst>
                <p:tags r:id="rId2"/>
              </p:custDataLst>
            </p:nvPr>
          </p:nvSpPr>
          <p:spPr bwMode="auto">
            <a:xfrm>
              <a:off x="9194" y="7637"/>
              <a:ext cx="747" cy="560"/>
            </a:xfrm>
            <a:prstGeom prst="diamond">
              <a:avLst/>
            </a:prstGeom>
            <a:solidFill>
              <a:srgbClr val="D0EDF8"/>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2" name="MH_Other_7"/>
            <p:cNvSpPr>
              <a:spLocks noChangeArrowheads="1"/>
            </p:cNvSpPr>
            <p:nvPr>
              <p:custDataLst>
                <p:tags r:id="rId3"/>
              </p:custDataLst>
            </p:nvPr>
          </p:nvSpPr>
          <p:spPr bwMode="auto">
            <a:xfrm>
              <a:off x="9194" y="8277"/>
              <a:ext cx="747" cy="560"/>
            </a:xfrm>
            <a:prstGeom prst="diamond">
              <a:avLst/>
            </a:prstGeom>
            <a:solidFill>
              <a:srgbClr val="D0EDF8"/>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3" name="MH_Other_8"/>
            <p:cNvSpPr>
              <a:spLocks noChangeArrowheads="1"/>
            </p:cNvSpPr>
            <p:nvPr>
              <p:custDataLst>
                <p:tags r:id="rId4"/>
              </p:custDataLst>
            </p:nvPr>
          </p:nvSpPr>
          <p:spPr bwMode="auto">
            <a:xfrm>
              <a:off x="9624" y="7957"/>
              <a:ext cx="747" cy="560"/>
            </a:xfrm>
            <a:prstGeom prst="diamond">
              <a:avLst/>
            </a:prstGeom>
            <a:solidFill>
              <a:srgbClr val="9AD7F0"/>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4" name="MH_Other_9"/>
            <p:cNvSpPr/>
            <p:nvPr>
              <p:custDataLst>
                <p:tags r:id="rId5"/>
              </p:custDataLst>
            </p:nvPr>
          </p:nvSpPr>
          <p:spPr>
            <a:xfrm>
              <a:off x="8384" y="7437"/>
              <a:ext cx="1127" cy="1603"/>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3">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15" name="MH_Other_10"/>
            <p:cNvSpPr/>
            <p:nvPr>
              <p:custDataLst>
                <p:tags r:id="rId6"/>
              </p:custDataLst>
            </p:nvPr>
          </p:nvSpPr>
          <p:spPr bwMode="auto">
            <a:xfrm>
              <a:off x="8328" y="7437"/>
              <a:ext cx="1070" cy="1603"/>
            </a:xfrm>
            <a:custGeom>
              <a:avLst/>
              <a:gdLst>
                <a:gd name="T0" fmla="*/ 36 w 1806862"/>
                <a:gd name="T1" fmla="*/ 0 h 3612822"/>
                <a:gd name="T2" fmla="*/ 143580 w 1806862"/>
                <a:gd name="T3" fmla="*/ 143357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68C6EA"/>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sp>
          <p:nvSpPr>
            <p:cNvPr id="16" name="MH_Text_3"/>
            <p:cNvSpPr/>
            <p:nvPr>
              <p:custDataLst>
                <p:tags r:id="rId7"/>
              </p:custDataLst>
            </p:nvPr>
          </p:nvSpPr>
          <p:spPr>
            <a:xfrm>
              <a:off x="10520" y="8420"/>
              <a:ext cx="9106" cy="4154"/>
            </a:xfrm>
            <a:prstGeom prst="rect">
              <a:avLst/>
            </a:prstGeom>
          </p:spPr>
          <p:txBody>
            <a:bodyPr>
              <a:normAutofit/>
            </a:bodyPr>
            <a:lstStyle/>
            <a:p>
              <a:pPr indent="457200">
                <a:lnSpc>
                  <a:spcPct val="150000"/>
                </a:lnSpc>
              </a:pPr>
              <a:r>
                <a:rPr lang="zh-CN" altLang="en-US" dirty="0" smtClean="0">
                  <a:latin typeface="+mn-ea"/>
                </a:rPr>
                <a:t>由于Web软件大多采用基于浏览器的交互界面，网页之间的跳转成为“导航”。良好的Web应用应该让用户方便地在网站的不同频道与页面之间跳转，而不需要经常使用浏览器的前进/后退功能。在整理导航关系时，必须避免用户在导航中迷失。设计时，应从基网页出发经过简单且尽可能短的导航链返回到基网页。</a:t>
              </a:r>
            </a:p>
          </p:txBody>
        </p:sp>
        <p:sp>
          <p:nvSpPr>
            <p:cNvPr id="4" name="MH_SubTitle_3"/>
            <p:cNvSpPr/>
            <p:nvPr>
              <p:custDataLst>
                <p:tags r:id="rId8"/>
              </p:custDataLst>
            </p:nvPr>
          </p:nvSpPr>
          <p:spPr>
            <a:xfrm>
              <a:off x="10520" y="7660"/>
              <a:ext cx="7360" cy="845"/>
            </a:xfrm>
            <a:prstGeom prst="rect">
              <a:avLst/>
            </a:prstGeom>
          </p:spPr>
          <p:txBody>
            <a:bodyPr anchor="b">
              <a:normAutofit/>
            </a:bodyPr>
            <a:lstStyle/>
            <a:p>
              <a:r>
                <a:rPr lang="zh-CN" altLang="en-US" b="1" dirty="0" smtClean="0">
                  <a:solidFill>
                    <a:srgbClr val="00B0F0"/>
                  </a:solidFill>
                </a:rPr>
                <a:t>导航需求</a:t>
              </a:r>
            </a:p>
          </p:txBody>
        </p:sp>
      </p:grpSp>
      <p:pic>
        <p:nvPicPr>
          <p:cNvPr id="17" name="图片 16" descr="A000220151119B63PPIC.png"/>
          <p:cNvPicPr>
            <a:picLocks noChangeAspect="1"/>
          </p:cNvPicPr>
          <p:nvPr/>
        </p:nvPicPr>
        <p:blipFill>
          <a:blip r:embed="rId11" cstate="print"/>
          <a:stretch>
            <a:fillRect/>
          </a:stretch>
        </p:blipFill>
        <p:spPr>
          <a:xfrm>
            <a:off x="-1" y="2571750"/>
            <a:ext cx="4864849" cy="3799447"/>
          </a:xfrm>
          <a:prstGeom prst="rect">
            <a:avLst/>
          </a:prstGeom>
        </p:spPr>
      </p:pic>
    </p:spTree>
    <p:custDataLst>
      <p:tags r:id="rId1"/>
    </p:custDataLst>
  </p:cSld>
  <p:clrMapOvr>
    <a:masterClrMapping/>
  </p:clrMapOvr>
  <p:transition>
    <p:zoom dir="in"/>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err="1" smtClean="0">
                <a:solidFill>
                  <a:srgbClr val="FF0000"/>
                </a:solidFill>
                <a:sym typeface="+mn-ea"/>
              </a:rPr>
              <a:t>WebApp</a:t>
            </a:r>
            <a:r>
              <a:rPr lang="zh-CN" altLang="en-US" dirty="0" smtClean="0">
                <a:solidFill>
                  <a:srgbClr val="FF0000"/>
                </a:solidFill>
                <a:sym typeface="+mn-ea"/>
              </a:rPr>
              <a:t>设计</a:t>
            </a:r>
            <a:r>
              <a:rPr lang="en-US" altLang="zh-CN" dirty="0" smtClean="0">
                <a:solidFill>
                  <a:srgbClr val="FF0000"/>
                </a:solidFill>
              </a:rPr>
              <a:t/>
            </a:r>
            <a:br>
              <a:rPr lang="en-US" altLang="zh-CN" dirty="0" smtClean="0">
                <a:solidFill>
                  <a:srgbClr val="FF0000"/>
                </a:solidFill>
              </a:rPr>
            </a:br>
            <a:endParaRPr lang="en-US" alt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8.6.2 </a:t>
            </a:r>
            <a:r>
              <a:rPr lang="en-US" sz="2400" dirty="0" err="1" smtClean="0">
                <a:solidFill>
                  <a:schemeClr val="tx1"/>
                </a:solidFill>
              </a:rPr>
              <a:t>WebApp</a:t>
            </a:r>
            <a:r>
              <a:rPr lang="zh-CN" altLang="en-US" sz="2400" dirty="0" smtClean="0">
                <a:solidFill>
                  <a:schemeClr val="tx1"/>
                </a:solidFill>
              </a:rPr>
              <a:t>的需求工程</a:t>
            </a:r>
          </a:p>
        </p:txBody>
      </p:sp>
      <p:grpSp>
        <p:nvGrpSpPr>
          <p:cNvPr id="7" name="组合 6"/>
          <p:cNvGrpSpPr/>
          <p:nvPr/>
        </p:nvGrpSpPr>
        <p:grpSpPr>
          <a:xfrm>
            <a:off x="0" y="2412365"/>
            <a:ext cx="12192000" cy="3312160"/>
            <a:chOff x="0" y="3848"/>
            <a:chExt cx="19200" cy="5216"/>
          </a:xfrm>
        </p:grpSpPr>
        <p:sp>
          <p:nvSpPr>
            <p:cNvPr id="18" name="矩形 17"/>
            <p:cNvSpPr/>
            <p:nvPr/>
          </p:nvSpPr>
          <p:spPr>
            <a:xfrm>
              <a:off x="0" y="3848"/>
              <a:ext cx="19200" cy="5216"/>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610" y="3928"/>
              <a:ext cx="11543" cy="4680"/>
            </a:xfrm>
            <a:prstGeom prst="rect">
              <a:avLst/>
            </a:prstGeom>
          </p:spPr>
          <p:txBody>
            <a:bodyPr wrap="square">
              <a:spAutoFit/>
            </a:bodyPr>
            <a:lstStyle/>
            <a:p>
              <a:pPr indent="457200">
                <a:lnSpc>
                  <a:spcPct val="150000"/>
                </a:lnSpc>
                <a:defRPr/>
              </a:pPr>
              <a:r>
                <a:rPr lang="zh-CN" altLang="en-US" b="1" kern="0" dirty="0" smtClean="0">
                  <a:solidFill>
                    <a:srgbClr val="FFFF00"/>
                  </a:solidFill>
                  <a:latin typeface="微软雅黑" panose="020B0503020204020204" charset="-122"/>
                  <a:ea typeface="微软雅黑" panose="020B0503020204020204" charset="-122"/>
                  <a:cs typeface="宋体" panose="02010600030101010101" pitchFamily="2" charset="-122"/>
                </a:rPr>
                <a:t>（</a:t>
              </a:r>
              <a:r>
                <a:rPr lang="en-US" altLang="zh-CN" b="1" kern="0" dirty="0" smtClean="0">
                  <a:solidFill>
                    <a:srgbClr val="FFFF00"/>
                  </a:solidFill>
                  <a:latin typeface="微软雅黑" panose="020B0503020204020204" charset="-122"/>
                  <a:ea typeface="微软雅黑" panose="020B0503020204020204" charset="-122"/>
                  <a:cs typeface="宋体" panose="02010600030101010101" pitchFamily="2" charset="-122"/>
                </a:rPr>
                <a:t>2</a:t>
              </a:r>
              <a:r>
                <a:rPr lang="zh-CN" altLang="en-US" b="1" kern="0" dirty="0" smtClean="0">
                  <a:solidFill>
                    <a:srgbClr val="FFFF00"/>
                  </a:solidFill>
                  <a:latin typeface="微软雅黑" panose="020B0503020204020204" charset="-122"/>
                  <a:ea typeface="微软雅黑" panose="020B0503020204020204" charset="-122"/>
                  <a:cs typeface="宋体" panose="02010600030101010101" pitchFamily="2" charset="-122"/>
                </a:rPr>
                <a:t>）</a:t>
              </a:r>
              <a:r>
                <a:rPr lang="en-US" altLang="zh-CN" b="1" kern="0" dirty="0" err="1" smtClean="0">
                  <a:solidFill>
                    <a:srgbClr val="FFFF00"/>
                  </a:solidFill>
                  <a:latin typeface="微软雅黑" panose="020B0503020204020204" charset="-122"/>
                  <a:ea typeface="微软雅黑" panose="020B0503020204020204" charset="-122"/>
                  <a:cs typeface="宋体" panose="02010600030101010101" pitchFamily="2" charset="-122"/>
                </a:rPr>
                <a:t>质量需求</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描述了服务的质量以及Web应用的安全性、性能及可用性方面的内容</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主要的质量属性包括系统性能、可靠性、可用性、效率、可维护性和可移植性等</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由于Web应用的性能严重依赖于网络情况，因此在分析质量需求时需要考虑网络带宽及网络延时等的影响</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。Web软件在上线后无时无刻都面临来自全球各地的安全威胁，需求工程师必须关注用户的安全需求，设计时应注意标识需要保护的敏感数据和功能，明确其访问权限以及用户在权限验证方面的需求。</a:t>
              </a:r>
            </a:p>
          </p:txBody>
        </p:sp>
      </p:grpSp>
      <p:pic>
        <p:nvPicPr>
          <p:cNvPr id="3" name="图片 2" descr="u=1947186189,1962020774&amp;fm=214&amp;gp=0"/>
          <p:cNvPicPr>
            <a:picLocks noChangeAspect="1"/>
          </p:cNvPicPr>
          <p:nvPr/>
        </p:nvPicPr>
        <p:blipFill>
          <a:blip r:embed="rId4" cstate="print"/>
          <a:srcRect l="10501" t="7904" r="10518" b="19121"/>
          <a:stretch>
            <a:fillRect/>
          </a:stretch>
        </p:blipFill>
        <p:spPr>
          <a:xfrm>
            <a:off x="7987665" y="2646680"/>
            <a:ext cx="3909695" cy="2959735"/>
          </a:xfrm>
          <a:prstGeom prst="heptagon">
            <a:avLst/>
          </a:prstGeom>
        </p:spPr>
      </p:pic>
    </p:spTree>
    <p:custDataLst>
      <p:tags r:id="rId1"/>
    </p:custDataLst>
  </p:cSld>
  <p:clrMapOvr>
    <a:masterClrMapping/>
  </p:clrMapOvr>
  <p:transition>
    <p:zoom dir="in"/>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err="1" smtClean="0">
                <a:solidFill>
                  <a:srgbClr val="FF0000"/>
                </a:solidFill>
                <a:sym typeface="+mn-ea"/>
              </a:rPr>
              <a:t>WebApp</a:t>
            </a:r>
            <a:r>
              <a:rPr lang="zh-CN" altLang="en-US" dirty="0" smtClean="0">
                <a:solidFill>
                  <a:srgbClr val="FF0000"/>
                </a:solidFill>
                <a:sym typeface="+mn-ea"/>
              </a:rPr>
              <a:t>设计</a:t>
            </a:r>
            <a:r>
              <a:rPr lang="en-US" altLang="zh-CN" dirty="0" smtClean="0">
                <a:solidFill>
                  <a:srgbClr val="FF0000"/>
                </a:solidFill>
              </a:rPr>
              <a:t/>
            </a:r>
            <a:br>
              <a:rPr lang="en-US" altLang="zh-CN" dirty="0" smtClean="0">
                <a:solidFill>
                  <a:srgbClr val="FF0000"/>
                </a:solidFill>
              </a:rPr>
            </a:br>
            <a:endParaRPr lang="en-US" alt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8.6.2 </a:t>
            </a:r>
            <a:r>
              <a:rPr lang="en-US" sz="2400" dirty="0" err="1" smtClean="0">
                <a:solidFill>
                  <a:schemeClr val="tx1"/>
                </a:solidFill>
              </a:rPr>
              <a:t>WebApp</a:t>
            </a:r>
            <a:r>
              <a:rPr lang="zh-CN" altLang="en-US" sz="2400" dirty="0" smtClean="0">
                <a:solidFill>
                  <a:schemeClr val="tx1"/>
                </a:solidFill>
              </a:rPr>
              <a:t>的需求工程</a:t>
            </a:r>
          </a:p>
        </p:txBody>
      </p:sp>
      <p:grpSp>
        <p:nvGrpSpPr>
          <p:cNvPr id="4" name="组合 3"/>
          <p:cNvGrpSpPr/>
          <p:nvPr/>
        </p:nvGrpSpPr>
        <p:grpSpPr>
          <a:xfrm>
            <a:off x="754380" y="2124075"/>
            <a:ext cx="10663065" cy="1303020"/>
            <a:chOff x="1188" y="3092"/>
            <a:chExt cx="15766" cy="2052"/>
          </a:xfrm>
        </p:grpSpPr>
        <p:grpSp>
          <p:nvGrpSpPr>
            <p:cNvPr id="28" name="组合 27"/>
            <p:cNvGrpSpPr/>
            <p:nvPr/>
          </p:nvGrpSpPr>
          <p:grpSpPr>
            <a:xfrm>
              <a:off x="1188" y="3092"/>
              <a:ext cx="6974" cy="930"/>
              <a:chOff x="508000" y="3196191"/>
              <a:chExt cx="4428470" cy="590550"/>
            </a:xfrm>
          </p:grpSpPr>
          <p:sp>
            <p:nvSpPr>
              <p:cNvPr id="32"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1</a:t>
                </a:r>
              </a:p>
            </p:txBody>
          </p:sp>
          <p:cxnSp>
            <p:nvCxnSpPr>
              <p:cNvPr id="6" name="直接连接符 5"/>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7" name="矩形 6"/>
              <p:cNvSpPr>
                <a:spLocks noChangeArrowheads="1"/>
              </p:cNvSpPr>
              <p:nvPr/>
            </p:nvSpPr>
            <p:spPr bwMode="auto">
              <a:xfrm>
                <a:off x="960505" y="3291441"/>
                <a:ext cx="3975965" cy="3848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性能</a:t>
                </a:r>
              </a:p>
            </p:txBody>
          </p:sp>
        </p:grpSp>
        <p:sp>
          <p:nvSpPr>
            <p:cNvPr id="35" name="矩形 34"/>
            <p:cNvSpPr>
              <a:spLocks noChangeArrowheads="1"/>
            </p:cNvSpPr>
            <p:nvPr/>
          </p:nvSpPr>
          <p:spPr bwMode="auto">
            <a:xfrm>
              <a:off x="1893" y="3848"/>
              <a:ext cx="15061" cy="12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包括Web应用支持的最大并发访问数、响应时间、吞吐量、吞吐率等性能指标。不同类型的Web应用所关注的性能指标也有不同的侧重点。</a:t>
              </a:r>
            </a:p>
          </p:txBody>
        </p:sp>
      </p:grpSp>
      <p:grpSp>
        <p:nvGrpSpPr>
          <p:cNvPr id="36" name="组合 35"/>
          <p:cNvGrpSpPr/>
          <p:nvPr/>
        </p:nvGrpSpPr>
        <p:grpSpPr>
          <a:xfrm>
            <a:off x="754380" y="3427095"/>
            <a:ext cx="10873712" cy="1303020"/>
            <a:chOff x="1188" y="3092"/>
            <a:chExt cx="16078" cy="2052"/>
          </a:xfrm>
        </p:grpSpPr>
        <p:grpSp>
          <p:nvGrpSpPr>
            <p:cNvPr id="37" name="组合 36"/>
            <p:cNvGrpSpPr/>
            <p:nvPr/>
          </p:nvGrpSpPr>
          <p:grpSpPr>
            <a:xfrm>
              <a:off x="1188" y="3092"/>
              <a:ext cx="7741" cy="930"/>
              <a:chOff x="508000" y="3196191"/>
              <a:chExt cx="4915730" cy="590550"/>
            </a:xfrm>
          </p:grpSpPr>
          <p:sp>
            <p:nvSpPr>
              <p:cNvPr id="38"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2</a:t>
                </a:r>
              </a:p>
            </p:txBody>
          </p:sp>
          <p:cxnSp>
            <p:nvCxnSpPr>
              <p:cNvPr id="39" name="直接连接符 38"/>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0" name="矩形 39"/>
              <p:cNvSpPr>
                <a:spLocks noChangeArrowheads="1"/>
              </p:cNvSpPr>
              <p:nvPr/>
            </p:nvSpPr>
            <p:spPr bwMode="auto">
              <a:xfrm>
                <a:off x="960521" y="3291441"/>
                <a:ext cx="4463209" cy="3848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可靠性</a:t>
                </a:r>
              </a:p>
            </p:txBody>
          </p:sp>
        </p:grpSp>
        <p:sp>
          <p:nvSpPr>
            <p:cNvPr id="41" name="矩形 40"/>
            <p:cNvSpPr>
              <a:spLocks noChangeArrowheads="1"/>
            </p:cNvSpPr>
            <p:nvPr/>
          </p:nvSpPr>
          <p:spPr bwMode="auto">
            <a:xfrm>
              <a:off x="1893" y="3848"/>
              <a:ext cx="15373" cy="12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描述Web应用能在多长时间内保持正常工作状态。例如，对于一台关键的Web服务器，往往需要它一周7天、每天24小时不间断地工作。通过备份、故障恢复等措施，可以提高Web应用的可靠性。</a:t>
              </a:r>
            </a:p>
          </p:txBody>
        </p:sp>
      </p:grpSp>
      <p:grpSp>
        <p:nvGrpSpPr>
          <p:cNvPr id="3" name="组合 2"/>
          <p:cNvGrpSpPr/>
          <p:nvPr/>
        </p:nvGrpSpPr>
        <p:grpSpPr>
          <a:xfrm>
            <a:off x="754380" y="4730115"/>
            <a:ext cx="10606929" cy="1303020"/>
            <a:chOff x="1188" y="3092"/>
            <a:chExt cx="15683" cy="2052"/>
          </a:xfrm>
        </p:grpSpPr>
        <p:grpSp>
          <p:nvGrpSpPr>
            <p:cNvPr id="5" name="组合 4"/>
            <p:cNvGrpSpPr/>
            <p:nvPr/>
          </p:nvGrpSpPr>
          <p:grpSpPr>
            <a:xfrm>
              <a:off x="1188" y="3092"/>
              <a:ext cx="6974" cy="930"/>
              <a:chOff x="508000" y="3196191"/>
              <a:chExt cx="4428470" cy="590550"/>
            </a:xfrm>
          </p:grpSpPr>
          <p:sp>
            <p:nvSpPr>
              <p:cNvPr id="8"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3</a:t>
                </a:r>
              </a:p>
            </p:txBody>
          </p:sp>
          <p:cxnSp>
            <p:nvCxnSpPr>
              <p:cNvPr id="9" name="直接连接符 8"/>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0" name="矩形 9"/>
              <p:cNvSpPr>
                <a:spLocks noChangeArrowheads="1"/>
              </p:cNvSpPr>
              <p:nvPr/>
            </p:nvSpPr>
            <p:spPr bwMode="auto">
              <a:xfrm>
                <a:off x="960505" y="3291441"/>
                <a:ext cx="3975965" cy="3848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可用性</a:t>
                </a:r>
              </a:p>
            </p:txBody>
          </p:sp>
        </p:grpSp>
        <p:sp>
          <p:nvSpPr>
            <p:cNvPr id="11" name="矩形 10"/>
            <p:cNvSpPr>
              <a:spLocks noChangeArrowheads="1"/>
            </p:cNvSpPr>
            <p:nvPr/>
          </p:nvSpPr>
          <p:spPr bwMode="auto">
            <a:xfrm>
              <a:off x="1893" y="3848"/>
              <a:ext cx="14978" cy="12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描述在要求的外部资源得到保证的前提下，Web应用在规定的条件、规定的时刻或时间段内处于可执行状态的能力。可用性是可靠性、可维护性的综合反映。</a:t>
              </a:r>
            </a:p>
          </p:txBody>
        </p:sp>
      </p:grpSp>
    </p:spTree>
    <p:custDataLst>
      <p:tags r:id="rId1"/>
    </p:custDataLst>
  </p:cSld>
  <p:clrMapOvr>
    <a:masterClrMapping/>
  </p:clrMapOvr>
  <p:transition>
    <p:zoom dir="in"/>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err="1" smtClean="0">
                <a:solidFill>
                  <a:srgbClr val="FF0000"/>
                </a:solidFill>
                <a:sym typeface="+mn-ea"/>
              </a:rPr>
              <a:t>WebApp</a:t>
            </a:r>
            <a:r>
              <a:rPr lang="zh-CN" altLang="en-US" dirty="0" smtClean="0">
                <a:solidFill>
                  <a:srgbClr val="FF0000"/>
                </a:solidFill>
                <a:sym typeface="+mn-ea"/>
              </a:rPr>
              <a:t>设计</a:t>
            </a:r>
            <a:r>
              <a:rPr lang="en-US" altLang="zh-CN" dirty="0" smtClean="0">
                <a:solidFill>
                  <a:srgbClr val="FF0000"/>
                </a:solidFill>
              </a:rPr>
              <a:t/>
            </a:r>
            <a:br>
              <a:rPr lang="en-US" altLang="zh-CN" dirty="0" smtClean="0">
                <a:solidFill>
                  <a:srgbClr val="FF0000"/>
                </a:solidFill>
              </a:rPr>
            </a:br>
            <a:endParaRPr lang="en-US" alt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8.6.2 </a:t>
            </a:r>
            <a:r>
              <a:rPr lang="en-US" sz="2400" dirty="0" err="1" smtClean="0">
                <a:solidFill>
                  <a:schemeClr val="tx1"/>
                </a:solidFill>
              </a:rPr>
              <a:t>WebApp</a:t>
            </a:r>
            <a:r>
              <a:rPr lang="zh-CN" altLang="en-US" sz="2400" dirty="0" smtClean="0">
                <a:solidFill>
                  <a:schemeClr val="tx1"/>
                </a:solidFill>
              </a:rPr>
              <a:t>的需求工程</a:t>
            </a:r>
          </a:p>
        </p:txBody>
      </p:sp>
      <p:grpSp>
        <p:nvGrpSpPr>
          <p:cNvPr id="4" name="组合 3"/>
          <p:cNvGrpSpPr/>
          <p:nvPr/>
        </p:nvGrpSpPr>
        <p:grpSpPr>
          <a:xfrm>
            <a:off x="754380" y="2124075"/>
            <a:ext cx="10663065" cy="1303020"/>
            <a:chOff x="1188" y="3092"/>
            <a:chExt cx="15766" cy="2052"/>
          </a:xfrm>
        </p:grpSpPr>
        <p:grpSp>
          <p:nvGrpSpPr>
            <p:cNvPr id="28" name="组合 27"/>
            <p:cNvGrpSpPr/>
            <p:nvPr/>
          </p:nvGrpSpPr>
          <p:grpSpPr>
            <a:xfrm>
              <a:off x="1188" y="3092"/>
              <a:ext cx="6974" cy="930"/>
              <a:chOff x="508000" y="3196191"/>
              <a:chExt cx="4428470" cy="590550"/>
            </a:xfrm>
          </p:grpSpPr>
          <p:sp>
            <p:nvSpPr>
              <p:cNvPr id="32"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4</a:t>
                </a:r>
              </a:p>
            </p:txBody>
          </p:sp>
          <p:cxnSp>
            <p:nvCxnSpPr>
              <p:cNvPr id="6" name="直接连接符 5"/>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7" name="矩形 6"/>
              <p:cNvSpPr>
                <a:spLocks noChangeArrowheads="1"/>
              </p:cNvSpPr>
              <p:nvPr/>
            </p:nvSpPr>
            <p:spPr bwMode="auto">
              <a:xfrm>
                <a:off x="960505" y="3291441"/>
                <a:ext cx="3975965" cy="3848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效率</a:t>
                </a:r>
              </a:p>
            </p:txBody>
          </p:sp>
        </p:grpSp>
        <p:sp>
          <p:nvSpPr>
            <p:cNvPr id="35" name="矩形 34"/>
            <p:cNvSpPr>
              <a:spLocks noChangeArrowheads="1"/>
            </p:cNvSpPr>
            <p:nvPr/>
          </p:nvSpPr>
          <p:spPr bwMode="auto">
            <a:xfrm>
              <a:off x="1893" y="3848"/>
              <a:ext cx="15061" cy="129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描述Web应用利用计算资源的能力，在完成相同的计算任务时，Web应用占用CPU时间和内存空间等计算资源越少，说明应用的效率越高。即在相同的计算资源的条件下，完成的计算任务越多，效率越高。</a:t>
              </a:r>
            </a:p>
          </p:txBody>
        </p:sp>
      </p:grpSp>
      <p:grpSp>
        <p:nvGrpSpPr>
          <p:cNvPr id="36" name="组合 35"/>
          <p:cNvGrpSpPr/>
          <p:nvPr/>
        </p:nvGrpSpPr>
        <p:grpSpPr>
          <a:xfrm>
            <a:off x="754380" y="3427095"/>
            <a:ext cx="10662027" cy="2034540"/>
            <a:chOff x="1188" y="3092"/>
            <a:chExt cx="15765" cy="3204"/>
          </a:xfrm>
        </p:grpSpPr>
        <p:grpSp>
          <p:nvGrpSpPr>
            <p:cNvPr id="37" name="组合 36"/>
            <p:cNvGrpSpPr/>
            <p:nvPr/>
          </p:nvGrpSpPr>
          <p:grpSpPr>
            <a:xfrm>
              <a:off x="1188" y="3092"/>
              <a:ext cx="7741" cy="930"/>
              <a:chOff x="508000" y="3196191"/>
              <a:chExt cx="4915730" cy="590550"/>
            </a:xfrm>
          </p:grpSpPr>
          <p:sp>
            <p:nvSpPr>
              <p:cNvPr id="38"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5</a:t>
                </a:r>
              </a:p>
            </p:txBody>
          </p:sp>
          <p:cxnSp>
            <p:nvCxnSpPr>
              <p:cNvPr id="39" name="直接连接符 38"/>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0" name="矩形 39"/>
              <p:cNvSpPr>
                <a:spLocks noChangeArrowheads="1"/>
              </p:cNvSpPr>
              <p:nvPr/>
            </p:nvSpPr>
            <p:spPr bwMode="auto">
              <a:xfrm>
                <a:off x="960521" y="3291441"/>
                <a:ext cx="4463209" cy="3848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可维护性</a:t>
                </a:r>
              </a:p>
            </p:txBody>
          </p:sp>
        </p:grpSp>
        <p:sp>
          <p:nvSpPr>
            <p:cNvPr id="41" name="矩形 40"/>
            <p:cNvSpPr>
              <a:spLocks noChangeArrowheads="1"/>
            </p:cNvSpPr>
            <p:nvPr/>
          </p:nvSpPr>
          <p:spPr bwMode="auto">
            <a:xfrm>
              <a:off x="1893" y="3848"/>
              <a:ext cx="15060" cy="24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描述Web应用投入运行后对其进行维护的难易程度。理想状态下，Web应用在投入运行后可以在不停止服务的前提下，只需修改少量代码就可以实现新的功能需求或错误修正。影响可维护性的因素包括代码的可读性、可扩展性和可测试性等。需要注意的是，编写可维护性好的代码必然会加大开发者的工作量且降低开发速度。因此在可维护性和开发速度之间需要做出权衡。</a:t>
              </a:r>
            </a:p>
          </p:txBody>
        </p:sp>
      </p:grpSp>
    </p:spTree>
    <p:custDataLst>
      <p:tags r:id="rId1"/>
    </p:custDataLst>
  </p:cSld>
  <p:clrMapOvr>
    <a:masterClrMapping/>
  </p:clrMapOvr>
  <p:transition>
    <p:zoom dir="in"/>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a:spLocks/>
          </p:cNvSpPr>
          <p:nvPr/>
        </p:nvSpPr>
        <p:spPr>
          <a:xfrm>
            <a:off x="754063" y="261258"/>
            <a:ext cx="8415337" cy="855290"/>
          </a:xfrm>
          <a:prstGeom prst="rect">
            <a:avLst/>
          </a:prstGeom>
        </p:spPr>
        <p:txBody>
          <a:bodyPr/>
          <a:lstStyle/>
          <a:p>
            <a:pPr marL="0" marR="0" lvl="0" indent="0" algn="l" defTabSz="914400" rtl="0" eaLnBrk="1" fontAlgn="base" latinLnBrk="0" hangingPunct="1">
              <a:lnSpc>
                <a:spcPct val="90000"/>
              </a:lnSpc>
              <a:spcBef>
                <a:spcPct val="0"/>
              </a:spcBef>
              <a:spcAft>
                <a:spcPct val="0"/>
              </a:spcAft>
              <a:buClrTx/>
              <a:buSzTx/>
              <a:buFontTx/>
              <a:buNone/>
              <a:tabLst/>
              <a:defRPr/>
            </a:pPr>
            <a:r>
              <a:rPr kumimoji="0" lang="en-US" sz="3600" b="0" i="0" u="none" strike="noStrike" kern="1200" cap="none" spc="0" normalizeH="0" baseline="0" noProof="0" smtClean="0">
                <a:ln>
                  <a:noFill/>
                </a:ln>
                <a:solidFill>
                  <a:srgbClr val="FF0000"/>
                </a:solidFill>
                <a:effectLst/>
                <a:uLnTx/>
                <a:uFillTx/>
                <a:latin typeface="+mj-lt"/>
                <a:ea typeface="+mj-ea"/>
                <a:cs typeface="+mj-cs"/>
                <a:sym typeface="+mn-ea"/>
              </a:rPr>
              <a:t>8.6 </a:t>
            </a:r>
            <a:r>
              <a:rPr kumimoji="0" lang="en-US" altLang="zh-CN" sz="3600" b="0" i="0" u="none" strike="noStrike" kern="1200" cap="none" spc="0" normalizeH="0" baseline="0" noProof="0" smtClean="0">
                <a:ln>
                  <a:noFill/>
                </a:ln>
                <a:solidFill>
                  <a:srgbClr val="FF0000"/>
                </a:solidFill>
                <a:effectLst/>
                <a:uLnTx/>
                <a:uFillTx/>
                <a:latin typeface="+mj-lt"/>
                <a:ea typeface="+mj-ea"/>
                <a:cs typeface="+mj-cs"/>
                <a:sym typeface="+mn-ea"/>
              </a:rPr>
              <a:t>WebApp</a:t>
            </a:r>
            <a:r>
              <a:rPr kumimoji="0" lang="zh-CN" altLang="en-US" sz="3600" b="0" i="0" u="none" strike="noStrike" kern="1200" cap="none" spc="0" normalizeH="0" baseline="0" noProof="0" smtClean="0">
                <a:ln>
                  <a:noFill/>
                </a:ln>
                <a:solidFill>
                  <a:srgbClr val="FF0000"/>
                </a:solidFill>
                <a:effectLst/>
                <a:uLnTx/>
                <a:uFillTx/>
                <a:latin typeface="+mj-lt"/>
                <a:ea typeface="+mj-ea"/>
                <a:cs typeface="+mj-cs"/>
                <a:sym typeface="+mn-ea"/>
              </a:rPr>
              <a:t>设计</a:t>
            </a:r>
            <a:r>
              <a:rPr kumimoji="0" lang="en-US" altLang="zh-CN" sz="3600" b="0" i="0" u="none" strike="noStrike" kern="1200" cap="none" spc="0" normalizeH="0" baseline="0" noProof="0" smtClean="0">
                <a:ln>
                  <a:noFill/>
                </a:ln>
                <a:solidFill>
                  <a:srgbClr val="FF0000"/>
                </a:solidFill>
                <a:effectLst/>
                <a:uLnTx/>
                <a:uFillTx/>
                <a:latin typeface="+mj-lt"/>
                <a:ea typeface="+mj-ea"/>
                <a:cs typeface="+mj-cs"/>
              </a:rPr>
              <a:t/>
            </a:r>
            <a:br>
              <a:rPr kumimoji="0" lang="en-US" altLang="zh-CN" sz="3600" b="0" i="0" u="none" strike="noStrike" kern="1200" cap="none" spc="0" normalizeH="0" baseline="0" noProof="0" smtClean="0">
                <a:ln>
                  <a:noFill/>
                </a:ln>
                <a:solidFill>
                  <a:srgbClr val="FF0000"/>
                </a:solidFill>
                <a:effectLst/>
                <a:uLnTx/>
                <a:uFillTx/>
                <a:latin typeface="+mj-lt"/>
                <a:ea typeface="+mj-ea"/>
                <a:cs typeface="+mj-cs"/>
              </a:rPr>
            </a:br>
            <a:endParaRPr kumimoji="0" lang="en-US" altLang="zh-CN" sz="3600" b="0" i="0" u="none" strike="noStrike" kern="1200" cap="none" spc="0" normalizeH="0" baseline="0" noProof="0" dirty="0" smtClean="0">
              <a:ln>
                <a:noFill/>
              </a:ln>
              <a:solidFill>
                <a:srgbClr val="FF0000"/>
              </a:solidFill>
              <a:effectLst/>
              <a:uLnTx/>
              <a:uFillTx/>
              <a:latin typeface="+mj-lt"/>
              <a:ea typeface="+mj-ea"/>
              <a:cs typeface="+mj-cs"/>
              <a:sym typeface="+mn-ea"/>
            </a:endParaRPr>
          </a:p>
        </p:txBody>
      </p:sp>
      <p:sp>
        <p:nvSpPr>
          <p:cNvPr id="4"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8.6.2 </a:t>
            </a:r>
            <a:r>
              <a:rPr lang="en-US" sz="2400" dirty="0" err="1" smtClean="0">
                <a:solidFill>
                  <a:schemeClr val="tx1"/>
                </a:solidFill>
              </a:rPr>
              <a:t>WebApp</a:t>
            </a:r>
            <a:r>
              <a:rPr lang="zh-CN" altLang="en-US" sz="2400" dirty="0" smtClean="0">
                <a:solidFill>
                  <a:schemeClr val="tx1"/>
                </a:solidFill>
              </a:rPr>
              <a:t>的需求工程</a:t>
            </a:r>
          </a:p>
        </p:txBody>
      </p:sp>
      <p:grpSp>
        <p:nvGrpSpPr>
          <p:cNvPr id="5" name="组合 4"/>
          <p:cNvGrpSpPr/>
          <p:nvPr/>
        </p:nvGrpSpPr>
        <p:grpSpPr>
          <a:xfrm>
            <a:off x="0" y="2412365"/>
            <a:ext cx="12192000" cy="3074035"/>
            <a:chOff x="0" y="3848"/>
            <a:chExt cx="19200" cy="4841"/>
          </a:xfrm>
        </p:grpSpPr>
        <p:sp>
          <p:nvSpPr>
            <p:cNvPr id="6" name="矩形 5"/>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285" y="4393"/>
              <a:ext cx="10730" cy="4023"/>
            </a:xfrm>
            <a:prstGeom prst="rect">
              <a:avLst/>
            </a:prstGeom>
          </p:spPr>
          <p:txBody>
            <a:bodyPr wrap="square">
              <a:spAutoFit/>
            </a:bodyPr>
            <a:lstStyle/>
            <a:p>
              <a:r>
                <a:rPr lang="en-US" altLang="zh-CN" sz="2000" dirty="0" smtClean="0">
                  <a:solidFill>
                    <a:srgbClr val="FFFF00"/>
                  </a:solidFill>
                </a:rPr>
                <a:t>       </a:t>
              </a:r>
              <a:r>
                <a:rPr lang="zh-CN" altLang="en-US" sz="2000" dirty="0" smtClean="0">
                  <a:solidFill>
                    <a:srgbClr val="FFFF00"/>
                  </a:solidFill>
                </a:rPr>
                <a:t>（</a:t>
              </a:r>
              <a:r>
                <a:rPr lang="en-US" altLang="zh-CN" sz="2000" dirty="0" smtClean="0">
                  <a:solidFill>
                    <a:srgbClr val="FFFF00"/>
                  </a:solidFill>
                </a:rPr>
                <a:t>3</a:t>
              </a:r>
              <a:r>
                <a:rPr lang="zh-CN" altLang="en-US" sz="2000" dirty="0" smtClean="0">
                  <a:solidFill>
                    <a:srgbClr val="FFFF00"/>
                  </a:solidFill>
                </a:rPr>
                <a:t>）</a:t>
              </a:r>
              <a:r>
                <a:rPr lang="zh-CN" altLang="zh-CN" sz="2000" b="1" dirty="0" smtClean="0">
                  <a:solidFill>
                    <a:srgbClr val="FFFF00"/>
                  </a:solidFill>
                </a:rPr>
                <a:t>系统环境需求</a:t>
              </a:r>
              <a:r>
                <a:rPr lang="zh-CN" altLang="zh-CN" sz="2000" dirty="0" smtClean="0">
                  <a:solidFill>
                    <a:schemeClr val="bg1"/>
                  </a:solidFill>
                </a:rPr>
                <a:t>描述一个</a:t>
              </a:r>
              <a:r>
                <a:rPr lang="en-US" altLang="zh-CN" sz="2000" dirty="0" smtClean="0">
                  <a:solidFill>
                    <a:schemeClr val="bg1"/>
                  </a:solidFill>
                </a:rPr>
                <a:t>Web</a:t>
              </a:r>
              <a:r>
                <a:rPr lang="zh-CN" altLang="zh-CN" sz="2000" dirty="0" smtClean="0">
                  <a:solidFill>
                    <a:schemeClr val="bg1"/>
                  </a:solidFill>
                </a:rPr>
                <a:t>应用如何嵌入到一个已有的环境中，以及它如何与遗留系统、中间件等外部组件交互。</a:t>
              </a:r>
              <a:endParaRPr lang="en-US" altLang="zh-CN" sz="2000" dirty="0" smtClean="0">
                <a:solidFill>
                  <a:schemeClr val="bg1"/>
                </a:solidFill>
              </a:endParaRPr>
            </a:p>
            <a:p>
              <a:r>
                <a:rPr lang="en-US" altLang="zh-CN" sz="2000" dirty="0" smtClean="0">
                  <a:solidFill>
                    <a:schemeClr val="bg1"/>
                  </a:solidFill>
                </a:rPr>
                <a:t>       </a:t>
              </a:r>
              <a:r>
                <a:rPr lang="zh-CN" altLang="en-US" sz="2000" dirty="0" smtClean="0">
                  <a:solidFill>
                    <a:schemeClr val="bg1"/>
                  </a:solidFill>
                </a:rPr>
                <a:t>（</a:t>
              </a:r>
              <a:r>
                <a:rPr lang="en-US" altLang="zh-CN" sz="2000" dirty="0" smtClean="0">
                  <a:solidFill>
                    <a:schemeClr val="bg1"/>
                  </a:solidFill>
                </a:rPr>
                <a:t>4</a:t>
              </a:r>
              <a:r>
                <a:rPr lang="zh-CN" altLang="en-US" sz="2000" dirty="0" smtClean="0">
                  <a:solidFill>
                    <a:schemeClr val="bg1"/>
                  </a:solidFill>
                </a:rPr>
                <a:t>）</a:t>
              </a:r>
              <a:r>
                <a:rPr lang="zh-CN" altLang="zh-CN" sz="2000" dirty="0" smtClean="0">
                  <a:solidFill>
                    <a:schemeClr val="bg1"/>
                  </a:solidFill>
                </a:rPr>
                <a:t>对于项目的利益相关者来说，</a:t>
              </a:r>
              <a:r>
                <a:rPr lang="zh-CN" altLang="zh-CN" sz="2000" dirty="0" smtClean="0">
                  <a:solidFill>
                    <a:srgbClr val="FFFF00"/>
                  </a:solidFill>
                </a:rPr>
                <a:t>项目约束</a:t>
              </a:r>
              <a:r>
                <a:rPr lang="zh-CN" altLang="zh-CN" sz="2000" dirty="0" smtClean="0">
                  <a:solidFill>
                    <a:schemeClr val="bg1"/>
                  </a:solidFill>
                </a:rPr>
                <a:t>是需要多方协商解决的。典型项目约束包括项目预算、进度、技术限制、所采用的标准和开发技术等。</a:t>
              </a:r>
              <a:endParaRPr lang="en-US" altLang="zh-CN" sz="2000" dirty="0" smtClean="0">
                <a:solidFill>
                  <a:schemeClr val="bg1"/>
                </a:solidFill>
              </a:endParaRPr>
            </a:p>
            <a:p>
              <a:r>
                <a:rPr lang="en-US" altLang="zh-CN" sz="2000" dirty="0" smtClean="0">
                  <a:solidFill>
                    <a:srgbClr val="FFFF00"/>
                  </a:solidFill>
                </a:rPr>
                <a:t>      </a:t>
              </a:r>
              <a:r>
                <a:rPr lang="zh-CN" altLang="en-US" sz="2000" dirty="0" smtClean="0">
                  <a:solidFill>
                    <a:srgbClr val="FFFF00"/>
                  </a:solidFill>
                </a:rPr>
                <a:t>（</a:t>
              </a:r>
              <a:r>
                <a:rPr lang="en-US" altLang="zh-CN" sz="2000" dirty="0" smtClean="0">
                  <a:solidFill>
                    <a:srgbClr val="FFFF00"/>
                  </a:solidFill>
                </a:rPr>
                <a:t>5</a:t>
              </a:r>
              <a:r>
                <a:rPr lang="zh-CN" altLang="en-US" sz="2000" dirty="0" smtClean="0">
                  <a:solidFill>
                    <a:srgbClr val="FFFF00"/>
                  </a:solidFill>
                </a:rPr>
                <a:t>）</a:t>
              </a:r>
              <a:r>
                <a:rPr lang="en-US" altLang="zh-CN" sz="2000" dirty="0" smtClean="0">
                  <a:solidFill>
                    <a:srgbClr val="FFFF00"/>
                  </a:solidFill>
                </a:rPr>
                <a:t> Web</a:t>
              </a:r>
              <a:r>
                <a:rPr lang="zh-CN" altLang="zh-CN" sz="2000" dirty="0" smtClean="0">
                  <a:solidFill>
                    <a:srgbClr val="FFFF00"/>
                  </a:solidFill>
                </a:rPr>
                <a:t>应用需求经常会发生变更</a:t>
              </a:r>
              <a:r>
                <a:rPr lang="zh-CN" altLang="zh-CN" sz="2000" dirty="0" smtClean="0">
                  <a:solidFill>
                    <a:schemeClr val="bg1"/>
                  </a:solidFill>
                </a:rPr>
                <a:t>。因此，</a:t>
              </a:r>
              <a:r>
                <a:rPr lang="en-US" altLang="zh-CN" sz="2000" dirty="0" smtClean="0">
                  <a:solidFill>
                    <a:schemeClr val="bg1"/>
                  </a:solidFill>
                </a:rPr>
                <a:t>Web</a:t>
              </a:r>
              <a:r>
                <a:rPr lang="zh-CN" altLang="zh-CN" sz="2000" dirty="0" smtClean="0">
                  <a:solidFill>
                    <a:schemeClr val="bg1"/>
                  </a:solidFill>
                </a:rPr>
                <a:t>应用开发人员需要着眼于</a:t>
              </a:r>
              <a:r>
                <a:rPr lang="en-US" altLang="zh-CN" sz="2000" dirty="0" smtClean="0">
                  <a:solidFill>
                    <a:schemeClr val="bg1"/>
                  </a:solidFill>
                </a:rPr>
                <a:t>Web</a:t>
              </a:r>
              <a:r>
                <a:rPr lang="zh-CN" altLang="zh-CN" sz="2000" dirty="0" smtClean="0">
                  <a:solidFill>
                    <a:schemeClr val="bg1"/>
                  </a:solidFill>
                </a:rPr>
                <a:t>应用未来的发展来制定方案。</a:t>
              </a:r>
            </a:p>
          </p:txBody>
        </p:sp>
      </p:grpSp>
      <p:pic>
        <p:nvPicPr>
          <p:cNvPr id="10" name="图片 9" descr="A000220150318D40PPIC.png"/>
          <p:cNvPicPr>
            <a:picLocks noChangeAspect="1"/>
          </p:cNvPicPr>
          <p:nvPr/>
        </p:nvPicPr>
        <p:blipFill>
          <a:blip r:embed="rId2" cstate="print"/>
          <a:stretch>
            <a:fillRect/>
          </a:stretch>
        </p:blipFill>
        <p:spPr>
          <a:xfrm>
            <a:off x="8331200" y="2457450"/>
            <a:ext cx="3408501" cy="2886717"/>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smtClean="0">
                <a:solidFill>
                  <a:srgbClr val="FF0000"/>
                </a:solidFill>
                <a:sym typeface="+mn-ea"/>
              </a:rPr>
              <a:t>WebApp</a:t>
            </a:r>
            <a:r>
              <a:rPr lang="zh-CN" altLang="en-US" dirty="0" smtClean="0">
                <a:solidFill>
                  <a:srgbClr val="FF0000"/>
                </a:solidFill>
                <a:sym typeface="+mn-ea"/>
              </a:rPr>
              <a:t>设计</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8.6.3 </a:t>
            </a:r>
            <a:r>
              <a:rPr sz="2400" dirty="0" smtClean="0">
                <a:solidFill>
                  <a:schemeClr val="tx1"/>
                </a:solidFill>
              </a:rPr>
              <a:t>WebApp需求分析</a:t>
            </a:r>
          </a:p>
        </p:txBody>
      </p:sp>
      <p:grpSp>
        <p:nvGrpSpPr>
          <p:cNvPr id="7" name="组合 6"/>
          <p:cNvGrpSpPr/>
          <p:nvPr/>
        </p:nvGrpSpPr>
        <p:grpSpPr>
          <a:xfrm>
            <a:off x="0" y="2412365"/>
            <a:ext cx="12192000" cy="3074035"/>
            <a:chOff x="0" y="3848"/>
            <a:chExt cx="19200" cy="4841"/>
          </a:xfrm>
        </p:grpSpPr>
        <p:sp>
          <p:nvSpPr>
            <p:cNvPr id="18" name="矩形 17"/>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8939" y="4697"/>
              <a:ext cx="9399" cy="3384"/>
            </a:xfrm>
            <a:prstGeom prst="rect">
              <a:avLst/>
            </a:prstGeom>
          </p:spPr>
          <p:txBody>
            <a:bodyPr wrap="square">
              <a:spAutoFit/>
            </a:bodyPr>
            <a:lstStyle/>
            <a:p>
              <a:pPr indent="457200">
                <a:lnSpc>
                  <a:spcPct val="150000"/>
                </a:lnSpc>
                <a:defRPr/>
              </a:pPr>
              <a:r>
                <a:rPr lang="en-US" altLang="zh-CN" b="1" kern="0" dirty="0" err="1" smtClean="0">
                  <a:solidFill>
                    <a:srgbClr val="FFFF00"/>
                  </a:solidFill>
                  <a:latin typeface="微软雅黑" panose="020B0503020204020204" charset="-122"/>
                  <a:ea typeface="微软雅黑" panose="020B0503020204020204" charset="-122"/>
                  <a:cs typeface="宋体" panose="02010600030101010101" pitchFamily="2" charset="-122"/>
                </a:rPr>
                <a:t>需求分析</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包括提取、分析和审查获取到的需求，以确保所有的利益相关者都明确其含义并找出其中的错误、遗漏或不足</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需求分析的目的在于得到高质量和具体的需求</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下面将介绍需求分析经历的活动、需要遵循的原则以及需求规格说明书的设计</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a:t>
              </a:r>
            </a:p>
          </p:txBody>
        </p:sp>
      </p:grpSp>
      <p:pic>
        <p:nvPicPr>
          <p:cNvPr id="3" name="图片 2" descr="A000220150321F57PPIC"/>
          <p:cNvPicPr>
            <a:picLocks noChangeAspect="1"/>
          </p:cNvPicPr>
          <p:nvPr/>
        </p:nvPicPr>
        <p:blipFill>
          <a:blip r:embed="rId4" cstate="print"/>
          <a:stretch>
            <a:fillRect/>
          </a:stretch>
        </p:blipFill>
        <p:spPr>
          <a:xfrm>
            <a:off x="644525" y="2766695"/>
            <a:ext cx="4786630" cy="2346960"/>
          </a:xfrm>
          <a:prstGeom prst="rect">
            <a:avLst/>
          </a:prstGeom>
        </p:spPr>
      </p:pic>
    </p:spTree>
    <p:custDataLst>
      <p:tags r:id="rId1"/>
    </p:custDataLst>
  </p:cSld>
  <p:clrMapOvr>
    <a:masterClrMapping/>
  </p:clrMapOvr>
  <p:transition>
    <p:zoom dir="in"/>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err="1" smtClean="0">
                <a:solidFill>
                  <a:srgbClr val="FF0000"/>
                </a:solidFill>
                <a:sym typeface="+mn-ea"/>
              </a:rPr>
              <a:t>WebApp</a:t>
            </a:r>
            <a:r>
              <a:rPr lang="zh-CN" altLang="en-US" dirty="0" smtClean="0">
                <a:solidFill>
                  <a:srgbClr val="FF0000"/>
                </a:solidFill>
                <a:sym typeface="+mn-ea"/>
              </a:rPr>
              <a:t>设计</a:t>
            </a:r>
            <a:r>
              <a:rPr lang="en-US" altLang="zh-CN" dirty="0" smtClean="0">
                <a:solidFill>
                  <a:srgbClr val="FF0000"/>
                </a:solidFill>
              </a:rPr>
              <a:t/>
            </a:r>
            <a:br>
              <a:rPr lang="en-US" altLang="zh-CN" dirty="0" smtClean="0">
                <a:solidFill>
                  <a:srgbClr val="FF0000"/>
                </a:solidFill>
              </a:rPr>
            </a:br>
            <a:endParaRPr lang="zh-CN" altLang="en-US"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8.6.3 </a:t>
            </a:r>
            <a:r>
              <a:rPr lang="en-US" sz="2400" dirty="0" err="1" smtClean="0">
                <a:solidFill>
                  <a:schemeClr val="tx1"/>
                </a:solidFill>
              </a:rPr>
              <a:t>WebApp</a:t>
            </a:r>
            <a:r>
              <a:rPr lang="zh-CN" altLang="en-US" sz="2400" dirty="0" smtClean="0">
                <a:solidFill>
                  <a:schemeClr val="tx1"/>
                </a:solidFill>
              </a:rPr>
              <a:t>需求分析</a:t>
            </a:r>
          </a:p>
        </p:txBody>
      </p:sp>
      <p:sp>
        <p:nvSpPr>
          <p:cNvPr id="35" name="文本框 34"/>
          <p:cNvSpPr txBox="1"/>
          <p:nvPr/>
        </p:nvSpPr>
        <p:spPr>
          <a:xfrm>
            <a:off x="971550" y="1831975"/>
            <a:ext cx="10059035" cy="1311128"/>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endParaRPr lang="en-US" altLang="zh-CN" dirty="0" smtClean="0">
              <a:solidFill>
                <a:schemeClr val="bg2">
                  <a:lumMod val="50000"/>
                </a:schemeClr>
              </a:solidFill>
              <a:sym typeface="+mn-ea"/>
            </a:endParaRPr>
          </a:p>
          <a:p>
            <a:pPr>
              <a:lnSpc>
                <a:spcPct val="110000"/>
              </a:lnSpc>
            </a:pPr>
            <a:r>
              <a:rPr lang="en-US" altLang="zh-CN" b="1" dirty="0" smtClean="0">
                <a:latin typeface="微软雅黑" panose="020B0503020204020204" charset="-122"/>
                <a:ea typeface="微软雅黑" panose="020B0503020204020204" charset="-122"/>
                <a:sym typeface="+mn-ea"/>
              </a:rPr>
              <a:t>1</a:t>
            </a:r>
            <a:r>
              <a:rPr lang="zh-CN" altLang="zh-CN" b="1" dirty="0" smtClean="0">
                <a:latin typeface="微软雅黑" panose="020B0503020204020204" charset="-122"/>
                <a:ea typeface="微软雅黑" panose="020B0503020204020204" charset="-122"/>
                <a:sym typeface="+mn-ea"/>
              </a:rPr>
              <a:t>．需求分析活动</a:t>
            </a:r>
          </a:p>
          <a:p>
            <a:pPr marL="0" indent="0" algn="l" fontAlgn="auto">
              <a:lnSpc>
                <a:spcPct val="110000"/>
              </a:lnSpc>
            </a:pPr>
            <a:r>
              <a:rPr lang="en-US" altLang="zh-CN" sz="1600" dirty="0" smtClean="0">
                <a:solidFill>
                  <a:schemeClr val="bg2">
                    <a:lumMod val="50000"/>
                  </a:schemeClr>
                </a:solidFill>
                <a:sym typeface="+mn-ea"/>
              </a:rPr>
              <a:t> </a:t>
            </a:r>
            <a:r>
              <a:rPr sz="1600" dirty="0" smtClean="0">
                <a:latin typeface="微软雅黑" panose="020B0503020204020204" charset="-122"/>
                <a:ea typeface="微软雅黑" panose="020B0503020204020204" charset="-122"/>
                <a:sym typeface="+mn-ea"/>
              </a:rPr>
              <a:t> </a:t>
            </a:r>
            <a:r>
              <a:rPr lang="en-US" sz="1600" dirty="0" smtClean="0">
                <a:latin typeface="微软雅黑" panose="020B0503020204020204" charset="-122"/>
                <a:ea typeface="微软雅黑" panose="020B0503020204020204" charset="-122"/>
                <a:sym typeface="+mn-ea"/>
              </a:rPr>
              <a:t> </a:t>
            </a:r>
            <a:r>
              <a:rPr dirty="0">
                <a:solidFill>
                  <a:schemeClr val="tx1"/>
                </a:solidFill>
                <a:latin typeface="微软雅黑" panose="020B0503020204020204" charset="-122"/>
                <a:ea typeface="微软雅黑" panose="020B0503020204020204" charset="-122"/>
                <a:sym typeface="+mn-ea"/>
              </a:rPr>
              <a:t>由于Web应用的特殊性和行业覆盖的广阔性，以及需求分析的高风险性，高质量的需求分析是Web应用成功的关键因素。现有的需求分析方法主要包括以下活动。</a:t>
            </a:r>
          </a:p>
        </p:txBody>
      </p:sp>
      <p:grpSp>
        <p:nvGrpSpPr>
          <p:cNvPr id="6" name="组合 5"/>
          <p:cNvGrpSpPr/>
          <p:nvPr/>
        </p:nvGrpSpPr>
        <p:grpSpPr>
          <a:xfrm>
            <a:off x="942340" y="3358515"/>
            <a:ext cx="8971280" cy="819150"/>
            <a:chOff x="1145" y="3666"/>
            <a:chExt cx="14128" cy="1290"/>
          </a:xfrm>
        </p:grpSpPr>
        <p:sp>
          <p:nvSpPr>
            <p:cNvPr id="7" name="Oval 5"/>
            <p:cNvSpPr/>
            <p:nvPr/>
          </p:nvSpPr>
          <p:spPr>
            <a:xfrm>
              <a:off x="1145" y="3736"/>
              <a:ext cx="1223" cy="1220"/>
            </a:xfrm>
            <a:prstGeom prst="ellipse">
              <a:avLst/>
            </a:prstGeom>
            <a:solidFill>
              <a:srgbClr val="58BDA8"/>
            </a:solidFill>
            <a:ln w="25400" cap="flat" cmpd="sng" algn="ctr">
              <a:noFill/>
              <a:prstDash val="solid"/>
            </a:ln>
            <a:effectLst/>
          </p:spPr>
          <p:txBody>
            <a:bodyPr anchor="ctr"/>
            <a:lstStyle/>
            <a:p>
              <a:pPr marL="0" marR="0" lvl="0" indent="0" algn="ctr" defTabSz="1217295" rtl="0" eaLnBrk="1" fontAlgn="auto" latinLnBrk="0" hangingPunct="1">
                <a:lnSpc>
                  <a:spcPct val="100000"/>
                </a:lnSpc>
                <a:spcBef>
                  <a:spcPts val="0"/>
                </a:spcBef>
                <a:spcAft>
                  <a:spcPts val="0"/>
                </a:spcAft>
                <a:buClrTx/>
                <a:buSzTx/>
                <a:buFontTx/>
                <a:buNone/>
                <a:defRPr/>
              </a:pPr>
              <a:r>
                <a:rPr kumimoji="0" lang="en-US" sz="3190" b="0" i="0" u="none" strike="noStrike" kern="0" cap="none" spc="0" normalizeH="0" baseline="0" noProof="0" dirty="0" smtClean="0">
                  <a:ln>
                    <a:noFill/>
                  </a:ln>
                  <a:solidFill>
                    <a:prstClr val="white"/>
                  </a:solidFill>
                  <a:effectLst/>
                  <a:uLnTx/>
                  <a:uFillTx/>
                  <a:latin typeface="微软雅黑" panose="020B0503020204020204" charset="-122"/>
                  <a:ea typeface="+mn-ea"/>
                  <a:cs typeface="+mn-cs"/>
                </a:rPr>
                <a:t>1</a:t>
              </a:r>
              <a:endParaRPr kumimoji="0" lang="en-US" sz="3190" b="0" i="0" u="none" strike="noStrike" kern="0" cap="none" spc="0" normalizeH="0" baseline="0" noProof="0" dirty="0">
                <a:ln>
                  <a:noFill/>
                </a:ln>
                <a:solidFill>
                  <a:prstClr val="white"/>
                </a:solidFill>
                <a:effectLst/>
                <a:uLnTx/>
                <a:uFillTx/>
                <a:latin typeface="微软雅黑" panose="020B0503020204020204" charset="-122"/>
                <a:ea typeface="+mn-ea"/>
                <a:cs typeface="+mn-cs"/>
              </a:endParaRPr>
            </a:p>
          </p:txBody>
        </p:sp>
        <p:sp>
          <p:nvSpPr>
            <p:cNvPr id="18" name="矩形 17"/>
            <p:cNvSpPr/>
            <p:nvPr/>
          </p:nvSpPr>
          <p:spPr>
            <a:xfrm>
              <a:off x="2562" y="4181"/>
              <a:ext cx="12711" cy="606"/>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        </a:t>
              </a:r>
              <a:r>
                <a:rPr kumimoji="0"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关联图用于定义Web应用与其外部实体间的边界和接口的简单模型。</a:t>
              </a:r>
            </a:p>
          </p:txBody>
        </p:sp>
        <p:sp>
          <p:nvSpPr>
            <p:cNvPr id="35857" name="文本框 18"/>
            <p:cNvSpPr txBox="1"/>
            <p:nvPr/>
          </p:nvSpPr>
          <p:spPr>
            <a:xfrm>
              <a:off x="2562" y="3666"/>
              <a:ext cx="3745" cy="606"/>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solidFill>
                    <a:srgbClr val="7E7E7D"/>
                  </a:solidFill>
                  <a:latin typeface="微软雅黑" panose="020B0503020204020204" charset="-122"/>
                  <a:ea typeface="微软雅黑" panose="020B0503020204020204" charset="-122"/>
                </a:rPr>
                <a:t>绘制系统关联图</a:t>
              </a:r>
            </a:p>
          </p:txBody>
        </p:sp>
      </p:grpSp>
      <p:grpSp>
        <p:nvGrpSpPr>
          <p:cNvPr id="11" name="组合 10"/>
          <p:cNvGrpSpPr/>
          <p:nvPr/>
        </p:nvGrpSpPr>
        <p:grpSpPr>
          <a:xfrm>
            <a:off x="942340" y="4333875"/>
            <a:ext cx="10307320" cy="1489075"/>
            <a:chOff x="10037" y="3658"/>
            <a:chExt cx="16232" cy="2345"/>
          </a:xfrm>
        </p:grpSpPr>
        <p:sp>
          <p:nvSpPr>
            <p:cNvPr id="16" name="Oval 26"/>
            <p:cNvSpPr/>
            <p:nvPr/>
          </p:nvSpPr>
          <p:spPr>
            <a:xfrm>
              <a:off x="10037" y="3727"/>
              <a:ext cx="1223" cy="1223"/>
            </a:xfrm>
            <a:prstGeom prst="ellipse">
              <a:avLst/>
            </a:prstGeom>
            <a:solidFill>
              <a:schemeClr val="accent2"/>
            </a:solidFill>
            <a:ln w="25400" cap="flat" cmpd="sng" algn="ctr">
              <a:noFill/>
              <a:prstDash val="solid"/>
            </a:ln>
            <a:effectLst/>
          </p:spPr>
          <p:txBody>
            <a:bodyPr anchor="ctr"/>
            <a:lstStyle/>
            <a:p>
              <a:pPr marL="0" marR="0" lvl="0" indent="0" algn="ctr" defTabSz="1217295" rtl="0" eaLnBrk="1" fontAlgn="auto" latinLnBrk="0" hangingPunct="1">
                <a:lnSpc>
                  <a:spcPct val="100000"/>
                </a:lnSpc>
                <a:spcBef>
                  <a:spcPts val="0"/>
                </a:spcBef>
                <a:spcAft>
                  <a:spcPts val="0"/>
                </a:spcAft>
                <a:buClrTx/>
                <a:buSzTx/>
                <a:buFontTx/>
                <a:buNone/>
                <a:defRPr/>
              </a:pPr>
              <a:r>
                <a:rPr kumimoji="0" lang="en-US" sz="3190" b="0" i="0" u="none" strike="noStrike" kern="0" cap="none" spc="0" normalizeH="0" baseline="0" noProof="0" dirty="0" smtClean="0">
                  <a:ln>
                    <a:noFill/>
                  </a:ln>
                  <a:solidFill>
                    <a:prstClr val="white"/>
                  </a:solidFill>
                  <a:effectLst/>
                  <a:uLnTx/>
                  <a:uFillTx/>
                  <a:latin typeface="微软雅黑" panose="020B0503020204020204" charset="-122"/>
                  <a:ea typeface="+mn-ea"/>
                  <a:cs typeface="+mn-cs"/>
                </a:rPr>
                <a:t>2</a:t>
              </a:r>
              <a:endParaRPr kumimoji="0" lang="en-US" sz="3190" b="0" i="0" u="none" strike="noStrike" kern="0" cap="none" spc="0" normalizeH="0" baseline="0" noProof="0" dirty="0">
                <a:ln>
                  <a:noFill/>
                </a:ln>
                <a:solidFill>
                  <a:prstClr val="white"/>
                </a:solidFill>
                <a:effectLst/>
                <a:uLnTx/>
                <a:uFillTx/>
                <a:latin typeface="微软雅黑" panose="020B0503020204020204" charset="-122"/>
                <a:ea typeface="+mn-ea"/>
                <a:cs typeface="+mn-cs"/>
              </a:endParaRPr>
            </a:p>
          </p:txBody>
        </p:sp>
        <p:sp>
          <p:nvSpPr>
            <p:cNvPr id="24" name="矩形 23"/>
            <p:cNvSpPr/>
            <p:nvPr/>
          </p:nvSpPr>
          <p:spPr>
            <a:xfrm>
              <a:off x="11427" y="4176"/>
              <a:ext cx="14842" cy="1827"/>
            </a:xfrm>
            <a:prstGeom prst="rect">
              <a:avLst/>
            </a:prstGeom>
          </p:spPr>
          <p:txBody>
            <a:bodyPr wrap="square">
              <a:spAutoFit/>
            </a:bodyPr>
            <a:lstStyle/>
            <a:p>
              <a:pPr marL="0" marR="0" lvl="0" indent="0" algn="l" defTabSz="914400" rtl="0" fontAlgn="auto">
                <a:lnSpc>
                  <a:spcPct val="130000"/>
                </a:lnSpc>
                <a:spcBef>
                  <a:spcPts val="0"/>
                </a:spcBef>
                <a:spcAft>
                  <a:spcPts val="0"/>
                </a:spcAft>
                <a:buClrTx/>
                <a:buSzTx/>
                <a:buFontTx/>
                <a:buNone/>
                <a:defRPr/>
              </a:pPr>
              <a:r>
                <a:rPr kumimoji="0" lang="en-US"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       </a:t>
              </a:r>
              <a:r>
                <a:rPr kumimoji="0"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当开发人员或用户无法确定需求时，开发一个用户界面原型可以使Web应用具体化。用户可以对原型进行评估，使Web应用的参与者能更好地理解所要解决的问题，同时找出需求文档与原型之间的冲突之处。</a:t>
              </a:r>
            </a:p>
          </p:txBody>
        </p:sp>
        <p:sp>
          <p:nvSpPr>
            <p:cNvPr id="35863" name="文本框 24"/>
            <p:cNvSpPr txBox="1"/>
            <p:nvPr/>
          </p:nvSpPr>
          <p:spPr>
            <a:xfrm>
              <a:off x="11427" y="3658"/>
              <a:ext cx="3745" cy="606"/>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solidFill>
                    <a:srgbClr val="7E7E7D"/>
                  </a:solidFill>
                  <a:latin typeface="微软雅黑" panose="020B0503020204020204" charset="-122"/>
                  <a:ea typeface="微软雅黑" panose="020B0503020204020204" charset="-122"/>
                </a:rPr>
                <a:t>创建用户界面原型</a:t>
              </a:r>
            </a:p>
          </p:txBody>
        </p:sp>
      </p:grpSp>
    </p:spTree>
    <p:custDataLst>
      <p:tags r:id="rId1"/>
    </p:custDataLst>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to="" calcmode="lin" valueType="num">
                                      <p:cBhvr>
                                        <p:cTn id="7" dur="1" fill="hold"/>
                                        <p:tgtEl>
                                          <p:spTgt spid="6"/>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 to="" calcmode="lin" valueType="num">
                                      <p:cBhvr>
                                        <p:cTn id="12" dur="1" fill="hold"/>
                                        <p:tgtEl>
                                          <p:spTgt spid="11"/>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err="1" smtClean="0">
                <a:solidFill>
                  <a:srgbClr val="FF0000"/>
                </a:solidFill>
                <a:sym typeface="+mn-ea"/>
              </a:rPr>
              <a:t>WebApp</a:t>
            </a:r>
            <a:r>
              <a:rPr lang="zh-CN" altLang="en-US" dirty="0" smtClean="0">
                <a:solidFill>
                  <a:srgbClr val="FF0000"/>
                </a:solidFill>
                <a:sym typeface="+mn-ea"/>
              </a:rPr>
              <a:t>设计</a:t>
            </a:r>
            <a:r>
              <a:rPr lang="en-US" altLang="zh-CN" dirty="0" smtClean="0">
                <a:solidFill>
                  <a:srgbClr val="FF0000"/>
                </a:solidFill>
              </a:rPr>
              <a:t/>
            </a:r>
            <a:br>
              <a:rPr lang="en-US" altLang="zh-CN" dirty="0" smtClean="0">
                <a:solidFill>
                  <a:srgbClr val="FF0000"/>
                </a:solidFill>
              </a:rPr>
            </a:br>
            <a:endParaRPr lang="zh-CN" altLang="en-US"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8.6.3 </a:t>
            </a:r>
            <a:r>
              <a:rPr lang="en-US" sz="2400" dirty="0" err="1" smtClean="0">
                <a:solidFill>
                  <a:schemeClr val="tx1"/>
                </a:solidFill>
              </a:rPr>
              <a:t>WebApp</a:t>
            </a:r>
            <a:r>
              <a:rPr lang="zh-CN" altLang="en-US" sz="2400" dirty="0" smtClean="0">
                <a:solidFill>
                  <a:schemeClr val="tx1"/>
                </a:solidFill>
              </a:rPr>
              <a:t>需求分析</a:t>
            </a:r>
          </a:p>
        </p:txBody>
      </p:sp>
      <p:grpSp>
        <p:nvGrpSpPr>
          <p:cNvPr id="6" name="组合 5"/>
          <p:cNvGrpSpPr/>
          <p:nvPr/>
        </p:nvGrpSpPr>
        <p:grpSpPr>
          <a:xfrm>
            <a:off x="837565" y="4251960"/>
            <a:ext cx="10459085" cy="1499870"/>
            <a:chOff x="1145" y="3666"/>
            <a:chExt cx="16471" cy="2362"/>
          </a:xfrm>
        </p:grpSpPr>
        <p:sp>
          <p:nvSpPr>
            <p:cNvPr id="7" name="Oval 5"/>
            <p:cNvSpPr/>
            <p:nvPr/>
          </p:nvSpPr>
          <p:spPr>
            <a:xfrm>
              <a:off x="1145" y="3736"/>
              <a:ext cx="1223" cy="1220"/>
            </a:xfrm>
            <a:prstGeom prst="ellipse">
              <a:avLst/>
            </a:prstGeom>
            <a:solidFill>
              <a:schemeClr val="accent5">
                <a:lumMod val="75000"/>
              </a:schemeClr>
            </a:solidFill>
            <a:ln w="25400" cap="flat" cmpd="sng" algn="ctr">
              <a:noFill/>
              <a:prstDash val="solid"/>
            </a:ln>
            <a:effectLst/>
          </p:spPr>
          <p:txBody>
            <a:bodyPr anchor="ctr"/>
            <a:lstStyle/>
            <a:p>
              <a:pPr marL="0" marR="0" lvl="0" indent="0" algn="ctr" defTabSz="1217295" rtl="0" eaLnBrk="1" fontAlgn="auto" latinLnBrk="0" hangingPunct="1">
                <a:lnSpc>
                  <a:spcPct val="100000"/>
                </a:lnSpc>
                <a:spcBef>
                  <a:spcPts val="0"/>
                </a:spcBef>
                <a:spcAft>
                  <a:spcPts val="0"/>
                </a:spcAft>
                <a:buClrTx/>
                <a:buSzTx/>
                <a:buFontTx/>
                <a:buNone/>
                <a:defRPr/>
              </a:pPr>
              <a:r>
                <a:rPr kumimoji="0" lang="en-US" sz="3190" b="0" i="0" u="none" strike="noStrike" kern="0" cap="none" spc="0" normalizeH="0" baseline="0" noProof="0" dirty="0" smtClean="0">
                  <a:ln>
                    <a:noFill/>
                  </a:ln>
                  <a:solidFill>
                    <a:prstClr val="white"/>
                  </a:solidFill>
                  <a:effectLst/>
                  <a:uLnTx/>
                  <a:uFillTx/>
                  <a:latin typeface="微软雅黑" panose="020B0503020204020204" charset="-122"/>
                  <a:ea typeface="+mn-ea"/>
                  <a:cs typeface="+mn-cs"/>
                </a:rPr>
                <a:t>4</a:t>
              </a:r>
              <a:endParaRPr kumimoji="0" lang="en-US" sz="3190" b="0" i="0" u="none" strike="noStrike" kern="0" cap="none" spc="0" normalizeH="0" baseline="0" noProof="0" dirty="0">
                <a:ln>
                  <a:noFill/>
                </a:ln>
                <a:solidFill>
                  <a:prstClr val="white"/>
                </a:solidFill>
                <a:effectLst/>
                <a:uLnTx/>
                <a:uFillTx/>
                <a:latin typeface="微软雅黑" panose="020B0503020204020204" charset="-122"/>
                <a:ea typeface="+mn-ea"/>
                <a:cs typeface="+mn-cs"/>
              </a:endParaRPr>
            </a:p>
          </p:txBody>
        </p:sp>
        <p:sp>
          <p:nvSpPr>
            <p:cNvPr id="18" name="矩形 17"/>
            <p:cNvSpPr/>
            <p:nvPr/>
          </p:nvSpPr>
          <p:spPr>
            <a:xfrm>
              <a:off x="2368" y="4181"/>
              <a:ext cx="15248" cy="1847"/>
            </a:xfrm>
            <a:prstGeom prst="rect">
              <a:avLst/>
            </a:prstGeom>
          </p:spPr>
          <p:txBody>
            <a:bodyPr wrap="square">
              <a:spAutoFit/>
            </a:bodyPr>
            <a:lstStyle/>
            <a:p>
              <a:pPr marL="0" marR="0" lvl="0" indent="0" algn="l" defTabSz="914400" rtl="0" fontAlgn="auto">
                <a:lnSpc>
                  <a:spcPct val="130000"/>
                </a:lnSpc>
                <a:spcBef>
                  <a:spcPts val="0"/>
                </a:spcBef>
                <a:spcAft>
                  <a:spcPts val="0"/>
                </a:spcAft>
                <a:buClrTx/>
                <a:buSzTx/>
                <a:buFontTx/>
                <a:buNone/>
                <a:defRPr/>
              </a:pPr>
              <a:r>
                <a:rPr kumimoji="0" lang="en-US"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        </a:t>
              </a:r>
              <a:r>
                <a:rPr kumimoji="0"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应用分析方法来确定用例、特性或单项需求实现的优先级，以优先级为基础确定Web应用将包括哪些特性或哪类需求。优先级很高的需求应在Web应用的第一个版本中实现，而优先级较低的需求可以在后续版本中实现。</a:t>
              </a:r>
            </a:p>
          </p:txBody>
        </p:sp>
        <p:sp>
          <p:nvSpPr>
            <p:cNvPr id="35857" name="文本框 18"/>
            <p:cNvSpPr txBox="1"/>
            <p:nvPr/>
          </p:nvSpPr>
          <p:spPr>
            <a:xfrm>
              <a:off x="2562" y="3666"/>
              <a:ext cx="3745" cy="606"/>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solidFill>
                    <a:srgbClr val="7E7E7D"/>
                  </a:solidFill>
                  <a:latin typeface="微软雅黑" panose="020B0503020204020204" charset="-122"/>
                  <a:ea typeface="微软雅黑" panose="020B0503020204020204" charset="-122"/>
                </a:rPr>
                <a:t>确定需求的优先级</a:t>
              </a:r>
            </a:p>
          </p:txBody>
        </p:sp>
      </p:grpSp>
      <p:grpSp>
        <p:nvGrpSpPr>
          <p:cNvPr id="14" name="组合 13"/>
          <p:cNvGrpSpPr/>
          <p:nvPr/>
        </p:nvGrpSpPr>
        <p:grpSpPr>
          <a:xfrm>
            <a:off x="837565" y="2527300"/>
            <a:ext cx="10307320" cy="1487170"/>
            <a:chOff x="1145" y="5803"/>
            <a:chExt cx="16232" cy="2342"/>
          </a:xfrm>
        </p:grpSpPr>
        <p:sp>
          <p:nvSpPr>
            <p:cNvPr id="15" name="Oval 21"/>
            <p:cNvSpPr/>
            <p:nvPr/>
          </p:nvSpPr>
          <p:spPr>
            <a:xfrm>
              <a:off x="1145" y="5861"/>
              <a:ext cx="1223" cy="1223"/>
            </a:xfrm>
            <a:prstGeom prst="ellipse">
              <a:avLst/>
            </a:prstGeom>
            <a:solidFill>
              <a:srgbClr val="EF4150"/>
            </a:solidFill>
            <a:ln w="25400" cap="flat" cmpd="sng" algn="ctr">
              <a:noFill/>
              <a:prstDash val="solid"/>
            </a:ln>
            <a:effectLst/>
          </p:spPr>
          <p:txBody>
            <a:bodyPr anchor="ctr"/>
            <a:lstStyle/>
            <a:p>
              <a:pPr marL="0" marR="0" lvl="0" indent="0" algn="ctr" defTabSz="1217295" rtl="0" eaLnBrk="1" fontAlgn="auto" latinLnBrk="0" hangingPunct="1">
                <a:lnSpc>
                  <a:spcPct val="100000"/>
                </a:lnSpc>
                <a:spcBef>
                  <a:spcPts val="0"/>
                </a:spcBef>
                <a:spcAft>
                  <a:spcPts val="0"/>
                </a:spcAft>
                <a:buClrTx/>
                <a:buSzTx/>
                <a:buFontTx/>
                <a:buNone/>
                <a:defRPr/>
              </a:pPr>
              <a:r>
                <a:rPr kumimoji="0" lang="en-US" sz="3190" b="0" i="0" u="none" strike="noStrike" kern="0" cap="none" spc="0" normalizeH="0" baseline="0" noProof="0" dirty="0" smtClean="0">
                  <a:ln>
                    <a:noFill/>
                  </a:ln>
                  <a:solidFill>
                    <a:prstClr val="white"/>
                  </a:solidFill>
                  <a:effectLst/>
                  <a:uLnTx/>
                  <a:uFillTx/>
                  <a:latin typeface="微软雅黑" panose="020B0503020204020204" charset="-122"/>
                  <a:ea typeface="+mn-ea"/>
                  <a:cs typeface="+mn-cs"/>
                </a:rPr>
                <a:t>3</a:t>
              </a:r>
              <a:endParaRPr kumimoji="0" lang="en-US" sz="3190" b="0" i="0" u="none" strike="noStrike" kern="0" cap="none" spc="0" normalizeH="0" baseline="0" noProof="0" dirty="0">
                <a:ln>
                  <a:noFill/>
                </a:ln>
                <a:solidFill>
                  <a:prstClr val="white"/>
                </a:solidFill>
                <a:effectLst/>
                <a:uLnTx/>
                <a:uFillTx/>
                <a:latin typeface="微软雅黑" panose="020B0503020204020204" charset="-122"/>
                <a:ea typeface="+mn-ea"/>
                <a:cs typeface="+mn-cs"/>
              </a:endParaRPr>
            </a:p>
          </p:txBody>
        </p:sp>
        <p:sp>
          <p:nvSpPr>
            <p:cNvPr id="17" name="矩形 16"/>
            <p:cNvSpPr/>
            <p:nvPr/>
          </p:nvSpPr>
          <p:spPr>
            <a:xfrm>
              <a:off x="2562" y="6318"/>
              <a:ext cx="14815" cy="1827"/>
            </a:xfrm>
            <a:prstGeom prst="rect">
              <a:avLst/>
            </a:prstGeom>
          </p:spPr>
          <p:txBody>
            <a:bodyPr wrap="square">
              <a:spAutoFit/>
            </a:bodyPr>
            <a:lstStyle/>
            <a:p>
              <a:pPr marL="0" marR="0" lvl="0" indent="0" algn="l" defTabSz="914400" rtl="0" fontAlgn="auto">
                <a:lnSpc>
                  <a:spcPct val="130000"/>
                </a:lnSpc>
                <a:spcBef>
                  <a:spcPts val="0"/>
                </a:spcBef>
                <a:spcAft>
                  <a:spcPts val="0"/>
                </a:spcAft>
                <a:buClrTx/>
                <a:buSzTx/>
                <a:buFontTx/>
                <a:buNone/>
                <a:defRPr/>
              </a:pPr>
              <a:r>
                <a:rPr kumimoji="0" lang="en-US"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       </a:t>
              </a:r>
              <a:r>
                <a:rPr kumimoji="0"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在成本和性能的约束下，分析每项需求实施的可行性，明确与每项需求实现相关联的风险，包括与其他需求的冲突、对外界因素的依赖和技术障碍。对无法实现或实现难度很大的需求，开发者需要和用户沟通，讨论是否需要去掉或修改这些需求。</a:t>
              </a:r>
            </a:p>
          </p:txBody>
        </p:sp>
        <p:sp>
          <p:nvSpPr>
            <p:cNvPr id="19" name="文本框 20"/>
            <p:cNvSpPr txBox="1"/>
            <p:nvPr/>
          </p:nvSpPr>
          <p:spPr>
            <a:xfrm>
              <a:off x="2562" y="5803"/>
              <a:ext cx="3745" cy="606"/>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solidFill>
                    <a:srgbClr val="7E7E7D"/>
                  </a:solidFill>
                  <a:latin typeface="微软雅黑" panose="020B0503020204020204" charset="-122"/>
                  <a:ea typeface="微软雅黑" panose="020B0503020204020204" charset="-122"/>
                </a:rPr>
                <a:t>分析需求可行性</a:t>
              </a:r>
            </a:p>
          </p:txBody>
        </p:sp>
      </p:grpSp>
    </p:spTree>
    <p:custDataLst>
      <p:tags r:id="rId1"/>
    </p:custDataLst>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to="" calcmode="lin" valueType="num">
                                      <p:cBhvr>
                                        <p:cTn id="7" dur="1" fill="hold"/>
                                        <p:tgtEl>
                                          <p:spTgt spid="6"/>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err="1" smtClean="0">
                <a:solidFill>
                  <a:srgbClr val="FF0000"/>
                </a:solidFill>
                <a:sym typeface="+mn-ea"/>
              </a:rPr>
              <a:t>WebApp</a:t>
            </a:r>
            <a:r>
              <a:rPr lang="zh-CN" altLang="en-US" dirty="0" smtClean="0">
                <a:solidFill>
                  <a:srgbClr val="FF0000"/>
                </a:solidFill>
                <a:sym typeface="+mn-ea"/>
              </a:rPr>
              <a:t>设计</a:t>
            </a:r>
            <a:r>
              <a:rPr lang="en-US" altLang="zh-CN" dirty="0" smtClean="0">
                <a:solidFill>
                  <a:srgbClr val="FF0000"/>
                </a:solidFill>
              </a:rPr>
              <a:t/>
            </a:r>
            <a:br>
              <a:rPr lang="en-US" altLang="zh-CN" dirty="0" smtClean="0">
                <a:solidFill>
                  <a:srgbClr val="FF0000"/>
                </a:solidFill>
              </a:rPr>
            </a:br>
            <a:endParaRPr lang="zh-CN" altLang="en-US"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8.6.3 </a:t>
            </a:r>
            <a:r>
              <a:rPr lang="en-US" sz="2400" dirty="0" err="1" smtClean="0">
                <a:solidFill>
                  <a:schemeClr val="tx1"/>
                </a:solidFill>
              </a:rPr>
              <a:t>WebApp</a:t>
            </a:r>
            <a:r>
              <a:rPr lang="zh-CN" altLang="en-US" sz="2400" dirty="0" smtClean="0">
                <a:solidFill>
                  <a:schemeClr val="tx1"/>
                </a:solidFill>
              </a:rPr>
              <a:t>需求分析</a:t>
            </a:r>
          </a:p>
        </p:txBody>
      </p:sp>
      <p:grpSp>
        <p:nvGrpSpPr>
          <p:cNvPr id="6" name="组合 5"/>
          <p:cNvGrpSpPr/>
          <p:nvPr/>
        </p:nvGrpSpPr>
        <p:grpSpPr>
          <a:xfrm>
            <a:off x="809625" y="4735830"/>
            <a:ext cx="10139680" cy="1487170"/>
            <a:chOff x="1145" y="3666"/>
            <a:chExt cx="15968" cy="2342"/>
          </a:xfrm>
        </p:grpSpPr>
        <p:sp>
          <p:nvSpPr>
            <p:cNvPr id="7" name="Oval 5"/>
            <p:cNvSpPr/>
            <p:nvPr/>
          </p:nvSpPr>
          <p:spPr>
            <a:xfrm>
              <a:off x="1145" y="3736"/>
              <a:ext cx="1223" cy="1220"/>
            </a:xfrm>
            <a:prstGeom prst="ellipse">
              <a:avLst/>
            </a:prstGeom>
            <a:solidFill>
              <a:schemeClr val="accent6">
                <a:lumMod val="75000"/>
              </a:schemeClr>
            </a:solidFill>
            <a:ln w="25400" cap="flat" cmpd="sng" algn="ctr">
              <a:noFill/>
              <a:prstDash val="solid"/>
            </a:ln>
            <a:effectLst/>
          </p:spPr>
          <p:txBody>
            <a:bodyPr anchor="ctr"/>
            <a:lstStyle/>
            <a:p>
              <a:pPr marL="0" marR="0" lvl="0" indent="0" algn="ctr" defTabSz="1217295" rtl="0" eaLnBrk="1" fontAlgn="auto" latinLnBrk="0" hangingPunct="1">
                <a:lnSpc>
                  <a:spcPct val="100000"/>
                </a:lnSpc>
                <a:spcBef>
                  <a:spcPts val="0"/>
                </a:spcBef>
                <a:spcAft>
                  <a:spcPts val="0"/>
                </a:spcAft>
                <a:buClrTx/>
                <a:buSzTx/>
                <a:buFontTx/>
                <a:buNone/>
                <a:defRPr/>
              </a:pPr>
              <a:r>
                <a:rPr kumimoji="0" lang="en-US" sz="3190" b="0" i="0" u="none" strike="noStrike" kern="0" cap="none" spc="0" normalizeH="0" baseline="0" noProof="0" dirty="0" smtClean="0">
                  <a:ln>
                    <a:noFill/>
                  </a:ln>
                  <a:solidFill>
                    <a:prstClr val="white"/>
                  </a:solidFill>
                  <a:effectLst/>
                  <a:uLnTx/>
                  <a:uFillTx/>
                  <a:latin typeface="微软雅黑" panose="020B0503020204020204" charset="-122"/>
                  <a:ea typeface="+mn-ea"/>
                  <a:cs typeface="+mn-cs"/>
                </a:rPr>
                <a:t>6</a:t>
              </a:r>
              <a:endParaRPr kumimoji="0" lang="en-US" sz="3190" b="0" i="0" u="none" strike="noStrike" kern="0" cap="none" spc="0" normalizeH="0" baseline="0" noProof="0" dirty="0">
                <a:ln>
                  <a:noFill/>
                </a:ln>
                <a:solidFill>
                  <a:prstClr val="white"/>
                </a:solidFill>
                <a:effectLst/>
                <a:uLnTx/>
                <a:uFillTx/>
                <a:latin typeface="微软雅黑" panose="020B0503020204020204" charset="-122"/>
                <a:ea typeface="+mn-ea"/>
                <a:cs typeface="+mn-cs"/>
              </a:endParaRPr>
            </a:p>
          </p:txBody>
        </p:sp>
        <p:sp>
          <p:nvSpPr>
            <p:cNvPr id="18" name="矩形 17"/>
            <p:cNvSpPr/>
            <p:nvPr/>
          </p:nvSpPr>
          <p:spPr>
            <a:xfrm>
              <a:off x="2368" y="4181"/>
              <a:ext cx="14745" cy="1827"/>
            </a:xfrm>
            <a:prstGeom prst="rect">
              <a:avLst/>
            </a:prstGeom>
          </p:spPr>
          <p:txBody>
            <a:bodyPr wrap="square">
              <a:spAutoFit/>
            </a:bodyPr>
            <a:lstStyle/>
            <a:p>
              <a:pPr marL="0" marR="0" lvl="0" indent="0" algn="l" defTabSz="914400" rtl="0" fontAlgn="auto">
                <a:lnSpc>
                  <a:spcPct val="130000"/>
                </a:lnSpc>
                <a:spcBef>
                  <a:spcPts val="0"/>
                </a:spcBef>
                <a:spcAft>
                  <a:spcPts val="0"/>
                </a:spcAft>
                <a:buClrTx/>
                <a:buSzTx/>
                <a:buFontTx/>
                <a:buNone/>
                <a:defRPr/>
              </a:pPr>
              <a:r>
                <a:rPr kumimoji="0" lang="en-US"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        </a:t>
              </a:r>
              <a:r>
                <a:rPr kumimoji="0"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数据字典是对Web应用所用到的所有数据项和结构的定义，以确保开发人员使用统一的数据定义。在需求阶段，数据字典至少应包含和客户相关的数据项，以确保客户与开发小组是使用一致的定义和术语，避免出现二义性。</a:t>
              </a:r>
            </a:p>
          </p:txBody>
        </p:sp>
        <p:sp>
          <p:nvSpPr>
            <p:cNvPr id="35857" name="文本框 18"/>
            <p:cNvSpPr txBox="1"/>
            <p:nvPr/>
          </p:nvSpPr>
          <p:spPr>
            <a:xfrm>
              <a:off x="2562" y="3666"/>
              <a:ext cx="3745" cy="606"/>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solidFill>
                    <a:srgbClr val="7E7E7D"/>
                  </a:solidFill>
                  <a:latin typeface="微软雅黑" panose="020B0503020204020204" charset="-122"/>
                  <a:ea typeface="微软雅黑" panose="020B0503020204020204" charset="-122"/>
                </a:rPr>
                <a:t>创建数据字典</a:t>
              </a:r>
            </a:p>
          </p:txBody>
        </p:sp>
      </p:grpSp>
      <p:grpSp>
        <p:nvGrpSpPr>
          <p:cNvPr id="10" name="组合 9"/>
          <p:cNvGrpSpPr/>
          <p:nvPr/>
        </p:nvGrpSpPr>
        <p:grpSpPr>
          <a:xfrm>
            <a:off x="809625" y="2112645"/>
            <a:ext cx="10618470" cy="2581910"/>
            <a:chOff x="10037" y="3658"/>
            <a:chExt cx="16722" cy="4066"/>
          </a:xfrm>
        </p:grpSpPr>
        <p:sp>
          <p:nvSpPr>
            <p:cNvPr id="11" name="Oval 26"/>
            <p:cNvSpPr/>
            <p:nvPr/>
          </p:nvSpPr>
          <p:spPr>
            <a:xfrm>
              <a:off x="10037" y="3727"/>
              <a:ext cx="1223" cy="1223"/>
            </a:xfrm>
            <a:prstGeom prst="ellipse">
              <a:avLst/>
            </a:prstGeom>
            <a:solidFill>
              <a:schemeClr val="accent6">
                <a:lumMod val="60000"/>
                <a:lumOff val="40000"/>
              </a:schemeClr>
            </a:solidFill>
            <a:ln w="25400" cap="flat" cmpd="sng" algn="ctr">
              <a:noFill/>
              <a:prstDash val="solid"/>
            </a:ln>
            <a:effectLst/>
          </p:spPr>
          <p:txBody>
            <a:bodyPr anchor="ctr"/>
            <a:lstStyle/>
            <a:p>
              <a:pPr marL="0" marR="0" lvl="0" indent="0" algn="ctr" defTabSz="1217295" rtl="0" eaLnBrk="1" fontAlgn="auto" latinLnBrk="0" hangingPunct="1">
                <a:lnSpc>
                  <a:spcPct val="100000"/>
                </a:lnSpc>
                <a:spcBef>
                  <a:spcPts val="0"/>
                </a:spcBef>
                <a:spcAft>
                  <a:spcPts val="0"/>
                </a:spcAft>
                <a:buClrTx/>
                <a:buSzTx/>
                <a:buFontTx/>
                <a:buNone/>
                <a:defRPr/>
              </a:pPr>
              <a:r>
                <a:rPr kumimoji="0" lang="en-US" sz="3190" b="0" i="0" u="none" strike="noStrike" kern="0" cap="none" spc="0" normalizeH="0" baseline="0" noProof="0" dirty="0" smtClean="0">
                  <a:ln>
                    <a:noFill/>
                  </a:ln>
                  <a:solidFill>
                    <a:prstClr val="white"/>
                  </a:solidFill>
                  <a:effectLst/>
                  <a:uLnTx/>
                  <a:uFillTx/>
                  <a:latin typeface="微软雅黑" panose="020B0503020204020204" charset="-122"/>
                  <a:ea typeface="+mn-ea"/>
                  <a:cs typeface="+mn-cs"/>
                </a:rPr>
                <a:t>5</a:t>
              </a:r>
              <a:endParaRPr kumimoji="0" lang="en-US" sz="3190" b="0" i="0" u="none" strike="noStrike" kern="0" cap="none" spc="0" normalizeH="0" baseline="0" noProof="0" dirty="0">
                <a:ln>
                  <a:noFill/>
                </a:ln>
                <a:solidFill>
                  <a:prstClr val="white"/>
                </a:solidFill>
                <a:effectLst/>
                <a:uLnTx/>
                <a:uFillTx/>
                <a:latin typeface="微软雅黑" panose="020B0503020204020204" charset="-122"/>
                <a:ea typeface="+mn-ea"/>
                <a:cs typeface="+mn-cs"/>
              </a:endParaRPr>
            </a:p>
          </p:txBody>
        </p:sp>
        <p:sp>
          <p:nvSpPr>
            <p:cNvPr id="12" name="矩形 11"/>
            <p:cNvSpPr/>
            <p:nvPr/>
          </p:nvSpPr>
          <p:spPr>
            <a:xfrm>
              <a:off x="11266" y="4176"/>
              <a:ext cx="15493" cy="3548"/>
            </a:xfrm>
            <a:prstGeom prst="rect">
              <a:avLst/>
            </a:prstGeom>
          </p:spPr>
          <p:txBody>
            <a:bodyPr wrap="square">
              <a:spAutoFit/>
            </a:bodyPr>
            <a:lstStyle/>
            <a:p>
              <a:pPr marL="0" marR="0" lvl="0" indent="0" algn="l" defTabSz="914400" rtl="0" fontAlgn="auto">
                <a:lnSpc>
                  <a:spcPct val="130000"/>
                </a:lnSpc>
                <a:spcBef>
                  <a:spcPts val="0"/>
                </a:spcBef>
                <a:spcAft>
                  <a:spcPts val="0"/>
                </a:spcAft>
                <a:buClrTx/>
                <a:buSzTx/>
                <a:buFontTx/>
                <a:buNone/>
                <a:defRPr/>
              </a:pPr>
              <a:r>
                <a:rPr kumimoji="0" lang="en-US"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       </a:t>
              </a:r>
              <a:r>
                <a:rPr kumimoji="0"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图形化的需求分析模型能提供不同的信息与关系，以帮助开发者发现不正确的、不一致的、遗漏的和冗余的需求。常用的模型可分为结构化需求分析方法和面向对象需求分析方法两类。</a:t>
              </a:r>
            </a:p>
            <a:p>
              <a:pPr marL="0" marR="0" lvl="0" indent="0" algn="l" defTabSz="914400" rtl="0" fontAlgn="auto">
                <a:lnSpc>
                  <a:spcPct val="130000"/>
                </a:lnSpc>
                <a:spcBef>
                  <a:spcPts val="0"/>
                </a:spcBef>
                <a:spcAft>
                  <a:spcPts val="0"/>
                </a:spcAft>
                <a:buClrTx/>
                <a:buSzTx/>
                <a:buFontTx/>
                <a:buNone/>
                <a:defRPr/>
              </a:pPr>
              <a:r>
                <a:rPr kumimoji="0"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       结构化分析方法主要使用实体关系图、数据流图和状态转换图3种图形模型，分别进行数据建模、功能建模和动态建模。面向对象分析方法以用例模型为核心，采用UML为基础的类图、用例图、状态图、顺序图和活动图等图形模型来对Web应用需求的各个方面进行描述。开发者可根据项目的实际情况选取方法，也可两种方法结合使用。</a:t>
              </a:r>
            </a:p>
          </p:txBody>
        </p:sp>
        <p:sp>
          <p:nvSpPr>
            <p:cNvPr id="13" name="文本框 24"/>
            <p:cNvSpPr txBox="1"/>
            <p:nvPr/>
          </p:nvSpPr>
          <p:spPr>
            <a:xfrm>
              <a:off x="11427" y="3658"/>
              <a:ext cx="3745" cy="606"/>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solidFill>
                    <a:srgbClr val="7E7E7D"/>
                  </a:solidFill>
                  <a:latin typeface="微软雅黑" panose="020B0503020204020204" charset="-122"/>
                  <a:ea typeface="微软雅黑" panose="020B0503020204020204" charset="-122"/>
                </a:rPr>
                <a:t>为需求建立模型</a:t>
              </a:r>
            </a:p>
          </p:txBody>
        </p:sp>
      </p:grpSp>
    </p:spTree>
    <p:custDataLst>
      <p:tags r:id="rId1"/>
    </p:custDataLst>
  </p:cSld>
  <p:clrMapOvr>
    <a:masterClrMapping/>
  </p:clrMapOvr>
  <p:transition>
    <p:zoom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to="" calcmode="lin" valueType="num">
                                      <p:cBhvr>
                                        <p:cTn id="7" dur="1" fill="hold"/>
                                        <p:tgtEl>
                                          <p:spTgt spid="6"/>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 to="" calcmode="lin" valueType="num">
                                      <p:cBhvr>
                                        <p:cTn id="12" dur="1" fill="hold"/>
                                        <p:tgtEl>
                                          <p:spTgt spid="10"/>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err="1" smtClean="0">
                <a:solidFill>
                  <a:srgbClr val="FF0000"/>
                </a:solidFill>
                <a:sym typeface="+mn-ea"/>
              </a:rPr>
              <a:t>WebApp</a:t>
            </a:r>
            <a:r>
              <a:rPr lang="zh-CN" altLang="en-US" dirty="0" smtClean="0">
                <a:solidFill>
                  <a:srgbClr val="FF0000"/>
                </a:solidFill>
                <a:sym typeface="+mn-ea"/>
              </a:rPr>
              <a:t>设计</a:t>
            </a:r>
            <a:r>
              <a:rPr lang="en-US" altLang="zh-CN" dirty="0" smtClean="0">
                <a:solidFill>
                  <a:srgbClr val="FF0000"/>
                </a:solidFill>
              </a:rPr>
              <a:t/>
            </a:r>
            <a:br>
              <a:rPr lang="en-US" altLang="zh-CN" dirty="0" smtClean="0">
                <a:solidFill>
                  <a:srgbClr val="FF0000"/>
                </a:solidFill>
              </a:rPr>
            </a:br>
            <a:endParaRPr lang="zh-CN" altLang="en-US"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8.6.3 </a:t>
            </a:r>
            <a:r>
              <a:rPr lang="en-US" sz="2400" dirty="0" err="1" smtClean="0">
                <a:solidFill>
                  <a:schemeClr val="tx1"/>
                </a:solidFill>
              </a:rPr>
              <a:t>WebApp</a:t>
            </a:r>
            <a:r>
              <a:rPr lang="zh-CN" altLang="en-US" sz="2400" dirty="0" smtClean="0">
                <a:solidFill>
                  <a:schemeClr val="tx1"/>
                </a:solidFill>
              </a:rPr>
              <a:t>需求分析</a:t>
            </a:r>
          </a:p>
        </p:txBody>
      </p:sp>
      <p:sp>
        <p:nvSpPr>
          <p:cNvPr id="9" name="MH_Text_1"/>
          <p:cNvSpPr/>
          <p:nvPr>
            <p:custDataLst>
              <p:tags r:id="rId2"/>
            </p:custDataLst>
          </p:nvPr>
        </p:nvSpPr>
        <p:spPr>
          <a:xfrm>
            <a:off x="1471084" y="3911986"/>
            <a:ext cx="9060281" cy="1793490"/>
          </a:xfrm>
          <a:prstGeom prst="rect">
            <a:avLst/>
          </a:prstGeom>
          <a:noFill/>
          <a:ln w="12700" cap="flat" cmpd="sng" algn="ctr">
            <a:solidFill>
              <a:srgbClr val="CC0066"/>
            </a:solidFill>
            <a:prstDash val="solid"/>
            <a:miter lim="800000"/>
          </a:ln>
          <a:effectLst/>
        </p:spPr>
        <p:txBody>
          <a:bodyPr anchor="ctr">
            <a:normAutofit/>
          </a:bodyPr>
          <a:lstStyle/>
          <a:p>
            <a:pPr indent="457200">
              <a:lnSpc>
                <a:spcPct val="120000"/>
              </a:lnSpc>
            </a:pPr>
            <a:r>
              <a:rPr dirty="0" smtClean="0">
                <a:latin typeface="微软雅黑" panose="020B0503020204020204" charset="-122"/>
                <a:ea typeface="微软雅黑" panose="020B0503020204020204" charset="-122"/>
                <a:sym typeface="+mn-ea"/>
              </a:rPr>
              <a:t>开发者应使用符合客户语言习惯的表达方式，因此开发者需要了解客户使用的业务术语，但客户不一定需要懂得计算机行业的术语。对于Web应用来说，如果用户为普通互联网用户，则不会有大量的业务术语。</a:t>
            </a:r>
          </a:p>
        </p:txBody>
      </p:sp>
      <p:sp>
        <p:nvSpPr>
          <p:cNvPr id="10" name="MH_SubTitle_1"/>
          <p:cNvSpPr/>
          <p:nvPr>
            <p:custDataLst>
              <p:tags r:id="rId3"/>
            </p:custDataLst>
          </p:nvPr>
        </p:nvSpPr>
        <p:spPr>
          <a:xfrm>
            <a:off x="1471084" y="3351597"/>
            <a:ext cx="6343649" cy="563563"/>
          </a:xfrm>
          <a:custGeom>
            <a:avLst/>
            <a:gdLst>
              <a:gd name="connsiteX0" fmla="*/ 4441454 w 4758105"/>
              <a:gd name="connsiteY0" fmla="*/ 563487 h 563709"/>
              <a:gd name="connsiteX1" fmla="*/ 4549542 w 4758105"/>
              <a:gd name="connsiteY1" fmla="*/ 563487 h 563709"/>
              <a:gd name="connsiteX2" fmla="*/ 4549460 w 4758105"/>
              <a:gd name="connsiteY2" fmla="*/ 563709 h 563709"/>
              <a:gd name="connsiteX3" fmla="*/ 4441372 w 4758105"/>
              <a:gd name="connsiteY3" fmla="*/ 563709 h 563709"/>
              <a:gd name="connsiteX4" fmla="*/ 82 w 4758105"/>
              <a:gd name="connsiteY4" fmla="*/ 563487 h 563709"/>
              <a:gd name="connsiteX5" fmla="*/ 108170 w 4758105"/>
              <a:gd name="connsiteY5" fmla="*/ 563487 h 563709"/>
              <a:gd name="connsiteX6" fmla="*/ 108088 w 4758105"/>
              <a:gd name="connsiteY6" fmla="*/ 563709 h 563709"/>
              <a:gd name="connsiteX7" fmla="*/ 0 w 4758105"/>
              <a:gd name="connsiteY7" fmla="*/ 563709 h 563709"/>
              <a:gd name="connsiteX8" fmla="*/ 4758023 w 4758105"/>
              <a:gd name="connsiteY8" fmla="*/ 221 h 563709"/>
              <a:gd name="connsiteX9" fmla="*/ 4758105 w 4758105"/>
              <a:gd name="connsiteY9" fmla="*/ 221 h 563709"/>
              <a:gd name="connsiteX10" fmla="*/ 4758105 w 4758105"/>
              <a:gd name="connsiteY10" fmla="*/ 563487 h 563709"/>
              <a:gd name="connsiteX11" fmla="*/ 4549542 w 4758105"/>
              <a:gd name="connsiteY11" fmla="*/ 563487 h 563709"/>
              <a:gd name="connsiteX12" fmla="*/ 316651 w 4758105"/>
              <a:gd name="connsiteY12" fmla="*/ 221 h 563709"/>
              <a:gd name="connsiteX13" fmla="*/ 4649935 w 4758105"/>
              <a:gd name="connsiteY13" fmla="*/ 221 h 563709"/>
              <a:gd name="connsiteX14" fmla="*/ 4441454 w 4758105"/>
              <a:gd name="connsiteY14" fmla="*/ 563487 h 563709"/>
              <a:gd name="connsiteX15" fmla="*/ 108170 w 4758105"/>
              <a:gd name="connsiteY15" fmla="*/ 563487 h 563709"/>
              <a:gd name="connsiteX16" fmla="*/ 0 w 4758105"/>
              <a:gd name="connsiteY16" fmla="*/ 221 h 563709"/>
              <a:gd name="connsiteX17" fmla="*/ 208563 w 4758105"/>
              <a:gd name="connsiteY17" fmla="*/ 221 h 563709"/>
              <a:gd name="connsiteX18" fmla="*/ 82 w 4758105"/>
              <a:gd name="connsiteY18" fmla="*/ 563487 h 563709"/>
              <a:gd name="connsiteX19" fmla="*/ 0 w 4758105"/>
              <a:gd name="connsiteY19" fmla="*/ 563487 h 563709"/>
              <a:gd name="connsiteX20" fmla="*/ 4650017 w 4758105"/>
              <a:gd name="connsiteY20" fmla="*/ 0 h 563709"/>
              <a:gd name="connsiteX21" fmla="*/ 4758105 w 4758105"/>
              <a:gd name="connsiteY21" fmla="*/ 0 h 563709"/>
              <a:gd name="connsiteX22" fmla="*/ 4758023 w 4758105"/>
              <a:gd name="connsiteY22" fmla="*/ 221 h 563709"/>
              <a:gd name="connsiteX23" fmla="*/ 4649935 w 4758105"/>
              <a:gd name="connsiteY23" fmla="*/ 221 h 563709"/>
              <a:gd name="connsiteX24" fmla="*/ 208645 w 4758105"/>
              <a:gd name="connsiteY24" fmla="*/ 0 h 563709"/>
              <a:gd name="connsiteX25" fmla="*/ 316733 w 4758105"/>
              <a:gd name="connsiteY25" fmla="*/ 0 h 563709"/>
              <a:gd name="connsiteX26" fmla="*/ 316651 w 4758105"/>
              <a:gd name="connsiteY26" fmla="*/ 221 h 563709"/>
              <a:gd name="connsiteX27" fmla="*/ 208563 w 4758105"/>
              <a:gd name="connsiteY27" fmla="*/ 221 h 563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58105" h="563709">
                <a:moveTo>
                  <a:pt x="4441454" y="563487"/>
                </a:moveTo>
                <a:lnTo>
                  <a:pt x="4549542" y="563487"/>
                </a:lnTo>
                <a:lnTo>
                  <a:pt x="4549460" y="563709"/>
                </a:lnTo>
                <a:lnTo>
                  <a:pt x="4441372" y="563709"/>
                </a:lnTo>
                <a:close/>
                <a:moveTo>
                  <a:pt x="82" y="563487"/>
                </a:moveTo>
                <a:lnTo>
                  <a:pt x="108170" y="563487"/>
                </a:lnTo>
                <a:lnTo>
                  <a:pt x="108088" y="563709"/>
                </a:lnTo>
                <a:lnTo>
                  <a:pt x="0" y="563709"/>
                </a:lnTo>
                <a:close/>
                <a:moveTo>
                  <a:pt x="4758023" y="221"/>
                </a:moveTo>
                <a:lnTo>
                  <a:pt x="4758105" y="221"/>
                </a:lnTo>
                <a:lnTo>
                  <a:pt x="4758105" y="563487"/>
                </a:lnTo>
                <a:lnTo>
                  <a:pt x="4549542" y="563487"/>
                </a:lnTo>
                <a:close/>
                <a:moveTo>
                  <a:pt x="316651" y="221"/>
                </a:moveTo>
                <a:lnTo>
                  <a:pt x="4649935" y="221"/>
                </a:lnTo>
                <a:lnTo>
                  <a:pt x="4441454" y="563487"/>
                </a:lnTo>
                <a:lnTo>
                  <a:pt x="108170" y="563487"/>
                </a:lnTo>
                <a:close/>
                <a:moveTo>
                  <a:pt x="0" y="221"/>
                </a:moveTo>
                <a:lnTo>
                  <a:pt x="208563" y="221"/>
                </a:lnTo>
                <a:lnTo>
                  <a:pt x="82" y="563487"/>
                </a:lnTo>
                <a:lnTo>
                  <a:pt x="0" y="563487"/>
                </a:lnTo>
                <a:close/>
                <a:moveTo>
                  <a:pt x="4650017" y="0"/>
                </a:moveTo>
                <a:lnTo>
                  <a:pt x="4758105" y="0"/>
                </a:lnTo>
                <a:lnTo>
                  <a:pt x="4758023" y="221"/>
                </a:lnTo>
                <a:lnTo>
                  <a:pt x="4649935" y="221"/>
                </a:lnTo>
                <a:close/>
                <a:moveTo>
                  <a:pt x="208645" y="0"/>
                </a:moveTo>
                <a:lnTo>
                  <a:pt x="316733" y="0"/>
                </a:lnTo>
                <a:lnTo>
                  <a:pt x="316651" y="221"/>
                </a:lnTo>
                <a:lnTo>
                  <a:pt x="208563" y="221"/>
                </a:lnTo>
                <a:close/>
              </a:path>
            </a:pathLst>
          </a:custGeom>
          <a:solidFill>
            <a:srgbClr val="CC0066"/>
          </a:solidFill>
          <a:ln w="12700" cap="flat" cmpd="sng" algn="ctr">
            <a:noFill/>
            <a:prstDash val="solid"/>
            <a:miter lim="800000"/>
          </a:ln>
          <a:effectLst/>
        </p:spPr>
        <p:txBody>
          <a:bodyPr anchor="ctr">
            <a:normAutofit/>
          </a:bodyPr>
          <a:lstStyle/>
          <a:p>
            <a:pPr algn="ctr" eaLnBrk="1" fontAlgn="auto" hangingPunct="1">
              <a:spcBef>
                <a:spcPts val="0"/>
              </a:spcBef>
              <a:spcAft>
                <a:spcPts val="0"/>
              </a:spcAft>
              <a:defRPr/>
            </a:pPr>
            <a:r>
              <a:rPr sz="2400" b="1" kern="0" dirty="0" smtClean="0">
                <a:solidFill>
                  <a:srgbClr val="FFFFFF"/>
                </a:solidFill>
                <a:latin typeface="微软雅黑" panose="020B0503020204020204" charset="-122"/>
                <a:ea typeface="微软雅黑" panose="020B0503020204020204" charset="-122"/>
                <a:cs typeface="Arial" panose="020B0604020202020204" pitchFamily="34" charset="0"/>
              </a:rPr>
              <a:t>1）注意需求描述用语</a:t>
            </a:r>
          </a:p>
        </p:txBody>
      </p:sp>
      <p:sp>
        <p:nvSpPr>
          <p:cNvPr id="6" name="文本框 34"/>
          <p:cNvSpPr txBox="1"/>
          <p:nvPr/>
        </p:nvSpPr>
        <p:spPr>
          <a:xfrm>
            <a:off x="971550" y="1831975"/>
            <a:ext cx="10059035" cy="1255728"/>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endParaRPr lang="en-US" altLang="zh-CN" dirty="0" smtClean="0">
              <a:solidFill>
                <a:schemeClr val="bg2">
                  <a:lumMod val="50000"/>
                </a:schemeClr>
              </a:solidFill>
              <a:sym typeface="+mn-ea"/>
            </a:endParaRPr>
          </a:p>
          <a:p>
            <a:pPr>
              <a:lnSpc>
                <a:spcPct val="110000"/>
              </a:lnSpc>
            </a:pPr>
            <a:r>
              <a:rPr lang="en-US" altLang="zh-CN" b="1" dirty="0" smtClean="0">
                <a:latin typeface="微软雅黑" panose="020B0503020204020204" charset="-122"/>
                <a:ea typeface="微软雅黑" panose="020B0503020204020204" charset="-122"/>
                <a:sym typeface="+mn-ea"/>
              </a:rPr>
              <a:t>2</a:t>
            </a:r>
            <a:r>
              <a:rPr lang="zh-CN" altLang="zh-CN" b="1" dirty="0" smtClean="0">
                <a:latin typeface="微软雅黑" panose="020B0503020204020204" charset="-122"/>
                <a:ea typeface="微软雅黑" panose="020B0503020204020204" charset="-122"/>
                <a:sym typeface="+mn-ea"/>
              </a:rPr>
              <a:t>．需求分析</a:t>
            </a:r>
            <a:r>
              <a:rPr lang="zh-CN" altLang="en-US" b="1" dirty="0" smtClean="0">
                <a:latin typeface="微软雅黑" panose="020B0503020204020204" charset="-122"/>
                <a:ea typeface="微软雅黑" panose="020B0503020204020204" charset="-122"/>
                <a:sym typeface="+mn-ea"/>
              </a:rPr>
              <a:t>原则</a:t>
            </a:r>
            <a:endParaRPr lang="zh-CN" altLang="zh-CN" b="1" dirty="0" smtClean="0">
              <a:latin typeface="微软雅黑" panose="020B0503020204020204" charset="-122"/>
              <a:ea typeface="微软雅黑" panose="020B0503020204020204" charset="-122"/>
              <a:sym typeface="+mn-ea"/>
            </a:endParaRPr>
          </a:p>
          <a:p>
            <a:r>
              <a:rPr lang="zh-CN" altLang="zh-CN" dirty="0" smtClean="0">
                <a:latin typeface="微软雅黑" panose="020B0503020204020204" charset="-122"/>
                <a:ea typeface="微软雅黑" panose="020B0503020204020204" charset="-122"/>
                <a:sym typeface="+mn-ea"/>
              </a:rPr>
              <a:t>需求分析过程是一个提炼用户需求的过程，需要将用户的需求描述提炼成</a:t>
            </a:r>
            <a:r>
              <a:rPr lang="en-US" altLang="zh-CN" dirty="0" smtClean="0">
                <a:latin typeface="微软雅黑" panose="020B0503020204020204" charset="-122"/>
                <a:ea typeface="微软雅黑" panose="020B0503020204020204" charset="-122"/>
                <a:sym typeface="+mn-ea"/>
              </a:rPr>
              <a:t>Web</a:t>
            </a:r>
            <a:r>
              <a:rPr lang="zh-CN" altLang="zh-CN" dirty="0" smtClean="0">
                <a:latin typeface="微软雅黑" panose="020B0503020204020204" charset="-122"/>
                <a:ea typeface="微软雅黑" panose="020B0503020204020204" charset="-122"/>
                <a:sym typeface="+mn-ea"/>
              </a:rPr>
              <a:t>应用开发中可以为所有业务相关人员都能理解的形式，对于这一复杂过程一般需要遵循一定的原则。</a:t>
            </a:r>
            <a:endParaRPr lang="zh-CN" altLang="zh-CN" dirty="0">
              <a:latin typeface="微软雅黑" panose="020B0503020204020204" charset="-122"/>
              <a:ea typeface="微软雅黑" panose="020B0503020204020204" charset="-122"/>
              <a:sym typeface="+mn-ea"/>
            </a:endParaRPr>
          </a:p>
        </p:txBody>
      </p:sp>
    </p:spTree>
    <p:custDataLst>
      <p:tags r:id="rId1"/>
    </p:custDataLst>
  </p:cSld>
  <p:clrMapOvr>
    <a:masterClrMapping/>
  </p:clrMapOvr>
  <p:transition>
    <p:zoom dir="in"/>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err="1" smtClean="0">
                <a:solidFill>
                  <a:srgbClr val="FF0000"/>
                </a:solidFill>
                <a:sym typeface="+mn-ea"/>
              </a:rPr>
              <a:t>WebApp</a:t>
            </a:r>
            <a:r>
              <a:rPr lang="zh-CN" altLang="en-US" dirty="0" smtClean="0">
                <a:solidFill>
                  <a:srgbClr val="FF0000"/>
                </a:solidFill>
                <a:sym typeface="+mn-ea"/>
              </a:rPr>
              <a:t>设计</a:t>
            </a:r>
            <a:r>
              <a:rPr lang="en-US" altLang="zh-CN" dirty="0" smtClean="0">
                <a:solidFill>
                  <a:srgbClr val="FF0000"/>
                </a:solidFill>
              </a:rPr>
              <a:t/>
            </a:r>
            <a:br>
              <a:rPr lang="en-US" altLang="zh-CN" dirty="0" smtClean="0">
                <a:solidFill>
                  <a:srgbClr val="FF0000"/>
                </a:solidFill>
              </a:rPr>
            </a:br>
            <a:endParaRPr lang="zh-CN" altLang="en-US"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8.6.3 </a:t>
            </a:r>
            <a:r>
              <a:rPr lang="en-US" sz="2400" dirty="0" err="1" smtClean="0">
                <a:solidFill>
                  <a:schemeClr val="tx1"/>
                </a:solidFill>
              </a:rPr>
              <a:t>WebApp</a:t>
            </a:r>
            <a:r>
              <a:rPr lang="zh-CN" altLang="en-US" sz="2400" dirty="0" smtClean="0">
                <a:solidFill>
                  <a:schemeClr val="tx1"/>
                </a:solidFill>
              </a:rPr>
              <a:t>需求分析</a:t>
            </a:r>
          </a:p>
        </p:txBody>
      </p:sp>
      <p:sp>
        <p:nvSpPr>
          <p:cNvPr id="9" name="MH_Text_1"/>
          <p:cNvSpPr/>
          <p:nvPr>
            <p:custDataLst>
              <p:tags r:id="rId2"/>
            </p:custDataLst>
          </p:nvPr>
        </p:nvSpPr>
        <p:spPr>
          <a:xfrm>
            <a:off x="1471084" y="3092835"/>
            <a:ext cx="9060281" cy="2701925"/>
          </a:xfrm>
          <a:prstGeom prst="rect">
            <a:avLst/>
          </a:prstGeom>
          <a:noFill/>
          <a:ln w="12700" cap="flat" cmpd="sng" algn="ctr">
            <a:solidFill>
              <a:srgbClr val="CC0066"/>
            </a:solidFill>
            <a:prstDash val="solid"/>
            <a:miter lim="800000"/>
          </a:ln>
          <a:effectLst/>
        </p:spPr>
        <p:txBody>
          <a:bodyPr anchor="ctr">
            <a:normAutofit/>
          </a:bodyPr>
          <a:lstStyle/>
          <a:p>
            <a:pPr indent="457200">
              <a:lnSpc>
                <a:spcPct val="120000"/>
              </a:lnSpc>
            </a:pPr>
            <a:r>
              <a:rPr dirty="0" smtClean="0">
                <a:latin typeface="微软雅黑" panose="020B0503020204020204" charset="-122"/>
                <a:ea typeface="微软雅黑" panose="020B0503020204020204" charset="-122"/>
                <a:sym typeface="+mn-ea"/>
              </a:rPr>
              <a:t>只有分析人员更好地了解客户的业务及目标，才能使产品更好地满足需要。这将有助于开发人员设计出真正满足客户需要并达到期望的优秀Web应用系统。客户可以邀请开发和分析人员观察用户的工作流程。如果是旧系统切换到新系统，则开发人员和需求分析人员应使用目前的旧系统，有助于了解目前系统的工作流程，以便在新的系统中进行改进。如果是以前没有的系统，则应该对之前人工的工作方式进行分析，抽取出业务流程以便在系统中实现。</a:t>
            </a:r>
          </a:p>
        </p:txBody>
      </p:sp>
      <p:sp>
        <p:nvSpPr>
          <p:cNvPr id="10" name="MH_SubTitle_1"/>
          <p:cNvSpPr/>
          <p:nvPr>
            <p:custDataLst>
              <p:tags r:id="rId3"/>
            </p:custDataLst>
          </p:nvPr>
        </p:nvSpPr>
        <p:spPr>
          <a:xfrm>
            <a:off x="1471084" y="2532447"/>
            <a:ext cx="6343649" cy="563563"/>
          </a:xfrm>
          <a:custGeom>
            <a:avLst/>
            <a:gdLst>
              <a:gd name="connsiteX0" fmla="*/ 4441454 w 4758105"/>
              <a:gd name="connsiteY0" fmla="*/ 563487 h 563709"/>
              <a:gd name="connsiteX1" fmla="*/ 4549542 w 4758105"/>
              <a:gd name="connsiteY1" fmla="*/ 563487 h 563709"/>
              <a:gd name="connsiteX2" fmla="*/ 4549460 w 4758105"/>
              <a:gd name="connsiteY2" fmla="*/ 563709 h 563709"/>
              <a:gd name="connsiteX3" fmla="*/ 4441372 w 4758105"/>
              <a:gd name="connsiteY3" fmla="*/ 563709 h 563709"/>
              <a:gd name="connsiteX4" fmla="*/ 82 w 4758105"/>
              <a:gd name="connsiteY4" fmla="*/ 563487 h 563709"/>
              <a:gd name="connsiteX5" fmla="*/ 108170 w 4758105"/>
              <a:gd name="connsiteY5" fmla="*/ 563487 h 563709"/>
              <a:gd name="connsiteX6" fmla="*/ 108088 w 4758105"/>
              <a:gd name="connsiteY6" fmla="*/ 563709 h 563709"/>
              <a:gd name="connsiteX7" fmla="*/ 0 w 4758105"/>
              <a:gd name="connsiteY7" fmla="*/ 563709 h 563709"/>
              <a:gd name="connsiteX8" fmla="*/ 4758023 w 4758105"/>
              <a:gd name="connsiteY8" fmla="*/ 221 h 563709"/>
              <a:gd name="connsiteX9" fmla="*/ 4758105 w 4758105"/>
              <a:gd name="connsiteY9" fmla="*/ 221 h 563709"/>
              <a:gd name="connsiteX10" fmla="*/ 4758105 w 4758105"/>
              <a:gd name="connsiteY10" fmla="*/ 563487 h 563709"/>
              <a:gd name="connsiteX11" fmla="*/ 4549542 w 4758105"/>
              <a:gd name="connsiteY11" fmla="*/ 563487 h 563709"/>
              <a:gd name="connsiteX12" fmla="*/ 316651 w 4758105"/>
              <a:gd name="connsiteY12" fmla="*/ 221 h 563709"/>
              <a:gd name="connsiteX13" fmla="*/ 4649935 w 4758105"/>
              <a:gd name="connsiteY13" fmla="*/ 221 h 563709"/>
              <a:gd name="connsiteX14" fmla="*/ 4441454 w 4758105"/>
              <a:gd name="connsiteY14" fmla="*/ 563487 h 563709"/>
              <a:gd name="connsiteX15" fmla="*/ 108170 w 4758105"/>
              <a:gd name="connsiteY15" fmla="*/ 563487 h 563709"/>
              <a:gd name="connsiteX16" fmla="*/ 0 w 4758105"/>
              <a:gd name="connsiteY16" fmla="*/ 221 h 563709"/>
              <a:gd name="connsiteX17" fmla="*/ 208563 w 4758105"/>
              <a:gd name="connsiteY17" fmla="*/ 221 h 563709"/>
              <a:gd name="connsiteX18" fmla="*/ 82 w 4758105"/>
              <a:gd name="connsiteY18" fmla="*/ 563487 h 563709"/>
              <a:gd name="connsiteX19" fmla="*/ 0 w 4758105"/>
              <a:gd name="connsiteY19" fmla="*/ 563487 h 563709"/>
              <a:gd name="connsiteX20" fmla="*/ 4650017 w 4758105"/>
              <a:gd name="connsiteY20" fmla="*/ 0 h 563709"/>
              <a:gd name="connsiteX21" fmla="*/ 4758105 w 4758105"/>
              <a:gd name="connsiteY21" fmla="*/ 0 h 563709"/>
              <a:gd name="connsiteX22" fmla="*/ 4758023 w 4758105"/>
              <a:gd name="connsiteY22" fmla="*/ 221 h 563709"/>
              <a:gd name="connsiteX23" fmla="*/ 4649935 w 4758105"/>
              <a:gd name="connsiteY23" fmla="*/ 221 h 563709"/>
              <a:gd name="connsiteX24" fmla="*/ 208645 w 4758105"/>
              <a:gd name="connsiteY24" fmla="*/ 0 h 563709"/>
              <a:gd name="connsiteX25" fmla="*/ 316733 w 4758105"/>
              <a:gd name="connsiteY25" fmla="*/ 0 h 563709"/>
              <a:gd name="connsiteX26" fmla="*/ 316651 w 4758105"/>
              <a:gd name="connsiteY26" fmla="*/ 221 h 563709"/>
              <a:gd name="connsiteX27" fmla="*/ 208563 w 4758105"/>
              <a:gd name="connsiteY27" fmla="*/ 221 h 563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58105" h="563709">
                <a:moveTo>
                  <a:pt x="4441454" y="563487"/>
                </a:moveTo>
                <a:lnTo>
                  <a:pt x="4549542" y="563487"/>
                </a:lnTo>
                <a:lnTo>
                  <a:pt x="4549460" y="563709"/>
                </a:lnTo>
                <a:lnTo>
                  <a:pt x="4441372" y="563709"/>
                </a:lnTo>
                <a:close/>
                <a:moveTo>
                  <a:pt x="82" y="563487"/>
                </a:moveTo>
                <a:lnTo>
                  <a:pt x="108170" y="563487"/>
                </a:lnTo>
                <a:lnTo>
                  <a:pt x="108088" y="563709"/>
                </a:lnTo>
                <a:lnTo>
                  <a:pt x="0" y="563709"/>
                </a:lnTo>
                <a:close/>
                <a:moveTo>
                  <a:pt x="4758023" y="221"/>
                </a:moveTo>
                <a:lnTo>
                  <a:pt x="4758105" y="221"/>
                </a:lnTo>
                <a:lnTo>
                  <a:pt x="4758105" y="563487"/>
                </a:lnTo>
                <a:lnTo>
                  <a:pt x="4549542" y="563487"/>
                </a:lnTo>
                <a:close/>
                <a:moveTo>
                  <a:pt x="316651" y="221"/>
                </a:moveTo>
                <a:lnTo>
                  <a:pt x="4649935" y="221"/>
                </a:lnTo>
                <a:lnTo>
                  <a:pt x="4441454" y="563487"/>
                </a:lnTo>
                <a:lnTo>
                  <a:pt x="108170" y="563487"/>
                </a:lnTo>
                <a:close/>
                <a:moveTo>
                  <a:pt x="0" y="221"/>
                </a:moveTo>
                <a:lnTo>
                  <a:pt x="208563" y="221"/>
                </a:lnTo>
                <a:lnTo>
                  <a:pt x="82" y="563487"/>
                </a:lnTo>
                <a:lnTo>
                  <a:pt x="0" y="563487"/>
                </a:lnTo>
                <a:close/>
                <a:moveTo>
                  <a:pt x="4650017" y="0"/>
                </a:moveTo>
                <a:lnTo>
                  <a:pt x="4758105" y="0"/>
                </a:lnTo>
                <a:lnTo>
                  <a:pt x="4758023" y="221"/>
                </a:lnTo>
                <a:lnTo>
                  <a:pt x="4649935" y="221"/>
                </a:lnTo>
                <a:close/>
                <a:moveTo>
                  <a:pt x="208645" y="0"/>
                </a:moveTo>
                <a:lnTo>
                  <a:pt x="316733" y="0"/>
                </a:lnTo>
                <a:lnTo>
                  <a:pt x="316651" y="221"/>
                </a:lnTo>
                <a:lnTo>
                  <a:pt x="208563" y="221"/>
                </a:lnTo>
                <a:close/>
              </a:path>
            </a:pathLst>
          </a:custGeom>
          <a:solidFill>
            <a:srgbClr val="CC0066"/>
          </a:solidFill>
          <a:ln w="12700" cap="flat" cmpd="sng" algn="ctr">
            <a:noFill/>
            <a:prstDash val="solid"/>
            <a:miter lim="800000"/>
          </a:ln>
          <a:effectLst/>
        </p:spPr>
        <p:txBody>
          <a:bodyPr anchor="ctr">
            <a:normAutofit/>
          </a:bodyPr>
          <a:lstStyle/>
          <a:p>
            <a:pPr algn="ctr" eaLnBrk="1" fontAlgn="auto" hangingPunct="1">
              <a:spcBef>
                <a:spcPts val="0"/>
              </a:spcBef>
              <a:spcAft>
                <a:spcPts val="0"/>
              </a:spcAft>
              <a:defRPr/>
            </a:pPr>
            <a:r>
              <a:rPr sz="2400" b="1" kern="0" dirty="0" smtClean="0">
                <a:solidFill>
                  <a:srgbClr val="FFFFFF"/>
                </a:solidFill>
                <a:latin typeface="微软雅黑" panose="020B0503020204020204" charset="-122"/>
                <a:ea typeface="微软雅黑" panose="020B0503020204020204" charset="-122"/>
                <a:cs typeface="Arial" panose="020B0604020202020204" pitchFamily="34" charset="0"/>
              </a:rPr>
              <a:t>2）了解客户业务</a:t>
            </a:r>
          </a:p>
        </p:txBody>
      </p:sp>
    </p:spTree>
    <p:custDataLst>
      <p:tags r:id="rId1"/>
    </p:custDataLst>
  </p:cSld>
  <p:clrMapOvr>
    <a:masterClrMapping/>
  </p:clrMapOvr>
  <p:transition>
    <p:zoom dir="in"/>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err="1" smtClean="0">
                <a:solidFill>
                  <a:srgbClr val="FF0000"/>
                </a:solidFill>
                <a:sym typeface="+mn-ea"/>
              </a:rPr>
              <a:t>WebApp</a:t>
            </a:r>
            <a:r>
              <a:rPr lang="zh-CN" altLang="en-US" dirty="0" smtClean="0">
                <a:solidFill>
                  <a:srgbClr val="FF0000"/>
                </a:solidFill>
                <a:sym typeface="+mn-ea"/>
              </a:rPr>
              <a:t>设计</a:t>
            </a:r>
            <a:r>
              <a:rPr lang="en-US" altLang="zh-CN" dirty="0" smtClean="0">
                <a:solidFill>
                  <a:srgbClr val="FF0000"/>
                </a:solidFill>
              </a:rPr>
              <a:t/>
            </a:r>
            <a:br>
              <a:rPr lang="en-US" altLang="zh-CN" dirty="0" smtClean="0">
                <a:solidFill>
                  <a:srgbClr val="FF0000"/>
                </a:solidFill>
              </a:rPr>
            </a:br>
            <a:endParaRPr lang="zh-CN" altLang="en-US"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8.6.3 </a:t>
            </a:r>
            <a:r>
              <a:rPr lang="en-US" sz="2400" dirty="0" err="1" smtClean="0">
                <a:solidFill>
                  <a:schemeClr val="tx1"/>
                </a:solidFill>
              </a:rPr>
              <a:t>WebApp</a:t>
            </a:r>
            <a:r>
              <a:rPr lang="zh-CN" altLang="en-US" sz="2400" dirty="0" smtClean="0">
                <a:solidFill>
                  <a:schemeClr val="tx1"/>
                </a:solidFill>
              </a:rPr>
              <a:t>需求分析</a:t>
            </a:r>
          </a:p>
        </p:txBody>
      </p:sp>
      <p:sp>
        <p:nvSpPr>
          <p:cNvPr id="9" name="MH_Text_1"/>
          <p:cNvSpPr/>
          <p:nvPr>
            <p:custDataLst>
              <p:tags r:id="rId2"/>
            </p:custDataLst>
          </p:nvPr>
        </p:nvSpPr>
        <p:spPr>
          <a:xfrm>
            <a:off x="1471084" y="3092835"/>
            <a:ext cx="9060281" cy="2701925"/>
          </a:xfrm>
          <a:prstGeom prst="rect">
            <a:avLst/>
          </a:prstGeom>
          <a:noFill/>
          <a:ln w="12700" cap="flat" cmpd="sng" algn="ctr">
            <a:solidFill>
              <a:srgbClr val="CC0066"/>
            </a:solidFill>
            <a:prstDash val="solid"/>
            <a:miter lim="800000"/>
          </a:ln>
          <a:effectLst/>
        </p:spPr>
        <p:txBody>
          <a:bodyPr anchor="ctr">
            <a:normAutofit/>
          </a:bodyPr>
          <a:lstStyle/>
          <a:p>
            <a:pPr indent="457200">
              <a:lnSpc>
                <a:spcPct val="120000"/>
              </a:lnSpc>
            </a:pPr>
            <a:r>
              <a:rPr dirty="0" smtClean="0">
                <a:latin typeface="微软雅黑" panose="020B0503020204020204" charset="-122"/>
                <a:ea typeface="微软雅黑" panose="020B0503020204020204" charset="-122"/>
                <a:sym typeface="+mn-ea"/>
              </a:rPr>
              <a:t>客户对Web应用的非功能特性的描述通常会比较主观。例如，客户有时要求产品“界面友好、运行高效”，但对于开发人员来讲，这些要求太主观、太抽象，其实并无实用价值。正确的做法是，分析人员通过询问和调查了解客户所要的“友好”、“高效”所包含的具体特性，分析特性之间的影响，在性能代价和所提出解决方案的预期利益之间做出权衡，以确保做出合理的取舍。</a:t>
            </a:r>
          </a:p>
        </p:txBody>
      </p:sp>
      <p:sp>
        <p:nvSpPr>
          <p:cNvPr id="10" name="MH_SubTitle_1"/>
          <p:cNvSpPr/>
          <p:nvPr>
            <p:custDataLst>
              <p:tags r:id="rId3"/>
            </p:custDataLst>
          </p:nvPr>
        </p:nvSpPr>
        <p:spPr>
          <a:xfrm>
            <a:off x="1471084" y="2532447"/>
            <a:ext cx="6343649" cy="563563"/>
          </a:xfrm>
          <a:custGeom>
            <a:avLst/>
            <a:gdLst>
              <a:gd name="connsiteX0" fmla="*/ 4441454 w 4758105"/>
              <a:gd name="connsiteY0" fmla="*/ 563487 h 563709"/>
              <a:gd name="connsiteX1" fmla="*/ 4549542 w 4758105"/>
              <a:gd name="connsiteY1" fmla="*/ 563487 h 563709"/>
              <a:gd name="connsiteX2" fmla="*/ 4549460 w 4758105"/>
              <a:gd name="connsiteY2" fmla="*/ 563709 h 563709"/>
              <a:gd name="connsiteX3" fmla="*/ 4441372 w 4758105"/>
              <a:gd name="connsiteY3" fmla="*/ 563709 h 563709"/>
              <a:gd name="connsiteX4" fmla="*/ 82 w 4758105"/>
              <a:gd name="connsiteY4" fmla="*/ 563487 h 563709"/>
              <a:gd name="connsiteX5" fmla="*/ 108170 w 4758105"/>
              <a:gd name="connsiteY5" fmla="*/ 563487 h 563709"/>
              <a:gd name="connsiteX6" fmla="*/ 108088 w 4758105"/>
              <a:gd name="connsiteY6" fmla="*/ 563709 h 563709"/>
              <a:gd name="connsiteX7" fmla="*/ 0 w 4758105"/>
              <a:gd name="connsiteY7" fmla="*/ 563709 h 563709"/>
              <a:gd name="connsiteX8" fmla="*/ 4758023 w 4758105"/>
              <a:gd name="connsiteY8" fmla="*/ 221 h 563709"/>
              <a:gd name="connsiteX9" fmla="*/ 4758105 w 4758105"/>
              <a:gd name="connsiteY9" fmla="*/ 221 h 563709"/>
              <a:gd name="connsiteX10" fmla="*/ 4758105 w 4758105"/>
              <a:gd name="connsiteY10" fmla="*/ 563487 h 563709"/>
              <a:gd name="connsiteX11" fmla="*/ 4549542 w 4758105"/>
              <a:gd name="connsiteY11" fmla="*/ 563487 h 563709"/>
              <a:gd name="connsiteX12" fmla="*/ 316651 w 4758105"/>
              <a:gd name="connsiteY12" fmla="*/ 221 h 563709"/>
              <a:gd name="connsiteX13" fmla="*/ 4649935 w 4758105"/>
              <a:gd name="connsiteY13" fmla="*/ 221 h 563709"/>
              <a:gd name="connsiteX14" fmla="*/ 4441454 w 4758105"/>
              <a:gd name="connsiteY14" fmla="*/ 563487 h 563709"/>
              <a:gd name="connsiteX15" fmla="*/ 108170 w 4758105"/>
              <a:gd name="connsiteY15" fmla="*/ 563487 h 563709"/>
              <a:gd name="connsiteX16" fmla="*/ 0 w 4758105"/>
              <a:gd name="connsiteY16" fmla="*/ 221 h 563709"/>
              <a:gd name="connsiteX17" fmla="*/ 208563 w 4758105"/>
              <a:gd name="connsiteY17" fmla="*/ 221 h 563709"/>
              <a:gd name="connsiteX18" fmla="*/ 82 w 4758105"/>
              <a:gd name="connsiteY18" fmla="*/ 563487 h 563709"/>
              <a:gd name="connsiteX19" fmla="*/ 0 w 4758105"/>
              <a:gd name="connsiteY19" fmla="*/ 563487 h 563709"/>
              <a:gd name="connsiteX20" fmla="*/ 4650017 w 4758105"/>
              <a:gd name="connsiteY20" fmla="*/ 0 h 563709"/>
              <a:gd name="connsiteX21" fmla="*/ 4758105 w 4758105"/>
              <a:gd name="connsiteY21" fmla="*/ 0 h 563709"/>
              <a:gd name="connsiteX22" fmla="*/ 4758023 w 4758105"/>
              <a:gd name="connsiteY22" fmla="*/ 221 h 563709"/>
              <a:gd name="connsiteX23" fmla="*/ 4649935 w 4758105"/>
              <a:gd name="connsiteY23" fmla="*/ 221 h 563709"/>
              <a:gd name="connsiteX24" fmla="*/ 208645 w 4758105"/>
              <a:gd name="connsiteY24" fmla="*/ 0 h 563709"/>
              <a:gd name="connsiteX25" fmla="*/ 316733 w 4758105"/>
              <a:gd name="connsiteY25" fmla="*/ 0 h 563709"/>
              <a:gd name="connsiteX26" fmla="*/ 316651 w 4758105"/>
              <a:gd name="connsiteY26" fmla="*/ 221 h 563709"/>
              <a:gd name="connsiteX27" fmla="*/ 208563 w 4758105"/>
              <a:gd name="connsiteY27" fmla="*/ 221 h 563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58105" h="563709">
                <a:moveTo>
                  <a:pt x="4441454" y="563487"/>
                </a:moveTo>
                <a:lnTo>
                  <a:pt x="4549542" y="563487"/>
                </a:lnTo>
                <a:lnTo>
                  <a:pt x="4549460" y="563709"/>
                </a:lnTo>
                <a:lnTo>
                  <a:pt x="4441372" y="563709"/>
                </a:lnTo>
                <a:close/>
                <a:moveTo>
                  <a:pt x="82" y="563487"/>
                </a:moveTo>
                <a:lnTo>
                  <a:pt x="108170" y="563487"/>
                </a:lnTo>
                <a:lnTo>
                  <a:pt x="108088" y="563709"/>
                </a:lnTo>
                <a:lnTo>
                  <a:pt x="0" y="563709"/>
                </a:lnTo>
                <a:close/>
                <a:moveTo>
                  <a:pt x="4758023" y="221"/>
                </a:moveTo>
                <a:lnTo>
                  <a:pt x="4758105" y="221"/>
                </a:lnTo>
                <a:lnTo>
                  <a:pt x="4758105" y="563487"/>
                </a:lnTo>
                <a:lnTo>
                  <a:pt x="4549542" y="563487"/>
                </a:lnTo>
                <a:close/>
                <a:moveTo>
                  <a:pt x="316651" y="221"/>
                </a:moveTo>
                <a:lnTo>
                  <a:pt x="4649935" y="221"/>
                </a:lnTo>
                <a:lnTo>
                  <a:pt x="4441454" y="563487"/>
                </a:lnTo>
                <a:lnTo>
                  <a:pt x="108170" y="563487"/>
                </a:lnTo>
                <a:close/>
                <a:moveTo>
                  <a:pt x="0" y="221"/>
                </a:moveTo>
                <a:lnTo>
                  <a:pt x="208563" y="221"/>
                </a:lnTo>
                <a:lnTo>
                  <a:pt x="82" y="563487"/>
                </a:lnTo>
                <a:lnTo>
                  <a:pt x="0" y="563487"/>
                </a:lnTo>
                <a:close/>
                <a:moveTo>
                  <a:pt x="4650017" y="0"/>
                </a:moveTo>
                <a:lnTo>
                  <a:pt x="4758105" y="0"/>
                </a:lnTo>
                <a:lnTo>
                  <a:pt x="4758023" y="221"/>
                </a:lnTo>
                <a:lnTo>
                  <a:pt x="4649935" y="221"/>
                </a:lnTo>
                <a:close/>
                <a:moveTo>
                  <a:pt x="208645" y="0"/>
                </a:moveTo>
                <a:lnTo>
                  <a:pt x="316733" y="0"/>
                </a:lnTo>
                <a:lnTo>
                  <a:pt x="316651" y="221"/>
                </a:lnTo>
                <a:lnTo>
                  <a:pt x="208563" y="221"/>
                </a:lnTo>
                <a:close/>
              </a:path>
            </a:pathLst>
          </a:custGeom>
          <a:solidFill>
            <a:srgbClr val="CC0066"/>
          </a:solidFill>
          <a:ln w="12700" cap="flat" cmpd="sng" algn="ctr">
            <a:noFill/>
            <a:prstDash val="solid"/>
            <a:miter lim="800000"/>
          </a:ln>
          <a:effectLst/>
        </p:spPr>
        <p:txBody>
          <a:bodyPr anchor="ctr">
            <a:normAutofit/>
          </a:bodyPr>
          <a:lstStyle/>
          <a:p>
            <a:pPr algn="ctr" eaLnBrk="1" fontAlgn="auto" hangingPunct="1">
              <a:spcBef>
                <a:spcPts val="0"/>
              </a:spcBef>
              <a:spcAft>
                <a:spcPts val="0"/>
              </a:spcAft>
              <a:defRPr/>
            </a:pPr>
            <a:r>
              <a:rPr sz="2400" b="1" kern="0" dirty="0" smtClean="0">
                <a:solidFill>
                  <a:srgbClr val="FFFFFF"/>
                </a:solidFill>
                <a:latin typeface="微软雅黑" panose="020B0503020204020204" charset="-122"/>
                <a:ea typeface="微软雅黑" panose="020B0503020204020204" charset="-122"/>
                <a:cs typeface="Arial" panose="020B0604020202020204" pitchFamily="34" charset="0"/>
              </a:rPr>
              <a:t>3）描述产品的非功能特性</a:t>
            </a:r>
          </a:p>
        </p:txBody>
      </p:sp>
    </p:spTree>
    <p:custDataLst>
      <p:tags r:id="rId1"/>
    </p:custDataLst>
  </p:cSld>
  <p:clrMapOvr>
    <a:masterClrMapping/>
  </p:clrMapOvr>
  <p:transition>
    <p:zoom dir="in"/>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err="1" smtClean="0">
                <a:solidFill>
                  <a:srgbClr val="FF0000"/>
                </a:solidFill>
                <a:sym typeface="+mn-ea"/>
              </a:rPr>
              <a:t>WebApp</a:t>
            </a:r>
            <a:r>
              <a:rPr lang="zh-CN" altLang="en-US" dirty="0" smtClean="0">
                <a:solidFill>
                  <a:srgbClr val="FF0000"/>
                </a:solidFill>
                <a:sym typeface="+mn-ea"/>
              </a:rPr>
              <a:t>设计</a:t>
            </a:r>
            <a:r>
              <a:rPr lang="en-US" altLang="zh-CN" dirty="0" smtClean="0">
                <a:solidFill>
                  <a:srgbClr val="FF0000"/>
                </a:solidFill>
              </a:rPr>
              <a:t/>
            </a:r>
            <a:br>
              <a:rPr lang="en-US" altLang="zh-CN" dirty="0" smtClean="0">
                <a:solidFill>
                  <a:srgbClr val="FF0000"/>
                </a:solidFill>
              </a:rPr>
            </a:br>
            <a:endParaRPr lang="zh-CN" altLang="en-US"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8.6.3 </a:t>
            </a:r>
            <a:r>
              <a:rPr lang="en-US" sz="2400" dirty="0" err="1" smtClean="0">
                <a:solidFill>
                  <a:schemeClr val="tx1"/>
                </a:solidFill>
              </a:rPr>
              <a:t>WebApp</a:t>
            </a:r>
            <a:r>
              <a:rPr lang="zh-CN" altLang="en-US" sz="2400" dirty="0" smtClean="0">
                <a:solidFill>
                  <a:schemeClr val="tx1"/>
                </a:solidFill>
              </a:rPr>
              <a:t>需求分析</a:t>
            </a:r>
          </a:p>
        </p:txBody>
      </p:sp>
      <p:sp>
        <p:nvSpPr>
          <p:cNvPr id="9" name="MH_Text_1"/>
          <p:cNvSpPr/>
          <p:nvPr>
            <p:custDataLst>
              <p:tags r:id="rId2"/>
            </p:custDataLst>
          </p:nvPr>
        </p:nvSpPr>
        <p:spPr>
          <a:xfrm>
            <a:off x="1471084" y="3092835"/>
            <a:ext cx="9215113" cy="2701925"/>
          </a:xfrm>
          <a:prstGeom prst="rect">
            <a:avLst/>
          </a:prstGeom>
          <a:noFill/>
          <a:ln w="12700" cap="flat" cmpd="sng" algn="ctr">
            <a:solidFill>
              <a:srgbClr val="CC0066"/>
            </a:solidFill>
            <a:prstDash val="solid"/>
            <a:miter lim="800000"/>
          </a:ln>
          <a:effectLst/>
        </p:spPr>
        <p:txBody>
          <a:bodyPr anchor="ctr">
            <a:normAutofit/>
          </a:bodyPr>
          <a:lstStyle/>
          <a:p>
            <a:pPr indent="457200">
              <a:lnSpc>
                <a:spcPct val="120000"/>
              </a:lnSpc>
            </a:pPr>
            <a:r>
              <a:rPr dirty="0" smtClean="0">
                <a:latin typeface="微软雅黑" panose="020B0503020204020204" charset="-122"/>
                <a:ea typeface="微软雅黑" panose="020B0503020204020204" charset="-122"/>
                <a:sym typeface="+mn-ea"/>
              </a:rPr>
              <a:t>如果用户需要对需求进行变更，则开发人员应通过分析给出一个真实可信的评估，包括成本、开发时间的变更等，以便用户正确了解需求变更带来的影响。需要注意的是，开发人员不能由于不愿实施变更而随意夸大评估成本。</a:t>
            </a:r>
          </a:p>
        </p:txBody>
      </p:sp>
      <p:sp>
        <p:nvSpPr>
          <p:cNvPr id="10" name="MH_SubTitle_1"/>
          <p:cNvSpPr/>
          <p:nvPr>
            <p:custDataLst>
              <p:tags r:id="rId3"/>
            </p:custDataLst>
          </p:nvPr>
        </p:nvSpPr>
        <p:spPr>
          <a:xfrm>
            <a:off x="1471084" y="2532447"/>
            <a:ext cx="6343649" cy="563563"/>
          </a:xfrm>
          <a:custGeom>
            <a:avLst/>
            <a:gdLst>
              <a:gd name="connsiteX0" fmla="*/ 4441454 w 4758105"/>
              <a:gd name="connsiteY0" fmla="*/ 563487 h 563709"/>
              <a:gd name="connsiteX1" fmla="*/ 4549542 w 4758105"/>
              <a:gd name="connsiteY1" fmla="*/ 563487 h 563709"/>
              <a:gd name="connsiteX2" fmla="*/ 4549460 w 4758105"/>
              <a:gd name="connsiteY2" fmla="*/ 563709 h 563709"/>
              <a:gd name="connsiteX3" fmla="*/ 4441372 w 4758105"/>
              <a:gd name="connsiteY3" fmla="*/ 563709 h 563709"/>
              <a:gd name="connsiteX4" fmla="*/ 82 w 4758105"/>
              <a:gd name="connsiteY4" fmla="*/ 563487 h 563709"/>
              <a:gd name="connsiteX5" fmla="*/ 108170 w 4758105"/>
              <a:gd name="connsiteY5" fmla="*/ 563487 h 563709"/>
              <a:gd name="connsiteX6" fmla="*/ 108088 w 4758105"/>
              <a:gd name="connsiteY6" fmla="*/ 563709 h 563709"/>
              <a:gd name="connsiteX7" fmla="*/ 0 w 4758105"/>
              <a:gd name="connsiteY7" fmla="*/ 563709 h 563709"/>
              <a:gd name="connsiteX8" fmla="*/ 4758023 w 4758105"/>
              <a:gd name="connsiteY8" fmla="*/ 221 h 563709"/>
              <a:gd name="connsiteX9" fmla="*/ 4758105 w 4758105"/>
              <a:gd name="connsiteY9" fmla="*/ 221 h 563709"/>
              <a:gd name="connsiteX10" fmla="*/ 4758105 w 4758105"/>
              <a:gd name="connsiteY10" fmla="*/ 563487 h 563709"/>
              <a:gd name="connsiteX11" fmla="*/ 4549542 w 4758105"/>
              <a:gd name="connsiteY11" fmla="*/ 563487 h 563709"/>
              <a:gd name="connsiteX12" fmla="*/ 316651 w 4758105"/>
              <a:gd name="connsiteY12" fmla="*/ 221 h 563709"/>
              <a:gd name="connsiteX13" fmla="*/ 4649935 w 4758105"/>
              <a:gd name="connsiteY13" fmla="*/ 221 h 563709"/>
              <a:gd name="connsiteX14" fmla="*/ 4441454 w 4758105"/>
              <a:gd name="connsiteY14" fmla="*/ 563487 h 563709"/>
              <a:gd name="connsiteX15" fmla="*/ 108170 w 4758105"/>
              <a:gd name="connsiteY15" fmla="*/ 563487 h 563709"/>
              <a:gd name="connsiteX16" fmla="*/ 0 w 4758105"/>
              <a:gd name="connsiteY16" fmla="*/ 221 h 563709"/>
              <a:gd name="connsiteX17" fmla="*/ 208563 w 4758105"/>
              <a:gd name="connsiteY17" fmla="*/ 221 h 563709"/>
              <a:gd name="connsiteX18" fmla="*/ 82 w 4758105"/>
              <a:gd name="connsiteY18" fmla="*/ 563487 h 563709"/>
              <a:gd name="connsiteX19" fmla="*/ 0 w 4758105"/>
              <a:gd name="connsiteY19" fmla="*/ 563487 h 563709"/>
              <a:gd name="connsiteX20" fmla="*/ 4650017 w 4758105"/>
              <a:gd name="connsiteY20" fmla="*/ 0 h 563709"/>
              <a:gd name="connsiteX21" fmla="*/ 4758105 w 4758105"/>
              <a:gd name="connsiteY21" fmla="*/ 0 h 563709"/>
              <a:gd name="connsiteX22" fmla="*/ 4758023 w 4758105"/>
              <a:gd name="connsiteY22" fmla="*/ 221 h 563709"/>
              <a:gd name="connsiteX23" fmla="*/ 4649935 w 4758105"/>
              <a:gd name="connsiteY23" fmla="*/ 221 h 563709"/>
              <a:gd name="connsiteX24" fmla="*/ 208645 w 4758105"/>
              <a:gd name="connsiteY24" fmla="*/ 0 h 563709"/>
              <a:gd name="connsiteX25" fmla="*/ 316733 w 4758105"/>
              <a:gd name="connsiteY25" fmla="*/ 0 h 563709"/>
              <a:gd name="connsiteX26" fmla="*/ 316651 w 4758105"/>
              <a:gd name="connsiteY26" fmla="*/ 221 h 563709"/>
              <a:gd name="connsiteX27" fmla="*/ 208563 w 4758105"/>
              <a:gd name="connsiteY27" fmla="*/ 221 h 563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58105" h="563709">
                <a:moveTo>
                  <a:pt x="4441454" y="563487"/>
                </a:moveTo>
                <a:lnTo>
                  <a:pt x="4549542" y="563487"/>
                </a:lnTo>
                <a:lnTo>
                  <a:pt x="4549460" y="563709"/>
                </a:lnTo>
                <a:lnTo>
                  <a:pt x="4441372" y="563709"/>
                </a:lnTo>
                <a:close/>
                <a:moveTo>
                  <a:pt x="82" y="563487"/>
                </a:moveTo>
                <a:lnTo>
                  <a:pt x="108170" y="563487"/>
                </a:lnTo>
                <a:lnTo>
                  <a:pt x="108088" y="563709"/>
                </a:lnTo>
                <a:lnTo>
                  <a:pt x="0" y="563709"/>
                </a:lnTo>
                <a:close/>
                <a:moveTo>
                  <a:pt x="4758023" y="221"/>
                </a:moveTo>
                <a:lnTo>
                  <a:pt x="4758105" y="221"/>
                </a:lnTo>
                <a:lnTo>
                  <a:pt x="4758105" y="563487"/>
                </a:lnTo>
                <a:lnTo>
                  <a:pt x="4549542" y="563487"/>
                </a:lnTo>
                <a:close/>
                <a:moveTo>
                  <a:pt x="316651" y="221"/>
                </a:moveTo>
                <a:lnTo>
                  <a:pt x="4649935" y="221"/>
                </a:lnTo>
                <a:lnTo>
                  <a:pt x="4441454" y="563487"/>
                </a:lnTo>
                <a:lnTo>
                  <a:pt x="108170" y="563487"/>
                </a:lnTo>
                <a:close/>
                <a:moveTo>
                  <a:pt x="0" y="221"/>
                </a:moveTo>
                <a:lnTo>
                  <a:pt x="208563" y="221"/>
                </a:lnTo>
                <a:lnTo>
                  <a:pt x="82" y="563487"/>
                </a:lnTo>
                <a:lnTo>
                  <a:pt x="0" y="563487"/>
                </a:lnTo>
                <a:close/>
                <a:moveTo>
                  <a:pt x="4650017" y="0"/>
                </a:moveTo>
                <a:lnTo>
                  <a:pt x="4758105" y="0"/>
                </a:lnTo>
                <a:lnTo>
                  <a:pt x="4758023" y="221"/>
                </a:lnTo>
                <a:lnTo>
                  <a:pt x="4649935" y="221"/>
                </a:lnTo>
                <a:close/>
                <a:moveTo>
                  <a:pt x="208645" y="0"/>
                </a:moveTo>
                <a:lnTo>
                  <a:pt x="316733" y="0"/>
                </a:lnTo>
                <a:lnTo>
                  <a:pt x="316651" y="221"/>
                </a:lnTo>
                <a:lnTo>
                  <a:pt x="208563" y="221"/>
                </a:lnTo>
                <a:close/>
              </a:path>
            </a:pathLst>
          </a:custGeom>
          <a:solidFill>
            <a:srgbClr val="CC0066"/>
          </a:solidFill>
          <a:ln w="12700" cap="flat" cmpd="sng" algn="ctr">
            <a:noFill/>
            <a:prstDash val="solid"/>
            <a:miter lim="800000"/>
          </a:ln>
          <a:effectLst/>
        </p:spPr>
        <p:txBody>
          <a:bodyPr anchor="ctr">
            <a:normAutofit/>
          </a:bodyPr>
          <a:lstStyle/>
          <a:p>
            <a:pPr algn="ctr" eaLnBrk="1" fontAlgn="auto" hangingPunct="1">
              <a:spcBef>
                <a:spcPts val="0"/>
              </a:spcBef>
              <a:spcAft>
                <a:spcPts val="0"/>
              </a:spcAft>
              <a:defRPr/>
            </a:pPr>
            <a:r>
              <a:rPr sz="2400" b="1" kern="0" dirty="0" smtClean="0">
                <a:solidFill>
                  <a:srgbClr val="FFFFFF"/>
                </a:solidFill>
                <a:latin typeface="微软雅黑" panose="020B0503020204020204" charset="-122"/>
                <a:ea typeface="微软雅黑" panose="020B0503020204020204" charset="-122"/>
                <a:cs typeface="Arial" panose="020B0604020202020204" pitchFamily="34" charset="0"/>
              </a:rPr>
              <a:t>4）评估需求变更代价</a:t>
            </a:r>
          </a:p>
        </p:txBody>
      </p:sp>
    </p:spTree>
    <p:custDataLst>
      <p:tags r:id="rId1"/>
    </p:custDataLst>
  </p:cSld>
  <p:clrMapOvr>
    <a:masterClrMapping/>
  </p:clrMapOvr>
  <p:transition>
    <p:zoom dir="in"/>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err="1" smtClean="0">
                <a:solidFill>
                  <a:srgbClr val="FF0000"/>
                </a:solidFill>
                <a:sym typeface="+mn-ea"/>
              </a:rPr>
              <a:t>WebApp</a:t>
            </a:r>
            <a:r>
              <a:rPr lang="zh-CN" altLang="en-US" dirty="0" smtClean="0">
                <a:solidFill>
                  <a:srgbClr val="FF0000"/>
                </a:solidFill>
                <a:sym typeface="+mn-ea"/>
              </a:rPr>
              <a:t>设计</a:t>
            </a:r>
            <a:r>
              <a:rPr lang="en-US" altLang="zh-CN" dirty="0" smtClean="0">
                <a:solidFill>
                  <a:srgbClr val="FF0000"/>
                </a:solidFill>
              </a:rPr>
              <a:t/>
            </a:r>
            <a:br>
              <a:rPr lang="en-US" altLang="zh-CN" dirty="0" smtClean="0">
                <a:solidFill>
                  <a:srgbClr val="FF0000"/>
                </a:solidFill>
              </a:rPr>
            </a:br>
            <a:endParaRPr lang="zh-CN" altLang="en-US"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8.6.3 </a:t>
            </a:r>
            <a:r>
              <a:rPr lang="en-US" sz="2400" dirty="0" err="1" smtClean="0">
                <a:solidFill>
                  <a:schemeClr val="tx1"/>
                </a:solidFill>
              </a:rPr>
              <a:t>WebApp</a:t>
            </a:r>
            <a:r>
              <a:rPr lang="zh-CN" altLang="en-US" sz="2400" dirty="0" smtClean="0">
                <a:solidFill>
                  <a:schemeClr val="tx1"/>
                </a:solidFill>
              </a:rPr>
              <a:t>需求分析</a:t>
            </a:r>
          </a:p>
        </p:txBody>
      </p:sp>
      <p:sp>
        <p:nvSpPr>
          <p:cNvPr id="9" name="MH_Text_1"/>
          <p:cNvSpPr/>
          <p:nvPr>
            <p:custDataLst>
              <p:tags r:id="rId2"/>
            </p:custDataLst>
          </p:nvPr>
        </p:nvSpPr>
        <p:spPr>
          <a:xfrm>
            <a:off x="1471084" y="3092835"/>
            <a:ext cx="9133226" cy="2701925"/>
          </a:xfrm>
          <a:prstGeom prst="rect">
            <a:avLst/>
          </a:prstGeom>
          <a:noFill/>
          <a:ln w="12700" cap="flat" cmpd="sng" algn="ctr">
            <a:solidFill>
              <a:srgbClr val="CC0066"/>
            </a:solidFill>
            <a:prstDash val="solid"/>
            <a:miter lim="800000"/>
          </a:ln>
          <a:effectLst/>
        </p:spPr>
        <p:txBody>
          <a:bodyPr anchor="ctr">
            <a:normAutofit/>
          </a:bodyPr>
          <a:lstStyle/>
          <a:p>
            <a:pPr indent="457200">
              <a:lnSpc>
                <a:spcPct val="120000"/>
              </a:lnSpc>
            </a:pPr>
            <a:r>
              <a:rPr dirty="0" smtClean="0">
                <a:latin typeface="微软雅黑" panose="020B0503020204020204" charset="-122"/>
                <a:ea typeface="微软雅黑" panose="020B0503020204020204" charset="-122"/>
                <a:sym typeface="+mn-ea"/>
              </a:rPr>
              <a:t>作为系统的最重要的利益相关者，客户在需求工程的过程中扮演着非常重要的角色，客户应该尽可能地参与到整个需求工程的过程中。客户首先需要向开发者详细地介绍Web应用应该实现的业务逻辑，在开发者形成需求文档后用户也应该积极地对文档的内容提出修正意见，并去掉不合理的需求。</a:t>
            </a:r>
          </a:p>
        </p:txBody>
      </p:sp>
      <p:sp>
        <p:nvSpPr>
          <p:cNvPr id="10" name="MH_SubTitle_1"/>
          <p:cNvSpPr/>
          <p:nvPr>
            <p:custDataLst>
              <p:tags r:id="rId3"/>
            </p:custDataLst>
          </p:nvPr>
        </p:nvSpPr>
        <p:spPr>
          <a:xfrm>
            <a:off x="1471084" y="2532447"/>
            <a:ext cx="6343649" cy="563563"/>
          </a:xfrm>
          <a:custGeom>
            <a:avLst/>
            <a:gdLst>
              <a:gd name="connsiteX0" fmla="*/ 4441454 w 4758105"/>
              <a:gd name="connsiteY0" fmla="*/ 563487 h 563709"/>
              <a:gd name="connsiteX1" fmla="*/ 4549542 w 4758105"/>
              <a:gd name="connsiteY1" fmla="*/ 563487 h 563709"/>
              <a:gd name="connsiteX2" fmla="*/ 4549460 w 4758105"/>
              <a:gd name="connsiteY2" fmla="*/ 563709 h 563709"/>
              <a:gd name="connsiteX3" fmla="*/ 4441372 w 4758105"/>
              <a:gd name="connsiteY3" fmla="*/ 563709 h 563709"/>
              <a:gd name="connsiteX4" fmla="*/ 82 w 4758105"/>
              <a:gd name="connsiteY4" fmla="*/ 563487 h 563709"/>
              <a:gd name="connsiteX5" fmla="*/ 108170 w 4758105"/>
              <a:gd name="connsiteY5" fmla="*/ 563487 h 563709"/>
              <a:gd name="connsiteX6" fmla="*/ 108088 w 4758105"/>
              <a:gd name="connsiteY6" fmla="*/ 563709 h 563709"/>
              <a:gd name="connsiteX7" fmla="*/ 0 w 4758105"/>
              <a:gd name="connsiteY7" fmla="*/ 563709 h 563709"/>
              <a:gd name="connsiteX8" fmla="*/ 4758023 w 4758105"/>
              <a:gd name="connsiteY8" fmla="*/ 221 h 563709"/>
              <a:gd name="connsiteX9" fmla="*/ 4758105 w 4758105"/>
              <a:gd name="connsiteY9" fmla="*/ 221 h 563709"/>
              <a:gd name="connsiteX10" fmla="*/ 4758105 w 4758105"/>
              <a:gd name="connsiteY10" fmla="*/ 563487 h 563709"/>
              <a:gd name="connsiteX11" fmla="*/ 4549542 w 4758105"/>
              <a:gd name="connsiteY11" fmla="*/ 563487 h 563709"/>
              <a:gd name="connsiteX12" fmla="*/ 316651 w 4758105"/>
              <a:gd name="connsiteY12" fmla="*/ 221 h 563709"/>
              <a:gd name="connsiteX13" fmla="*/ 4649935 w 4758105"/>
              <a:gd name="connsiteY13" fmla="*/ 221 h 563709"/>
              <a:gd name="connsiteX14" fmla="*/ 4441454 w 4758105"/>
              <a:gd name="connsiteY14" fmla="*/ 563487 h 563709"/>
              <a:gd name="connsiteX15" fmla="*/ 108170 w 4758105"/>
              <a:gd name="connsiteY15" fmla="*/ 563487 h 563709"/>
              <a:gd name="connsiteX16" fmla="*/ 0 w 4758105"/>
              <a:gd name="connsiteY16" fmla="*/ 221 h 563709"/>
              <a:gd name="connsiteX17" fmla="*/ 208563 w 4758105"/>
              <a:gd name="connsiteY17" fmla="*/ 221 h 563709"/>
              <a:gd name="connsiteX18" fmla="*/ 82 w 4758105"/>
              <a:gd name="connsiteY18" fmla="*/ 563487 h 563709"/>
              <a:gd name="connsiteX19" fmla="*/ 0 w 4758105"/>
              <a:gd name="connsiteY19" fmla="*/ 563487 h 563709"/>
              <a:gd name="connsiteX20" fmla="*/ 4650017 w 4758105"/>
              <a:gd name="connsiteY20" fmla="*/ 0 h 563709"/>
              <a:gd name="connsiteX21" fmla="*/ 4758105 w 4758105"/>
              <a:gd name="connsiteY21" fmla="*/ 0 h 563709"/>
              <a:gd name="connsiteX22" fmla="*/ 4758023 w 4758105"/>
              <a:gd name="connsiteY22" fmla="*/ 221 h 563709"/>
              <a:gd name="connsiteX23" fmla="*/ 4649935 w 4758105"/>
              <a:gd name="connsiteY23" fmla="*/ 221 h 563709"/>
              <a:gd name="connsiteX24" fmla="*/ 208645 w 4758105"/>
              <a:gd name="connsiteY24" fmla="*/ 0 h 563709"/>
              <a:gd name="connsiteX25" fmla="*/ 316733 w 4758105"/>
              <a:gd name="connsiteY25" fmla="*/ 0 h 563709"/>
              <a:gd name="connsiteX26" fmla="*/ 316651 w 4758105"/>
              <a:gd name="connsiteY26" fmla="*/ 221 h 563709"/>
              <a:gd name="connsiteX27" fmla="*/ 208563 w 4758105"/>
              <a:gd name="connsiteY27" fmla="*/ 221 h 563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758105" h="563709">
                <a:moveTo>
                  <a:pt x="4441454" y="563487"/>
                </a:moveTo>
                <a:lnTo>
                  <a:pt x="4549542" y="563487"/>
                </a:lnTo>
                <a:lnTo>
                  <a:pt x="4549460" y="563709"/>
                </a:lnTo>
                <a:lnTo>
                  <a:pt x="4441372" y="563709"/>
                </a:lnTo>
                <a:close/>
                <a:moveTo>
                  <a:pt x="82" y="563487"/>
                </a:moveTo>
                <a:lnTo>
                  <a:pt x="108170" y="563487"/>
                </a:lnTo>
                <a:lnTo>
                  <a:pt x="108088" y="563709"/>
                </a:lnTo>
                <a:lnTo>
                  <a:pt x="0" y="563709"/>
                </a:lnTo>
                <a:close/>
                <a:moveTo>
                  <a:pt x="4758023" y="221"/>
                </a:moveTo>
                <a:lnTo>
                  <a:pt x="4758105" y="221"/>
                </a:lnTo>
                <a:lnTo>
                  <a:pt x="4758105" y="563487"/>
                </a:lnTo>
                <a:lnTo>
                  <a:pt x="4549542" y="563487"/>
                </a:lnTo>
                <a:close/>
                <a:moveTo>
                  <a:pt x="316651" y="221"/>
                </a:moveTo>
                <a:lnTo>
                  <a:pt x="4649935" y="221"/>
                </a:lnTo>
                <a:lnTo>
                  <a:pt x="4441454" y="563487"/>
                </a:lnTo>
                <a:lnTo>
                  <a:pt x="108170" y="563487"/>
                </a:lnTo>
                <a:close/>
                <a:moveTo>
                  <a:pt x="0" y="221"/>
                </a:moveTo>
                <a:lnTo>
                  <a:pt x="208563" y="221"/>
                </a:lnTo>
                <a:lnTo>
                  <a:pt x="82" y="563487"/>
                </a:lnTo>
                <a:lnTo>
                  <a:pt x="0" y="563487"/>
                </a:lnTo>
                <a:close/>
                <a:moveTo>
                  <a:pt x="4650017" y="0"/>
                </a:moveTo>
                <a:lnTo>
                  <a:pt x="4758105" y="0"/>
                </a:lnTo>
                <a:lnTo>
                  <a:pt x="4758023" y="221"/>
                </a:lnTo>
                <a:lnTo>
                  <a:pt x="4649935" y="221"/>
                </a:lnTo>
                <a:close/>
                <a:moveTo>
                  <a:pt x="208645" y="0"/>
                </a:moveTo>
                <a:lnTo>
                  <a:pt x="316733" y="0"/>
                </a:lnTo>
                <a:lnTo>
                  <a:pt x="316651" y="221"/>
                </a:lnTo>
                <a:lnTo>
                  <a:pt x="208563" y="221"/>
                </a:lnTo>
                <a:close/>
              </a:path>
            </a:pathLst>
          </a:custGeom>
          <a:solidFill>
            <a:srgbClr val="CC0066"/>
          </a:solidFill>
          <a:ln w="12700" cap="flat" cmpd="sng" algn="ctr">
            <a:noFill/>
            <a:prstDash val="solid"/>
            <a:miter lim="800000"/>
          </a:ln>
          <a:effectLst/>
        </p:spPr>
        <p:txBody>
          <a:bodyPr anchor="ctr">
            <a:normAutofit/>
          </a:bodyPr>
          <a:lstStyle/>
          <a:p>
            <a:pPr algn="ctr" eaLnBrk="1" fontAlgn="auto" hangingPunct="1">
              <a:spcBef>
                <a:spcPts val="0"/>
              </a:spcBef>
              <a:spcAft>
                <a:spcPts val="0"/>
              </a:spcAft>
              <a:defRPr/>
            </a:pPr>
            <a:r>
              <a:rPr sz="2400" b="1" kern="0" dirty="0" smtClean="0">
                <a:solidFill>
                  <a:srgbClr val="FFFFFF"/>
                </a:solidFill>
                <a:latin typeface="微软雅黑" panose="020B0503020204020204" charset="-122"/>
                <a:ea typeface="微软雅黑" panose="020B0503020204020204" charset="-122"/>
                <a:cs typeface="Arial" panose="020B0604020202020204" pitchFamily="34" charset="0"/>
              </a:rPr>
              <a:t>5）客户参与</a:t>
            </a:r>
          </a:p>
        </p:txBody>
      </p:sp>
    </p:spTree>
    <p:custDataLst>
      <p:tags r:id="rId1"/>
    </p:custDataLst>
  </p:cSld>
  <p:clrMapOvr>
    <a:masterClrMapping/>
  </p:clrMapOvr>
  <p:transition>
    <p:zoom dir="in"/>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err="1" smtClean="0">
                <a:solidFill>
                  <a:srgbClr val="FF0000"/>
                </a:solidFill>
                <a:sym typeface="+mn-ea"/>
              </a:rPr>
              <a:t>WebApp</a:t>
            </a:r>
            <a:r>
              <a:rPr lang="zh-CN" altLang="en-US" dirty="0" smtClean="0">
                <a:solidFill>
                  <a:srgbClr val="FF0000"/>
                </a:solidFill>
                <a:sym typeface="+mn-ea"/>
              </a:rPr>
              <a:t>设计</a:t>
            </a: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8.6.3 </a:t>
            </a:r>
            <a:r>
              <a:rPr lang="en-US" sz="2400" dirty="0" err="1" smtClean="0">
                <a:solidFill>
                  <a:schemeClr val="tx1"/>
                </a:solidFill>
              </a:rPr>
              <a:t>WebApp</a:t>
            </a:r>
            <a:r>
              <a:rPr lang="zh-CN" altLang="en-US" sz="2400" dirty="0" smtClean="0">
                <a:solidFill>
                  <a:schemeClr val="tx1"/>
                </a:solidFill>
              </a:rPr>
              <a:t>需求分析</a:t>
            </a:r>
          </a:p>
        </p:txBody>
      </p:sp>
      <p:pic>
        <p:nvPicPr>
          <p:cNvPr id="3" name="图片 352" descr="8-12"/>
          <p:cNvPicPr>
            <a:picLocks noChangeAspect="1"/>
          </p:cNvPicPr>
          <p:nvPr/>
        </p:nvPicPr>
        <p:blipFill>
          <a:blip r:embed="rId5" cstate="print"/>
          <a:stretch>
            <a:fillRect/>
          </a:stretch>
        </p:blipFill>
        <p:spPr>
          <a:xfrm>
            <a:off x="7566660" y="79375"/>
            <a:ext cx="3286760" cy="6270625"/>
          </a:xfrm>
          <a:prstGeom prst="rect">
            <a:avLst/>
          </a:prstGeom>
          <a:noFill/>
          <a:ln w="9525">
            <a:noFill/>
          </a:ln>
        </p:spPr>
      </p:pic>
      <p:grpSp>
        <p:nvGrpSpPr>
          <p:cNvPr id="4" name="组合 3"/>
          <p:cNvGrpSpPr/>
          <p:nvPr/>
        </p:nvGrpSpPr>
        <p:grpSpPr>
          <a:xfrm>
            <a:off x="443230" y="1969135"/>
            <a:ext cx="6142990" cy="4259580"/>
            <a:chOff x="1181" y="2941"/>
            <a:chExt cx="8037" cy="7184"/>
          </a:xfrm>
        </p:grpSpPr>
        <p:sp>
          <p:nvSpPr>
            <p:cNvPr id="5137" name="MH_Desc_1"/>
            <p:cNvSpPr txBox="1">
              <a:spLocks noChangeArrowheads="1"/>
            </p:cNvSpPr>
            <p:nvPr/>
          </p:nvSpPr>
          <p:spPr bwMode="auto">
            <a:xfrm>
              <a:off x="1916" y="4311"/>
              <a:ext cx="6947" cy="55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108000" r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algn="just" fontAlgn="auto">
                <a:lnSpc>
                  <a:spcPct val="120000"/>
                </a:lnSpc>
                <a:spcBef>
                  <a:spcPts val="600"/>
                </a:spcBef>
                <a:spcAft>
                  <a:spcPts val="600"/>
                </a:spcAft>
                <a:defRPr/>
              </a:pPr>
              <a:r>
                <a:rPr lang="en-US" altLang="zh-CN" dirty="0" err="1">
                  <a:latin typeface="微软雅黑" panose="020B0503020204020204" charset="-122"/>
                  <a:ea typeface="微软雅黑" panose="020B0503020204020204" charset="-122"/>
                </a:rPr>
                <a:t>软件需求规格说明书（Software</a:t>
              </a:r>
              <a:r>
                <a:rPr lang="en-US" altLang="zh-CN" dirty="0">
                  <a:latin typeface="微软雅黑" panose="020B0503020204020204" charset="-122"/>
                  <a:ea typeface="微软雅黑" panose="020B0503020204020204" charset="-122"/>
                </a:rPr>
                <a:t> Requirements </a:t>
              </a:r>
              <a:r>
                <a:rPr lang="en-US" altLang="zh-CN" dirty="0" err="1">
                  <a:latin typeface="微软雅黑" panose="020B0503020204020204" charset="-122"/>
                  <a:ea typeface="微软雅黑" panose="020B0503020204020204" charset="-122"/>
                </a:rPr>
                <a:t>Specification，SRS）是按照系统的接口编写的</a:t>
              </a:r>
              <a:r>
                <a:rPr lang="en-US" altLang="zh-CN" dirty="0" smtClean="0">
                  <a:latin typeface="微软雅黑" panose="020B0503020204020204" charset="-122"/>
                  <a:ea typeface="微软雅黑" panose="020B0503020204020204" charset="-122"/>
                </a:rPr>
                <a:t>，</a:t>
              </a:r>
              <a:r>
                <a:rPr lang="zh-CN" altLang="en-US" dirty="0" smtClean="0">
                  <a:latin typeface="微软雅黑" panose="020B0503020204020204" charset="-122"/>
                  <a:ea typeface="微软雅黑" panose="020B0503020204020204" charset="-122"/>
                </a:rPr>
                <a:t>在右图</a:t>
              </a:r>
              <a:r>
                <a:rPr lang="en-US" altLang="zh-CN" dirty="0" err="1" smtClean="0">
                  <a:latin typeface="微软雅黑" panose="020B0503020204020204" charset="-122"/>
                  <a:ea typeface="微软雅黑" panose="020B0503020204020204" charset="-122"/>
                </a:rPr>
                <a:t>中显示了基于</a:t>
              </a:r>
              <a:r>
                <a:rPr lang="en-US" altLang="zh-CN" dirty="0" err="1">
                  <a:latin typeface="微软雅黑" panose="020B0503020204020204" charset="-122"/>
                  <a:ea typeface="微软雅黑" panose="020B0503020204020204" charset="-122"/>
                </a:rPr>
                <a:t>IEEE推荐的一个模板，用于按照类和对象组织需求规格说明</a:t>
              </a:r>
              <a:r>
                <a:rPr lang="en-US" altLang="zh-CN" dirty="0">
                  <a:latin typeface="微软雅黑" panose="020B0503020204020204" charset="-122"/>
                  <a:ea typeface="微软雅黑" panose="020B0503020204020204" charset="-122"/>
                </a:rPr>
                <a:t>。</a:t>
              </a:r>
            </a:p>
            <a:p>
              <a:pPr indent="457200" algn="just" fontAlgn="auto">
                <a:lnSpc>
                  <a:spcPct val="120000"/>
                </a:lnSpc>
                <a:spcBef>
                  <a:spcPts val="600"/>
                </a:spcBef>
                <a:spcAft>
                  <a:spcPts val="600"/>
                </a:spcAft>
                <a:defRPr/>
              </a:pPr>
              <a:r>
                <a:rPr lang="en-US" altLang="zh-CN" sz="1600" dirty="0">
                  <a:latin typeface="微软雅黑" panose="020B0503020204020204" charset="-122"/>
                  <a:ea typeface="微软雅黑" panose="020B0503020204020204" charset="-122"/>
                </a:rPr>
                <a:t>（1）在文档化系统接口的过程中，详细描述所有的输入和输出，包括输入的源、输出的目的地、输入和输出数据的值的范围和数据格式、支配某些输入和输出必须进行的数据交换的顺序的协议、窗口格式和组织以及任何计时约束。</a:t>
              </a:r>
            </a:p>
          </p:txBody>
        </p:sp>
        <p:cxnSp>
          <p:nvCxnSpPr>
            <p:cNvPr id="5138" name="MH_Other_13"/>
            <p:cNvCxnSpPr>
              <a:cxnSpLocks noChangeShapeType="1"/>
            </p:cNvCxnSpPr>
            <p:nvPr/>
          </p:nvCxnSpPr>
          <p:spPr bwMode="auto">
            <a:xfrm>
              <a:off x="1181" y="3427"/>
              <a:ext cx="7161" cy="24"/>
            </a:xfrm>
            <a:prstGeom prst="line">
              <a:avLst/>
            </a:prstGeom>
            <a:noFill/>
            <a:ln w="12700" algn="ctr">
              <a:solidFill>
                <a:srgbClr val="1CADE4"/>
              </a:solidFill>
              <a:prstDash val="sysDash"/>
              <a:miter lim="800000"/>
            </a:ln>
          </p:spPr>
        </p:cxnSp>
        <p:cxnSp>
          <p:nvCxnSpPr>
            <p:cNvPr id="5139" name="MH_Other_14"/>
            <p:cNvCxnSpPr>
              <a:cxnSpLocks noChangeShapeType="1"/>
            </p:cNvCxnSpPr>
            <p:nvPr/>
          </p:nvCxnSpPr>
          <p:spPr bwMode="auto">
            <a:xfrm>
              <a:off x="1841" y="2941"/>
              <a:ext cx="0" cy="1634"/>
            </a:xfrm>
            <a:prstGeom prst="line">
              <a:avLst/>
            </a:prstGeom>
            <a:noFill/>
            <a:ln w="12700" algn="ctr">
              <a:solidFill>
                <a:srgbClr val="1CADE4"/>
              </a:solidFill>
              <a:prstDash val="sysDash"/>
              <a:miter lim="800000"/>
            </a:ln>
          </p:spPr>
        </p:cxnSp>
        <p:cxnSp>
          <p:nvCxnSpPr>
            <p:cNvPr id="5140" name="MH_Other_15"/>
            <p:cNvCxnSpPr>
              <a:cxnSpLocks noChangeShapeType="1"/>
            </p:cNvCxnSpPr>
            <p:nvPr/>
          </p:nvCxnSpPr>
          <p:spPr bwMode="auto">
            <a:xfrm>
              <a:off x="1194" y="2941"/>
              <a:ext cx="0" cy="486"/>
            </a:xfrm>
            <a:prstGeom prst="line">
              <a:avLst/>
            </a:prstGeom>
            <a:noFill/>
            <a:ln w="12700" algn="ctr">
              <a:solidFill>
                <a:srgbClr val="1CADE4"/>
              </a:solidFill>
              <a:miter lim="800000"/>
            </a:ln>
          </p:spPr>
        </p:cxnSp>
        <p:cxnSp>
          <p:nvCxnSpPr>
            <p:cNvPr id="5141" name="MH_Other_16"/>
            <p:cNvCxnSpPr>
              <a:cxnSpLocks noChangeShapeType="1"/>
            </p:cNvCxnSpPr>
            <p:nvPr/>
          </p:nvCxnSpPr>
          <p:spPr bwMode="auto">
            <a:xfrm>
              <a:off x="1181" y="2941"/>
              <a:ext cx="660" cy="0"/>
            </a:xfrm>
            <a:prstGeom prst="line">
              <a:avLst/>
            </a:prstGeom>
            <a:noFill/>
            <a:ln w="12700" algn="ctr">
              <a:solidFill>
                <a:srgbClr val="1CADE4"/>
              </a:solidFill>
              <a:miter lim="800000"/>
            </a:ln>
          </p:spPr>
        </p:cxnSp>
        <p:cxnSp>
          <p:nvCxnSpPr>
            <p:cNvPr id="5142" name="MH_Other_17"/>
            <p:cNvCxnSpPr>
              <a:cxnSpLocks noChangeShapeType="1"/>
            </p:cNvCxnSpPr>
            <p:nvPr/>
          </p:nvCxnSpPr>
          <p:spPr bwMode="auto">
            <a:xfrm rot="10800000" flipV="1">
              <a:off x="2086" y="9641"/>
              <a:ext cx="7132" cy="17"/>
            </a:xfrm>
            <a:prstGeom prst="line">
              <a:avLst/>
            </a:prstGeom>
            <a:noFill/>
            <a:ln w="12700" algn="ctr">
              <a:solidFill>
                <a:srgbClr val="1CADE4"/>
              </a:solidFill>
              <a:prstDash val="sysDash"/>
              <a:miter lim="800000"/>
            </a:ln>
          </p:spPr>
        </p:cxnSp>
        <p:cxnSp>
          <p:nvCxnSpPr>
            <p:cNvPr id="5143" name="MH_Other_18"/>
            <p:cNvCxnSpPr>
              <a:cxnSpLocks noChangeShapeType="1"/>
            </p:cNvCxnSpPr>
            <p:nvPr/>
          </p:nvCxnSpPr>
          <p:spPr bwMode="auto">
            <a:xfrm flipH="1" flipV="1">
              <a:off x="8557" y="8491"/>
              <a:ext cx="0" cy="1633"/>
            </a:xfrm>
            <a:prstGeom prst="line">
              <a:avLst/>
            </a:prstGeom>
            <a:noFill/>
            <a:ln w="12700" algn="ctr">
              <a:solidFill>
                <a:srgbClr val="1CADE4"/>
              </a:solidFill>
              <a:prstDash val="sysDash"/>
              <a:miter lim="800000"/>
            </a:ln>
          </p:spPr>
        </p:cxnSp>
        <p:cxnSp>
          <p:nvCxnSpPr>
            <p:cNvPr id="5144" name="MH_Other_19"/>
            <p:cNvCxnSpPr>
              <a:cxnSpLocks noChangeShapeType="1"/>
            </p:cNvCxnSpPr>
            <p:nvPr/>
          </p:nvCxnSpPr>
          <p:spPr bwMode="auto">
            <a:xfrm flipH="1" flipV="1">
              <a:off x="9204" y="9641"/>
              <a:ext cx="0" cy="483"/>
            </a:xfrm>
            <a:prstGeom prst="line">
              <a:avLst/>
            </a:prstGeom>
            <a:noFill/>
            <a:ln w="12700" algn="ctr">
              <a:solidFill>
                <a:srgbClr val="1CADE4"/>
              </a:solidFill>
              <a:miter lim="800000"/>
            </a:ln>
          </p:spPr>
        </p:cxnSp>
        <p:cxnSp>
          <p:nvCxnSpPr>
            <p:cNvPr id="5145" name="MH_Other_20"/>
            <p:cNvCxnSpPr>
              <a:cxnSpLocks noChangeShapeType="1"/>
            </p:cNvCxnSpPr>
            <p:nvPr/>
          </p:nvCxnSpPr>
          <p:spPr bwMode="auto">
            <a:xfrm flipH="1" flipV="1">
              <a:off x="8557" y="10125"/>
              <a:ext cx="660" cy="0"/>
            </a:xfrm>
            <a:prstGeom prst="line">
              <a:avLst/>
            </a:prstGeom>
            <a:noFill/>
            <a:ln w="12700" algn="ctr">
              <a:solidFill>
                <a:srgbClr val="1CADE4"/>
              </a:solidFill>
              <a:miter lim="800000"/>
            </a:ln>
          </p:spPr>
        </p:cxnSp>
      </p:grpSp>
      <p:cxnSp>
        <p:nvCxnSpPr>
          <p:cNvPr id="12" name="MH_Other_1"/>
          <p:cNvCxnSpPr/>
          <p:nvPr>
            <p:custDataLst>
              <p:tags r:id="rId2"/>
            </p:custDataLst>
          </p:nvPr>
        </p:nvCxnSpPr>
        <p:spPr>
          <a:xfrm rot="5400000">
            <a:off x="4386679" y="3765912"/>
            <a:ext cx="4913694" cy="11386"/>
          </a:xfrm>
          <a:prstGeom prst="line">
            <a:avLst/>
          </a:prstGeom>
          <a:ln w="28575" cmpd="sng">
            <a:solidFill>
              <a:schemeClr val="accent1">
                <a:shade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16" name="文本框 34"/>
          <p:cNvSpPr txBox="1"/>
          <p:nvPr/>
        </p:nvSpPr>
        <p:spPr>
          <a:xfrm>
            <a:off x="971551" y="2146300"/>
            <a:ext cx="4953000" cy="701731"/>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endParaRPr lang="en-US" altLang="zh-CN" dirty="0" smtClean="0">
              <a:solidFill>
                <a:schemeClr val="bg2">
                  <a:lumMod val="50000"/>
                </a:schemeClr>
              </a:solidFill>
              <a:sym typeface="+mn-ea"/>
            </a:endParaRPr>
          </a:p>
          <a:p>
            <a:pPr>
              <a:lnSpc>
                <a:spcPct val="110000"/>
              </a:lnSpc>
            </a:pPr>
            <a:r>
              <a:rPr lang="en-US" altLang="zh-CN" b="1" dirty="0" smtClean="0">
                <a:latin typeface="微软雅黑" panose="020B0503020204020204" charset="-122"/>
                <a:ea typeface="微软雅黑" panose="020B0503020204020204" charset="-122"/>
                <a:sym typeface="+mn-ea"/>
              </a:rPr>
              <a:t>3</a:t>
            </a:r>
            <a:r>
              <a:rPr lang="zh-CN" altLang="zh-CN" b="1" dirty="0" smtClean="0">
                <a:latin typeface="微软雅黑" panose="020B0503020204020204" charset="-122"/>
                <a:ea typeface="微软雅黑" panose="020B0503020204020204" charset="-122"/>
                <a:sym typeface="+mn-ea"/>
              </a:rPr>
              <a:t>．</a:t>
            </a:r>
            <a:r>
              <a:rPr lang="zh-CN" altLang="en-US" b="1" dirty="0" smtClean="0">
                <a:latin typeface="微软雅黑" panose="020B0503020204020204" charset="-122"/>
                <a:ea typeface="微软雅黑" panose="020B0503020204020204" charset="-122"/>
                <a:sym typeface="+mn-ea"/>
              </a:rPr>
              <a:t>软件需求规格说明书</a:t>
            </a:r>
            <a:endParaRPr lang="zh-CN" altLang="zh-CN" b="1" dirty="0" smtClean="0">
              <a:latin typeface="微软雅黑" panose="020B0503020204020204" charset="-122"/>
              <a:ea typeface="微软雅黑" panose="020B0503020204020204" charset="-122"/>
              <a:sym typeface="+mn-ea"/>
            </a:endParaRPr>
          </a:p>
        </p:txBody>
      </p:sp>
    </p:spTree>
    <p:custDataLst>
      <p:tags r:id="rId1"/>
    </p:custDataLst>
  </p:cSld>
  <p:clrMapOvr>
    <a:masterClrMapping/>
  </p:clrMapOvr>
  <p:transition>
    <p:zoom dir="in"/>
  </p:transition>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err="1" smtClean="0">
                <a:solidFill>
                  <a:srgbClr val="FF0000"/>
                </a:solidFill>
                <a:sym typeface="+mn-ea"/>
              </a:rPr>
              <a:t>WebApp</a:t>
            </a:r>
            <a:r>
              <a:rPr lang="zh-CN" altLang="en-US" dirty="0" smtClean="0">
                <a:solidFill>
                  <a:srgbClr val="FF0000"/>
                </a:solidFill>
                <a:sym typeface="+mn-ea"/>
              </a:rPr>
              <a:t>设计</a:t>
            </a:r>
            <a:r>
              <a:rPr lang="en-US" altLang="zh-CN" dirty="0" smtClean="0">
                <a:solidFill>
                  <a:srgbClr val="FF0000"/>
                </a:solidFill>
              </a:rPr>
              <a:t/>
            </a:r>
            <a:br>
              <a:rPr lang="en-US" altLang="zh-CN" dirty="0" smtClean="0">
                <a:solidFill>
                  <a:srgbClr val="FF0000"/>
                </a:solidFill>
              </a:rPr>
            </a:br>
            <a:endParaRPr lang="zh-CN" altLang="en-US"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8.6.3 </a:t>
            </a:r>
            <a:r>
              <a:rPr lang="en-US" sz="2400" dirty="0" err="1" smtClean="0">
                <a:solidFill>
                  <a:schemeClr val="tx1"/>
                </a:solidFill>
              </a:rPr>
              <a:t>WebApp</a:t>
            </a:r>
            <a:r>
              <a:rPr lang="zh-CN" altLang="en-US" sz="2400" dirty="0" smtClean="0">
                <a:solidFill>
                  <a:schemeClr val="tx1"/>
                </a:solidFill>
              </a:rPr>
              <a:t>需求分析</a:t>
            </a:r>
          </a:p>
        </p:txBody>
      </p:sp>
      <p:pic>
        <p:nvPicPr>
          <p:cNvPr id="3" name="图片 352" descr="8-12"/>
          <p:cNvPicPr>
            <a:picLocks noChangeAspect="1"/>
          </p:cNvPicPr>
          <p:nvPr/>
        </p:nvPicPr>
        <p:blipFill>
          <a:blip r:embed="rId5" cstate="print"/>
          <a:stretch>
            <a:fillRect/>
          </a:stretch>
        </p:blipFill>
        <p:spPr>
          <a:xfrm>
            <a:off x="7566660" y="79375"/>
            <a:ext cx="3286760" cy="6270625"/>
          </a:xfrm>
          <a:prstGeom prst="rect">
            <a:avLst/>
          </a:prstGeom>
          <a:noFill/>
          <a:ln w="9525">
            <a:noFill/>
          </a:ln>
        </p:spPr>
      </p:pic>
      <p:grpSp>
        <p:nvGrpSpPr>
          <p:cNvPr id="4" name="组合 3"/>
          <p:cNvGrpSpPr/>
          <p:nvPr/>
        </p:nvGrpSpPr>
        <p:grpSpPr>
          <a:xfrm>
            <a:off x="647700" y="1970405"/>
            <a:ext cx="5938520" cy="4258310"/>
            <a:chOff x="1181" y="2941"/>
            <a:chExt cx="8037" cy="7184"/>
          </a:xfrm>
        </p:grpSpPr>
        <p:sp>
          <p:nvSpPr>
            <p:cNvPr id="5137" name="MH_Desc_1"/>
            <p:cNvSpPr txBox="1">
              <a:spLocks noChangeArrowheads="1"/>
            </p:cNvSpPr>
            <p:nvPr/>
          </p:nvSpPr>
          <p:spPr bwMode="auto">
            <a:xfrm>
              <a:off x="1916" y="3253"/>
              <a:ext cx="6600" cy="66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108000" rIns="10800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algn="just" fontAlgn="auto">
                <a:lnSpc>
                  <a:spcPct val="120000"/>
                </a:lnSpc>
                <a:spcBef>
                  <a:spcPts val="600"/>
                </a:spcBef>
                <a:spcAft>
                  <a:spcPts val="600"/>
                </a:spcAft>
                <a:defRPr/>
              </a:pPr>
              <a:r>
                <a:rPr lang="en-US" altLang="zh-CN">
                  <a:latin typeface="微软雅黑" panose="020B0503020204020204" charset="-122"/>
                  <a:ea typeface="微软雅黑" panose="020B0503020204020204" charset="-122"/>
                </a:rPr>
                <a:t>（2）根据接口的输入和输出重新陈述要求的功能，例如使用函数表示法或数据流图将输入映射到输出，或使用逻辑来文档化功能的前置条件和后置条件，也可使用实体－关系图将相关的活动和操作组合到类中。完整的规格说明书应该指定任何可行的输入序列都有输出。注意考虑输入的合法性检查，以及系统对异常情况的响应。</a:t>
              </a:r>
            </a:p>
            <a:p>
              <a:pPr indent="457200" algn="just" fontAlgn="auto">
                <a:lnSpc>
                  <a:spcPct val="120000"/>
                </a:lnSpc>
                <a:spcBef>
                  <a:spcPts val="600"/>
                </a:spcBef>
                <a:spcAft>
                  <a:spcPts val="600"/>
                </a:spcAft>
                <a:defRPr/>
              </a:pPr>
              <a:r>
                <a:rPr lang="en-US" altLang="zh-CN">
                  <a:latin typeface="微软雅黑" panose="020B0503020204020204" charset="-122"/>
                  <a:ea typeface="微软雅黑" panose="020B0503020204020204" charset="-122"/>
                </a:rPr>
                <a:t>（3）对每一个客户的质量需求，设计证明能够完成相应的质量需求。</a:t>
              </a:r>
            </a:p>
          </p:txBody>
        </p:sp>
        <p:cxnSp>
          <p:nvCxnSpPr>
            <p:cNvPr id="5138" name="MH_Other_13"/>
            <p:cNvCxnSpPr>
              <a:cxnSpLocks noChangeShapeType="1"/>
            </p:cNvCxnSpPr>
            <p:nvPr/>
          </p:nvCxnSpPr>
          <p:spPr bwMode="auto">
            <a:xfrm>
              <a:off x="1181" y="3427"/>
              <a:ext cx="7161" cy="24"/>
            </a:xfrm>
            <a:prstGeom prst="line">
              <a:avLst/>
            </a:prstGeom>
            <a:noFill/>
            <a:ln w="12700" algn="ctr">
              <a:solidFill>
                <a:srgbClr val="1CADE4"/>
              </a:solidFill>
              <a:prstDash val="sysDash"/>
              <a:miter lim="800000"/>
            </a:ln>
          </p:spPr>
        </p:cxnSp>
        <p:cxnSp>
          <p:nvCxnSpPr>
            <p:cNvPr id="5139" name="MH_Other_14"/>
            <p:cNvCxnSpPr>
              <a:cxnSpLocks noChangeShapeType="1"/>
            </p:cNvCxnSpPr>
            <p:nvPr/>
          </p:nvCxnSpPr>
          <p:spPr bwMode="auto">
            <a:xfrm>
              <a:off x="1841" y="2941"/>
              <a:ext cx="0" cy="1634"/>
            </a:xfrm>
            <a:prstGeom prst="line">
              <a:avLst/>
            </a:prstGeom>
            <a:noFill/>
            <a:ln w="12700" algn="ctr">
              <a:solidFill>
                <a:srgbClr val="1CADE4"/>
              </a:solidFill>
              <a:prstDash val="sysDash"/>
              <a:miter lim="800000"/>
            </a:ln>
          </p:spPr>
        </p:cxnSp>
        <p:cxnSp>
          <p:nvCxnSpPr>
            <p:cNvPr id="5140" name="MH_Other_15"/>
            <p:cNvCxnSpPr>
              <a:cxnSpLocks noChangeShapeType="1"/>
            </p:cNvCxnSpPr>
            <p:nvPr/>
          </p:nvCxnSpPr>
          <p:spPr bwMode="auto">
            <a:xfrm>
              <a:off x="1194" y="2941"/>
              <a:ext cx="0" cy="486"/>
            </a:xfrm>
            <a:prstGeom prst="line">
              <a:avLst/>
            </a:prstGeom>
            <a:noFill/>
            <a:ln w="12700" algn="ctr">
              <a:solidFill>
                <a:srgbClr val="1CADE4"/>
              </a:solidFill>
              <a:miter lim="800000"/>
            </a:ln>
          </p:spPr>
        </p:cxnSp>
        <p:cxnSp>
          <p:nvCxnSpPr>
            <p:cNvPr id="5141" name="MH_Other_16"/>
            <p:cNvCxnSpPr>
              <a:cxnSpLocks noChangeShapeType="1"/>
            </p:cNvCxnSpPr>
            <p:nvPr/>
          </p:nvCxnSpPr>
          <p:spPr bwMode="auto">
            <a:xfrm>
              <a:off x="1181" y="2941"/>
              <a:ext cx="660" cy="0"/>
            </a:xfrm>
            <a:prstGeom prst="line">
              <a:avLst/>
            </a:prstGeom>
            <a:noFill/>
            <a:ln w="12700" algn="ctr">
              <a:solidFill>
                <a:srgbClr val="1CADE4"/>
              </a:solidFill>
              <a:miter lim="800000"/>
            </a:ln>
          </p:spPr>
        </p:cxnSp>
        <p:cxnSp>
          <p:nvCxnSpPr>
            <p:cNvPr id="5142" name="MH_Other_17"/>
            <p:cNvCxnSpPr>
              <a:cxnSpLocks noChangeShapeType="1"/>
            </p:cNvCxnSpPr>
            <p:nvPr/>
          </p:nvCxnSpPr>
          <p:spPr bwMode="auto">
            <a:xfrm rot="10800000" flipV="1">
              <a:off x="2086" y="9641"/>
              <a:ext cx="7132" cy="17"/>
            </a:xfrm>
            <a:prstGeom prst="line">
              <a:avLst/>
            </a:prstGeom>
            <a:noFill/>
            <a:ln w="12700" algn="ctr">
              <a:solidFill>
                <a:srgbClr val="1CADE4"/>
              </a:solidFill>
              <a:prstDash val="sysDash"/>
              <a:miter lim="800000"/>
            </a:ln>
          </p:spPr>
        </p:cxnSp>
        <p:cxnSp>
          <p:nvCxnSpPr>
            <p:cNvPr id="5143" name="MH_Other_18"/>
            <p:cNvCxnSpPr>
              <a:cxnSpLocks noChangeShapeType="1"/>
            </p:cNvCxnSpPr>
            <p:nvPr/>
          </p:nvCxnSpPr>
          <p:spPr bwMode="auto">
            <a:xfrm flipH="1" flipV="1">
              <a:off x="8557" y="8491"/>
              <a:ext cx="0" cy="1633"/>
            </a:xfrm>
            <a:prstGeom prst="line">
              <a:avLst/>
            </a:prstGeom>
            <a:noFill/>
            <a:ln w="12700" algn="ctr">
              <a:solidFill>
                <a:srgbClr val="1CADE4"/>
              </a:solidFill>
              <a:prstDash val="sysDash"/>
              <a:miter lim="800000"/>
            </a:ln>
          </p:spPr>
        </p:cxnSp>
        <p:cxnSp>
          <p:nvCxnSpPr>
            <p:cNvPr id="5144" name="MH_Other_19"/>
            <p:cNvCxnSpPr>
              <a:cxnSpLocks noChangeShapeType="1"/>
            </p:cNvCxnSpPr>
            <p:nvPr/>
          </p:nvCxnSpPr>
          <p:spPr bwMode="auto">
            <a:xfrm flipH="1" flipV="1">
              <a:off x="9204" y="9641"/>
              <a:ext cx="0" cy="483"/>
            </a:xfrm>
            <a:prstGeom prst="line">
              <a:avLst/>
            </a:prstGeom>
            <a:noFill/>
            <a:ln w="12700" algn="ctr">
              <a:solidFill>
                <a:srgbClr val="1CADE4"/>
              </a:solidFill>
              <a:miter lim="800000"/>
            </a:ln>
          </p:spPr>
        </p:cxnSp>
        <p:cxnSp>
          <p:nvCxnSpPr>
            <p:cNvPr id="5145" name="MH_Other_20"/>
            <p:cNvCxnSpPr>
              <a:cxnSpLocks noChangeShapeType="1"/>
            </p:cNvCxnSpPr>
            <p:nvPr/>
          </p:nvCxnSpPr>
          <p:spPr bwMode="auto">
            <a:xfrm flipH="1" flipV="1">
              <a:off x="8557" y="10125"/>
              <a:ext cx="660" cy="0"/>
            </a:xfrm>
            <a:prstGeom prst="line">
              <a:avLst/>
            </a:prstGeom>
            <a:noFill/>
            <a:ln w="12700" algn="ctr">
              <a:solidFill>
                <a:srgbClr val="1CADE4"/>
              </a:solidFill>
              <a:miter lim="800000"/>
            </a:ln>
          </p:spPr>
        </p:cxnSp>
      </p:grpSp>
      <p:cxnSp>
        <p:nvCxnSpPr>
          <p:cNvPr id="12" name="MH_Other_1"/>
          <p:cNvCxnSpPr/>
          <p:nvPr>
            <p:custDataLst>
              <p:tags r:id="rId2"/>
            </p:custDataLst>
          </p:nvPr>
        </p:nvCxnSpPr>
        <p:spPr>
          <a:xfrm rot="5400000">
            <a:off x="4386679" y="3765912"/>
            <a:ext cx="4913694" cy="11386"/>
          </a:xfrm>
          <a:prstGeom prst="line">
            <a:avLst/>
          </a:prstGeom>
          <a:ln w="28575" cmpd="sng">
            <a:solidFill>
              <a:schemeClr val="accent1">
                <a:shade val="50000"/>
              </a:schemeClr>
            </a:solidFill>
            <a:prstDash val="sysDot"/>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transition>
    <p:zoom dir="in"/>
  </p:transition>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err="1" smtClean="0">
                <a:solidFill>
                  <a:srgbClr val="FF0000"/>
                </a:solidFill>
                <a:sym typeface="+mn-ea"/>
              </a:rPr>
              <a:t>WebApp</a:t>
            </a:r>
            <a:r>
              <a:rPr lang="zh-CN" altLang="en-US" dirty="0" smtClean="0">
                <a:solidFill>
                  <a:srgbClr val="FF0000"/>
                </a:solidFill>
                <a:sym typeface="+mn-ea"/>
              </a:rPr>
              <a:t>设计</a:t>
            </a:r>
            <a:r>
              <a:rPr lang="en-US" altLang="zh-CN" dirty="0" smtClean="0">
                <a:solidFill>
                  <a:srgbClr val="FF0000"/>
                </a:solidFill>
              </a:rPr>
              <a:t/>
            </a:r>
            <a:br>
              <a:rPr lang="en-US" altLang="zh-CN" dirty="0" smtClean="0">
                <a:solidFill>
                  <a:srgbClr val="FF0000"/>
                </a:solidFill>
              </a:rPr>
            </a:br>
            <a:endParaRPr lang="zh-CN" altLang="en-US"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8.6.3 </a:t>
            </a:r>
            <a:r>
              <a:rPr lang="en-US" sz="2400" dirty="0" err="1" smtClean="0">
                <a:solidFill>
                  <a:schemeClr val="tx1"/>
                </a:solidFill>
              </a:rPr>
              <a:t>WebApp</a:t>
            </a:r>
            <a:r>
              <a:rPr lang="zh-CN" altLang="en-US" sz="2400" dirty="0" smtClean="0">
                <a:solidFill>
                  <a:schemeClr val="tx1"/>
                </a:solidFill>
              </a:rPr>
              <a:t>需求分析</a:t>
            </a:r>
          </a:p>
        </p:txBody>
      </p:sp>
      <p:grpSp>
        <p:nvGrpSpPr>
          <p:cNvPr id="6" name="组合 5"/>
          <p:cNvGrpSpPr/>
          <p:nvPr/>
        </p:nvGrpSpPr>
        <p:grpSpPr>
          <a:xfrm>
            <a:off x="15240" y="2170668"/>
            <a:ext cx="12026265" cy="3571637"/>
            <a:chOff x="0" y="1497162"/>
            <a:chExt cx="21645385" cy="4283026"/>
          </a:xfrm>
        </p:grpSpPr>
        <p:sp>
          <p:nvSpPr>
            <p:cNvPr id="7" name="MH_Other_1"/>
            <p:cNvSpPr/>
            <p:nvPr>
              <p:custDataLst>
                <p:tags r:id="rId2"/>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8" name="MH_Other_2"/>
            <p:cNvSpPr/>
            <p:nvPr>
              <p:custDataLst>
                <p:tags r:id="rId3"/>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1" name="MH_Other_3"/>
            <p:cNvSpPr/>
            <p:nvPr>
              <p:custDataLst>
                <p:tags r:id="rId4"/>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9" name="MH_Other_4"/>
            <p:cNvSpPr>
              <a:spLocks noChangeArrowheads="1"/>
            </p:cNvSpPr>
            <p:nvPr>
              <p:custDataLst>
                <p:tags r:id="rId5"/>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5"/>
            <p:cNvSpPr>
              <a:spLocks noChangeArrowheads="1"/>
            </p:cNvSpPr>
            <p:nvPr>
              <p:custDataLst>
                <p:tags r:id="rId6"/>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5" name="MH_Other_6"/>
            <p:cNvSpPr>
              <a:spLocks noChangeArrowheads="1"/>
            </p:cNvSpPr>
            <p:nvPr>
              <p:custDataLst>
                <p:tags r:id="rId7"/>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6" name="MH_Other_7"/>
            <p:cNvSpPr/>
            <p:nvPr>
              <p:custDataLst>
                <p:tags r:id="rId8"/>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27" name="MH_Text_1"/>
            <p:cNvSpPr/>
            <p:nvPr>
              <p:custDataLst>
                <p:tags r:id="rId9"/>
              </p:custDataLst>
            </p:nvPr>
          </p:nvSpPr>
          <p:spPr bwMode="auto">
            <a:xfrm>
              <a:off x="7372848" y="1497162"/>
              <a:ext cx="13383360" cy="1386335"/>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da-DK" altLang="zh-CN" dirty="0" smtClean="0">
                  <a:solidFill>
                    <a:schemeClr val="tx1"/>
                  </a:solidFill>
                  <a:latin typeface="微软雅黑" panose="020B0503020204020204" charset="-122"/>
                  <a:ea typeface="微软雅黑" panose="020B0503020204020204" charset="-122"/>
                </a:rPr>
                <a:t>SRS是软件分析的最终结果，它是用来和开发团队中其他人员交流系统级别决策的有力工具。SRS可以用来快速带动新的团队人员赶上进度、直到维护人员理解系统是如何工作的；项目管理人员也可以以SRS为基础，来组织开发团队以及跟踪开发进度。</a:t>
              </a:r>
            </a:p>
            <a:p>
              <a:pPr indent="457200">
                <a:lnSpc>
                  <a:spcPct val="130000"/>
                </a:lnSpc>
                <a:defRPr/>
              </a:pPr>
              <a:r>
                <a:rPr lang="da-DK" altLang="zh-CN" dirty="0" smtClean="0">
                  <a:solidFill>
                    <a:schemeClr val="tx1"/>
                  </a:solidFill>
                  <a:latin typeface="微软雅黑" panose="020B0503020204020204" charset="-122"/>
                  <a:ea typeface="微软雅黑" panose="020B0503020204020204" charset="-122"/>
                </a:rPr>
                <a:t>在设计开发的过程中，不同的人怀着不同的目的来阅读SRS。比如，编程人员阅读SRS是为了了解整体设计，以确保每个设计特征和功能在代码中有所体现；测试人员阅读SRS是为了测试设计的所有方面；维护人员阅读SRS是为了更好地维护系统。考虑到SRS的多方面的用途，在设计文档时要尽可能地考虑细化，设计要合理。</a:t>
              </a:r>
            </a:p>
          </p:txBody>
        </p:sp>
      </p:grpSp>
    </p:spTree>
    <p:custDataLst>
      <p:tags r:id="rId1"/>
    </p:custDataLst>
  </p:cSld>
  <p:clrMapOvr>
    <a:masterClrMapping/>
  </p:clrMapOvr>
  <p:transition>
    <p:zoom dir="in"/>
  </p:transition>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smtClean="0">
                <a:solidFill>
                  <a:srgbClr val="FF0000"/>
                </a:solidFill>
                <a:sym typeface="+mn-ea"/>
              </a:rPr>
              <a:t>WebApp</a:t>
            </a:r>
            <a:r>
              <a:rPr lang="zh-CN" altLang="en-US" dirty="0" smtClean="0">
                <a:solidFill>
                  <a:srgbClr val="FF0000"/>
                </a:solidFill>
                <a:sym typeface="+mn-ea"/>
              </a:rPr>
              <a:t>设计</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8.6.4 </a:t>
            </a:r>
            <a:r>
              <a:rPr sz="2400" dirty="0" smtClean="0">
                <a:solidFill>
                  <a:schemeClr val="tx1"/>
                </a:solidFill>
              </a:rPr>
              <a:t>WebApp设计过程</a:t>
            </a:r>
          </a:p>
        </p:txBody>
      </p:sp>
      <p:grpSp>
        <p:nvGrpSpPr>
          <p:cNvPr id="7" name="组合 6"/>
          <p:cNvGrpSpPr/>
          <p:nvPr/>
        </p:nvGrpSpPr>
        <p:grpSpPr>
          <a:xfrm>
            <a:off x="0" y="2412365"/>
            <a:ext cx="12192000" cy="3074035"/>
            <a:chOff x="0" y="3848"/>
            <a:chExt cx="19200" cy="4841"/>
          </a:xfrm>
        </p:grpSpPr>
        <p:sp>
          <p:nvSpPr>
            <p:cNvPr id="18" name="矩形 17"/>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432" y="4577"/>
              <a:ext cx="9399" cy="3384"/>
            </a:xfrm>
            <a:prstGeom prst="rect">
              <a:avLst/>
            </a:prstGeom>
          </p:spPr>
          <p:txBody>
            <a:bodyPr wrap="square">
              <a:spAutoFit/>
            </a:bodyPr>
            <a:lstStyle/>
            <a:p>
              <a:pPr indent="457200">
                <a:lnSpc>
                  <a:spcPct val="150000"/>
                </a:lnSpc>
                <a:defRPr/>
              </a:pPr>
              <a:r>
                <a:rPr lang="en-US" altLang="zh-CN" kern="0" smtClean="0">
                  <a:solidFill>
                    <a:schemeClr val="bg1"/>
                  </a:solidFill>
                  <a:latin typeface="微软雅黑" panose="020B0503020204020204" charset="-122"/>
                  <a:ea typeface="微软雅黑" panose="020B0503020204020204" charset="-122"/>
                  <a:cs typeface="宋体" panose="02010600030101010101" pitchFamily="2" charset="-122"/>
                </a:rPr>
                <a:t>通过讨论需求分析，我们了解了如何与客户一起工作，确定客户希望的系统功能。需求分析的结果包括两个文档：一个是针对客户的，用来获取客户的需求；另外一个是需求规格说明书，用来描述系统应该表现出的行为，即描述设计决策。下面我们介绍如何进行WebApp设计。</a:t>
              </a:r>
            </a:p>
          </p:txBody>
        </p:sp>
      </p:grpSp>
      <p:pic>
        <p:nvPicPr>
          <p:cNvPr id="3" name="图片 2" descr="A000220150821C53PPIC"/>
          <p:cNvPicPr>
            <a:picLocks noChangeAspect="1"/>
          </p:cNvPicPr>
          <p:nvPr/>
        </p:nvPicPr>
        <p:blipFill>
          <a:blip r:embed="rId4" cstate="print"/>
          <a:stretch>
            <a:fillRect/>
          </a:stretch>
        </p:blipFill>
        <p:spPr>
          <a:xfrm>
            <a:off x="7409815" y="2542540"/>
            <a:ext cx="4221480" cy="2814320"/>
          </a:xfrm>
          <a:prstGeom prst="rect">
            <a:avLst/>
          </a:prstGeom>
        </p:spPr>
      </p:pic>
    </p:spTree>
    <p:custDataLst>
      <p:tags r:id="rId1"/>
    </p:custDataLst>
  </p:cSld>
  <p:clrMapOvr>
    <a:masterClrMapping/>
  </p:clrMapOvr>
  <p:transition>
    <p:zoom dir="in"/>
  </p:transition>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err="1" smtClean="0">
                <a:solidFill>
                  <a:srgbClr val="FF0000"/>
                </a:solidFill>
                <a:sym typeface="+mn-ea"/>
              </a:rPr>
              <a:t>WebApp</a:t>
            </a:r>
            <a:r>
              <a:rPr lang="zh-CN" altLang="en-US" dirty="0" smtClean="0">
                <a:solidFill>
                  <a:srgbClr val="FF0000"/>
                </a:solidFill>
                <a:sym typeface="+mn-ea"/>
              </a:rPr>
              <a:t>设计</a:t>
            </a:r>
            <a:endParaRPr lang="en-US" alt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8.6.4 </a:t>
            </a:r>
            <a:r>
              <a:rPr lang="en-US" sz="2400" dirty="0" err="1" smtClean="0">
                <a:solidFill>
                  <a:schemeClr val="tx1"/>
                </a:solidFill>
              </a:rPr>
              <a:t>WebApp</a:t>
            </a:r>
            <a:r>
              <a:rPr lang="zh-CN" altLang="en-US" sz="2400" dirty="0" smtClean="0">
                <a:solidFill>
                  <a:schemeClr val="tx1"/>
                </a:solidFill>
              </a:rPr>
              <a:t>设计过程</a:t>
            </a:r>
          </a:p>
        </p:txBody>
      </p:sp>
      <p:sp>
        <p:nvSpPr>
          <p:cNvPr id="17" name="矩形 16"/>
          <p:cNvSpPr/>
          <p:nvPr/>
        </p:nvSpPr>
        <p:spPr>
          <a:xfrm>
            <a:off x="809755" y="2403312"/>
            <a:ext cx="6600498" cy="3416320"/>
          </a:xfrm>
          <a:prstGeom prst="rect">
            <a:avLst/>
          </a:prstGeom>
          <a:ln>
            <a:solidFill>
              <a:schemeClr val="tx1">
                <a:lumMod val="95000"/>
                <a:lumOff val="5000"/>
              </a:schemeClr>
            </a:solidFill>
          </a:ln>
        </p:spPr>
        <p:txBody>
          <a:bodyPr wrap="square">
            <a:spAutoFit/>
          </a:bodyPr>
          <a:lstStyle/>
          <a:p>
            <a:pPr indent="457200">
              <a:lnSpc>
                <a:spcPct val="120000"/>
              </a:lnSpc>
            </a:pPr>
            <a:r>
              <a:rPr lang="zh-CN" altLang="en-US" dirty="0" smtClean="0">
                <a:latin typeface="+mn-ea"/>
              </a:rPr>
              <a:t>在WebApp开发过程的这一刻，我们对客户的需求已经理解，并且完成了需求规格说明书。需求规格说明书关注的是系统的功能，而不是结构。设计是一种创造性的过程，它考虑如何实现所有的客户需求。</a:t>
            </a:r>
          </a:p>
          <a:p>
            <a:pPr indent="457200">
              <a:lnSpc>
                <a:spcPct val="120000"/>
              </a:lnSpc>
            </a:pPr>
            <a:r>
              <a:rPr lang="zh-CN" altLang="en-US" dirty="0" smtClean="0">
                <a:latin typeface="+mn-ea"/>
              </a:rPr>
              <a:t>WebApp设计首先进行策划活动，然后通过对软件系统的高层分解确定其总体结构，从而为后续的每个软件模块的详细设计奠定基础，所以，软件体系结构设计和详细设计构成软件设计过程的核心。另外，人机交互也是重要的软件设计活动，其成果直接影响软件的易用性。最后考虑软件设计的复杂性和时间跨度，有必要在完成这些活动之后总结经验教训。</a:t>
            </a:r>
          </a:p>
        </p:txBody>
      </p:sp>
      <p:pic>
        <p:nvPicPr>
          <p:cNvPr id="19" name="图片 18" descr="A000220150318R99PPIC.png"/>
          <p:cNvPicPr>
            <a:picLocks noChangeAspect="1"/>
          </p:cNvPicPr>
          <p:nvPr/>
        </p:nvPicPr>
        <p:blipFill>
          <a:blip r:embed="rId4" cstate="print"/>
          <a:stretch>
            <a:fillRect/>
          </a:stretch>
        </p:blipFill>
        <p:spPr>
          <a:xfrm>
            <a:off x="7583672" y="2433890"/>
            <a:ext cx="3941491" cy="3168869"/>
          </a:xfrm>
          <a:prstGeom prst="rect">
            <a:avLst/>
          </a:prstGeom>
        </p:spPr>
      </p:pic>
    </p:spTree>
    <p:custDataLst>
      <p:tags r:id="rId1"/>
    </p:custDataLst>
  </p:cSld>
  <p:clrMapOvr>
    <a:masterClrMapping/>
  </p:clrMapOvr>
  <p:transition>
    <p:zoom dir="in"/>
  </p:transition>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err="1" smtClean="0">
                <a:solidFill>
                  <a:srgbClr val="FF0000"/>
                </a:solidFill>
                <a:sym typeface="+mn-ea"/>
              </a:rPr>
              <a:t>WebApp</a:t>
            </a:r>
            <a:r>
              <a:rPr lang="zh-CN" altLang="en-US" dirty="0" smtClean="0">
                <a:solidFill>
                  <a:srgbClr val="FF0000"/>
                </a:solidFill>
                <a:sym typeface="+mn-ea"/>
              </a:rPr>
              <a:t>设计</a:t>
            </a:r>
            <a:endParaRPr lang="en-US" alt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8.6.4 </a:t>
            </a:r>
            <a:r>
              <a:rPr lang="en-US" sz="2400" dirty="0" err="1" smtClean="0">
                <a:solidFill>
                  <a:schemeClr val="tx1"/>
                </a:solidFill>
              </a:rPr>
              <a:t>WebApp</a:t>
            </a:r>
            <a:r>
              <a:rPr lang="zh-CN" altLang="en-US" sz="2400" dirty="0" smtClean="0">
                <a:solidFill>
                  <a:schemeClr val="tx1"/>
                </a:solidFill>
              </a:rPr>
              <a:t>设计过程</a:t>
            </a:r>
          </a:p>
        </p:txBody>
      </p:sp>
      <p:cxnSp>
        <p:nvCxnSpPr>
          <p:cNvPr id="3075" name="MH_Other_1"/>
          <p:cNvCxnSpPr>
            <a:cxnSpLocks noChangeShapeType="1"/>
          </p:cNvCxnSpPr>
          <p:nvPr>
            <p:custDataLst>
              <p:tags r:id="rId2"/>
            </p:custDataLst>
          </p:nvPr>
        </p:nvCxnSpPr>
        <p:spPr bwMode="auto">
          <a:xfrm>
            <a:off x="763905" y="3828415"/>
            <a:ext cx="10479405" cy="15240"/>
          </a:xfrm>
          <a:prstGeom prst="line">
            <a:avLst/>
          </a:prstGeom>
          <a:noFill/>
          <a:ln w="76200" algn="ctr">
            <a:solidFill>
              <a:srgbClr val="E0E0E0"/>
            </a:solidFill>
            <a:miter lim="800000"/>
            <a:tailEnd type="triangle" w="med" len="med"/>
          </a:ln>
        </p:spPr>
      </p:cxnSp>
      <p:sp>
        <p:nvSpPr>
          <p:cNvPr id="70" name="MH_SubTitle_1"/>
          <p:cNvSpPr/>
          <p:nvPr>
            <p:custDataLst>
              <p:tags r:id="rId3"/>
            </p:custDataLst>
          </p:nvPr>
        </p:nvSpPr>
        <p:spPr>
          <a:xfrm>
            <a:off x="1815465" y="2814955"/>
            <a:ext cx="2093595" cy="871220"/>
          </a:xfrm>
          <a:prstGeom prst="rect">
            <a:avLst/>
          </a:prstGeom>
          <a:solidFill>
            <a:srgbClr val="85C036"/>
          </a:solidFill>
          <a:ln w="12700" cap="flat" cmpd="sng" algn="ctr">
            <a:noFill/>
            <a:prstDash val="solid"/>
            <a:miter lim="800000"/>
          </a:ln>
          <a:effectLst/>
        </p:spPr>
        <p:txBody>
          <a:bodyPr tIns="180000" anchor="ctr">
            <a:normAutofit/>
          </a:bodyPr>
          <a:lstStyle/>
          <a:p>
            <a:pPr algn="ctr"/>
            <a:r>
              <a:rPr lang="zh-CN" altLang="en-US" b="1" dirty="0" smtClean="0">
                <a:solidFill>
                  <a:schemeClr val="bg1"/>
                </a:solidFill>
                <a:latin typeface="微软雅黑" panose="020B0503020204020204" charset="-122"/>
                <a:ea typeface="微软雅黑" panose="020B0503020204020204" charset="-122"/>
              </a:rPr>
              <a:t>设计策划</a:t>
            </a:r>
          </a:p>
        </p:txBody>
      </p:sp>
      <p:sp>
        <p:nvSpPr>
          <p:cNvPr id="71" name="MH_Other_2"/>
          <p:cNvSpPr/>
          <p:nvPr>
            <p:custDataLst>
              <p:tags r:id="rId4"/>
            </p:custDataLst>
          </p:nvPr>
        </p:nvSpPr>
        <p:spPr>
          <a:xfrm>
            <a:off x="1663065" y="2590800"/>
            <a:ext cx="596900" cy="447675"/>
          </a:xfrm>
          <a:prstGeom prst="ellipse">
            <a:avLst/>
          </a:prstGeom>
          <a:solidFill>
            <a:srgbClr val="65922A"/>
          </a:solidFill>
          <a:ln w="25400" cap="flat" cmpd="sng" algn="ctr">
            <a:solidFill>
              <a:srgbClr val="FFFFFF"/>
            </a:solidFill>
            <a:prstDash val="solid"/>
            <a:miter lim="800000"/>
          </a:ln>
          <a:effectLst/>
        </p:spPr>
        <p:txBody>
          <a:bodyPr anchor="ctr"/>
          <a:lstStyle/>
          <a:p>
            <a:pPr algn="ctr" eaLnBrk="1" fontAlgn="auto" hangingPunct="1">
              <a:spcBef>
                <a:spcPts val="0"/>
              </a:spcBef>
              <a:spcAft>
                <a:spcPts val="0"/>
              </a:spcAft>
              <a:defRPr/>
            </a:pPr>
            <a:r>
              <a:rPr lang="en-US" altLang="zh-CN" sz="2800" b="1" kern="0" dirty="0">
                <a:solidFill>
                  <a:srgbClr val="FFFFFF"/>
                </a:solidFill>
                <a:latin typeface="Arial" panose="020B0604020202020204" pitchFamily="34" charset="0"/>
                <a:ea typeface="幼圆" panose="02010509060101010101" pitchFamily="49" charset="-122"/>
                <a:cs typeface="Arial" panose="020B0604020202020204" pitchFamily="34" charset="0"/>
              </a:rPr>
              <a:t>1</a:t>
            </a:r>
            <a:endParaRPr lang="zh-CN" altLang="en-US" sz="2800" b="1" kern="0" dirty="0">
              <a:solidFill>
                <a:srgbClr val="FFFFFF"/>
              </a:solidFill>
              <a:latin typeface="Arial" panose="020B0604020202020204" pitchFamily="34" charset="0"/>
              <a:ea typeface="幼圆" panose="02010509060101010101" pitchFamily="49" charset="-122"/>
              <a:cs typeface="Arial" panose="020B0604020202020204" pitchFamily="34" charset="0"/>
            </a:endParaRPr>
          </a:p>
        </p:txBody>
      </p:sp>
      <p:sp>
        <p:nvSpPr>
          <p:cNvPr id="3078" name="MH_Text_1"/>
          <p:cNvSpPr txBox="1">
            <a:spLocks noChangeArrowheads="1"/>
          </p:cNvSpPr>
          <p:nvPr>
            <p:custDataLst>
              <p:tags r:id="rId5"/>
            </p:custDataLst>
          </p:nvPr>
        </p:nvSpPr>
        <p:spPr bwMode="auto">
          <a:xfrm>
            <a:off x="1190624" y="4058285"/>
            <a:ext cx="3899535" cy="20567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rIns="0">
            <a:norm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nSpc>
                <a:spcPct val="120000"/>
              </a:lnSpc>
              <a:defRPr/>
            </a:pPr>
            <a:r>
              <a:rPr lang="zh-CN" altLang="en-US" sz="1600" dirty="0" smtClean="0">
                <a:latin typeface="微软雅黑" panose="020B0503020204020204" charset="-122"/>
                <a:ea typeface="微软雅黑" panose="020B0503020204020204" charset="-122"/>
              </a:rPr>
              <a:t>       大中型软件的设计一般要经过多次迭代才能获得最终可用的设计模型。在启动的每次迭代之前，有必要确定本次迭代的目标及认可准则，确定本次迭代的抽象级别，确定关注哪些设计问题、输入输出、资源需求，制定工作计划。</a:t>
            </a:r>
          </a:p>
        </p:txBody>
      </p:sp>
      <p:sp>
        <p:nvSpPr>
          <p:cNvPr id="73" name="MH_SubTitle_2"/>
          <p:cNvSpPr/>
          <p:nvPr>
            <p:custDataLst>
              <p:tags r:id="rId6"/>
            </p:custDataLst>
          </p:nvPr>
        </p:nvSpPr>
        <p:spPr>
          <a:xfrm>
            <a:off x="7495540" y="2814955"/>
            <a:ext cx="2093595" cy="871220"/>
          </a:xfrm>
          <a:prstGeom prst="rect">
            <a:avLst/>
          </a:prstGeom>
          <a:solidFill>
            <a:srgbClr val="ACC337"/>
          </a:solidFill>
          <a:ln w="12700" cap="flat" cmpd="sng" algn="ctr">
            <a:noFill/>
            <a:prstDash val="solid"/>
            <a:miter lim="800000"/>
          </a:ln>
          <a:effectLst/>
        </p:spPr>
        <p:txBody>
          <a:bodyPr tIns="180000" anchor="ctr">
            <a:normAutofit/>
          </a:bodyPr>
          <a:lstStyle/>
          <a:p>
            <a:pPr algn="ctr"/>
            <a:r>
              <a:rPr lang="zh-CN" altLang="en-US" b="1" dirty="0" smtClean="0">
                <a:solidFill>
                  <a:schemeClr val="bg1"/>
                </a:solidFill>
                <a:latin typeface="微软雅黑" panose="020B0503020204020204" charset="-122"/>
                <a:ea typeface="微软雅黑" panose="020B0503020204020204" charset="-122"/>
              </a:rPr>
              <a:t>体系结构设计</a:t>
            </a:r>
          </a:p>
        </p:txBody>
      </p:sp>
      <p:sp>
        <p:nvSpPr>
          <p:cNvPr id="74" name="MH_Other_3"/>
          <p:cNvSpPr/>
          <p:nvPr>
            <p:custDataLst>
              <p:tags r:id="rId7"/>
            </p:custDataLst>
          </p:nvPr>
        </p:nvSpPr>
        <p:spPr>
          <a:xfrm>
            <a:off x="7343140" y="2590800"/>
            <a:ext cx="596900" cy="447675"/>
          </a:xfrm>
          <a:prstGeom prst="ellipse">
            <a:avLst/>
          </a:prstGeom>
          <a:solidFill>
            <a:srgbClr val="BED15D">
              <a:lumMod val="75000"/>
            </a:srgbClr>
          </a:solidFill>
          <a:ln w="25400" cap="flat" cmpd="sng" algn="ctr">
            <a:solidFill>
              <a:srgbClr val="FFFFFF"/>
            </a:solidFill>
            <a:prstDash val="solid"/>
            <a:miter lim="800000"/>
          </a:ln>
          <a:effectLst/>
        </p:spPr>
        <p:txBody>
          <a:bodyPr anchor="ctr"/>
          <a:lstStyle/>
          <a:p>
            <a:pPr algn="ctr" eaLnBrk="1" fontAlgn="auto" hangingPunct="1">
              <a:spcBef>
                <a:spcPts val="0"/>
              </a:spcBef>
              <a:spcAft>
                <a:spcPts val="0"/>
              </a:spcAft>
              <a:defRPr/>
            </a:pPr>
            <a:r>
              <a:rPr lang="en-US" altLang="zh-CN" sz="2800" b="1" kern="0" dirty="0">
                <a:solidFill>
                  <a:srgbClr val="FFFFFF"/>
                </a:solidFill>
                <a:latin typeface="Arial" panose="020B0604020202020204" pitchFamily="34" charset="0"/>
                <a:ea typeface="幼圆" panose="02010509060101010101" pitchFamily="49" charset="-122"/>
                <a:cs typeface="Arial" panose="020B0604020202020204" pitchFamily="34" charset="0"/>
              </a:rPr>
              <a:t>2</a:t>
            </a:r>
            <a:endParaRPr lang="zh-CN" altLang="en-US" sz="2800" b="1" kern="0" dirty="0">
              <a:solidFill>
                <a:srgbClr val="FFFFFF"/>
              </a:solidFill>
              <a:latin typeface="Arial" panose="020B0604020202020204" pitchFamily="34" charset="0"/>
              <a:ea typeface="幼圆" panose="02010509060101010101" pitchFamily="49" charset="-122"/>
              <a:cs typeface="Arial" panose="020B0604020202020204" pitchFamily="34" charset="0"/>
            </a:endParaRPr>
          </a:p>
        </p:txBody>
      </p:sp>
      <p:sp>
        <p:nvSpPr>
          <p:cNvPr id="3081" name="MH_Text_2"/>
          <p:cNvSpPr txBox="1">
            <a:spLocks noChangeArrowheads="1"/>
          </p:cNvSpPr>
          <p:nvPr>
            <p:custDataLst>
              <p:tags r:id="rId8"/>
            </p:custDataLst>
          </p:nvPr>
        </p:nvSpPr>
        <p:spPr bwMode="auto">
          <a:xfrm>
            <a:off x="5895278" y="4058285"/>
            <a:ext cx="5307392" cy="238188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rIns="0">
            <a:norm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nSpc>
                <a:spcPct val="130000"/>
              </a:lnSpc>
            </a:pPr>
            <a:r>
              <a:rPr lang="zh-CN" altLang="en-US" sz="1600" dirty="0" smtClean="0">
                <a:latin typeface="微软雅黑" panose="020B0503020204020204" charset="-122"/>
                <a:ea typeface="微软雅黑" panose="020B0503020204020204" charset="-122"/>
              </a:rPr>
              <a:t>       体系结构设计是指软件系统中主干性模块的组织形式，主要包括模块之间的接口定义、协作关系及协作行为。这些模块可以表现为子系统、构件或关键设计类。体系结构设计活动的内容包括：建立软件系统的顶层架构并进行适度精化，划分软件子系统，设置软构件，界定子系统、构件和关键设计类的职责，设计它们之间的接口和协作行为。</a:t>
            </a:r>
          </a:p>
        </p:txBody>
      </p:sp>
      <p:sp>
        <p:nvSpPr>
          <p:cNvPr id="11" name="矩形 10"/>
          <p:cNvSpPr/>
          <p:nvPr/>
        </p:nvSpPr>
        <p:spPr>
          <a:xfrm>
            <a:off x="4733568" y="2091809"/>
            <a:ext cx="4801314" cy="369332"/>
          </a:xfrm>
          <a:prstGeom prst="rect">
            <a:avLst/>
          </a:prstGeom>
        </p:spPr>
        <p:txBody>
          <a:bodyPr wrap="none">
            <a:spAutoFit/>
          </a:bodyPr>
          <a:lstStyle/>
          <a:p>
            <a:r>
              <a:rPr lang="zh-CN" altLang="en-US" dirty="0" smtClean="0">
                <a:latin typeface="+mn-ea"/>
              </a:rPr>
              <a:t>一个完整的软件设计过程一般包含以下活动。</a:t>
            </a:r>
            <a:endParaRPr lang="zh-CN" altLang="en-US" dirty="0"/>
          </a:p>
        </p:txBody>
      </p:sp>
      <p:sp>
        <p:nvSpPr>
          <p:cNvPr id="12" name="文本框 34"/>
          <p:cNvSpPr txBox="1"/>
          <p:nvPr/>
        </p:nvSpPr>
        <p:spPr>
          <a:xfrm>
            <a:off x="847726" y="2085975"/>
            <a:ext cx="4953000" cy="375359"/>
          </a:xfrm>
          <a:prstGeom prst="rect">
            <a:avLst/>
          </a:prstGeom>
          <a:noFill/>
        </p:spPr>
        <p:txBody>
          <a:bodyPr wrap="square" rtlCol="0">
            <a:spAutoFit/>
          </a:bodyPr>
          <a:lstStyle/>
          <a:p>
            <a:pPr>
              <a:lnSpc>
                <a:spcPct val="110000"/>
              </a:lnSpc>
            </a:pPr>
            <a:r>
              <a:rPr lang="en-US" altLang="zh-CN" dirty="0">
                <a:solidFill>
                  <a:schemeClr val="bg2">
                    <a:lumMod val="50000"/>
                  </a:schemeClr>
                </a:solidFill>
                <a:sym typeface="+mn-ea"/>
              </a:rPr>
              <a:t>   </a:t>
            </a:r>
            <a:r>
              <a:rPr lang="en-US" altLang="zh-CN" dirty="0" smtClean="0">
                <a:solidFill>
                  <a:schemeClr val="bg2">
                    <a:lumMod val="50000"/>
                  </a:schemeClr>
                </a:solidFill>
                <a:sym typeface="+mn-ea"/>
              </a:rPr>
              <a:t> </a:t>
            </a:r>
            <a:r>
              <a:rPr lang="en-US" altLang="zh-CN" b="1" dirty="0" smtClean="0">
                <a:latin typeface="微软雅黑" panose="020B0503020204020204" charset="-122"/>
                <a:ea typeface="微软雅黑" panose="020B0503020204020204" charset="-122"/>
                <a:sym typeface="+mn-ea"/>
              </a:rPr>
              <a:t>1</a:t>
            </a:r>
            <a:r>
              <a:rPr lang="zh-CN" altLang="zh-CN" b="1" dirty="0" smtClean="0">
                <a:latin typeface="微软雅黑" panose="020B0503020204020204" charset="-122"/>
                <a:ea typeface="微软雅黑" panose="020B0503020204020204" charset="-122"/>
                <a:sym typeface="+mn-ea"/>
              </a:rPr>
              <a:t>．</a:t>
            </a:r>
            <a:r>
              <a:rPr lang="en-US" altLang="zh-CN" dirty="0" smtClean="0"/>
              <a:t> </a:t>
            </a:r>
            <a:r>
              <a:rPr lang="en-US" altLang="zh-CN" b="1" dirty="0" err="1" smtClean="0">
                <a:latin typeface="微软雅黑" panose="020B0503020204020204" charset="-122"/>
                <a:ea typeface="微软雅黑" panose="020B0503020204020204" charset="-122"/>
                <a:sym typeface="+mn-ea"/>
              </a:rPr>
              <a:t>WebApp</a:t>
            </a:r>
            <a:r>
              <a:rPr lang="zh-CN" altLang="zh-CN" b="1" dirty="0" smtClean="0">
                <a:latin typeface="微软雅黑" panose="020B0503020204020204" charset="-122"/>
                <a:ea typeface="微软雅黑" panose="020B0503020204020204" charset="-122"/>
                <a:sym typeface="+mn-ea"/>
              </a:rPr>
              <a:t>的设计过程</a:t>
            </a:r>
          </a:p>
        </p:txBody>
      </p:sp>
    </p:spTree>
    <p:custDataLst>
      <p:tags r:id="rId1"/>
    </p:custDataLst>
  </p:cSld>
  <p:clrMapOvr>
    <a:masterClrMapping/>
  </p:clrMapOvr>
  <p:transition>
    <p:zoom dir="in"/>
  </p:transition>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err="1" smtClean="0">
                <a:solidFill>
                  <a:srgbClr val="FF0000"/>
                </a:solidFill>
                <a:sym typeface="+mn-ea"/>
              </a:rPr>
              <a:t>WebApp</a:t>
            </a:r>
            <a:r>
              <a:rPr lang="zh-CN" altLang="en-US" dirty="0" smtClean="0">
                <a:solidFill>
                  <a:srgbClr val="FF0000"/>
                </a:solidFill>
                <a:sym typeface="+mn-ea"/>
              </a:rPr>
              <a:t>设计</a:t>
            </a:r>
            <a:endParaRPr lang="en-US" alt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8.6.4 </a:t>
            </a:r>
            <a:r>
              <a:rPr lang="en-US" sz="2400" dirty="0" err="1" smtClean="0">
                <a:solidFill>
                  <a:schemeClr val="tx1"/>
                </a:solidFill>
              </a:rPr>
              <a:t>WebApp</a:t>
            </a:r>
            <a:r>
              <a:rPr lang="zh-CN" altLang="en-US" sz="2400" dirty="0" smtClean="0">
                <a:solidFill>
                  <a:schemeClr val="tx1"/>
                </a:solidFill>
              </a:rPr>
              <a:t>设计过程</a:t>
            </a:r>
          </a:p>
        </p:txBody>
      </p:sp>
      <p:sp>
        <p:nvSpPr>
          <p:cNvPr id="70" name="MH_SubTitle_1"/>
          <p:cNvSpPr/>
          <p:nvPr>
            <p:custDataLst>
              <p:tags r:id="rId2"/>
            </p:custDataLst>
          </p:nvPr>
        </p:nvSpPr>
        <p:spPr>
          <a:xfrm>
            <a:off x="1951355" y="2529205"/>
            <a:ext cx="2093595" cy="871220"/>
          </a:xfrm>
          <a:prstGeom prst="rect">
            <a:avLst/>
          </a:prstGeom>
          <a:solidFill>
            <a:srgbClr val="85C036"/>
          </a:solidFill>
          <a:ln w="12700" cap="flat" cmpd="sng" algn="ctr">
            <a:noFill/>
            <a:prstDash val="solid"/>
            <a:miter lim="800000"/>
          </a:ln>
          <a:effectLst/>
        </p:spPr>
        <p:txBody>
          <a:bodyPr tIns="180000" anchor="ctr">
            <a:normAutofit/>
          </a:bodyPr>
          <a:lstStyle/>
          <a:p>
            <a:pPr algn="ctr"/>
            <a:r>
              <a:rPr lang="zh-CN" altLang="en-US" b="1" dirty="0" smtClean="0">
                <a:solidFill>
                  <a:schemeClr val="bg1"/>
                </a:solidFill>
                <a:latin typeface="微软雅黑" panose="020B0503020204020204" charset="-122"/>
                <a:ea typeface="微软雅黑" panose="020B0503020204020204" charset="-122"/>
              </a:rPr>
              <a:t>人机交互设计</a:t>
            </a:r>
          </a:p>
        </p:txBody>
      </p:sp>
      <p:sp>
        <p:nvSpPr>
          <p:cNvPr id="71" name="MH_Other_2"/>
          <p:cNvSpPr/>
          <p:nvPr>
            <p:custDataLst>
              <p:tags r:id="rId3"/>
            </p:custDataLst>
          </p:nvPr>
        </p:nvSpPr>
        <p:spPr>
          <a:xfrm>
            <a:off x="1798955" y="2305050"/>
            <a:ext cx="596900" cy="447675"/>
          </a:xfrm>
          <a:prstGeom prst="ellipse">
            <a:avLst/>
          </a:prstGeom>
          <a:solidFill>
            <a:srgbClr val="65922A"/>
          </a:solidFill>
          <a:ln w="25400" cap="flat" cmpd="sng" algn="ctr">
            <a:solidFill>
              <a:srgbClr val="FFFFFF"/>
            </a:solidFill>
            <a:prstDash val="solid"/>
            <a:miter lim="800000"/>
          </a:ln>
          <a:effectLst/>
        </p:spPr>
        <p:txBody>
          <a:bodyPr anchor="ctr"/>
          <a:lstStyle/>
          <a:p>
            <a:pPr algn="ctr" eaLnBrk="1" fontAlgn="auto" hangingPunct="1">
              <a:spcBef>
                <a:spcPts val="0"/>
              </a:spcBef>
              <a:spcAft>
                <a:spcPts val="0"/>
              </a:spcAft>
              <a:defRPr/>
            </a:pPr>
            <a:r>
              <a:rPr lang="en-US" sz="2800" b="1" kern="0" dirty="0">
                <a:solidFill>
                  <a:srgbClr val="FFFFFF"/>
                </a:solidFill>
                <a:latin typeface="Arial" panose="020B0604020202020204" pitchFamily="34" charset="0"/>
                <a:ea typeface="幼圆" panose="02010509060101010101" pitchFamily="49" charset="-122"/>
                <a:cs typeface="Arial" panose="020B0604020202020204" pitchFamily="34" charset="0"/>
              </a:rPr>
              <a:t>3</a:t>
            </a:r>
          </a:p>
        </p:txBody>
      </p:sp>
      <p:sp>
        <p:nvSpPr>
          <p:cNvPr id="3078" name="MH_Text_1"/>
          <p:cNvSpPr txBox="1">
            <a:spLocks noChangeArrowheads="1"/>
          </p:cNvSpPr>
          <p:nvPr>
            <p:custDataLst>
              <p:tags r:id="rId4"/>
            </p:custDataLst>
          </p:nvPr>
        </p:nvSpPr>
        <p:spPr bwMode="auto">
          <a:xfrm>
            <a:off x="635000" y="3772535"/>
            <a:ext cx="6708140" cy="320802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rIns="0">
            <a:norm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fontAlgn="auto">
              <a:lnSpc>
                <a:spcPct val="150000"/>
              </a:lnSpc>
              <a:defRPr/>
            </a:pPr>
            <a:r>
              <a:rPr lang="zh-CN" altLang="en-US" b="1" dirty="0" smtClean="0">
                <a:latin typeface="微软雅黑" panose="020B0503020204020204" charset="-122"/>
                <a:ea typeface="微软雅黑" panose="020B0503020204020204" charset="-122"/>
              </a:rPr>
              <a:t>       </a:t>
            </a:r>
            <a:r>
              <a:rPr lang="zh-CN" altLang="en-US" sz="1600" dirty="0" smtClean="0">
                <a:latin typeface="微软雅黑" panose="020B0503020204020204" charset="-122"/>
                <a:ea typeface="微软雅黑" panose="020B0503020204020204" charset="-122"/>
              </a:rPr>
              <a:t>针对用例所描述的用户与软件系统之间的交互动作，设计为实现用例所必需的每一个屏幕（窗口、对话框或网页），确定屏幕上各界面元素如何布局，屏幕中哪些信息是由用户输入的，用户在屏幕上可施行哪些动作（如选取菜单项、点击按钮等），软件系统应如何响应用户的界面动作，屏幕之间的跳转关系如何等。人机交互设计必须充分考虑用户的易用性需求，并遵循一些基本的界面设计原则，以满足大多数用户的使用习惯。</a:t>
            </a:r>
          </a:p>
        </p:txBody>
      </p:sp>
      <p:sp>
        <p:nvSpPr>
          <p:cNvPr id="73" name="MH_SubTitle_2"/>
          <p:cNvSpPr/>
          <p:nvPr>
            <p:custDataLst>
              <p:tags r:id="rId5"/>
            </p:custDataLst>
          </p:nvPr>
        </p:nvSpPr>
        <p:spPr>
          <a:xfrm>
            <a:off x="7759065" y="2529205"/>
            <a:ext cx="2093595" cy="871220"/>
          </a:xfrm>
          <a:prstGeom prst="rect">
            <a:avLst/>
          </a:prstGeom>
          <a:solidFill>
            <a:srgbClr val="ACC337"/>
          </a:solidFill>
          <a:ln w="12700" cap="flat" cmpd="sng" algn="ctr">
            <a:noFill/>
            <a:prstDash val="solid"/>
            <a:miter lim="800000"/>
          </a:ln>
          <a:effectLst/>
        </p:spPr>
        <p:txBody>
          <a:bodyPr tIns="180000" anchor="ctr">
            <a:normAutofit/>
          </a:bodyPr>
          <a:lstStyle/>
          <a:p>
            <a:pPr algn="ctr"/>
            <a:r>
              <a:rPr lang="zh-CN" altLang="en-US" b="1" dirty="0" smtClean="0">
                <a:solidFill>
                  <a:schemeClr val="bg1"/>
                </a:solidFill>
                <a:latin typeface="微软雅黑" panose="020B0503020204020204" charset="-122"/>
                <a:ea typeface="微软雅黑" panose="020B0503020204020204" charset="-122"/>
              </a:rPr>
              <a:t>详细设计</a:t>
            </a:r>
          </a:p>
        </p:txBody>
      </p:sp>
      <p:sp>
        <p:nvSpPr>
          <p:cNvPr id="74" name="MH_Other_3"/>
          <p:cNvSpPr/>
          <p:nvPr>
            <p:custDataLst>
              <p:tags r:id="rId6"/>
            </p:custDataLst>
          </p:nvPr>
        </p:nvSpPr>
        <p:spPr>
          <a:xfrm>
            <a:off x="7606665" y="2305050"/>
            <a:ext cx="596900" cy="447675"/>
          </a:xfrm>
          <a:prstGeom prst="ellipse">
            <a:avLst/>
          </a:prstGeom>
          <a:solidFill>
            <a:srgbClr val="BED15D">
              <a:lumMod val="75000"/>
            </a:srgbClr>
          </a:solidFill>
          <a:ln w="25400" cap="flat" cmpd="sng" algn="ctr">
            <a:solidFill>
              <a:srgbClr val="FFFFFF"/>
            </a:solidFill>
            <a:prstDash val="solid"/>
            <a:miter lim="800000"/>
          </a:ln>
          <a:effectLst/>
        </p:spPr>
        <p:txBody>
          <a:bodyPr anchor="ctr"/>
          <a:lstStyle/>
          <a:p>
            <a:pPr algn="ctr" eaLnBrk="1" fontAlgn="auto" hangingPunct="1">
              <a:spcBef>
                <a:spcPts val="0"/>
              </a:spcBef>
              <a:spcAft>
                <a:spcPts val="0"/>
              </a:spcAft>
              <a:defRPr/>
            </a:pPr>
            <a:r>
              <a:rPr lang="en-US" sz="2800" b="1" kern="0" dirty="0">
                <a:solidFill>
                  <a:srgbClr val="FFFFFF"/>
                </a:solidFill>
                <a:latin typeface="Arial" panose="020B0604020202020204" pitchFamily="34" charset="0"/>
                <a:ea typeface="幼圆" panose="02010509060101010101" pitchFamily="49" charset="-122"/>
                <a:cs typeface="Arial" panose="020B0604020202020204" pitchFamily="34" charset="0"/>
              </a:rPr>
              <a:t>4</a:t>
            </a:r>
          </a:p>
        </p:txBody>
      </p:sp>
      <p:sp>
        <p:nvSpPr>
          <p:cNvPr id="3081" name="MH_Text_2"/>
          <p:cNvSpPr txBox="1">
            <a:spLocks noChangeArrowheads="1"/>
          </p:cNvSpPr>
          <p:nvPr>
            <p:custDataLst>
              <p:tags r:id="rId7"/>
            </p:custDataLst>
          </p:nvPr>
        </p:nvSpPr>
        <p:spPr bwMode="auto">
          <a:xfrm>
            <a:off x="7802880" y="3772535"/>
            <a:ext cx="3633470" cy="238188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rIns="0">
            <a:norm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nSpc>
                <a:spcPct val="130000"/>
              </a:lnSpc>
            </a:pPr>
            <a:r>
              <a:rPr lang="zh-CN" altLang="en-US" b="1" dirty="0" smtClean="0">
                <a:latin typeface="微软雅黑" panose="020B0503020204020204" charset="-122"/>
                <a:ea typeface="微软雅黑" panose="020B0503020204020204" charset="-122"/>
              </a:rPr>
              <a:t>       </a:t>
            </a:r>
            <a:r>
              <a:rPr lang="zh-CN" altLang="en-US" sz="1600" dirty="0" smtClean="0">
                <a:latin typeface="微软雅黑" panose="020B0503020204020204" charset="-122"/>
                <a:ea typeface="微软雅黑" panose="020B0503020204020204" charset="-122"/>
              </a:rPr>
              <a:t>对体系结构设计和人机交互设计的成果进行细化和精化，最终获得高质量的、充分细化的软件设计模型。</a:t>
            </a:r>
          </a:p>
        </p:txBody>
      </p:sp>
      <p:cxnSp>
        <p:nvCxnSpPr>
          <p:cNvPr id="11" name="MH_Other_1"/>
          <p:cNvCxnSpPr>
            <a:cxnSpLocks noChangeShapeType="1"/>
          </p:cNvCxnSpPr>
          <p:nvPr>
            <p:custDataLst>
              <p:tags r:id="rId8"/>
            </p:custDataLst>
          </p:nvPr>
        </p:nvCxnSpPr>
        <p:spPr bwMode="auto">
          <a:xfrm>
            <a:off x="763905" y="3628390"/>
            <a:ext cx="10479405" cy="15240"/>
          </a:xfrm>
          <a:prstGeom prst="line">
            <a:avLst/>
          </a:prstGeom>
          <a:noFill/>
          <a:ln w="76200" algn="ctr">
            <a:solidFill>
              <a:srgbClr val="E0E0E0"/>
            </a:solidFill>
            <a:miter lim="800000"/>
            <a:tailEnd type="triangle" w="med" len="med"/>
          </a:ln>
        </p:spPr>
      </p:cxnSp>
    </p:spTree>
    <p:custDataLst>
      <p:tags r:id="rId1"/>
    </p:custDataLst>
  </p:cSld>
  <p:clrMapOvr>
    <a:masterClrMapping/>
  </p:clrMapOvr>
  <p:transition>
    <p:zoom dir="in"/>
  </p:transition>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err="1" smtClean="0">
                <a:solidFill>
                  <a:srgbClr val="FF0000"/>
                </a:solidFill>
                <a:sym typeface="+mn-ea"/>
              </a:rPr>
              <a:t>WebApp</a:t>
            </a:r>
            <a:r>
              <a:rPr lang="zh-CN" altLang="en-US" dirty="0" smtClean="0">
                <a:solidFill>
                  <a:srgbClr val="FF0000"/>
                </a:solidFill>
                <a:sym typeface="+mn-ea"/>
              </a:rPr>
              <a:t>设计</a:t>
            </a:r>
            <a:endParaRPr lang="en-US" alt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8.6.4 </a:t>
            </a:r>
            <a:r>
              <a:rPr lang="en-US" sz="2400" dirty="0" err="1" smtClean="0">
                <a:solidFill>
                  <a:schemeClr val="tx1"/>
                </a:solidFill>
              </a:rPr>
              <a:t>WebApp</a:t>
            </a:r>
            <a:r>
              <a:rPr lang="zh-CN" altLang="en-US" sz="2400" dirty="0" smtClean="0">
                <a:solidFill>
                  <a:schemeClr val="tx1"/>
                </a:solidFill>
              </a:rPr>
              <a:t>设计过程</a:t>
            </a:r>
          </a:p>
        </p:txBody>
      </p:sp>
      <p:cxnSp>
        <p:nvCxnSpPr>
          <p:cNvPr id="3075" name="MH_Other_1"/>
          <p:cNvCxnSpPr>
            <a:cxnSpLocks noChangeShapeType="1"/>
          </p:cNvCxnSpPr>
          <p:nvPr>
            <p:custDataLst>
              <p:tags r:id="rId2"/>
            </p:custDataLst>
          </p:nvPr>
        </p:nvCxnSpPr>
        <p:spPr bwMode="auto">
          <a:xfrm>
            <a:off x="763905" y="3542665"/>
            <a:ext cx="10846435" cy="635"/>
          </a:xfrm>
          <a:prstGeom prst="line">
            <a:avLst/>
          </a:prstGeom>
          <a:noFill/>
          <a:ln w="76200" algn="ctr">
            <a:solidFill>
              <a:srgbClr val="E0E0E0"/>
            </a:solidFill>
            <a:miter lim="800000"/>
            <a:tailEnd type="triangle" w="med" len="med"/>
          </a:ln>
        </p:spPr>
      </p:cxnSp>
      <p:sp>
        <p:nvSpPr>
          <p:cNvPr id="70" name="MH_SubTitle_1"/>
          <p:cNvSpPr/>
          <p:nvPr>
            <p:custDataLst>
              <p:tags r:id="rId3"/>
            </p:custDataLst>
          </p:nvPr>
        </p:nvSpPr>
        <p:spPr>
          <a:xfrm>
            <a:off x="2055495" y="2529205"/>
            <a:ext cx="2093595" cy="871220"/>
          </a:xfrm>
          <a:prstGeom prst="rect">
            <a:avLst/>
          </a:prstGeom>
          <a:solidFill>
            <a:srgbClr val="85C036"/>
          </a:solidFill>
          <a:ln w="12700" cap="flat" cmpd="sng" algn="ctr">
            <a:noFill/>
            <a:prstDash val="solid"/>
            <a:miter lim="800000"/>
          </a:ln>
          <a:effectLst/>
        </p:spPr>
        <p:txBody>
          <a:bodyPr tIns="180000" anchor="ctr">
            <a:normAutofit/>
          </a:bodyPr>
          <a:lstStyle/>
          <a:p>
            <a:pPr algn="ctr"/>
            <a:r>
              <a:rPr lang="zh-CN" altLang="en-US" b="1" dirty="0" smtClean="0">
                <a:solidFill>
                  <a:schemeClr val="bg1"/>
                </a:solidFill>
                <a:latin typeface="微软雅黑" panose="020B0503020204020204" charset="-122"/>
                <a:ea typeface="微软雅黑" panose="020B0503020204020204" charset="-122"/>
              </a:rPr>
              <a:t>设计整合与验证</a:t>
            </a:r>
          </a:p>
        </p:txBody>
      </p:sp>
      <p:sp>
        <p:nvSpPr>
          <p:cNvPr id="71" name="MH_Other_2"/>
          <p:cNvSpPr/>
          <p:nvPr>
            <p:custDataLst>
              <p:tags r:id="rId4"/>
            </p:custDataLst>
          </p:nvPr>
        </p:nvSpPr>
        <p:spPr>
          <a:xfrm>
            <a:off x="1903095" y="2305050"/>
            <a:ext cx="596900" cy="447675"/>
          </a:xfrm>
          <a:prstGeom prst="ellipse">
            <a:avLst/>
          </a:prstGeom>
          <a:solidFill>
            <a:srgbClr val="65922A"/>
          </a:solidFill>
          <a:ln w="25400" cap="flat" cmpd="sng" algn="ctr">
            <a:solidFill>
              <a:srgbClr val="FFFFFF"/>
            </a:solidFill>
            <a:prstDash val="solid"/>
            <a:miter lim="800000"/>
          </a:ln>
          <a:effectLst/>
        </p:spPr>
        <p:txBody>
          <a:bodyPr anchor="ctr"/>
          <a:lstStyle/>
          <a:p>
            <a:pPr algn="ctr" eaLnBrk="1" fontAlgn="auto" hangingPunct="1">
              <a:spcBef>
                <a:spcPts val="0"/>
              </a:spcBef>
              <a:spcAft>
                <a:spcPts val="0"/>
              </a:spcAft>
              <a:defRPr/>
            </a:pPr>
            <a:r>
              <a:rPr lang="en-US" sz="2800" b="1" kern="0" dirty="0">
                <a:solidFill>
                  <a:srgbClr val="FFFFFF"/>
                </a:solidFill>
                <a:latin typeface="Arial" panose="020B0604020202020204" pitchFamily="34" charset="0"/>
                <a:ea typeface="幼圆" panose="02010509060101010101" pitchFamily="49" charset="-122"/>
                <a:cs typeface="Arial" panose="020B0604020202020204" pitchFamily="34" charset="0"/>
              </a:rPr>
              <a:t>5</a:t>
            </a:r>
          </a:p>
        </p:txBody>
      </p:sp>
      <p:sp>
        <p:nvSpPr>
          <p:cNvPr id="3078" name="MH_Text_1"/>
          <p:cNvSpPr txBox="1">
            <a:spLocks noChangeArrowheads="1"/>
          </p:cNvSpPr>
          <p:nvPr>
            <p:custDataLst>
              <p:tags r:id="rId5"/>
            </p:custDataLst>
          </p:nvPr>
        </p:nvSpPr>
        <p:spPr bwMode="auto">
          <a:xfrm>
            <a:off x="949325" y="3772535"/>
            <a:ext cx="5280025" cy="22853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rIns="0">
            <a:norm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fontAlgn="auto">
              <a:lnSpc>
                <a:spcPct val="150000"/>
              </a:lnSpc>
              <a:defRPr/>
            </a:pPr>
            <a:r>
              <a:rPr lang="zh-CN" altLang="en-US" b="1" dirty="0" smtClean="0">
                <a:latin typeface="微软雅黑" panose="020B0503020204020204" charset="-122"/>
                <a:ea typeface="微软雅黑" panose="020B0503020204020204" charset="-122"/>
              </a:rPr>
              <a:t>       </a:t>
            </a:r>
            <a:r>
              <a:rPr lang="zh-CN" altLang="en-US" sz="1600" dirty="0" smtClean="0">
                <a:latin typeface="微软雅黑" panose="020B0503020204020204" charset="-122"/>
                <a:ea typeface="微软雅黑" panose="020B0503020204020204" charset="-122"/>
              </a:rPr>
              <a:t>整合前面获得的所有设计模型，检查并消解它们之间的不一致性，排除冗余性，以用例为引导构件设计模型中所有元素协力完成用例目标的完整视图，最终形成设计规约，对设计规约进行评审和必要的修改，确保设计规约的正确性、充分性、优化性和简单性。</a:t>
            </a:r>
          </a:p>
        </p:txBody>
      </p:sp>
      <p:sp>
        <p:nvSpPr>
          <p:cNvPr id="73" name="MH_SubTitle_2"/>
          <p:cNvSpPr/>
          <p:nvPr>
            <p:custDataLst>
              <p:tags r:id="rId6"/>
            </p:custDataLst>
          </p:nvPr>
        </p:nvSpPr>
        <p:spPr>
          <a:xfrm>
            <a:off x="7341870" y="2529205"/>
            <a:ext cx="2093595" cy="871220"/>
          </a:xfrm>
          <a:prstGeom prst="rect">
            <a:avLst/>
          </a:prstGeom>
          <a:solidFill>
            <a:srgbClr val="ACC337"/>
          </a:solidFill>
          <a:ln w="12700" cap="flat" cmpd="sng" algn="ctr">
            <a:noFill/>
            <a:prstDash val="solid"/>
            <a:miter lim="800000"/>
          </a:ln>
          <a:effectLst/>
        </p:spPr>
        <p:txBody>
          <a:bodyPr tIns="180000" anchor="ctr">
            <a:normAutofit/>
          </a:bodyPr>
          <a:lstStyle/>
          <a:p>
            <a:pPr algn="ctr"/>
            <a:r>
              <a:rPr lang="zh-CN" altLang="en-US" b="1" dirty="0" smtClean="0">
                <a:solidFill>
                  <a:schemeClr val="bg1"/>
                </a:solidFill>
                <a:latin typeface="微软雅黑" panose="020B0503020204020204" charset="-122"/>
                <a:ea typeface="微软雅黑" panose="020B0503020204020204" charset="-122"/>
              </a:rPr>
              <a:t>总结</a:t>
            </a:r>
          </a:p>
        </p:txBody>
      </p:sp>
      <p:sp>
        <p:nvSpPr>
          <p:cNvPr id="74" name="MH_Other_3"/>
          <p:cNvSpPr/>
          <p:nvPr>
            <p:custDataLst>
              <p:tags r:id="rId7"/>
            </p:custDataLst>
          </p:nvPr>
        </p:nvSpPr>
        <p:spPr>
          <a:xfrm>
            <a:off x="7189470" y="2305050"/>
            <a:ext cx="596900" cy="447675"/>
          </a:xfrm>
          <a:prstGeom prst="ellipse">
            <a:avLst/>
          </a:prstGeom>
          <a:solidFill>
            <a:srgbClr val="BED15D">
              <a:lumMod val="75000"/>
            </a:srgbClr>
          </a:solidFill>
          <a:ln w="25400" cap="flat" cmpd="sng" algn="ctr">
            <a:solidFill>
              <a:srgbClr val="FFFFFF"/>
            </a:solidFill>
            <a:prstDash val="solid"/>
            <a:miter lim="800000"/>
          </a:ln>
          <a:effectLst/>
        </p:spPr>
        <p:txBody>
          <a:bodyPr anchor="ctr"/>
          <a:lstStyle/>
          <a:p>
            <a:pPr algn="ctr" eaLnBrk="1" fontAlgn="auto" hangingPunct="1">
              <a:spcBef>
                <a:spcPts val="0"/>
              </a:spcBef>
              <a:spcAft>
                <a:spcPts val="0"/>
              </a:spcAft>
              <a:defRPr/>
            </a:pPr>
            <a:r>
              <a:rPr lang="en-US" sz="2800" b="1" kern="0" dirty="0">
                <a:solidFill>
                  <a:srgbClr val="FFFFFF"/>
                </a:solidFill>
                <a:latin typeface="Arial" panose="020B0604020202020204" pitchFamily="34" charset="0"/>
                <a:ea typeface="幼圆" panose="02010509060101010101" pitchFamily="49" charset="-122"/>
                <a:cs typeface="Arial" panose="020B0604020202020204" pitchFamily="34" charset="0"/>
              </a:rPr>
              <a:t>6</a:t>
            </a:r>
          </a:p>
        </p:txBody>
      </p:sp>
      <p:sp>
        <p:nvSpPr>
          <p:cNvPr id="3081" name="MH_Text_2"/>
          <p:cNvSpPr txBox="1">
            <a:spLocks noChangeArrowheads="1"/>
          </p:cNvSpPr>
          <p:nvPr>
            <p:custDataLst>
              <p:tags r:id="rId8"/>
            </p:custDataLst>
          </p:nvPr>
        </p:nvSpPr>
        <p:spPr bwMode="auto">
          <a:xfrm>
            <a:off x="6619240" y="3772535"/>
            <a:ext cx="3633470" cy="238188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rIns="0">
            <a:normAutofit/>
          </a:bodyPr>
          <a:lstStyle>
            <a:lvl1pPr>
              <a:defRPr>
                <a:solidFill>
                  <a:schemeClr val="tx1"/>
                </a:solidFill>
                <a:latin typeface="Calibri" panose="020F0502020204030204" charset="0"/>
                <a:ea typeface="宋体" panose="02010600030101010101" pitchFamily="2" charset="-122"/>
              </a:defRPr>
            </a:lvl1pPr>
            <a:lvl2pPr marL="742950" indent="-285750">
              <a:defRPr>
                <a:solidFill>
                  <a:schemeClr val="tx1"/>
                </a:solidFill>
                <a:latin typeface="Calibri" panose="020F0502020204030204" charset="0"/>
                <a:ea typeface="宋体" panose="02010600030101010101" pitchFamily="2" charset="-122"/>
              </a:defRPr>
            </a:lvl2pPr>
            <a:lvl3pPr marL="1143000" indent="-228600">
              <a:defRPr>
                <a:solidFill>
                  <a:schemeClr val="tx1"/>
                </a:solidFill>
                <a:latin typeface="Calibri" panose="020F0502020204030204" charset="0"/>
                <a:ea typeface="宋体" panose="02010600030101010101" pitchFamily="2" charset="-122"/>
              </a:defRPr>
            </a:lvl3pPr>
            <a:lvl4pPr marL="1600200" indent="-228600">
              <a:defRPr>
                <a:solidFill>
                  <a:schemeClr val="tx1"/>
                </a:solidFill>
                <a:latin typeface="Calibri" panose="020F0502020204030204" charset="0"/>
                <a:ea typeface="宋体" panose="02010600030101010101" pitchFamily="2" charset="-122"/>
              </a:defRPr>
            </a:lvl4pPr>
            <a:lvl5pPr marL="2057400" indent="-228600">
              <a:defRPr>
                <a:solidFill>
                  <a:schemeClr val="tx1"/>
                </a:solidFill>
                <a:latin typeface="Calibri" panose="020F050202020403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charset="0"/>
                <a:ea typeface="宋体" panose="02010600030101010101" pitchFamily="2" charset="-122"/>
              </a:defRPr>
            </a:lvl9pPr>
          </a:lstStyle>
          <a:p>
            <a:pPr>
              <a:lnSpc>
                <a:spcPct val="130000"/>
              </a:lnSpc>
            </a:pPr>
            <a:r>
              <a:rPr lang="zh-CN" altLang="en-US" b="1" dirty="0" smtClean="0">
                <a:latin typeface="微软雅黑" panose="020B0503020204020204" charset="-122"/>
                <a:ea typeface="微软雅黑" panose="020B0503020204020204" charset="-122"/>
              </a:rPr>
              <a:t>       </a:t>
            </a:r>
            <a:r>
              <a:rPr lang="zh-CN" altLang="en-US" sz="1600" dirty="0" smtClean="0">
                <a:latin typeface="微软雅黑" panose="020B0503020204020204" charset="-122"/>
                <a:ea typeface="微软雅黑" panose="020B0503020204020204" charset="-122"/>
              </a:rPr>
              <a:t>对本次迭代子过程的活动及结果进行总结、评价，为所有参与者提供软件设计过程和中间产品的状态的直观描述，决定后续行动计划。</a:t>
            </a:r>
          </a:p>
        </p:txBody>
      </p:sp>
    </p:spTree>
    <p:custDataLst>
      <p:tags r:id="rId1"/>
    </p:custDataLst>
  </p:cSld>
  <p:clrMapOvr>
    <a:masterClrMapping/>
  </p:clrMapOvr>
  <p:transition>
    <p:zoom dir="in"/>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err="1" smtClean="0">
                <a:solidFill>
                  <a:srgbClr val="FF0000"/>
                </a:solidFill>
                <a:sym typeface="+mn-ea"/>
              </a:rPr>
              <a:t>WebApp</a:t>
            </a:r>
            <a:r>
              <a:rPr lang="zh-CN" altLang="en-US" dirty="0" smtClean="0">
                <a:solidFill>
                  <a:srgbClr val="FF0000"/>
                </a:solidFill>
                <a:sym typeface="+mn-ea"/>
              </a:rPr>
              <a:t>设计</a:t>
            </a:r>
            <a:endParaRPr lang="en-US" alt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8.6.4 </a:t>
            </a:r>
            <a:r>
              <a:rPr lang="en-US" sz="2400" dirty="0" err="1" smtClean="0">
                <a:solidFill>
                  <a:schemeClr val="tx1"/>
                </a:solidFill>
              </a:rPr>
              <a:t>WebApp</a:t>
            </a:r>
            <a:r>
              <a:rPr lang="zh-CN" altLang="en-US" sz="2400" dirty="0" smtClean="0">
                <a:solidFill>
                  <a:schemeClr val="tx1"/>
                </a:solidFill>
              </a:rPr>
              <a:t>设计过程</a:t>
            </a:r>
          </a:p>
        </p:txBody>
      </p:sp>
      <p:grpSp>
        <p:nvGrpSpPr>
          <p:cNvPr id="4" name="组合 3"/>
          <p:cNvGrpSpPr/>
          <p:nvPr/>
        </p:nvGrpSpPr>
        <p:grpSpPr>
          <a:xfrm>
            <a:off x="1049655" y="2771775"/>
            <a:ext cx="5017714" cy="1680210"/>
            <a:chOff x="1188" y="3092"/>
            <a:chExt cx="7419" cy="2646"/>
          </a:xfrm>
        </p:grpSpPr>
        <p:grpSp>
          <p:nvGrpSpPr>
            <p:cNvPr id="28" name="组合 27"/>
            <p:cNvGrpSpPr/>
            <p:nvPr/>
          </p:nvGrpSpPr>
          <p:grpSpPr>
            <a:xfrm>
              <a:off x="1188" y="3092"/>
              <a:ext cx="6974" cy="930"/>
              <a:chOff x="508000" y="3196191"/>
              <a:chExt cx="4428470" cy="590550"/>
            </a:xfrm>
          </p:grpSpPr>
          <p:sp>
            <p:nvSpPr>
              <p:cNvPr id="32"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1</a:t>
                </a:r>
              </a:p>
            </p:txBody>
          </p:sp>
          <p:cxnSp>
            <p:nvCxnSpPr>
              <p:cNvPr id="6" name="直接连接符 5"/>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7" name="矩形 6"/>
              <p:cNvSpPr>
                <a:spLocks noChangeArrowheads="1"/>
              </p:cNvSpPr>
              <p:nvPr/>
            </p:nvSpPr>
            <p:spPr bwMode="auto">
              <a:xfrm>
                <a:off x="960505" y="3291441"/>
                <a:ext cx="3975965" cy="3848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简单性</a:t>
                </a:r>
              </a:p>
            </p:txBody>
          </p:sp>
        </p:grpSp>
        <p:sp>
          <p:nvSpPr>
            <p:cNvPr id="35" name="矩形 34"/>
            <p:cNvSpPr>
              <a:spLocks noChangeArrowheads="1"/>
            </p:cNvSpPr>
            <p:nvPr/>
          </p:nvSpPr>
          <p:spPr bwMode="auto">
            <a:xfrm>
              <a:off x="1893" y="3848"/>
              <a:ext cx="6714" cy="189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很多设计者在设计页面时倾向于提供“太多的东西”，包括插入动画、视觉效果，但最好还是尽量做到适度和简单。</a:t>
              </a:r>
            </a:p>
          </p:txBody>
        </p:sp>
      </p:grpSp>
      <p:grpSp>
        <p:nvGrpSpPr>
          <p:cNvPr id="36" name="组合 35"/>
          <p:cNvGrpSpPr/>
          <p:nvPr/>
        </p:nvGrpSpPr>
        <p:grpSpPr>
          <a:xfrm>
            <a:off x="6297930" y="2771775"/>
            <a:ext cx="5235316" cy="2486025"/>
            <a:chOff x="1188" y="3092"/>
            <a:chExt cx="7741" cy="3915"/>
          </a:xfrm>
        </p:grpSpPr>
        <p:grpSp>
          <p:nvGrpSpPr>
            <p:cNvPr id="37" name="组合 36"/>
            <p:cNvGrpSpPr/>
            <p:nvPr/>
          </p:nvGrpSpPr>
          <p:grpSpPr>
            <a:xfrm>
              <a:off x="1188" y="3092"/>
              <a:ext cx="7741" cy="930"/>
              <a:chOff x="508000" y="3196191"/>
              <a:chExt cx="4915730" cy="590550"/>
            </a:xfrm>
          </p:grpSpPr>
          <p:sp>
            <p:nvSpPr>
              <p:cNvPr id="38"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2</a:t>
                </a:r>
              </a:p>
            </p:txBody>
          </p:sp>
          <p:cxnSp>
            <p:nvCxnSpPr>
              <p:cNvPr id="39" name="直接连接符 38"/>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0" name="矩形 39"/>
              <p:cNvSpPr>
                <a:spLocks noChangeArrowheads="1"/>
              </p:cNvSpPr>
              <p:nvPr/>
            </p:nvSpPr>
            <p:spPr bwMode="auto">
              <a:xfrm>
                <a:off x="960521" y="3291441"/>
                <a:ext cx="4463209" cy="3848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一致性</a:t>
                </a:r>
              </a:p>
            </p:txBody>
          </p:sp>
        </p:grpSp>
        <p:sp>
          <p:nvSpPr>
            <p:cNvPr id="41" name="矩形 40"/>
            <p:cNvSpPr>
              <a:spLocks noChangeArrowheads="1"/>
            </p:cNvSpPr>
            <p:nvPr/>
          </p:nvSpPr>
          <p:spPr bwMode="auto">
            <a:xfrm>
              <a:off x="1893" y="3953"/>
              <a:ext cx="6799" cy="30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在网站设计时，文本格式和字体风格保持一致。从美学设计上WebApp的各部分有统一的外观，界面设计应该定义一致的交互、导航和内容显示模式。在WebApp的设计过程中使得所有的WebApp元素一致地使用导航机制。</a:t>
              </a:r>
            </a:p>
          </p:txBody>
        </p:sp>
      </p:grpSp>
      <p:grpSp>
        <p:nvGrpSpPr>
          <p:cNvPr id="3" name="组合 2"/>
          <p:cNvGrpSpPr/>
          <p:nvPr/>
        </p:nvGrpSpPr>
        <p:grpSpPr>
          <a:xfrm>
            <a:off x="1040130" y="4524375"/>
            <a:ext cx="5046119" cy="1311275"/>
            <a:chOff x="1188" y="3092"/>
            <a:chExt cx="7461" cy="2065"/>
          </a:xfrm>
        </p:grpSpPr>
        <p:grpSp>
          <p:nvGrpSpPr>
            <p:cNvPr id="5" name="组合 4"/>
            <p:cNvGrpSpPr/>
            <p:nvPr/>
          </p:nvGrpSpPr>
          <p:grpSpPr>
            <a:xfrm>
              <a:off x="1188" y="3092"/>
              <a:ext cx="6974" cy="930"/>
              <a:chOff x="508000" y="3196191"/>
              <a:chExt cx="4428470" cy="590550"/>
            </a:xfrm>
          </p:grpSpPr>
          <p:sp>
            <p:nvSpPr>
              <p:cNvPr id="8"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3</a:t>
                </a:r>
              </a:p>
            </p:txBody>
          </p:sp>
          <p:cxnSp>
            <p:nvCxnSpPr>
              <p:cNvPr id="9" name="直接连接符 8"/>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0" name="矩形 9"/>
              <p:cNvSpPr>
                <a:spLocks noChangeArrowheads="1"/>
              </p:cNvSpPr>
              <p:nvPr/>
            </p:nvSpPr>
            <p:spPr bwMode="auto">
              <a:xfrm>
                <a:off x="960505" y="3291441"/>
                <a:ext cx="3975965" cy="3848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相符性</a:t>
                </a:r>
              </a:p>
            </p:txBody>
          </p:sp>
        </p:grpSp>
        <p:sp>
          <p:nvSpPr>
            <p:cNvPr id="11" name="矩形 10"/>
            <p:cNvSpPr>
              <a:spLocks noChangeArrowheads="1"/>
            </p:cNvSpPr>
            <p:nvPr/>
          </p:nvSpPr>
          <p:spPr bwMode="auto">
            <a:xfrm>
              <a:off x="1893" y="3848"/>
              <a:ext cx="6756" cy="13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WebApp的美学、界面和导航设计必须与将要构造的应用系统所处的领域保持一致。</a:t>
              </a:r>
            </a:p>
          </p:txBody>
        </p:sp>
      </p:grpSp>
      <p:sp>
        <p:nvSpPr>
          <p:cNvPr id="22" name="文本框 34"/>
          <p:cNvSpPr txBox="1"/>
          <p:nvPr/>
        </p:nvSpPr>
        <p:spPr>
          <a:xfrm>
            <a:off x="847726" y="2085975"/>
            <a:ext cx="4953000" cy="397032"/>
          </a:xfrm>
          <a:prstGeom prst="rect">
            <a:avLst/>
          </a:prstGeom>
          <a:noFill/>
        </p:spPr>
        <p:txBody>
          <a:bodyPr wrap="square" rtlCol="0">
            <a:spAutoFit/>
          </a:bodyPr>
          <a:lstStyle/>
          <a:p>
            <a:pPr>
              <a:lnSpc>
                <a:spcPct val="110000"/>
              </a:lnSpc>
            </a:pPr>
            <a:r>
              <a:rPr lang="en-US" altLang="zh-CN" dirty="0">
                <a:solidFill>
                  <a:schemeClr val="bg2">
                    <a:lumMod val="50000"/>
                  </a:schemeClr>
                </a:solidFill>
                <a:sym typeface="+mn-ea"/>
              </a:rPr>
              <a:t>   </a:t>
            </a:r>
            <a:r>
              <a:rPr lang="en-US" altLang="zh-CN" dirty="0" smtClean="0">
                <a:solidFill>
                  <a:schemeClr val="bg2">
                    <a:lumMod val="50000"/>
                  </a:schemeClr>
                </a:solidFill>
                <a:sym typeface="+mn-ea"/>
              </a:rPr>
              <a:t> </a:t>
            </a:r>
            <a:r>
              <a:rPr lang="en-US" altLang="zh-CN" b="1" dirty="0" smtClean="0">
                <a:latin typeface="微软雅黑" panose="020B0503020204020204" charset="-122"/>
                <a:ea typeface="微软雅黑" panose="020B0503020204020204" charset="-122"/>
                <a:sym typeface="+mn-ea"/>
              </a:rPr>
              <a:t>2</a:t>
            </a:r>
            <a:r>
              <a:rPr lang="zh-CN" altLang="zh-CN" b="1" dirty="0" smtClean="0">
                <a:latin typeface="微软雅黑" panose="020B0503020204020204" charset="-122"/>
                <a:ea typeface="微软雅黑" panose="020B0503020204020204" charset="-122"/>
                <a:sym typeface="+mn-ea"/>
              </a:rPr>
              <a:t>．</a:t>
            </a:r>
            <a:r>
              <a:rPr lang="en-US" altLang="zh-CN" dirty="0" smtClean="0"/>
              <a:t> </a:t>
            </a:r>
            <a:r>
              <a:rPr lang="en-US" altLang="zh-CN" b="1" dirty="0" err="1" smtClean="0">
                <a:latin typeface="微软雅黑" panose="020B0503020204020204" charset="-122"/>
                <a:ea typeface="微软雅黑" panose="020B0503020204020204" charset="-122"/>
                <a:sym typeface="+mn-ea"/>
              </a:rPr>
              <a:t>WebApp</a:t>
            </a:r>
            <a:r>
              <a:rPr lang="zh-CN" altLang="zh-CN" b="1" dirty="0" smtClean="0">
                <a:latin typeface="微软雅黑" panose="020B0503020204020204" charset="-122"/>
                <a:ea typeface="微软雅黑" panose="020B0503020204020204" charset="-122"/>
                <a:sym typeface="+mn-ea"/>
              </a:rPr>
              <a:t>的设计目标</a:t>
            </a:r>
          </a:p>
        </p:txBody>
      </p:sp>
    </p:spTree>
    <p:custDataLst>
      <p:tags r:id="rId1"/>
    </p:custDataLst>
  </p:cSld>
  <p:clrMapOvr>
    <a:masterClrMapping/>
  </p:clrMapOvr>
  <p:transition>
    <p:zoom dir="in"/>
  </p:transition>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err="1" smtClean="0">
                <a:solidFill>
                  <a:srgbClr val="FF0000"/>
                </a:solidFill>
                <a:sym typeface="+mn-ea"/>
              </a:rPr>
              <a:t>WebApp</a:t>
            </a:r>
            <a:r>
              <a:rPr lang="zh-CN" altLang="en-US" dirty="0" smtClean="0">
                <a:solidFill>
                  <a:srgbClr val="FF0000"/>
                </a:solidFill>
                <a:sym typeface="+mn-ea"/>
              </a:rPr>
              <a:t>设计</a:t>
            </a:r>
            <a:endParaRPr lang="en-US" alt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8.6.4 </a:t>
            </a:r>
            <a:r>
              <a:rPr lang="en-US" sz="2400" dirty="0" err="1" smtClean="0">
                <a:solidFill>
                  <a:schemeClr val="tx1"/>
                </a:solidFill>
              </a:rPr>
              <a:t>WebApp</a:t>
            </a:r>
            <a:r>
              <a:rPr lang="zh-CN" altLang="en-US" sz="2400" dirty="0" smtClean="0">
                <a:solidFill>
                  <a:schemeClr val="tx1"/>
                </a:solidFill>
              </a:rPr>
              <a:t>设计过程</a:t>
            </a:r>
          </a:p>
        </p:txBody>
      </p:sp>
      <p:grpSp>
        <p:nvGrpSpPr>
          <p:cNvPr id="4" name="组合 3"/>
          <p:cNvGrpSpPr/>
          <p:nvPr/>
        </p:nvGrpSpPr>
        <p:grpSpPr>
          <a:xfrm>
            <a:off x="916305" y="2838450"/>
            <a:ext cx="5008245" cy="1311275"/>
            <a:chOff x="1188" y="3092"/>
            <a:chExt cx="7405" cy="2065"/>
          </a:xfrm>
        </p:grpSpPr>
        <p:grpSp>
          <p:nvGrpSpPr>
            <p:cNvPr id="28" name="组合 27"/>
            <p:cNvGrpSpPr/>
            <p:nvPr/>
          </p:nvGrpSpPr>
          <p:grpSpPr>
            <a:xfrm>
              <a:off x="1188" y="3092"/>
              <a:ext cx="6974" cy="930"/>
              <a:chOff x="508000" y="3196191"/>
              <a:chExt cx="4428470" cy="590550"/>
            </a:xfrm>
          </p:grpSpPr>
          <p:sp>
            <p:nvSpPr>
              <p:cNvPr id="32"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4</a:t>
                </a:r>
              </a:p>
            </p:txBody>
          </p:sp>
          <p:cxnSp>
            <p:nvCxnSpPr>
              <p:cNvPr id="6" name="直接连接符 5"/>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7" name="矩形 6"/>
              <p:cNvSpPr>
                <a:spLocks noChangeArrowheads="1"/>
              </p:cNvSpPr>
              <p:nvPr/>
            </p:nvSpPr>
            <p:spPr bwMode="auto">
              <a:xfrm>
                <a:off x="960505" y="3291441"/>
                <a:ext cx="3975965" cy="3848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健壮性</a:t>
                </a:r>
              </a:p>
            </p:txBody>
          </p:sp>
        </p:grpSp>
        <p:sp>
          <p:nvSpPr>
            <p:cNvPr id="35" name="矩形 34"/>
            <p:cNvSpPr>
              <a:spLocks noChangeArrowheads="1"/>
            </p:cNvSpPr>
            <p:nvPr/>
          </p:nvSpPr>
          <p:spPr bwMode="auto">
            <a:xfrm>
              <a:off x="1893" y="3848"/>
              <a:ext cx="6700" cy="13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用户期待与自己的要求相关的内容和功能有健壮性。</a:t>
              </a:r>
            </a:p>
          </p:txBody>
        </p:sp>
      </p:grpSp>
      <p:grpSp>
        <p:nvGrpSpPr>
          <p:cNvPr id="36" name="组合 35"/>
          <p:cNvGrpSpPr/>
          <p:nvPr/>
        </p:nvGrpSpPr>
        <p:grpSpPr>
          <a:xfrm>
            <a:off x="916305" y="4118610"/>
            <a:ext cx="5235316" cy="1680210"/>
            <a:chOff x="1188" y="3092"/>
            <a:chExt cx="7741" cy="2646"/>
          </a:xfrm>
        </p:grpSpPr>
        <p:grpSp>
          <p:nvGrpSpPr>
            <p:cNvPr id="37" name="组合 36"/>
            <p:cNvGrpSpPr/>
            <p:nvPr/>
          </p:nvGrpSpPr>
          <p:grpSpPr>
            <a:xfrm>
              <a:off x="1188" y="3092"/>
              <a:ext cx="7741" cy="930"/>
              <a:chOff x="508000" y="3196191"/>
              <a:chExt cx="4915730" cy="590550"/>
            </a:xfrm>
          </p:grpSpPr>
          <p:sp>
            <p:nvSpPr>
              <p:cNvPr id="38"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5</a:t>
                </a:r>
              </a:p>
            </p:txBody>
          </p:sp>
          <p:cxnSp>
            <p:nvCxnSpPr>
              <p:cNvPr id="39" name="直接连接符 38"/>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0" name="矩形 39"/>
              <p:cNvSpPr>
                <a:spLocks noChangeArrowheads="1"/>
              </p:cNvSpPr>
              <p:nvPr/>
            </p:nvSpPr>
            <p:spPr bwMode="auto">
              <a:xfrm>
                <a:off x="960521" y="3291441"/>
                <a:ext cx="4463209" cy="3848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导航性</a:t>
                </a:r>
              </a:p>
            </p:txBody>
          </p:sp>
        </p:grpSp>
        <p:sp>
          <p:nvSpPr>
            <p:cNvPr id="41" name="矩形 40"/>
            <p:cNvSpPr>
              <a:spLocks noChangeArrowheads="1"/>
            </p:cNvSpPr>
            <p:nvPr/>
          </p:nvSpPr>
          <p:spPr bwMode="auto">
            <a:xfrm>
              <a:off x="1893" y="3848"/>
              <a:ext cx="6390" cy="189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导航要简单和一致，以直观的和可预测的方式来设计。即用户不必搜索导航链接和帮助就知道如何使用WebApp。</a:t>
              </a:r>
            </a:p>
          </p:txBody>
        </p:sp>
      </p:grpSp>
      <p:grpSp>
        <p:nvGrpSpPr>
          <p:cNvPr id="3" name="组合 2"/>
          <p:cNvGrpSpPr/>
          <p:nvPr/>
        </p:nvGrpSpPr>
        <p:grpSpPr>
          <a:xfrm>
            <a:off x="6002655" y="1449705"/>
            <a:ext cx="5274720" cy="2788285"/>
            <a:chOff x="1188" y="3092"/>
            <a:chExt cx="7799" cy="4391"/>
          </a:xfrm>
        </p:grpSpPr>
        <p:grpSp>
          <p:nvGrpSpPr>
            <p:cNvPr id="5" name="组合 4"/>
            <p:cNvGrpSpPr/>
            <p:nvPr/>
          </p:nvGrpSpPr>
          <p:grpSpPr>
            <a:xfrm>
              <a:off x="1188" y="3092"/>
              <a:ext cx="6974" cy="930"/>
              <a:chOff x="508000" y="3196191"/>
              <a:chExt cx="4428470" cy="590550"/>
            </a:xfrm>
          </p:grpSpPr>
          <p:sp>
            <p:nvSpPr>
              <p:cNvPr id="8"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6</a:t>
                </a:r>
              </a:p>
            </p:txBody>
          </p:sp>
          <p:cxnSp>
            <p:nvCxnSpPr>
              <p:cNvPr id="9" name="直接连接符 8"/>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0" name="矩形 9"/>
              <p:cNvSpPr>
                <a:spLocks noChangeArrowheads="1"/>
              </p:cNvSpPr>
              <p:nvPr/>
            </p:nvSpPr>
            <p:spPr bwMode="auto">
              <a:xfrm>
                <a:off x="960505" y="3291441"/>
                <a:ext cx="3975965" cy="3848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视觉吸引</a:t>
                </a:r>
              </a:p>
            </p:txBody>
          </p:sp>
        </p:grpSp>
        <p:sp>
          <p:nvSpPr>
            <p:cNvPr id="11" name="矩形 10"/>
            <p:cNvSpPr>
              <a:spLocks noChangeArrowheads="1"/>
            </p:cNvSpPr>
            <p:nvPr/>
          </p:nvSpPr>
          <p:spPr bwMode="auto">
            <a:xfrm>
              <a:off x="1893" y="3848"/>
              <a:ext cx="7094" cy="363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在所有类型的软件中，Web应用系统是最具有视觉效果的、最生动的，也是最具有美感的。美丽的外观最吸引观看者的眼球，然而许多设计的特性（例如，内容的外观、界面的设计、颜色协调、文本布局、图片和其他媒体、导航）也会对视觉吸引产生影响。</a:t>
              </a:r>
            </a:p>
          </p:txBody>
        </p:sp>
      </p:grpSp>
      <p:grpSp>
        <p:nvGrpSpPr>
          <p:cNvPr id="23" name="组合 22"/>
          <p:cNvGrpSpPr/>
          <p:nvPr/>
        </p:nvGrpSpPr>
        <p:grpSpPr>
          <a:xfrm>
            <a:off x="6002655" y="4271645"/>
            <a:ext cx="5140807" cy="1584960"/>
            <a:chOff x="1188" y="3092"/>
            <a:chExt cx="7601" cy="2496"/>
          </a:xfrm>
        </p:grpSpPr>
        <p:grpSp>
          <p:nvGrpSpPr>
            <p:cNvPr id="24" name="组合 27"/>
            <p:cNvGrpSpPr/>
            <p:nvPr/>
          </p:nvGrpSpPr>
          <p:grpSpPr>
            <a:xfrm>
              <a:off x="1188" y="3092"/>
              <a:ext cx="6974" cy="930"/>
              <a:chOff x="508000" y="3196191"/>
              <a:chExt cx="4428470" cy="590550"/>
            </a:xfrm>
          </p:grpSpPr>
          <p:sp>
            <p:nvSpPr>
              <p:cNvPr id="26"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7</a:t>
                </a:r>
              </a:p>
            </p:txBody>
          </p:sp>
          <p:cxnSp>
            <p:nvCxnSpPr>
              <p:cNvPr id="27" name="直接连接符 26"/>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30" name="矩形 29"/>
              <p:cNvSpPr>
                <a:spLocks noChangeArrowheads="1"/>
              </p:cNvSpPr>
              <p:nvPr/>
            </p:nvSpPr>
            <p:spPr bwMode="auto">
              <a:xfrm>
                <a:off x="960505" y="3291441"/>
                <a:ext cx="3975965" cy="3848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兼容性</a:t>
                </a:r>
              </a:p>
            </p:txBody>
          </p:sp>
        </p:grpSp>
        <p:sp>
          <p:nvSpPr>
            <p:cNvPr id="25" name="矩形 24"/>
            <p:cNvSpPr>
              <a:spLocks noChangeArrowheads="1"/>
            </p:cNvSpPr>
            <p:nvPr/>
          </p:nvSpPr>
          <p:spPr bwMode="auto">
            <a:xfrm>
              <a:off x="1893" y="3698"/>
              <a:ext cx="6896" cy="189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由于WebApp通常会应用于不同的环境，例如不同的操作系统、不同的浏览器等等，因此WebApp要求设计互相兼容。</a:t>
              </a:r>
            </a:p>
          </p:txBody>
        </p:sp>
      </p:grpSp>
      <p:sp>
        <p:nvSpPr>
          <p:cNvPr id="31" name="文本框 34"/>
          <p:cNvSpPr txBox="1"/>
          <p:nvPr/>
        </p:nvSpPr>
        <p:spPr>
          <a:xfrm>
            <a:off x="847726" y="2085975"/>
            <a:ext cx="4953000" cy="397032"/>
          </a:xfrm>
          <a:prstGeom prst="rect">
            <a:avLst/>
          </a:prstGeom>
          <a:noFill/>
        </p:spPr>
        <p:txBody>
          <a:bodyPr wrap="square" rtlCol="0">
            <a:spAutoFit/>
          </a:bodyPr>
          <a:lstStyle/>
          <a:p>
            <a:pPr>
              <a:lnSpc>
                <a:spcPct val="110000"/>
              </a:lnSpc>
            </a:pPr>
            <a:r>
              <a:rPr lang="en-US" altLang="zh-CN" dirty="0">
                <a:solidFill>
                  <a:schemeClr val="bg2">
                    <a:lumMod val="50000"/>
                  </a:schemeClr>
                </a:solidFill>
                <a:sym typeface="+mn-ea"/>
              </a:rPr>
              <a:t>   </a:t>
            </a:r>
            <a:r>
              <a:rPr lang="en-US" altLang="zh-CN" dirty="0" smtClean="0">
                <a:solidFill>
                  <a:schemeClr val="bg2">
                    <a:lumMod val="50000"/>
                  </a:schemeClr>
                </a:solidFill>
                <a:sym typeface="+mn-ea"/>
              </a:rPr>
              <a:t> </a:t>
            </a:r>
            <a:r>
              <a:rPr lang="en-US" altLang="zh-CN" b="1" dirty="0" smtClean="0">
                <a:latin typeface="微软雅黑" panose="020B0503020204020204" charset="-122"/>
                <a:ea typeface="微软雅黑" panose="020B0503020204020204" charset="-122"/>
                <a:sym typeface="+mn-ea"/>
              </a:rPr>
              <a:t>2</a:t>
            </a:r>
            <a:r>
              <a:rPr lang="zh-CN" altLang="zh-CN" b="1" dirty="0" smtClean="0">
                <a:latin typeface="微软雅黑" panose="020B0503020204020204" charset="-122"/>
                <a:ea typeface="微软雅黑" panose="020B0503020204020204" charset="-122"/>
                <a:sym typeface="+mn-ea"/>
              </a:rPr>
              <a:t>．</a:t>
            </a:r>
            <a:r>
              <a:rPr lang="en-US" altLang="zh-CN" dirty="0" smtClean="0"/>
              <a:t> </a:t>
            </a:r>
            <a:r>
              <a:rPr lang="en-US" altLang="zh-CN" b="1" dirty="0" err="1" smtClean="0">
                <a:latin typeface="微软雅黑" panose="020B0503020204020204" charset="-122"/>
                <a:ea typeface="微软雅黑" panose="020B0503020204020204" charset="-122"/>
                <a:sym typeface="+mn-ea"/>
              </a:rPr>
              <a:t>WebApp</a:t>
            </a:r>
            <a:r>
              <a:rPr lang="zh-CN" altLang="zh-CN" b="1" dirty="0" smtClean="0">
                <a:latin typeface="微软雅黑" panose="020B0503020204020204" charset="-122"/>
                <a:ea typeface="微软雅黑" panose="020B0503020204020204" charset="-122"/>
                <a:sym typeface="+mn-ea"/>
              </a:rPr>
              <a:t>的设计目标</a:t>
            </a:r>
          </a:p>
        </p:txBody>
      </p:sp>
    </p:spTree>
    <p:custDataLst>
      <p:tags r:id="rId1"/>
    </p:custDataLst>
  </p:cSld>
  <p:clrMapOvr>
    <a:masterClrMapping/>
  </p:clrMapOvr>
  <p:transition>
    <p:zoom dir="in"/>
  </p:transition>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err="1" smtClean="0">
                <a:solidFill>
                  <a:srgbClr val="FF0000"/>
                </a:solidFill>
                <a:sym typeface="+mn-ea"/>
              </a:rPr>
              <a:t>WebApp</a:t>
            </a:r>
            <a:r>
              <a:rPr lang="zh-CN" altLang="en-US" dirty="0" smtClean="0">
                <a:solidFill>
                  <a:srgbClr val="FF0000"/>
                </a:solidFill>
                <a:sym typeface="+mn-ea"/>
              </a:rPr>
              <a:t>设计</a:t>
            </a:r>
            <a:endParaRPr lang="en-US" alt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8.6.4 </a:t>
            </a:r>
            <a:r>
              <a:rPr lang="en-US" sz="2400" dirty="0" err="1" smtClean="0">
                <a:solidFill>
                  <a:schemeClr val="tx1"/>
                </a:solidFill>
              </a:rPr>
              <a:t>WebApp</a:t>
            </a:r>
            <a:r>
              <a:rPr lang="zh-CN" altLang="en-US" sz="2400" dirty="0" smtClean="0">
                <a:solidFill>
                  <a:schemeClr val="tx1"/>
                </a:solidFill>
              </a:rPr>
              <a:t>设计过程</a:t>
            </a:r>
          </a:p>
        </p:txBody>
      </p:sp>
      <p:grpSp>
        <p:nvGrpSpPr>
          <p:cNvPr id="36" name="组合 35"/>
          <p:cNvGrpSpPr/>
          <p:nvPr/>
        </p:nvGrpSpPr>
        <p:grpSpPr>
          <a:xfrm>
            <a:off x="802005" y="2607945"/>
            <a:ext cx="10294792" cy="1945005"/>
            <a:chOff x="1188" y="3092"/>
            <a:chExt cx="15222" cy="3063"/>
          </a:xfrm>
        </p:grpSpPr>
        <p:grpSp>
          <p:nvGrpSpPr>
            <p:cNvPr id="37" name="组合 36"/>
            <p:cNvGrpSpPr/>
            <p:nvPr/>
          </p:nvGrpSpPr>
          <p:grpSpPr>
            <a:xfrm>
              <a:off x="1188" y="3092"/>
              <a:ext cx="7741" cy="930"/>
              <a:chOff x="508000" y="3196191"/>
              <a:chExt cx="4915730" cy="590550"/>
            </a:xfrm>
          </p:grpSpPr>
          <p:sp>
            <p:nvSpPr>
              <p:cNvPr id="38"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8</a:t>
                </a:r>
              </a:p>
            </p:txBody>
          </p:sp>
          <p:cxnSp>
            <p:nvCxnSpPr>
              <p:cNvPr id="39" name="直接连接符 38"/>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0" name="矩形 39"/>
              <p:cNvSpPr>
                <a:spLocks noChangeArrowheads="1"/>
              </p:cNvSpPr>
              <p:nvPr/>
            </p:nvSpPr>
            <p:spPr bwMode="auto">
              <a:xfrm>
                <a:off x="960521" y="3291441"/>
                <a:ext cx="4463209" cy="3848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可修改性</a:t>
                </a:r>
              </a:p>
            </p:txBody>
          </p:sp>
        </p:grpSp>
        <p:sp>
          <p:nvSpPr>
            <p:cNvPr id="41" name="矩形 40"/>
            <p:cNvSpPr>
              <a:spLocks noChangeArrowheads="1"/>
            </p:cNvSpPr>
            <p:nvPr/>
          </p:nvSpPr>
          <p:spPr bwMode="auto">
            <a:xfrm>
              <a:off x="1893" y="3683"/>
              <a:ext cx="14517" cy="24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在对系统做出一个特定改变的情况下，会出现受直接影响的和受间接影响的软件单元。受直接影响的软件单元是指那些为了适应系统改变而改变自身职责的单元；受间接影响的软件单元是指那些不需要改变自身职责，而只需修改它的实现来适应受直接影响的单元产生的变化。我们要尽可能减少单元之间的依赖关系，降低受直接影响的单元对其他单元的影响程度，从而减少被改变单元的数量。</a:t>
              </a:r>
            </a:p>
          </p:txBody>
        </p:sp>
      </p:grpSp>
      <p:grpSp>
        <p:nvGrpSpPr>
          <p:cNvPr id="3" name="组合 2"/>
          <p:cNvGrpSpPr/>
          <p:nvPr/>
        </p:nvGrpSpPr>
        <p:grpSpPr>
          <a:xfrm>
            <a:off x="802005" y="4530090"/>
            <a:ext cx="10275526" cy="1565910"/>
            <a:chOff x="1188" y="3092"/>
            <a:chExt cx="15193" cy="2466"/>
          </a:xfrm>
        </p:grpSpPr>
        <p:grpSp>
          <p:nvGrpSpPr>
            <p:cNvPr id="5" name="组合 4"/>
            <p:cNvGrpSpPr/>
            <p:nvPr/>
          </p:nvGrpSpPr>
          <p:grpSpPr>
            <a:xfrm>
              <a:off x="1188" y="3092"/>
              <a:ext cx="6974" cy="930"/>
              <a:chOff x="508000" y="3196191"/>
              <a:chExt cx="4428470" cy="590550"/>
            </a:xfrm>
          </p:grpSpPr>
          <p:sp>
            <p:nvSpPr>
              <p:cNvPr id="8"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9</a:t>
                </a:r>
              </a:p>
            </p:txBody>
          </p:sp>
          <p:cxnSp>
            <p:nvCxnSpPr>
              <p:cNvPr id="9" name="直接连接符 8"/>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0" name="矩形 9"/>
              <p:cNvSpPr>
                <a:spLocks noChangeArrowheads="1"/>
              </p:cNvSpPr>
              <p:nvPr/>
            </p:nvSpPr>
            <p:spPr bwMode="auto">
              <a:xfrm>
                <a:off x="960505" y="3291441"/>
                <a:ext cx="3975965" cy="3848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安全性</a:t>
                </a:r>
              </a:p>
            </p:txBody>
          </p:sp>
        </p:grpSp>
        <p:sp>
          <p:nvSpPr>
            <p:cNvPr id="11" name="矩形 10"/>
            <p:cNvSpPr>
              <a:spLocks noChangeArrowheads="1"/>
            </p:cNvSpPr>
            <p:nvPr/>
          </p:nvSpPr>
          <p:spPr bwMode="auto">
            <a:xfrm>
              <a:off x="1893" y="3668"/>
              <a:ext cx="14488" cy="189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随着网络的不断发展，WebApp的安全性显得非常重要。如果系统能够阻挡攻击企图，那么它就具有免疫力；如果系统能够快速容易地从成功的攻击中恢复，那么它就具有高弹性。在设计和开发WebApp时，应尽量将可能被攻击者利用的安全性弱点最小化，设计时要考虑周全。</a:t>
              </a:r>
            </a:p>
          </p:txBody>
        </p:sp>
      </p:grpSp>
      <p:sp>
        <p:nvSpPr>
          <p:cNvPr id="23" name="文本框 34"/>
          <p:cNvSpPr txBox="1"/>
          <p:nvPr/>
        </p:nvSpPr>
        <p:spPr>
          <a:xfrm>
            <a:off x="847726" y="2085975"/>
            <a:ext cx="4953000" cy="397032"/>
          </a:xfrm>
          <a:prstGeom prst="rect">
            <a:avLst/>
          </a:prstGeom>
          <a:noFill/>
        </p:spPr>
        <p:txBody>
          <a:bodyPr wrap="square" rtlCol="0">
            <a:spAutoFit/>
          </a:bodyPr>
          <a:lstStyle/>
          <a:p>
            <a:pPr>
              <a:lnSpc>
                <a:spcPct val="110000"/>
              </a:lnSpc>
            </a:pPr>
            <a:r>
              <a:rPr lang="en-US" altLang="zh-CN" dirty="0">
                <a:solidFill>
                  <a:schemeClr val="bg2">
                    <a:lumMod val="50000"/>
                  </a:schemeClr>
                </a:solidFill>
                <a:sym typeface="+mn-ea"/>
              </a:rPr>
              <a:t>   </a:t>
            </a:r>
            <a:r>
              <a:rPr lang="en-US" altLang="zh-CN" dirty="0" smtClean="0">
                <a:solidFill>
                  <a:schemeClr val="bg2">
                    <a:lumMod val="50000"/>
                  </a:schemeClr>
                </a:solidFill>
                <a:sym typeface="+mn-ea"/>
              </a:rPr>
              <a:t> </a:t>
            </a:r>
            <a:r>
              <a:rPr lang="en-US" altLang="zh-CN" b="1" dirty="0" smtClean="0">
                <a:latin typeface="微软雅黑" panose="020B0503020204020204" charset="-122"/>
                <a:ea typeface="微软雅黑" panose="020B0503020204020204" charset="-122"/>
                <a:sym typeface="+mn-ea"/>
              </a:rPr>
              <a:t>2</a:t>
            </a:r>
            <a:r>
              <a:rPr lang="zh-CN" altLang="zh-CN" b="1" dirty="0" smtClean="0">
                <a:latin typeface="微软雅黑" panose="020B0503020204020204" charset="-122"/>
                <a:ea typeface="微软雅黑" panose="020B0503020204020204" charset="-122"/>
                <a:sym typeface="+mn-ea"/>
              </a:rPr>
              <a:t>．</a:t>
            </a:r>
            <a:r>
              <a:rPr lang="en-US" altLang="zh-CN" dirty="0" smtClean="0"/>
              <a:t> </a:t>
            </a:r>
            <a:r>
              <a:rPr lang="en-US" altLang="zh-CN" b="1" dirty="0" err="1" smtClean="0">
                <a:latin typeface="微软雅黑" panose="020B0503020204020204" charset="-122"/>
                <a:ea typeface="微软雅黑" panose="020B0503020204020204" charset="-122"/>
                <a:sym typeface="+mn-ea"/>
              </a:rPr>
              <a:t>WebApp</a:t>
            </a:r>
            <a:r>
              <a:rPr lang="zh-CN" altLang="zh-CN" b="1" dirty="0" smtClean="0">
                <a:latin typeface="微软雅黑" panose="020B0503020204020204" charset="-122"/>
                <a:ea typeface="微软雅黑" panose="020B0503020204020204" charset="-122"/>
                <a:sym typeface="+mn-ea"/>
              </a:rPr>
              <a:t>的设计目标</a:t>
            </a:r>
          </a:p>
        </p:txBody>
      </p:sp>
    </p:spTree>
    <p:custDataLst>
      <p:tags r:id="rId1"/>
    </p:custDataLst>
  </p:cSld>
  <p:clrMapOvr>
    <a:masterClrMapping/>
  </p:clrMapOvr>
  <p:transition>
    <p:zoom dir="in"/>
  </p:transition>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err="1" smtClean="0">
                <a:solidFill>
                  <a:srgbClr val="FF0000"/>
                </a:solidFill>
                <a:sym typeface="+mn-ea"/>
              </a:rPr>
              <a:t>WebApp</a:t>
            </a:r>
            <a:r>
              <a:rPr lang="zh-CN" altLang="en-US" dirty="0" smtClean="0">
                <a:solidFill>
                  <a:srgbClr val="FF0000"/>
                </a:solidFill>
                <a:sym typeface="+mn-ea"/>
              </a:rPr>
              <a:t>设计</a:t>
            </a:r>
            <a:endParaRPr lang="en-US" alt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8.6.4 </a:t>
            </a:r>
            <a:r>
              <a:rPr lang="en-US" sz="2400" dirty="0" err="1" smtClean="0">
                <a:solidFill>
                  <a:schemeClr val="tx1"/>
                </a:solidFill>
              </a:rPr>
              <a:t>WebApp</a:t>
            </a:r>
            <a:r>
              <a:rPr lang="zh-CN" altLang="en-US" sz="2400" dirty="0" smtClean="0">
                <a:solidFill>
                  <a:schemeClr val="tx1"/>
                </a:solidFill>
              </a:rPr>
              <a:t>设计过程</a:t>
            </a:r>
          </a:p>
        </p:txBody>
      </p:sp>
      <p:grpSp>
        <p:nvGrpSpPr>
          <p:cNvPr id="3" name="组合 2"/>
          <p:cNvGrpSpPr/>
          <p:nvPr/>
        </p:nvGrpSpPr>
        <p:grpSpPr>
          <a:xfrm>
            <a:off x="972689" y="2784956"/>
            <a:ext cx="9998710" cy="3303270"/>
            <a:chOff x="1630" y="5726"/>
            <a:chExt cx="15746" cy="5202"/>
          </a:xfrm>
        </p:grpSpPr>
        <p:cxnSp>
          <p:nvCxnSpPr>
            <p:cNvPr id="4" name="MH_Other_1"/>
            <p:cNvCxnSpPr/>
            <p:nvPr/>
          </p:nvCxnSpPr>
          <p:spPr>
            <a:xfrm flipH="1">
              <a:off x="2470" y="6041"/>
              <a:ext cx="1545" cy="1450"/>
            </a:xfrm>
            <a:prstGeom prst="line">
              <a:avLst/>
            </a:prstGeom>
            <a:ln w="38100">
              <a:solidFill>
                <a:srgbClr val="002060"/>
              </a:solidFill>
            </a:ln>
          </p:spPr>
          <p:style>
            <a:lnRef idx="1">
              <a:schemeClr val="accent1"/>
            </a:lnRef>
            <a:fillRef idx="0">
              <a:schemeClr val="accent1"/>
            </a:fillRef>
            <a:effectRef idx="0">
              <a:schemeClr val="accent1"/>
            </a:effectRef>
            <a:fontRef idx="minor">
              <a:schemeClr val="tx1"/>
            </a:fontRef>
          </p:style>
        </p:cxnSp>
        <p:sp>
          <p:nvSpPr>
            <p:cNvPr id="5"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6" name="MH_SubTitle_1"/>
            <p:cNvSpPr txBox="1">
              <a:spLocks noChangeArrowheads="1"/>
            </p:cNvSpPr>
            <p:nvPr/>
          </p:nvSpPr>
          <p:spPr bwMode="auto">
            <a:xfrm>
              <a:off x="3207" y="6041"/>
              <a:ext cx="14169" cy="4887"/>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2060"/>
                  </a:solidFill>
                </a:rPr>
                <a:t>界面设计</a:t>
              </a:r>
            </a:p>
            <a:p>
              <a:pPr indent="457200" fontAlgn="auto">
                <a:lnSpc>
                  <a:spcPct val="120000"/>
                </a:lnSpc>
              </a:pPr>
              <a:r>
                <a:rPr lang="zh-CN" altLang="en-US" dirty="0">
                  <a:ea typeface="微软雅黑" panose="020B0503020204020204" charset="-122"/>
                </a:rPr>
                <a:t>界面设计描述了用户界面的结构和组织形式，包括屏幕布局、交互模式定义和导航机制描述。</a:t>
              </a:r>
            </a:p>
            <a:p>
              <a:pPr indent="457200" fontAlgn="auto">
                <a:lnSpc>
                  <a:spcPct val="120000"/>
                </a:lnSpc>
              </a:pPr>
              <a:r>
                <a:rPr lang="zh-CN" altLang="en-US" dirty="0">
                  <a:ea typeface="微软雅黑" panose="020B0503020204020204" charset="-122"/>
                </a:rPr>
                <a:t>无论是WebApp，还是传统的软件应用以及消费产品设计的用户界面，亦或为工业设备设计的用户界面，每个用户界面都应该容易使用、容易学习、容易导航，并且要直观、一致、有效，没有错误，功能性强。为了实现一致的界面，设计者必须首先运用美学设计建立一致的界面“外观”，必须把重点放在导航机制的布局和形式上。</a:t>
              </a:r>
            </a:p>
          </p:txBody>
        </p:sp>
        <p:sp>
          <p:nvSpPr>
            <p:cNvPr id="7"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2060"/>
                  </a:solidFill>
                  <a:latin typeface="Agency FB" panose="020B0503020202020204" pitchFamily="34" charset="0"/>
                  <a:ea typeface="微软雅黑" panose="020B0503020204020204" charset="-122"/>
                </a:rPr>
                <a:t>1</a:t>
              </a:r>
            </a:p>
          </p:txBody>
        </p:sp>
      </p:grpSp>
      <p:sp>
        <p:nvSpPr>
          <p:cNvPr id="9" name="文本框 34"/>
          <p:cNvSpPr txBox="1"/>
          <p:nvPr/>
        </p:nvSpPr>
        <p:spPr>
          <a:xfrm>
            <a:off x="847726" y="2085975"/>
            <a:ext cx="4953000" cy="372794"/>
          </a:xfrm>
          <a:prstGeom prst="rect">
            <a:avLst/>
          </a:prstGeom>
          <a:noFill/>
        </p:spPr>
        <p:txBody>
          <a:bodyPr wrap="square" rtlCol="0">
            <a:spAutoFit/>
          </a:bodyPr>
          <a:lstStyle/>
          <a:p>
            <a:pPr>
              <a:lnSpc>
                <a:spcPct val="110000"/>
              </a:lnSpc>
            </a:pPr>
            <a:r>
              <a:rPr lang="en-US" altLang="zh-CN" dirty="0">
                <a:solidFill>
                  <a:schemeClr val="bg2">
                    <a:lumMod val="50000"/>
                  </a:schemeClr>
                </a:solidFill>
                <a:sym typeface="+mn-ea"/>
              </a:rPr>
              <a:t>   </a:t>
            </a:r>
            <a:r>
              <a:rPr lang="en-US" altLang="zh-CN" dirty="0" smtClean="0">
                <a:solidFill>
                  <a:schemeClr val="bg2">
                    <a:lumMod val="50000"/>
                  </a:schemeClr>
                </a:solidFill>
                <a:sym typeface="+mn-ea"/>
              </a:rPr>
              <a:t> </a:t>
            </a:r>
            <a:r>
              <a:rPr lang="en-US" altLang="zh-CN" b="1" dirty="0" smtClean="0">
                <a:latin typeface="微软雅黑" panose="020B0503020204020204" charset="-122"/>
                <a:ea typeface="微软雅黑" panose="020B0503020204020204" charset="-122"/>
                <a:sym typeface="+mn-ea"/>
              </a:rPr>
              <a:t>3</a:t>
            </a:r>
            <a:r>
              <a:rPr lang="zh-CN" altLang="zh-CN" b="1" dirty="0" smtClean="0">
                <a:latin typeface="微软雅黑" panose="020B0503020204020204" charset="-122"/>
                <a:ea typeface="微软雅黑" panose="020B0503020204020204" charset="-122"/>
                <a:sym typeface="+mn-ea"/>
              </a:rPr>
              <a:t>．</a:t>
            </a:r>
            <a:r>
              <a:rPr lang="en-US" altLang="zh-CN" dirty="0" smtClean="0"/>
              <a:t> </a:t>
            </a:r>
            <a:r>
              <a:rPr lang="en-US" altLang="zh-CN" b="1" dirty="0" err="1" smtClean="0">
                <a:latin typeface="微软雅黑" panose="020B0503020204020204" charset="-122"/>
                <a:ea typeface="微软雅黑" panose="020B0503020204020204" charset="-122"/>
                <a:sym typeface="+mn-ea"/>
              </a:rPr>
              <a:t>WebApp</a:t>
            </a:r>
            <a:r>
              <a:rPr lang="zh-CN" altLang="zh-CN" b="1" dirty="0" smtClean="0">
                <a:latin typeface="微软雅黑" panose="020B0503020204020204" charset="-122"/>
                <a:ea typeface="微软雅黑" panose="020B0503020204020204" charset="-122"/>
                <a:sym typeface="+mn-ea"/>
              </a:rPr>
              <a:t>设计活动</a:t>
            </a:r>
          </a:p>
        </p:txBody>
      </p:sp>
    </p:spTree>
    <p:custDataLst>
      <p:tags r:id="rId1"/>
    </p:custDataLst>
  </p:cSld>
  <p:clrMapOvr>
    <a:masterClrMapping/>
  </p:clrMapOvr>
  <p:transition>
    <p:zoom dir="in"/>
  </p:transition>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err="1" smtClean="0">
                <a:solidFill>
                  <a:srgbClr val="FF0000"/>
                </a:solidFill>
                <a:sym typeface="+mn-ea"/>
              </a:rPr>
              <a:t>WebApp</a:t>
            </a:r>
            <a:r>
              <a:rPr lang="zh-CN" altLang="en-US" dirty="0" smtClean="0">
                <a:solidFill>
                  <a:srgbClr val="FF0000"/>
                </a:solidFill>
                <a:sym typeface="+mn-ea"/>
              </a:rPr>
              <a:t>设计</a:t>
            </a:r>
            <a:endParaRPr lang="en-US" alt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8.6.4 </a:t>
            </a:r>
            <a:r>
              <a:rPr lang="en-US" sz="2400" dirty="0" err="1" smtClean="0">
                <a:solidFill>
                  <a:schemeClr val="tx1"/>
                </a:solidFill>
              </a:rPr>
              <a:t>WebApp</a:t>
            </a:r>
            <a:r>
              <a:rPr lang="zh-CN" altLang="en-US" sz="2400" dirty="0" smtClean="0">
                <a:solidFill>
                  <a:schemeClr val="tx1"/>
                </a:solidFill>
              </a:rPr>
              <a:t>设计过程</a:t>
            </a:r>
          </a:p>
        </p:txBody>
      </p:sp>
      <p:sp>
        <p:nvSpPr>
          <p:cNvPr id="8" name="MH_Other_1"/>
          <p:cNvSpPr>
            <a:spLocks noChangeArrowheads="1"/>
          </p:cNvSpPr>
          <p:nvPr>
            <p:custDataLst>
              <p:tags r:id="rId2"/>
            </p:custDataLst>
          </p:nvPr>
        </p:nvSpPr>
        <p:spPr bwMode="auto">
          <a:xfrm>
            <a:off x="1308378" y="2848481"/>
            <a:ext cx="673100" cy="504825"/>
          </a:xfrm>
          <a:prstGeom prst="rect">
            <a:avLst/>
          </a:prstGeom>
          <a:solidFill>
            <a:srgbClr val="25B4E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01</a:t>
            </a:r>
            <a:endParaRPr lang="zh-CN" altLang="en-US" sz="2400" b="1">
              <a:solidFill>
                <a:srgbClr val="FFFFFF"/>
              </a:solidFill>
              <a:ea typeface="微软雅黑" panose="020B0503020204020204" charset="-122"/>
            </a:endParaRPr>
          </a:p>
        </p:txBody>
      </p:sp>
      <p:sp>
        <p:nvSpPr>
          <p:cNvPr id="9" name="MH_Other_2"/>
          <p:cNvSpPr>
            <a:spLocks noChangeArrowheads="1"/>
          </p:cNvSpPr>
          <p:nvPr>
            <p:custDataLst>
              <p:tags r:id="rId3"/>
            </p:custDataLst>
          </p:nvPr>
        </p:nvSpPr>
        <p:spPr bwMode="auto">
          <a:xfrm>
            <a:off x="2019577" y="2953255"/>
            <a:ext cx="533400" cy="400050"/>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0" name="MH_Other_3"/>
          <p:cNvSpPr>
            <a:spLocks noChangeArrowheads="1"/>
          </p:cNvSpPr>
          <p:nvPr>
            <p:custDataLst>
              <p:tags r:id="rId4"/>
            </p:custDataLst>
          </p:nvPr>
        </p:nvSpPr>
        <p:spPr bwMode="auto">
          <a:xfrm>
            <a:off x="1460778" y="3381881"/>
            <a:ext cx="520700" cy="390525"/>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1" name="MH_Other_4"/>
          <p:cNvSpPr>
            <a:spLocks noChangeArrowheads="1"/>
          </p:cNvSpPr>
          <p:nvPr>
            <p:custDataLst>
              <p:tags r:id="rId5"/>
            </p:custDataLst>
          </p:nvPr>
        </p:nvSpPr>
        <p:spPr bwMode="auto">
          <a:xfrm>
            <a:off x="2019578" y="3381881"/>
            <a:ext cx="673100" cy="333375"/>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2" name="MH_SubTitle_1"/>
          <p:cNvSpPr/>
          <p:nvPr>
            <p:custDataLst>
              <p:tags r:id="rId6"/>
            </p:custDataLst>
          </p:nvPr>
        </p:nvSpPr>
        <p:spPr>
          <a:xfrm>
            <a:off x="2974193" y="2904042"/>
            <a:ext cx="6796798" cy="812800"/>
          </a:xfrm>
          <a:prstGeom prst="rect">
            <a:avLst/>
          </a:prstGeom>
        </p:spPr>
        <p:txBody>
          <a:bodyPr lIns="0" tIns="0" rIns="0" bIns="0" anchor="ctr">
            <a:noAutofit/>
          </a:bodyPr>
          <a:lstStyle/>
          <a:p>
            <a:pPr>
              <a:lnSpc>
                <a:spcPct val="140000"/>
              </a:lnSpc>
              <a:defRPr/>
            </a:pPr>
            <a:r>
              <a:rPr lang="zh-CN" altLang="en-US" sz="1600" dirty="0" smtClean="0">
                <a:solidFill>
                  <a:srgbClr val="000000"/>
                </a:solidFill>
                <a:latin typeface="微软雅黑" panose="020B0503020204020204" charset="-122"/>
                <a:ea typeface="微软雅黑" panose="020B0503020204020204" charset="-122"/>
                <a:sym typeface="+mn-ea"/>
              </a:rPr>
              <a:t>       （1）将界面上所提供的内容和功能组织在一个一致的窗口中；</a:t>
            </a:r>
          </a:p>
        </p:txBody>
      </p:sp>
      <p:sp>
        <p:nvSpPr>
          <p:cNvPr id="13" name="MH_Other_5"/>
          <p:cNvSpPr>
            <a:spLocks noChangeArrowheads="1"/>
          </p:cNvSpPr>
          <p:nvPr>
            <p:custDataLst>
              <p:tags r:id="rId7"/>
            </p:custDataLst>
          </p:nvPr>
        </p:nvSpPr>
        <p:spPr bwMode="auto">
          <a:xfrm>
            <a:off x="4652711" y="5054557"/>
            <a:ext cx="673100" cy="504825"/>
          </a:xfrm>
          <a:prstGeom prst="rect">
            <a:avLst/>
          </a:prstGeom>
          <a:solidFill>
            <a:srgbClr val="4FB46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03</a:t>
            </a:r>
            <a:endParaRPr lang="zh-CN" altLang="en-US" sz="2400" b="1">
              <a:solidFill>
                <a:srgbClr val="FFFFFF"/>
              </a:solidFill>
              <a:ea typeface="微软雅黑" panose="020B0503020204020204" charset="-122"/>
            </a:endParaRPr>
          </a:p>
        </p:txBody>
      </p:sp>
      <p:sp>
        <p:nvSpPr>
          <p:cNvPr id="14" name="MH_Other_6"/>
          <p:cNvSpPr>
            <a:spLocks noChangeArrowheads="1"/>
          </p:cNvSpPr>
          <p:nvPr>
            <p:custDataLst>
              <p:tags r:id="rId8"/>
            </p:custDataLst>
          </p:nvPr>
        </p:nvSpPr>
        <p:spPr bwMode="auto">
          <a:xfrm>
            <a:off x="5363911" y="5159331"/>
            <a:ext cx="533400" cy="400050"/>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5" name="MH_Other_7"/>
          <p:cNvSpPr>
            <a:spLocks noChangeArrowheads="1"/>
          </p:cNvSpPr>
          <p:nvPr>
            <p:custDataLst>
              <p:tags r:id="rId9"/>
            </p:custDataLst>
          </p:nvPr>
        </p:nvSpPr>
        <p:spPr bwMode="auto">
          <a:xfrm>
            <a:off x="4805111" y="5587957"/>
            <a:ext cx="520700" cy="390525"/>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6" name="MH_Other_8"/>
          <p:cNvSpPr>
            <a:spLocks noChangeArrowheads="1"/>
          </p:cNvSpPr>
          <p:nvPr>
            <p:custDataLst>
              <p:tags r:id="rId10"/>
            </p:custDataLst>
          </p:nvPr>
        </p:nvSpPr>
        <p:spPr bwMode="auto">
          <a:xfrm>
            <a:off x="5363911" y="5587957"/>
            <a:ext cx="673100" cy="333375"/>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7" name="MH_SubTitle_3"/>
          <p:cNvSpPr/>
          <p:nvPr>
            <p:custDataLst>
              <p:tags r:id="rId11"/>
            </p:custDataLst>
          </p:nvPr>
        </p:nvSpPr>
        <p:spPr>
          <a:xfrm>
            <a:off x="6301594" y="5054556"/>
            <a:ext cx="4592804" cy="812800"/>
          </a:xfrm>
          <a:prstGeom prst="rect">
            <a:avLst/>
          </a:prstGeom>
        </p:spPr>
        <p:txBody>
          <a:bodyPr lIns="0" tIns="0" rIns="0" bIns="0" anchor="ctr">
            <a:noAutofit/>
          </a:bodyPr>
          <a:lstStyle/>
          <a:p>
            <a:pPr>
              <a:lnSpc>
                <a:spcPct val="130000"/>
              </a:lnSpc>
              <a:defRPr/>
            </a:pPr>
            <a:r>
              <a:rPr lang="zh-CN" altLang="en-US" sz="1600" dirty="0" smtClean="0">
                <a:solidFill>
                  <a:srgbClr val="000000"/>
                </a:solidFill>
                <a:latin typeface="微软雅黑" panose="020B0503020204020204" charset="-122"/>
                <a:ea typeface="微软雅黑" panose="020B0503020204020204" charset="-122"/>
                <a:sym typeface="+mn-ea"/>
              </a:rPr>
              <a:t>       （3）组织用户访问导航选项和内容。</a:t>
            </a:r>
          </a:p>
        </p:txBody>
      </p:sp>
      <p:sp>
        <p:nvSpPr>
          <p:cNvPr id="18" name="MH_Other_9"/>
          <p:cNvSpPr>
            <a:spLocks noChangeArrowheads="1"/>
          </p:cNvSpPr>
          <p:nvPr>
            <p:custDataLst>
              <p:tags r:id="rId12"/>
            </p:custDataLst>
          </p:nvPr>
        </p:nvSpPr>
        <p:spPr bwMode="auto">
          <a:xfrm>
            <a:off x="2997478" y="3936006"/>
            <a:ext cx="673100" cy="504825"/>
          </a:xfrm>
          <a:prstGeom prst="rect">
            <a:avLst/>
          </a:prstGeom>
          <a:solidFill>
            <a:schemeClr val="accent5">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02</a:t>
            </a:r>
            <a:endParaRPr lang="zh-CN" altLang="en-US" sz="2400" b="1">
              <a:solidFill>
                <a:srgbClr val="FFFFFF"/>
              </a:solidFill>
              <a:ea typeface="微软雅黑" panose="020B0503020204020204" charset="-122"/>
            </a:endParaRPr>
          </a:p>
        </p:txBody>
      </p:sp>
      <p:sp>
        <p:nvSpPr>
          <p:cNvPr id="19" name="MH_Other_10"/>
          <p:cNvSpPr>
            <a:spLocks noChangeArrowheads="1"/>
          </p:cNvSpPr>
          <p:nvPr>
            <p:custDataLst>
              <p:tags r:id="rId13"/>
            </p:custDataLst>
          </p:nvPr>
        </p:nvSpPr>
        <p:spPr bwMode="auto">
          <a:xfrm>
            <a:off x="3708677" y="4040781"/>
            <a:ext cx="533400" cy="400050"/>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0" name="MH_Other_11"/>
          <p:cNvSpPr>
            <a:spLocks noChangeArrowheads="1"/>
          </p:cNvSpPr>
          <p:nvPr>
            <p:custDataLst>
              <p:tags r:id="rId14"/>
            </p:custDataLst>
          </p:nvPr>
        </p:nvSpPr>
        <p:spPr bwMode="auto">
          <a:xfrm>
            <a:off x="3149878" y="4469407"/>
            <a:ext cx="520700" cy="390525"/>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1" name="MH_Other_12"/>
          <p:cNvSpPr>
            <a:spLocks noChangeArrowheads="1"/>
          </p:cNvSpPr>
          <p:nvPr>
            <p:custDataLst>
              <p:tags r:id="rId15"/>
            </p:custDataLst>
          </p:nvPr>
        </p:nvSpPr>
        <p:spPr bwMode="auto">
          <a:xfrm>
            <a:off x="3708678" y="4469406"/>
            <a:ext cx="673100" cy="333375"/>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2" name="MH_SubTitle_2"/>
          <p:cNvSpPr/>
          <p:nvPr>
            <p:custDataLst>
              <p:tags r:id="rId16"/>
            </p:custDataLst>
          </p:nvPr>
        </p:nvSpPr>
        <p:spPr>
          <a:xfrm>
            <a:off x="4629427" y="3962994"/>
            <a:ext cx="5655370" cy="812800"/>
          </a:xfrm>
          <a:prstGeom prst="rect">
            <a:avLst/>
          </a:prstGeom>
        </p:spPr>
        <p:txBody>
          <a:bodyPr lIns="0" tIns="0" rIns="0" bIns="0" anchor="ctr">
            <a:noAutofit/>
          </a:bodyPr>
          <a:lstStyle/>
          <a:p>
            <a:pPr lvl="0" algn="just">
              <a:lnSpc>
                <a:spcPct val="120000"/>
              </a:lnSpc>
              <a:spcBef>
                <a:spcPct val="0"/>
              </a:spcBef>
            </a:pPr>
            <a:r>
              <a:rPr lang="zh-CN" altLang="en-US" sz="1600" dirty="0" smtClean="0">
                <a:solidFill>
                  <a:srgbClr val="000000"/>
                </a:solidFill>
                <a:latin typeface="微软雅黑" panose="020B0503020204020204" charset="-122"/>
                <a:ea typeface="微软雅黑" panose="020B0503020204020204" charset="-122"/>
                <a:sym typeface="+mn-ea"/>
              </a:rPr>
              <a:t>      （2）指导用户完成一系列与WebApp的交互；</a:t>
            </a:r>
          </a:p>
        </p:txBody>
      </p:sp>
      <p:sp>
        <p:nvSpPr>
          <p:cNvPr id="35" name="文本框 34"/>
          <p:cNvSpPr txBox="1"/>
          <p:nvPr/>
        </p:nvSpPr>
        <p:spPr>
          <a:xfrm>
            <a:off x="788035" y="2094865"/>
            <a:ext cx="3757295" cy="393065"/>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lang="en-US" altLang="zh-CN" sz="1600" dirty="0">
                <a:solidFill>
                  <a:schemeClr val="bg2">
                    <a:lumMod val="50000"/>
                  </a:schemeClr>
                </a:solidFill>
                <a:sym typeface="+mn-ea"/>
              </a:rPr>
              <a:t> </a:t>
            </a:r>
            <a:r>
              <a:rPr sz="1600" dirty="0">
                <a:latin typeface="微软雅黑" panose="020B0503020204020204" charset="-122"/>
                <a:ea typeface="微软雅黑" panose="020B0503020204020204" charset="-122"/>
                <a:sym typeface="+mn-ea"/>
              </a:rPr>
              <a:t> </a:t>
            </a:r>
            <a:r>
              <a:rPr lang="en-US" sz="1600" dirty="0">
                <a:latin typeface="微软雅黑" panose="020B0503020204020204" charset="-122"/>
                <a:ea typeface="微软雅黑" panose="020B0503020204020204" charset="-122"/>
                <a:sym typeface="+mn-ea"/>
              </a:rPr>
              <a:t> </a:t>
            </a:r>
            <a:r>
              <a:rPr dirty="0">
                <a:solidFill>
                  <a:schemeClr val="tx1"/>
                </a:solidFill>
                <a:latin typeface="微软雅黑" panose="020B0503020204020204" charset="-122"/>
                <a:ea typeface="微软雅黑" panose="020B0503020204020204" charset="-122"/>
                <a:sym typeface="+mn-ea"/>
              </a:rPr>
              <a:t>设计WebApp界面的目标是：</a:t>
            </a:r>
          </a:p>
        </p:txBody>
      </p:sp>
    </p:spTree>
    <p:custDataLst>
      <p:tags r:id="rId1"/>
    </p:custDataLst>
  </p:cSld>
  <p:clrMapOvr>
    <a:masterClrMapping/>
  </p:clrMapOvr>
  <p:transition>
    <p:zoom dir="in"/>
  </p:transition>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err="1" smtClean="0">
                <a:solidFill>
                  <a:srgbClr val="FF0000"/>
                </a:solidFill>
                <a:sym typeface="+mn-ea"/>
              </a:rPr>
              <a:t>WebApp</a:t>
            </a:r>
            <a:r>
              <a:rPr lang="zh-CN" altLang="en-US" dirty="0" smtClean="0">
                <a:solidFill>
                  <a:srgbClr val="FF0000"/>
                </a:solidFill>
                <a:sym typeface="+mn-ea"/>
              </a:rPr>
              <a:t>设计</a:t>
            </a:r>
            <a:endParaRPr lang="en-US" alt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8.6.4 </a:t>
            </a:r>
            <a:r>
              <a:rPr lang="en-US" sz="2400" dirty="0" err="1" smtClean="0">
                <a:solidFill>
                  <a:schemeClr val="tx1"/>
                </a:solidFill>
              </a:rPr>
              <a:t>WebApp</a:t>
            </a:r>
            <a:r>
              <a:rPr lang="zh-CN" altLang="en-US" sz="2400" dirty="0" smtClean="0">
                <a:solidFill>
                  <a:schemeClr val="tx1"/>
                </a:solidFill>
              </a:rPr>
              <a:t>设计过程</a:t>
            </a:r>
          </a:p>
        </p:txBody>
      </p:sp>
      <p:graphicFrame>
        <p:nvGraphicFramePr>
          <p:cNvPr id="3" name="表格 2"/>
          <p:cNvGraphicFramePr/>
          <p:nvPr/>
        </p:nvGraphicFramePr>
        <p:xfrm>
          <a:off x="1901190" y="2249805"/>
          <a:ext cx="8389620" cy="4023360"/>
        </p:xfrm>
        <a:graphic>
          <a:graphicData uri="http://schemas.openxmlformats.org/drawingml/2006/table">
            <a:tbl>
              <a:tblPr firstRow="1" bandRow="1">
                <a:tableStyleId>{F5AB1C69-6EDB-4FF4-983F-18BD219EF322}</a:tableStyleId>
              </a:tblPr>
              <a:tblGrid>
                <a:gridCol w="640715"/>
                <a:gridCol w="7748905"/>
              </a:tblGrid>
              <a:tr h="0">
                <a:tc>
                  <a:txBody>
                    <a:bodyPr/>
                    <a:lstStyle/>
                    <a:p>
                      <a:pPr algn="ctr">
                        <a:buNone/>
                      </a:pPr>
                      <a:endParaRPr lang="zh-CN" altLang="en-US" dirty="0"/>
                    </a:p>
                  </a:txBody>
                  <a:tcPr/>
                </a:tc>
                <a:tc>
                  <a:txBody>
                    <a:bodyPr/>
                    <a:lstStyle/>
                    <a:p>
                      <a:pPr algn="ctr">
                        <a:buNone/>
                      </a:pPr>
                      <a:r>
                        <a:rPr lang="zh-CN" altLang="en-US"/>
                        <a:t>WebApp界面设计的基本工作流程</a:t>
                      </a:r>
                    </a:p>
                  </a:txBody>
                  <a:tcPr/>
                </a:tc>
              </a:tr>
              <a:tr h="0">
                <a:tc>
                  <a:txBody>
                    <a:bodyPr/>
                    <a:lstStyle/>
                    <a:p>
                      <a:pPr algn="ctr">
                        <a:buNone/>
                      </a:pPr>
                      <a:r>
                        <a:rPr lang="en-US" altLang="zh-CN"/>
                        <a:t>1</a:t>
                      </a:r>
                    </a:p>
                  </a:txBody>
                  <a:tcPr/>
                </a:tc>
                <a:tc>
                  <a:txBody>
                    <a:bodyPr/>
                    <a:lstStyle/>
                    <a:p>
                      <a:pPr algn="ctr">
                        <a:buNone/>
                      </a:pPr>
                      <a:r>
                        <a:rPr lang="zh-CN" altLang="en-US" dirty="0"/>
                        <a:t>开发WebApp界面布局的草图；</a:t>
                      </a:r>
                    </a:p>
                  </a:txBody>
                  <a:tcPr/>
                </a:tc>
              </a:tr>
              <a:tr h="0">
                <a:tc>
                  <a:txBody>
                    <a:bodyPr/>
                    <a:lstStyle/>
                    <a:p>
                      <a:pPr algn="ctr">
                        <a:buNone/>
                      </a:pPr>
                      <a:r>
                        <a:rPr lang="en-US" altLang="zh-CN"/>
                        <a:t>2</a:t>
                      </a:r>
                    </a:p>
                  </a:txBody>
                  <a:tcPr/>
                </a:tc>
                <a:tc>
                  <a:txBody>
                    <a:bodyPr/>
                    <a:lstStyle/>
                    <a:p>
                      <a:pPr algn="ctr">
                        <a:buNone/>
                      </a:pPr>
                      <a:r>
                        <a:rPr lang="zh-CN" altLang="en-US"/>
                        <a:t>将用户目标映射到特定的界面行为；</a:t>
                      </a:r>
                    </a:p>
                  </a:txBody>
                  <a:tcPr/>
                </a:tc>
              </a:tr>
              <a:tr h="0">
                <a:tc>
                  <a:txBody>
                    <a:bodyPr/>
                    <a:lstStyle/>
                    <a:p>
                      <a:pPr algn="ctr">
                        <a:buNone/>
                      </a:pPr>
                      <a:r>
                        <a:rPr lang="en-US" altLang="zh-CN"/>
                        <a:t>3</a:t>
                      </a:r>
                    </a:p>
                  </a:txBody>
                  <a:tcPr/>
                </a:tc>
                <a:tc>
                  <a:txBody>
                    <a:bodyPr/>
                    <a:lstStyle/>
                    <a:p>
                      <a:pPr algn="ctr">
                        <a:buNone/>
                      </a:pPr>
                      <a:r>
                        <a:rPr lang="zh-CN" altLang="en-US"/>
                        <a:t>定义与每一个行为相关的一组用户任务；</a:t>
                      </a:r>
                    </a:p>
                  </a:txBody>
                  <a:tcPr/>
                </a:tc>
              </a:tr>
              <a:tr h="0">
                <a:tc>
                  <a:txBody>
                    <a:bodyPr/>
                    <a:lstStyle/>
                    <a:p>
                      <a:pPr algn="ctr">
                        <a:buNone/>
                      </a:pPr>
                      <a:r>
                        <a:rPr lang="en-US" altLang="zh-CN"/>
                        <a:t>4</a:t>
                      </a:r>
                    </a:p>
                  </a:txBody>
                  <a:tcPr/>
                </a:tc>
                <a:tc>
                  <a:txBody>
                    <a:bodyPr/>
                    <a:lstStyle/>
                    <a:p>
                      <a:pPr algn="ctr">
                        <a:buNone/>
                      </a:pPr>
                      <a:r>
                        <a:rPr lang="zh-CN" altLang="en-US"/>
                        <a:t>为每一个界面行为设计情节故事板；</a:t>
                      </a:r>
                    </a:p>
                  </a:txBody>
                  <a:tcPr/>
                </a:tc>
              </a:tr>
              <a:tr h="365760">
                <a:tc>
                  <a:txBody>
                    <a:bodyPr/>
                    <a:lstStyle/>
                    <a:p>
                      <a:pPr algn="ctr">
                        <a:buNone/>
                      </a:pPr>
                      <a:r>
                        <a:rPr lang="en-US" altLang="zh-CN"/>
                        <a:t>5</a:t>
                      </a:r>
                    </a:p>
                  </a:txBody>
                  <a:tcPr/>
                </a:tc>
                <a:tc>
                  <a:txBody>
                    <a:bodyPr/>
                    <a:lstStyle/>
                    <a:p>
                      <a:pPr algn="ctr">
                        <a:buNone/>
                      </a:pPr>
                      <a:r>
                        <a:rPr lang="zh-CN" altLang="en-US"/>
                        <a:t>利用从美学设计中的输入来优化界面布局和情节故事板；</a:t>
                      </a:r>
                    </a:p>
                  </a:txBody>
                  <a:tcPr/>
                </a:tc>
              </a:tr>
              <a:tr h="0">
                <a:tc>
                  <a:txBody>
                    <a:bodyPr/>
                    <a:lstStyle/>
                    <a:p>
                      <a:pPr algn="ctr">
                        <a:buNone/>
                      </a:pPr>
                      <a:r>
                        <a:rPr lang="en-US" altLang="zh-CN"/>
                        <a:t>6</a:t>
                      </a:r>
                    </a:p>
                  </a:txBody>
                  <a:tcPr/>
                </a:tc>
                <a:tc>
                  <a:txBody>
                    <a:bodyPr/>
                    <a:lstStyle/>
                    <a:p>
                      <a:pPr algn="ctr">
                        <a:buNone/>
                      </a:pPr>
                      <a:r>
                        <a:rPr lang="zh-CN" altLang="en-US"/>
                        <a:t>明确实现界面功能的界面对象；</a:t>
                      </a:r>
                    </a:p>
                  </a:txBody>
                  <a:tcPr/>
                </a:tc>
              </a:tr>
              <a:tr h="365760">
                <a:tc>
                  <a:txBody>
                    <a:bodyPr/>
                    <a:lstStyle/>
                    <a:p>
                      <a:pPr algn="ctr">
                        <a:buNone/>
                      </a:pPr>
                      <a:r>
                        <a:rPr lang="en-US" altLang="zh-CN"/>
                        <a:t>7</a:t>
                      </a:r>
                    </a:p>
                  </a:txBody>
                  <a:tcPr/>
                </a:tc>
                <a:tc>
                  <a:txBody>
                    <a:bodyPr/>
                    <a:lstStyle/>
                    <a:p>
                      <a:pPr algn="ctr">
                        <a:buNone/>
                      </a:pPr>
                      <a:r>
                        <a:rPr lang="zh-CN" altLang="en-US"/>
                        <a:t>开发用户与界面交互的过程表示；</a:t>
                      </a:r>
                    </a:p>
                  </a:txBody>
                  <a:tcPr/>
                </a:tc>
              </a:tr>
              <a:tr h="0">
                <a:tc>
                  <a:txBody>
                    <a:bodyPr/>
                    <a:lstStyle/>
                    <a:p>
                      <a:pPr algn="ctr">
                        <a:buNone/>
                      </a:pPr>
                      <a:r>
                        <a:rPr lang="en-US" altLang="zh-CN"/>
                        <a:t>8</a:t>
                      </a:r>
                    </a:p>
                  </a:txBody>
                  <a:tcPr/>
                </a:tc>
                <a:tc>
                  <a:txBody>
                    <a:bodyPr/>
                    <a:lstStyle/>
                    <a:p>
                      <a:pPr algn="ctr">
                        <a:buNone/>
                      </a:pPr>
                      <a:r>
                        <a:rPr lang="zh-CN" altLang="en-US"/>
                        <a:t>开发界面的行为表示法；</a:t>
                      </a:r>
                    </a:p>
                  </a:txBody>
                  <a:tcPr/>
                </a:tc>
              </a:tr>
              <a:tr h="0">
                <a:tc>
                  <a:txBody>
                    <a:bodyPr/>
                    <a:lstStyle/>
                    <a:p>
                      <a:pPr algn="ctr">
                        <a:buNone/>
                      </a:pPr>
                      <a:r>
                        <a:rPr lang="en-US" altLang="zh-CN"/>
                        <a:t>9</a:t>
                      </a:r>
                    </a:p>
                  </a:txBody>
                  <a:tcPr/>
                </a:tc>
                <a:tc>
                  <a:txBody>
                    <a:bodyPr/>
                    <a:lstStyle/>
                    <a:p>
                      <a:pPr algn="ctr">
                        <a:buNone/>
                      </a:pPr>
                      <a:r>
                        <a:rPr lang="zh-CN" altLang="en-US"/>
                        <a:t>描述每一种状态的界面布局；</a:t>
                      </a:r>
                    </a:p>
                  </a:txBody>
                  <a:tcPr/>
                </a:tc>
              </a:tr>
              <a:tr h="0">
                <a:tc>
                  <a:txBody>
                    <a:bodyPr/>
                    <a:lstStyle/>
                    <a:p>
                      <a:pPr algn="ctr">
                        <a:buNone/>
                      </a:pPr>
                      <a:r>
                        <a:rPr lang="en-US" altLang="zh-CN"/>
                        <a:t>10</a:t>
                      </a:r>
                    </a:p>
                  </a:txBody>
                  <a:tcPr/>
                </a:tc>
                <a:tc>
                  <a:txBody>
                    <a:bodyPr/>
                    <a:lstStyle/>
                    <a:p>
                      <a:pPr algn="ctr">
                        <a:buNone/>
                      </a:pPr>
                      <a:r>
                        <a:rPr lang="zh-CN" altLang="en-US" dirty="0"/>
                        <a:t>优化和评审界面设计模型。</a:t>
                      </a:r>
                    </a:p>
                  </a:txBody>
                  <a:tcPr/>
                </a:tc>
              </a:tr>
            </a:tbl>
          </a:graphicData>
        </a:graphic>
      </p:graphicFrame>
    </p:spTree>
    <p:custDataLst>
      <p:tags r:id="rId1"/>
    </p:custDataLst>
  </p:cSld>
  <p:clrMapOvr>
    <a:masterClrMapping/>
  </p:clrMapOvr>
  <p:transition>
    <p:zoom dir="in"/>
  </p:transition>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err="1" smtClean="0">
                <a:solidFill>
                  <a:srgbClr val="FF0000"/>
                </a:solidFill>
                <a:sym typeface="+mn-ea"/>
              </a:rPr>
              <a:t>WebApp</a:t>
            </a:r>
            <a:r>
              <a:rPr lang="zh-CN" altLang="en-US" dirty="0" smtClean="0">
                <a:solidFill>
                  <a:srgbClr val="FF0000"/>
                </a:solidFill>
                <a:sym typeface="+mn-ea"/>
              </a:rPr>
              <a:t>设计</a:t>
            </a:r>
            <a:endParaRPr lang="en-US" alt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8.6.4 </a:t>
            </a:r>
            <a:r>
              <a:rPr lang="en-US" sz="2400" dirty="0" err="1" smtClean="0">
                <a:solidFill>
                  <a:schemeClr val="tx1"/>
                </a:solidFill>
              </a:rPr>
              <a:t>WebApp</a:t>
            </a:r>
            <a:r>
              <a:rPr lang="zh-CN" altLang="en-US" sz="2400" dirty="0" smtClean="0">
                <a:solidFill>
                  <a:schemeClr val="tx1"/>
                </a:solidFill>
              </a:rPr>
              <a:t>设计过程</a:t>
            </a:r>
          </a:p>
        </p:txBody>
      </p:sp>
      <p:grpSp>
        <p:nvGrpSpPr>
          <p:cNvPr id="8" name="组合 7"/>
          <p:cNvGrpSpPr/>
          <p:nvPr/>
        </p:nvGrpSpPr>
        <p:grpSpPr>
          <a:xfrm>
            <a:off x="573274" y="1969616"/>
            <a:ext cx="11135995" cy="2614295"/>
            <a:chOff x="1630" y="5726"/>
            <a:chExt cx="17537" cy="4117"/>
          </a:xfrm>
        </p:grpSpPr>
        <p:cxnSp>
          <p:nvCxnSpPr>
            <p:cNvPr id="9" name="MH_Other_1"/>
            <p:cNvCxnSpPr/>
            <p:nvPr/>
          </p:nvCxnSpPr>
          <p:spPr>
            <a:xfrm flipH="1">
              <a:off x="2470" y="6041"/>
              <a:ext cx="1545" cy="1450"/>
            </a:xfrm>
            <a:prstGeom prst="line">
              <a:avLst/>
            </a:prstGeom>
            <a:ln w="38100">
              <a:solidFill>
                <a:srgbClr val="00A8E7"/>
              </a:solidFill>
            </a:ln>
          </p:spPr>
          <p:style>
            <a:lnRef idx="1">
              <a:schemeClr val="accent1"/>
            </a:lnRef>
            <a:fillRef idx="0">
              <a:schemeClr val="accent1"/>
            </a:fillRef>
            <a:effectRef idx="0">
              <a:schemeClr val="accent1"/>
            </a:effectRef>
            <a:fontRef idx="minor">
              <a:schemeClr val="tx1"/>
            </a:fontRef>
          </p:style>
        </p:cxnSp>
        <p:sp>
          <p:nvSpPr>
            <p:cNvPr id="10"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00A8E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1" name="MH_SubTitle_1"/>
            <p:cNvSpPr txBox="1">
              <a:spLocks noChangeArrowheads="1"/>
            </p:cNvSpPr>
            <p:nvPr/>
          </p:nvSpPr>
          <p:spPr bwMode="auto">
            <a:xfrm>
              <a:off x="3370" y="5989"/>
              <a:ext cx="15797" cy="3854"/>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00B0F0"/>
                  </a:solidFill>
                </a:rPr>
                <a:t>美学设计</a:t>
              </a:r>
            </a:p>
            <a:p>
              <a:pPr indent="457200" fontAlgn="auto">
                <a:lnSpc>
                  <a:spcPct val="120000"/>
                </a:lnSpc>
              </a:pPr>
              <a:r>
                <a:rPr lang="zh-CN" altLang="en-US" dirty="0">
                  <a:ea typeface="微软雅黑" panose="020B0503020204020204" charset="-122"/>
                </a:rPr>
                <a:t>美学设计也称为美术设计，它描述WebApp的“外观和感觉”，包括颜色配置、几何图案设计、文字大小、字体和位置、图形的使用及相关的美学决策。</a:t>
              </a:r>
            </a:p>
            <a:p>
              <a:pPr indent="457200" fontAlgn="auto">
                <a:lnSpc>
                  <a:spcPct val="120000"/>
                </a:lnSpc>
              </a:pPr>
              <a:r>
                <a:rPr lang="zh-CN" altLang="en-US" dirty="0">
                  <a:ea typeface="微软雅黑" panose="020B0503020204020204" charset="-122"/>
                </a:rPr>
                <a:t>美学设计需要考虑WebApp外观的每个方面。美学设计从布局开始，在设计过程中考虑全局颜色配置、字体、字号、风格、样式、超媒体（例如音频、视频、动画）的使用，以及应用系统的所有其他美学元素。布局要按照从左上到右下的顺序组织布局元素；按照页面区域组织导航、内容和功能；在设计布局时，要考虑解决方案和浏览器窗口的尺寸；不要通过滚动条扩展空间。</a:t>
              </a:r>
            </a:p>
          </p:txBody>
        </p:sp>
        <p:sp>
          <p:nvSpPr>
            <p:cNvPr id="12"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00A8E7"/>
                  </a:solidFill>
                  <a:latin typeface="Agency FB" panose="020B0503020202020204" pitchFamily="34" charset="0"/>
                  <a:ea typeface="微软雅黑" panose="020B0503020204020204" charset="-122"/>
                </a:rPr>
                <a:t>2</a:t>
              </a:r>
            </a:p>
          </p:txBody>
        </p:sp>
      </p:grpSp>
      <p:grpSp>
        <p:nvGrpSpPr>
          <p:cNvPr id="13" name="组合 12"/>
          <p:cNvGrpSpPr/>
          <p:nvPr/>
        </p:nvGrpSpPr>
        <p:grpSpPr>
          <a:xfrm>
            <a:off x="597404" y="4491683"/>
            <a:ext cx="11111865" cy="1550035"/>
            <a:chOff x="1840" y="2871"/>
            <a:chExt cx="17499" cy="2441"/>
          </a:xfrm>
        </p:grpSpPr>
        <p:cxnSp>
          <p:nvCxnSpPr>
            <p:cNvPr id="14" name="MH_Other_4"/>
            <p:cNvCxnSpPr/>
            <p:nvPr/>
          </p:nvCxnSpPr>
          <p:spPr>
            <a:xfrm flipH="1">
              <a:off x="2680" y="3183"/>
              <a:ext cx="1545" cy="1450"/>
            </a:xfrm>
            <a:prstGeom prst="line">
              <a:avLst/>
            </a:prstGeom>
            <a:ln w="3810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5"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6" name="MH_SubTitle_2"/>
            <p:cNvSpPr txBox="1">
              <a:spLocks noChangeArrowheads="1"/>
            </p:cNvSpPr>
            <p:nvPr/>
          </p:nvSpPr>
          <p:spPr bwMode="auto">
            <a:xfrm>
              <a:off x="3417" y="3183"/>
              <a:ext cx="15922" cy="2129"/>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6">
                      <a:lumMod val="60000"/>
                      <a:lumOff val="40000"/>
                    </a:schemeClr>
                  </a:solidFill>
                  <a:ea typeface="微软雅黑" panose="020B0503020204020204" charset="-122"/>
                </a:rPr>
                <a:t>内容设计</a:t>
              </a:r>
            </a:p>
            <a:p>
              <a:pPr indent="457200" fontAlgn="auto">
                <a:lnSpc>
                  <a:spcPct val="120000"/>
                </a:lnSpc>
              </a:pPr>
              <a:r>
                <a:rPr lang="zh-CN" altLang="en-US" dirty="0">
                  <a:solidFill>
                    <a:schemeClr val="tx1"/>
                  </a:solidFill>
                  <a:ea typeface="微软雅黑" panose="020B0503020204020204" charset="-122"/>
                </a:rPr>
                <a:t>内容设计是针对作为WebApp组成部分的所有内容，定义其布局、结构和轮廓，建立内容对象之间的导航流程。每一个人都可以使用不同的技巧描述每个主题，内容设计为内容对象创建一种设计表示。</a:t>
              </a:r>
            </a:p>
          </p:txBody>
        </p:sp>
        <p:sp>
          <p:nvSpPr>
            <p:cNvPr id="17"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altLang="zh-CN" sz="3600" b="1">
                  <a:solidFill>
                    <a:schemeClr val="accent6">
                      <a:lumMod val="60000"/>
                      <a:lumOff val="40000"/>
                    </a:schemeClr>
                  </a:solidFill>
                  <a:latin typeface="Agency FB" panose="020B0503020202020204" pitchFamily="34" charset="0"/>
                  <a:ea typeface="微软雅黑" panose="020B0503020204020204" charset="-122"/>
                </a:rPr>
                <a:t>3</a:t>
              </a:r>
            </a:p>
          </p:txBody>
        </p:sp>
      </p:grpSp>
    </p:spTree>
    <p:custDataLst>
      <p:tags r:id="rId1"/>
    </p:custDataLst>
  </p:cSld>
  <p:clrMapOvr>
    <a:masterClrMapping/>
  </p:clrMapOvr>
  <p:transition>
    <p:zoom dir="in"/>
  </p:transition>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err="1" smtClean="0">
                <a:solidFill>
                  <a:srgbClr val="FF0000"/>
                </a:solidFill>
                <a:sym typeface="+mn-ea"/>
              </a:rPr>
              <a:t>WebApp</a:t>
            </a:r>
            <a:r>
              <a:rPr lang="zh-CN" altLang="en-US" dirty="0" smtClean="0">
                <a:solidFill>
                  <a:srgbClr val="FF0000"/>
                </a:solidFill>
                <a:sym typeface="+mn-ea"/>
              </a:rPr>
              <a:t>设计</a:t>
            </a:r>
            <a:endParaRPr lang="en-US" altLang="zh-CN" dirty="0" smtClean="0">
              <a:solidFill>
                <a:srgbClr val="FF0000"/>
              </a:solidFill>
              <a:sym typeface="+mn-ea"/>
            </a:endParaRPr>
          </a:p>
        </p:txBody>
      </p:sp>
      <p:sp>
        <p:nvSpPr>
          <p:cNvPr id="29" name="TextBox 6"/>
          <p:cNvSpPr txBox="1"/>
          <p:nvPr/>
        </p:nvSpPr>
        <p:spPr>
          <a:xfrm>
            <a:off x="809625" y="1403350"/>
            <a:ext cx="5777230" cy="525657"/>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8.6.4 </a:t>
            </a:r>
            <a:r>
              <a:rPr lang="en-US" sz="2400" dirty="0" err="1" smtClean="0">
                <a:solidFill>
                  <a:schemeClr val="tx1"/>
                </a:solidFill>
              </a:rPr>
              <a:t>WebApp</a:t>
            </a:r>
            <a:r>
              <a:rPr lang="zh-CN" altLang="en-US" sz="2400" dirty="0" smtClean="0">
                <a:solidFill>
                  <a:schemeClr val="tx1"/>
                </a:solidFill>
              </a:rPr>
              <a:t>设计过程</a:t>
            </a:r>
          </a:p>
        </p:txBody>
      </p:sp>
      <p:grpSp>
        <p:nvGrpSpPr>
          <p:cNvPr id="18" name="组合 17"/>
          <p:cNvGrpSpPr/>
          <p:nvPr/>
        </p:nvGrpSpPr>
        <p:grpSpPr>
          <a:xfrm>
            <a:off x="5545959" y="1116176"/>
            <a:ext cx="6153150" cy="1979930"/>
            <a:chOff x="1630" y="5726"/>
            <a:chExt cx="9690" cy="3118"/>
          </a:xfrm>
        </p:grpSpPr>
        <p:cxnSp>
          <p:nvCxnSpPr>
            <p:cNvPr id="19" name="MH_Other_1"/>
            <p:cNvCxnSpPr/>
            <p:nvPr/>
          </p:nvCxnSpPr>
          <p:spPr>
            <a:xfrm flipH="1">
              <a:off x="2470" y="6041"/>
              <a:ext cx="1545" cy="1450"/>
            </a:xfrm>
            <a:prstGeom prst="line">
              <a:avLst/>
            </a:prstGeom>
            <a:ln w="381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0" name="MH_Other_2"/>
            <p:cNvSpPr/>
            <p:nvPr/>
          </p:nvSpPr>
          <p:spPr>
            <a:xfrm>
              <a:off x="1668" y="6888"/>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21" name="MH_SubTitle_1"/>
            <p:cNvSpPr txBox="1">
              <a:spLocks noChangeArrowheads="1"/>
            </p:cNvSpPr>
            <p:nvPr/>
          </p:nvSpPr>
          <p:spPr bwMode="auto">
            <a:xfrm>
              <a:off x="2795" y="6688"/>
              <a:ext cx="8525" cy="2156"/>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chemeClr val="accent2">
                      <a:lumMod val="60000"/>
                      <a:lumOff val="40000"/>
                    </a:schemeClr>
                  </a:solidFill>
                </a:rPr>
                <a:t>体系结构设计</a:t>
              </a:r>
            </a:p>
            <a:p>
              <a:pPr indent="457200" fontAlgn="auto">
                <a:lnSpc>
                  <a:spcPct val="120000"/>
                </a:lnSpc>
              </a:pPr>
              <a:r>
                <a:rPr lang="zh-CN" altLang="en-US" dirty="0">
                  <a:ea typeface="微软雅黑" panose="020B0503020204020204" charset="-122"/>
                </a:rPr>
                <a:t>体系结构设计是确定WebApp的所有超媒体的结构。体系结构设计必须确定内容体系结构和WebApp体系结构，具体在第8.6.5节介绍。</a:t>
              </a:r>
            </a:p>
          </p:txBody>
        </p:sp>
        <p:sp>
          <p:nvSpPr>
            <p:cNvPr id="22" name="MH_Other_3"/>
            <p:cNvSpPr txBox="1">
              <a:spLocks noChangeArrowheads="1"/>
            </p:cNvSpPr>
            <p:nvPr/>
          </p:nvSpPr>
          <p:spPr bwMode="auto">
            <a:xfrm>
              <a:off x="1630" y="5726"/>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chemeClr val="accent2">
                      <a:lumMod val="60000"/>
                      <a:lumOff val="40000"/>
                    </a:schemeClr>
                  </a:solidFill>
                  <a:latin typeface="Agency FB" panose="020B0503020202020204" pitchFamily="34" charset="0"/>
                  <a:ea typeface="微软雅黑" panose="020B0503020204020204" charset="-122"/>
                </a:rPr>
                <a:t>4</a:t>
              </a:r>
            </a:p>
          </p:txBody>
        </p:sp>
      </p:grpSp>
      <p:grpSp>
        <p:nvGrpSpPr>
          <p:cNvPr id="23" name="组合 22"/>
          <p:cNvGrpSpPr/>
          <p:nvPr/>
        </p:nvGrpSpPr>
        <p:grpSpPr>
          <a:xfrm>
            <a:off x="629789" y="2325063"/>
            <a:ext cx="11069320" cy="2583815"/>
            <a:chOff x="1840" y="2871"/>
            <a:chExt cx="17432" cy="4069"/>
          </a:xfrm>
        </p:grpSpPr>
        <p:cxnSp>
          <p:nvCxnSpPr>
            <p:cNvPr id="24" name="MH_Other_4"/>
            <p:cNvCxnSpPr/>
            <p:nvPr/>
          </p:nvCxnSpPr>
          <p:spPr>
            <a:xfrm flipH="1">
              <a:off x="2680" y="3183"/>
              <a:ext cx="1545" cy="1450"/>
            </a:xfrm>
            <a:prstGeom prst="line">
              <a:avLst/>
            </a:prstGeom>
            <a:ln w="38100">
              <a:solidFill>
                <a:srgbClr val="58B933"/>
              </a:solidFill>
            </a:ln>
          </p:spPr>
          <p:style>
            <a:lnRef idx="1">
              <a:schemeClr val="accent1"/>
            </a:lnRef>
            <a:fillRef idx="0">
              <a:schemeClr val="accent1"/>
            </a:fillRef>
            <a:effectRef idx="0">
              <a:schemeClr val="accent1"/>
            </a:effectRef>
            <a:fontRef idx="minor">
              <a:schemeClr val="tx1"/>
            </a:fontRef>
          </p:style>
        </p:cxnSp>
        <p:sp>
          <p:nvSpPr>
            <p:cNvPr id="25"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58B93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26" name="MH_SubTitle_2"/>
            <p:cNvSpPr txBox="1">
              <a:spLocks noChangeArrowheads="1"/>
            </p:cNvSpPr>
            <p:nvPr/>
          </p:nvSpPr>
          <p:spPr bwMode="auto">
            <a:xfrm>
              <a:off x="3035" y="3518"/>
              <a:ext cx="16237" cy="3422"/>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92D050"/>
                  </a:solidFill>
                  <a:ea typeface="微软雅黑" panose="020B0503020204020204" charset="-122"/>
                </a:rPr>
                <a:t>构件设计</a:t>
              </a:r>
            </a:p>
            <a:p>
              <a:pPr indent="457200" fontAlgn="auto">
                <a:lnSpc>
                  <a:spcPct val="120000"/>
                </a:lnSpc>
              </a:pPr>
              <a:r>
                <a:rPr lang="zh-CN" altLang="en-US" dirty="0">
                  <a:solidFill>
                    <a:schemeClr val="tx1"/>
                  </a:solidFill>
                  <a:ea typeface="微软雅黑" panose="020B0503020204020204" charset="-122"/>
                </a:rPr>
                <a:t>构件设计是描述开发实现功能构件所需要的详细处理逻辑。现代Web应用系统提供了更加成熟的处理能力，这些功能可以：执行本地化的处理，从而动态地产生内容和导航能力；提供适于WebApp业务领域的计算或数据处理；提供高级的数据查询和访问；建立与外部系统的数据接口。为了实现这些功能，Web工程师必须设计和创建程序构件，这些构件在形式上与传统软件构件相同。</a:t>
              </a:r>
            </a:p>
          </p:txBody>
        </p:sp>
        <p:sp>
          <p:nvSpPr>
            <p:cNvPr id="27"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58B933"/>
                  </a:solidFill>
                  <a:latin typeface="Agency FB" panose="020B0503020202020204" pitchFamily="34" charset="0"/>
                  <a:ea typeface="微软雅黑" panose="020B0503020204020204" charset="-122"/>
                </a:rPr>
                <a:t>5</a:t>
              </a:r>
            </a:p>
          </p:txBody>
        </p:sp>
      </p:grpSp>
      <p:grpSp>
        <p:nvGrpSpPr>
          <p:cNvPr id="8" name="组合 7"/>
          <p:cNvGrpSpPr/>
          <p:nvPr/>
        </p:nvGrpSpPr>
        <p:grpSpPr>
          <a:xfrm>
            <a:off x="634869" y="4710758"/>
            <a:ext cx="10912475" cy="1456690"/>
            <a:chOff x="1840" y="2871"/>
            <a:chExt cx="17185" cy="2294"/>
          </a:xfrm>
        </p:grpSpPr>
        <p:cxnSp>
          <p:nvCxnSpPr>
            <p:cNvPr id="9" name="MH_Other_4"/>
            <p:cNvCxnSpPr/>
            <p:nvPr/>
          </p:nvCxnSpPr>
          <p:spPr>
            <a:xfrm flipH="1">
              <a:off x="2680" y="3183"/>
              <a:ext cx="1545" cy="145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1" name="MH_SubTitle_2"/>
            <p:cNvSpPr txBox="1">
              <a:spLocks noChangeArrowheads="1"/>
            </p:cNvSpPr>
            <p:nvPr/>
          </p:nvSpPr>
          <p:spPr bwMode="auto">
            <a:xfrm>
              <a:off x="3455" y="3183"/>
              <a:ext cx="15570" cy="1982"/>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C00000"/>
                  </a:solidFill>
                  <a:ea typeface="微软雅黑" panose="020B0503020204020204" charset="-122"/>
                </a:rPr>
                <a:t>导航设计</a:t>
              </a:r>
            </a:p>
            <a:p>
              <a:pPr indent="457200" fontAlgn="auto">
                <a:lnSpc>
                  <a:spcPct val="120000"/>
                </a:lnSpc>
              </a:pPr>
              <a:r>
                <a:rPr lang="zh-CN" altLang="en-US" dirty="0">
                  <a:solidFill>
                    <a:schemeClr val="tx1"/>
                  </a:solidFill>
                  <a:ea typeface="微软雅黑" panose="020B0503020204020204" charset="-122"/>
                </a:rPr>
                <a:t>一旦建立了WebApp的体系结构及确定了体系结构的构件（页面、脚本、Applet和其他处理功能），设计人员应定义导航路径，使得用户可以访问WebApp的内容和功能，具体在第8.6.6节介绍。</a:t>
              </a:r>
            </a:p>
          </p:txBody>
        </p:sp>
        <p:sp>
          <p:nvSpPr>
            <p:cNvPr id="12"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C00000"/>
                  </a:solidFill>
                  <a:latin typeface="Agency FB" panose="020B0503020202020204" pitchFamily="34" charset="0"/>
                  <a:ea typeface="微软雅黑" panose="020B0503020204020204" charset="-122"/>
                </a:rPr>
                <a:t>6</a:t>
              </a:r>
            </a:p>
          </p:txBody>
        </p:sp>
      </p:grpSp>
    </p:spTree>
    <p:custDataLst>
      <p:tags r:id="rId1"/>
    </p:custDataLst>
  </p:cSld>
  <p:clrMapOvr>
    <a:masterClrMapping/>
  </p:clrMapOvr>
  <p:transition>
    <p:zoom dir="in"/>
  </p:transition>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a:spLocks noGrp="1"/>
          </p:cNvSpPr>
          <p:nvPr>
            <p:ph type="title"/>
          </p:nvPr>
        </p:nvSpPr>
        <p:spPr>
          <a:xfrm>
            <a:off x="754063" y="261258"/>
            <a:ext cx="8415337" cy="855290"/>
          </a:xfrm>
        </p:spPr>
        <p:txBody>
          <a:bodyPr/>
          <a:lstStyle/>
          <a:p>
            <a:r>
              <a:rPr lang="en-US" dirty="0" smtClean="0">
                <a:solidFill>
                  <a:srgbClr val="FF0000"/>
                </a:solidFill>
                <a:sym typeface="+mn-ea"/>
              </a:rPr>
              <a:t>8.6 </a:t>
            </a:r>
            <a:r>
              <a:rPr lang="en-US" altLang="zh-CN" dirty="0" smtClean="0">
                <a:solidFill>
                  <a:srgbClr val="FF0000"/>
                </a:solidFill>
                <a:sym typeface="+mn-ea"/>
              </a:rPr>
              <a:t>WebApp</a:t>
            </a:r>
            <a:r>
              <a:rPr lang="zh-CN" altLang="en-US" dirty="0" smtClean="0">
                <a:solidFill>
                  <a:srgbClr val="FF0000"/>
                </a:solidFill>
                <a:sym typeface="+mn-ea"/>
              </a:rPr>
              <a:t>设计</a:t>
            </a:r>
          </a:p>
        </p:txBody>
      </p:sp>
      <p:grpSp>
        <p:nvGrpSpPr>
          <p:cNvPr id="5" name="组合 4"/>
          <p:cNvGrpSpPr/>
          <p:nvPr/>
        </p:nvGrpSpPr>
        <p:grpSpPr>
          <a:xfrm>
            <a:off x="0" y="2412365"/>
            <a:ext cx="12192000" cy="3074035"/>
            <a:chOff x="0" y="3848"/>
            <a:chExt cx="19200" cy="4841"/>
          </a:xfrm>
        </p:grpSpPr>
        <p:sp>
          <p:nvSpPr>
            <p:cNvPr id="6" name="矩形 5"/>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1432" y="4577"/>
              <a:ext cx="9399" cy="3054"/>
            </a:xfrm>
            <a:prstGeom prst="rect">
              <a:avLst/>
            </a:prstGeom>
          </p:spPr>
          <p:txBody>
            <a:bodyPr wrap="square">
              <a:spAutoFit/>
            </a:bodyPr>
            <a:lstStyle/>
            <a:p>
              <a:pPr indent="457200">
                <a:lnSpc>
                  <a:spcPct val="150000"/>
                </a:lnSpc>
                <a:defRPr/>
              </a:pPr>
              <a:r>
                <a:rPr lang="en-US" altLang="zh-CN" sz="2000" b="1" kern="0" dirty="0" err="1" smtClean="0">
                  <a:solidFill>
                    <a:srgbClr val="FFFF00"/>
                  </a:solidFill>
                  <a:latin typeface="微软雅黑" panose="020B0503020204020204" charset="-122"/>
                  <a:ea typeface="微软雅黑" panose="020B0503020204020204" charset="-122"/>
                  <a:cs typeface="宋体" panose="02010600030101010101" pitchFamily="2" charset="-122"/>
                </a:rPr>
                <a:t>WebApp</a:t>
              </a:r>
              <a:r>
                <a:rPr lang="zh-CN" altLang="zh-CN" sz="2000" b="1" kern="0" dirty="0" smtClean="0">
                  <a:solidFill>
                    <a:srgbClr val="FFFF00"/>
                  </a:solidFill>
                  <a:latin typeface="微软雅黑" panose="020B0503020204020204" charset="-122"/>
                  <a:ea typeface="微软雅黑" panose="020B0503020204020204" charset="-122"/>
                  <a:cs typeface="宋体" panose="02010600030101010101" pitchFamily="2" charset="-122"/>
                </a:rPr>
                <a:t>内容体系结构</a:t>
              </a:r>
              <a:r>
                <a:rPr lang="zh-CN" altLang="zh-CN" sz="2000" kern="0" dirty="0" smtClean="0">
                  <a:solidFill>
                    <a:schemeClr val="bg1"/>
                  </a:solidFill>
                  <a:latin typeface="微软雅黑" panose="020B0503020204020204" charset="-122"/>
                  <a:ea typeface="微软雅黑" panose="020B0503020204020204" charset="-122"/>
                  <a:cs typeface="宋体" panose="02010600030101010101" pitchFamily="2" charset="-122"/>
                </a:rPr>
                <a:t>着重于内容对象的表现和导航的组织方式，以及对</a:t>
              </a:r>
              <a:r>
                <a:rPr lang="en-US" altLang="zh-CN" sz="2000" kern="0" dirty="0" err="1" smtClean="0">
                  <a:solidFill>
                    <a:schemeClr val="bg1"/>
                  </a:solidFill>
                  <a:latin typeface="微软雅黑" panose="020B0503020204020204" charset="-122"/>
                  <a:ea typeface="微软雅黑" panose="020B0503020204020204" charset="-122"/>
                  <a:cs typeface="宋体" panose="02010600030101010101" pitchFamily="2" charset="-122"/>
                </a:rPr>
                <a:t>WebApp</a:t>
              </a:r>
              <a:r>
                <a:rPr lang="zh-CN" altLang="zh-CN" sz="2000" kern="0" dirty="0" smtClean="0">
                  <a:solidFill>
                    <a:schemeClr val="bg1"/>
                  </a:solidFill>
                  <a:latin typeface="微软雅黑" panose="020B0503020204020204" charset="-122"/>
                  <a:ea typeface="微软雅黑" panose="020B0503020204020204" charset="-122"/>
                  <a:cs typeface="宋体" panose="02010600030101010101" pitchFamily="2" charset="-122"/>
                </a:rPr>
                <a:t>的所有超媒体结构进行定义。通常有</a:t>
              </a:r>
              <a:r>
                <a:rPr lang="en-US" altLang="zh-CN" sz="2000" kern="0" dirty="0" smtClean="0">
                  <a:solidFill>
                    <a:schemeClr val="bg1"/>
                  </a:solidFill>
                  <a:latin typeface="微软雅黑" panose="020B0503020204020204" charset="-122"/>
                  <a:ea typeface="微软雅黑" panose="020B0503020204020204" charset="-122"/>
                  <a:cs typeface="宋体" panose="02010600030101010101" pitchFamily="2" charset="-122"/>
                </a:rPr>
                <a:t>4</a:t>
              </a:r>
              <a:r>
                <a:rPr lang="zh-CN" altLang="zh-CN" sz="2000" kern="0" dirty="0" smtClean="0">
                  <a:solidFill>
                    <a:schemeClr val="bg1"/>
                  </a:solidFill>
                  <a:latin typeface="微软雅黑" panose="020B0503020204020204" charset="-122"/>
                  <a:ea typeface="微软雅黑" panose="020B0503020204020204" charset="-122"/>
                  <a:cs typeface="宋体" panose="02010600030101010101" pitchFamily="2" charset="-122"/>
                </a:rPr>
                <a:t>种不同的内容结构：</a:t>
              </a:r>
              <a:r>
                <a:rPr lang="zh-CN" altLang="zh-CN" sz="2000" b="1" kern="0" dirty="0" smtClean="0">
                  <a:solidFill>
                    <a:srgbClr val="FFFF00"/>
                  </a:solidFill>
                  <a:latin typeface="微软雅黑" panose="020B0503020204020204" charset="-122"/>
                  <a:ea typeface="微软雅黑" panose="020B0503020204020204" charset="-122"/>
                  <a:cs typeface="宋体" panose="02010600030101010101" pitchFamily="2" charset="-122"/>
                </a:rPr>
                <a:t>线性结构、网格结构、分层结构、网络结构</a:t>
              </a:r>
              <a:r>
                <a:rPr lang="zh-CN" altLang="zh-CN" sz="2000" kern="0" dirty="0" smtClean="0">
                  <a:solidFill>
                    <a:schemeClr val="bg1"/>
                  </a:solidFill>
                  <a:latin typeface="微软雅黑" panose="020B0503020204020204" charset="-122"/>
                  <a:ea typeface="微软雅黑" panose="020B0503020204020204" charset="-122"/>
                  <a:cs typeface="宋体" panose="02010600030101010101" pitchFamily="2" charset="-122"/>
                </a:rPr>
                <a:t>。</a:t>
              </a:r>
              <a:endParaRPr lang="en-US" altLang="zh-CN" sz="2000" kern="0" dirty="0" smtClean="0">
                <a:solidFill>
                  <a:schemeClr val="bg1"/>
                </a:solidFill>
                <a:latin typeface="微软雅黑" panose="020B0503020204020204" charset="-122"/>
                <a:ea typeface="微软雅黑" panose="020B0503020204020204" charset="-122"/>
                <a:cs typeface="宋体" panose="02010600030101010101" pitchFamily="2" charset="-122"/>
              </a:endParaRPr>
            </a:p>
          </p:txBody>
        </p:sp>
      </p:grpSp>
      <p:sp>
        <p:nvSpPr>
          <p:cNvPr id="8"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8.6.5 </a:t>
            </a:r>
            <a:r>
              <a:rPr sz="2400" dirty="0" smtClean="0">
                <a:solidFill>
                  <a:schemeClr val="tx1"/>
                </a:solidFill>
              </a:rPr>
              <a:t>WebApp体系结构设计</a:t>
            </a:r>
          </a:p>
        </p:txBody>
      </p:sp>
      <p:pic>
        <p:nvPicPr>
          <p:cNvPr id="9" name="图片 8" descr="A000220150824A10PPIC.png"/>
          <p:cNvPicPr>
            <a:picLocks noChangeAspect="1"/>
          </p:cNvPicPr>
          <p:nvPr/>
        </p:nvPicPr>
        <p:blipFill>
          <a:blip r:embed="rId2" cstate="print"/>
          <a:stretch>
            <a:fillRect/>
          </a:stretch>
        </p:blipFill>
        <p:spPr>
          <a:xfrm>
            <a:off x="7578457" y="1895475"/>
            <a:ext cx="3915049" cy="3985520"/>
          </a:xfrm>
          <a:prstGeom prst="rect">
            <a:avLst/>
          </a:prstGeom>
        </p:spPr>
      </p:pic>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smtClean="0">
                <a:solidFill>
                  <a:srgbClr val="FF0000"/>
                </a:solidFill>
                <a:sym typeface="+mn-ea"/>
              </a:rPr>
              <a:t>WebApp</a:t>
            </a:r>
            <a:r>
              <a:rPr lang="zh-CN" altLang="en-US" dirty="0" smtClean="0">
                <a:solidFill>
                  <a:srgbClr val="FF0000"/>
                </a:solidFill>
                <a:sym typeface="+mn-ea"/>
              </a:rPr>
              <a:t>设计</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8.6.5 </a:t>
            </a:r>
            <a:r>
              <a:rPr sz="2400" dirty="0" smtClean="0">
                <a:solidFill>
                  <a:schemeClr val="tx1"/>
                </a:solidFill>
              </a:rPr>
              <a:t>WebApp体系结构设计</a:t>
            </a:r>
          </a:p>
        </p:txBody>
      </p:sp>
      <p:grpSp>
        <p:nvGrpSpPr>
          <p:cNvPr id="6" name="组合 5"/>
          <p:cNvGrpSpPr/>
          <p:nvPr/>
        </p:nvGrpSpPr>
        <p:grpSpPr>
          <a:xfrm>
            <a:off x="0" y="2029460"/>
            <a:ext cx="11609705" cy="4198620"/>
            <a:chOff x="0" y="3196"/>
            <a:chExt cx="18283" cy="6612"/>
          </a:xfrm>
        </p:grpSpPr>
        <p:grpSp>
          <p:nvGrpSpPr>
            <p:cNvPr id="7" name="组合 6"/>
            <p:cNvGrpSpPr/>
            <p:nvPr/>
          </p:nvGrpSpPr>
          <p:grpSpPr>
            <a:xfrm>
              <a:off x="0" y="3196"/>
              <a:ext cx="8467" cy="1530"/>
              <a:chOff x="1" y="2565401"/>
              <a:chExt cx="5376660" cy="971723"/>
            </a:xfrm>
          </p:grpSpPr>
          <p:sp>
            <p:nvSpPr>
              <p:cNvPr id="8" name="MH_SubTitle_1"/>
              <p:cNvSpPr/>
              <p:nvPr>
                <p:custDataLst>
                  <p:tags r:id="rId3"/>
                </p:custDataLst>
              </p:nvPr>
            </p:nvSpPr>
            <p:spPr>
              <a:xfrm>
                <a:off x="1501808" y="2688613"/>
                <a:ext cx="3874853" cy="73165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线性结构</a:t>
                </a:r>
              </a:p>
            </p:txBody>
          </p:sp>
          <p:sp>
            <p:nvSpPr>
              <p:cNvPr id="9" name="MH_Other_1"/>
              <p:cNvSpPr/>
              <p:nvPr>
                <p:custDataLst>
                  <p:tags r:id="rId4"/>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a:solidFill>
                      <a:srgbClr val="FFFFFF"/>
                    </a:solidFill>
                    <a:latin typeface="Impact" panose="020B0806030902050204" pitchFamily="34" charset="0"/>
                    <a:ea typeface="微软雅黑" panose="020B0503020204020204" charset="-122"/>
                  </a:rPr>
                  <a:t>01</a:t>
                </a:r>
                <a:endParaRPr lang="zh-CN" altLang="en-US" sz="3200">
                  <a:solidFill>
                    <a:srgbClr val="FFFFFF"/>
                  </a:solidFill>
                  <a:latin typeface="Impact" panose="020B0806030902050204" pitchFamily="34" charset="0"/>
                  <a:ea typeface="微软雅黑" panose="020B0503020204020204" charset="-122"/>
                </a:endParaRPr>
              </a:p>
            </p:txBody>
          </p:sp>
          <p:sp>
            <p:nvSpPr>
              <p:cNvPr id="11" name="MH_Other_2"/>
              <p:cNvSpPr/>
              <p:nvPr>
                <p:custDataLst>
                  <p:tags r:id="rId5"/>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2" name="MH_Desc_1"/>
            <p:cNvSpPr/>
            <p:nvPr>
              <p:custDataLst>
                <p:tags r:id="rId2"/>
              </p:custDataLst>
            </p:nvPr>
          </p:nvSpPr>
          <p:spPr>
            <a:xfrm>
              <a:off x="9405" y="3647"/>
              <a:ext cx="8878" cy="6161"/>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smtClean="0">
                  <a:solidFill>
                    <a:schemeClr val="tx1"/>
                  </a:solidFill>
                  <a:latin typeface="微软雅黑" panose="020B0503020204020204" charset="-122"/>
                  <a:ea typeface="微软雅黑" panose="020B0503020204020204" charset="-122"/>
                </a:rPr>
                <a:t>线性结构如图8-13所示，它是按照预先定义的内容展示的顺序，在有必要的前提条件下，信息页连同相关的图片、视频、音频才随之出现。当内容的展示顺序是预先定义的时，通常是线性的。</a:t>
              </a:r>
            </a:p>
          </p:txBody>
        </p:sp>
      </p:grpSp>
      <p:pic>
        <p:nvPicPr>
          <p:cNvPr id="3" name="图片 240" descr="8-13"/>
          <p:cNvPicPr>
            <a:picLocks noChangeAspect="1"/>
          </p:cNvPicPr>
          <p:nvPr/>
        </p:nvPicPr>
        <p:blipFill>
          <a:blip r:embed="rId8" cstate="print"/>
          <a:stretch>
            <a:fillRect/>
          </a:stretch>
        </p:blipFill>
        <p:spPr>
          <a:xfrm>
            <a:off x="2364105" y="3001010"/>
            <a:ext cx="744220" cy="3328670"/>
          </a:xfrm>
          <a:prstGeom prst="rect">
            <a:avLst/>
          </a:prstGeom>
          <a:noFill/>
          <a:ln w="9525">
            <a:noFill/>
          </a:ln>
        </p:spPr>
      </p:pic>
    </p:spTree>
    <p:custDataLst>
      <p:tags r:id="rId1"/>
    </p:custDataLst>
  </p:cSld>
  <p:clrMapOvr>
    <a:masterClrMapping/>
  </p:clrMapOvr>
  <p:transition>
    <p:zoom dir="in"/>
  </p:transition>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smtClean="0">
                <a:solidFill>
                  <a:srgbClr val="FF0000"/>
                </a:solidFill>
                <a:sym typeface="+mn-ea"/>
              </a:rPr>
              <a:t>WebApp</a:t>
            </a:r>
            <a:r>
              <a:rPr lang="zh-CN" altLang="en-US" dirty="0" smtClean="0">
                <a:solidFill>
                  <a:srgbClr val="FF0000"/>
                </a:solidFill>
                <a:sym typeface="+mn-ea"/>
              </a:rPr>
              <a:t>设计</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8.6.5 </a:t>
            </a:r>
            <a:r>
              <a:rPr sz="2400" dirty="0" smtClean="0">
                <a:solidFill>
                  <a:schemeClr val="tx1"/>
                </a:solidFill>
              </a:rPr>
              <a:t>WebApp体系结构设计</a:t>
            </a:r>
          </a:p>
        </p:txBody>
      </p:sp>
      <p:grpSp>
        <p:nvGrpSpPr>
          <p:cNvPr id="6" name="组合 5"/>
          <p:cNvGrpSpPr/>
          <p:nvPr/>
        </p:nvGrpSpPr>
        <p:grpSpPr>
          <a:xfrm>
            <a:off x="0" y="2029460"/>
            <a:ext cx="11609705" cy="4198620"/>
            <a:chOff x="0" y="3196"/>
            <a:chExt cx="18283" cy="6612"/>
          </a:xfrm>
        </p:grpSpPr>
        <p:grpSp>
          <p:nvGrpSpPr>
            <p:cNvPr id="7" name="组合 6"/>
            <p:cNvGrpSpPr/>
            <p:nvPr/>
          </p:nvGrpSpPr>
          <p:grpSpPr>
            <a:xfrm>
              <a:off x="0" y="3196"/>
              <a:ext cx="8467" cy="1530"/>
              <a:chOff x="1" y="2565401"/>
              <a:chExt cx="5376660" cy="971723"/>
            </a:xfrm>
          </p:grpSpPr>
          <p:sp>
            <p:nvSpPr>
              <p:cNvPr id="8" name="MH_SubTitle_1"/>
              <p:cNvSpPr/>
              <p:nvPr>
                <p:custDataLst>
                  <p:tags r:id="rId3"/>
                </p:custDataLst>
              </p:nvPr>
            </p:nvSpPr>
            <p:spPr>
              <a:xfrm>
                <a:off x="1501808" y="2688613"/>
                <a:ext cx="3874853" cy="73165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网格结构</a:t>
                </a:r>
              </a:p>
            </p:txBody>
          </p:sp>
          <p:sp>
            <p:nvSpPr>
              <p:cNvPr id="9" name="MH_Other_1"/>
              <p:cNvSpPr/>
              <p:nvPr>
                <p:custDataLst>
                  <p:tags r:id="rId4"/>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a:solidFill>
                      <a:srgbClr val="FFFFFF"/>
                    </a:solidFill>
                    <a:latin typeface="Impact" panose="020B0806030902050204" pitchFamily="34" charset="0"/>
                    <a:ea typeface="微软雅黑" panose="020B0503020204020204" charset="-122"/>
                  </a:rPr>
                  <a:t>02</a:t>
                </a:r>
                <a:endParaRPr lang="zh-CN" altLang="en-US" sz="3200">
                  <a:solidFill>
                    <a:srgbClr val="FFFFFF"/>
                  </a:solidFill>
                  <a:latin typeface="Impact" panose="020B0806030902050204" pitchFamily="34" charset="0"/>
                  <a:ea typeface="微软雅黑" panose="020B0503020204020204" charset="-122"/>
                </a:endParaRPr>
              </a:p>
            </p:txBody>
          </p:sp>
          <p:sp>
            <p:nvSpPr>
              <p:cNvPr id="11" name="MH_Other_2"/>
              <p:cNvSpPr/>
              <p:nvPr>
                <p:custDataLst>
                  <p:tags r:id="rId5"/>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2" name="MH_Desc_1"/>
            <p:cNvSpPr/>
            <p:nvPr>
              <p:custDataLst>
                <p:tags r:id="rId2"/>
              </p:custDataLst>
            </p:nvPr>
          </p:nvSpPr>
          <p:spPr>
            <a:xfrm>
              <a:off x="9212" y="3647"/>
              <a:ext cx="9071" cy="6161"/>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smtClean="0">
                  <a:solidFill>
                    <a:schemeClr val="tx1"/>
                  </a:solidFill>
                  <a:latin typeface="微软雅黑" panose="020B0503020204020204" charset="-122"/>
                  <a:ea typeface="微软雅黑" panose="020B0503020204020204" charset="-122"/>
                </a:rPr>
                <a:t>网格结构是将WebApp的内容按类别组织成二维结构（或更多维），其水平和垂直方向代表不同类的内容，如图8-14所示。例如一个班级不同学科的成绩单，网格的水平方向代表不同的学科，垂直方向代表不同的人。因此，可以沿着网格的水平方向找到所在的行（即学科），然后在垂直方向上找到不同的人。</a:t>
              </a:r>
            </a:p>
          </p:txBody>
        </p:sp>
      </p:grpSp>
      <p:pic>
        <p:nvPicPr>
          <p:cNvPr id="3" name="图片 -2147482347" descr="8-14"/>
          <p:cNvPicPr>
            <a:picLocks noChangeAspect="1"/>
          </p:cNvPicPr>
          <p:nvPr/>
        </p:nvPicPr>
        <p:blipFill>
          <a:blip r:embed="rId8" cstate="print"/>
          <a:stretch>
            <a:fillRect/>
          </a:stretch>
        </p:blipFill>
        <p:spPr>
          <a:xfrm>
            <a:off x="1360805" y="3001010"/>
            <a:ext cx="3240405" cy="3227070"/>
          </a:xfrm>
          <a:prstGeom prst="rect">
            <a:avLst/>
          </a:prstGeom>
          <a:noFill/>
          <a:ln w="9525">
            <a:noFill/>
          </a:ln>
        </p:spPr>
      </p:pic>
    </p:spTree>
    <p:custDataLst>
      <p:tags r:id="rId1"/>
    </p:custDataLst>
  </p:cSld>
  <p:clrMapOvr>
    <a:masterClrMapping/>
  </p:clrMapOvr>
  <p:transition>
    <p:zoom dir="in"/>
  </p:transition>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smtClean="0">
                <a:solidFill>
                  <a:srgbClr val="FF0000"/>
                </a:solidFill>
                <a:sym typeface="+mn-ea"/>
              </a:rPr>
              <a:t>WebApp</a:t>
            </a:r>
            <a:r>
              <a:rPr lang="zh-CN" altLang="en-US" dirty="0" smtClean="0">
                <a:solidFill>
                  <a:srgbClr val="FF0000"/>
                </a:solidFill>
                <a:sym typeface="+mn-ea"/>
              </a:rPr>
              <a:t>设计</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8.6.5 </a:t>
            </a:r>
            <a:r>
              <a:rPr sz="2400" dirty="0" smtClean="0">
                <a:solidFill>
                  <a:schemeClr val="tx1"/>
                </a:solidFill>
              </a:rPr>
              <a:t>WebApp体系结构设计</a:t>
            </a:r>
          </a:p>
        </p:txBody>
      </p:sp>
      <p:grpSp>
        <p:nvGrpSpPr>
          <p:cNvPr id="6" name="组合 5"/>
          <p:cNvGrpSpPr/>
          <p:nvPr/>
        </p:nvGrpSpPr>
        <p:grpSpPr>
          <a:xfrm>
            <a:off x="0" y="2029460"/>
            <a:ext cx="11609705" cy="4198620"/>
            <a:chOff x="0" y="3196"/>
            <a:chExt cx="18283" cy="6612"/>
          </a:xfrm>
        </p:grpSpPr>
        <p:grpSp>
          <p:nvGrpSpPr>
            <p:cNvPr id="7" name="组合 6"/>
            <p:cNvGrpSpPr/>
            <p:nvPr/>
          </p:nvGrpSpPr>
          <p:grpSpPr>
            <a:xfrm>
              <a:off x="0" y="3196"/>
              <a:ext cx="8467" cy="1530"/>
              <a:chOff x="1" y="2565401"/>
              <a:chExt cx="5376660" cy="971723"/>
            </a:xfrm>
          </p:grpSpPr>
          <p:sp>
            <p:nvSpPr>
              <p:cNvPr id="8" name="MH_SubTitle_1"/>
              <p:cNvSpPr/>
              <p:nvPr>
                <p:custDataLst>
                  <p:tags r:id="rId3"/>
                </p:custDataLst>
              </p:nvPr>
            </p:nvSpPr>
            <p:spPr>
              <a:xfrm>
                <a:off x="1501808" y="2688613"/>
                <a:ext cx="3874853" cy="73165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分层结构</a:t>
                </a:r>
              </a:p>
            </p:txBody>
          </p:sp>
          <p:sp>
            <p:nvSpPr>
              <p:cNvPr id="9" name="MH_Other_1"/>
              <p:cNvSpPr/>
              <p:nvPr>
                <p:custDataLst>
                  <p:tags r:id="rId4"/>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a:solidFill>
                      <a:srgbClr val="FFFFFF"/>
                    </a:solidFill>
                    <a:latin typeface="Impact" panose="020B0806030902050204" pitchFamily="34" charset="0"/>
                    <a:ea typeface="微软雅黑" panose="020B0503020204020204" charset="-122"/>
                  </a:rPr>
                  <a:t>0</a:t>
                </a:r>
                <a:r>
                  <a:rPr lang="en-US" sz="3200">
                    <a:solidFill>
                      <a:srgbClr val="FFFFFF"/>
                    </a:solidFill>
                    <a:latin typeface="Impact" panose="020B0806030902050204" pitchFamily="34" charset="0"/>
                    <a:ea typeface="微软雅黑" panose="020B0503020204020204" charset="-122"/>
                  </a:rPr>
                  <a:t>3</a:t>
                </a:r>
              </a:p>
            </p:txBody>
          </p:sp>
          <p:sp>
            <p:nvSpPr>
              <p:cNvPr id="11" name="MH_Other_2"/>
              <p:cNvSpPr/>
              <p:nvPr>
                <p:custDataLst>
                  <p:tags r:id="rId5"/>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2" name="MH_Desc_1"/>
            <p:cNvSpPr/>
            <p:nvPr>
              <p:custDataLst>
                <p:tags r:id="rId2"/>
              </p:custDataLst>
            </p:nvPr>
          </p:nvSpPr>
          <p:spPr>
            <a:xfrm>
              <a:off x="9766" y="3647"/>
              <a:ext cx="8517" cy="6161"/>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smtClean="0">
                  <a:solidFill>
                    <a:schemeClr val="tx1"/>
                  </a:solidFill>
                  <a:latin typeface="微软雅黑" panose="020B0503020204020204" charset="-122"/>
                  <a:ea typeface="微软雅黑" panose="020B0503020204020204" charset="-122"/>
                </a:rPr>
                <a:t>分层结构是最常见的WebApp内容体系结构，如图8-15所示。WebApp的层次结构可以设计成使控制流水平地穿过垂直分支的方式，这样在分层结构中最左边展示的内容通过超文本链接与中间或者右边分支的内容相连。</a:t>
              </a:r>
            </a:p>
          </p:txBody>
        </p:sp>
      </p:grpSp>
      <p:pic>
        <p:nvPicPr>
          <p:cNvPr id="3" name="图片 242" descr="8-15"/>
          <p:cNvPicPr>
            <a:picLocks noChangeAspect="1"/>
          </p:cNvPicPr>
          <p:nvPr/>
        </p:nvPicPr>
        <p:blipFill>
          <a:blip r:embed="rId8" cstate="print"/>
          <a:stretch>
            <a:fillRect/>
          </a:stretch>
        </p:blipFill>
        <p:spPr>
          <a:xfrm>
            <a:off x="728345" y="3134995"/>
            <a:ext cx="4648200" cy="2986405"/>
          </a:xfrm>
          <a:prstGeom prst="rect">
            <a:avLst/>
          </a:prstGeom>
          <a:noFill/>
          <a:ln w="9525">
            <a:noFill/>
          </a:ln>
        </p:spPr>
      </p:pic>
    </p:spTree>
    <p:custDataLst>
      <p:tags r:id="rId1"/>
    </p:custDataLst>
  </p:cSld>
  <p:clrMapOvr>
    <a:masterClrMapping/>
  </p:clrMapOvr>
  <p:transition>
    <p:zoom dir="in"/>
  </p:transition>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smtClean="0">
                <a:solidFill>
                  <a:srgbClr val="FF0000"/>
                </a:solidFill>
                <a:sym typeface="+mn-ea"/>
              </a:rPr>
              <a:t>WebApp</a:t>
            </a:r>
            <a:r>
              <a:rPr lang="zh-CN" altLang="en-US" dirty="0" smtClean="0">
                <a:solidFill>
                  <a:srgbClr val="FF0000"/>
                </a:solidFill>
                <a:sym typeface="+mn-ea"/>
              </a:rPr>
              <a:t>设计</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8.6.5 </a:t>
            </a:r>
            <a:r>
              <a:rPr sz="2400" dirty="0" smtClean="0">
                <a:solidFill>
                  <a:schemeClr val="tx1"/>
                </a:solidFill>
              </a:rPr>
              <a:t>WebApp体系结构设计</a:t>
            </a:r>
          </a:p>
        </p:txBody>
      </p:sp>
      <p:grpSp>
        <p:nvGrpSpPr>
          <p:cNvPr id="6" name="组合 5"/>
          <p:cNvGrpSpPr/>
          <p:nvPr/>
        </p:nvGrpSpPr>
        <p:grpSpPr>
          <a:xfrm>
            <a:off x="0" y="2029460"/>
            <a:ext cx="11609705" cy="4198620"/>
            <a:chOff x="0" y="3196"/>
            <a:chExt cx="18283" cy="6612"/>
          </a:xfrm>
        </p:grpSpPr>
        <p:grpSp>
          <p:nvGrpSpPr>
            <p:cNvPr id="7" name="组合 6"/>
            <p:cNvGrpSpPr/>
            <p:nvPr/>
          </p:nvGrpSpPr>
          <p:grpSpPr>
            <a:xfrm>
              <a:off x="0" y="3196"/>
              <a:ext cx="8467" cy="1530"/>
              <a:chOff x="1" y="2565401"/>
              <a:chExt cx="5376660" cy="971723"/>
            </a:xfrm>
          </p:grpSpPr>
          <p:sp>
            <p:nvSpPr>
              <p:cNvPr id="8" name="MH_SubTitle_1"/>
              <p:cNvSpPr/>
              <p:nvPr>
                <p:custDataLst>
                  <p:tags r:id="rId3"/>
                </p:custDataLst>
              </p:nvPr>
            </p:nvSpPr>
            <p:spPr>
              <a:xfrm>
                <a:off x="1501808" y="2688613"/>
                <a:ext cx="3874853" cy="731650"/>
              </a:xfrm>
              <a:prstGeom prst="homePlate">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dirty="0">
                    <a:solidFill>
                      <a:schemeClr val="bg1"/>
                    </a:solidFill>
                    <a:latin typeface="微软雅黑" panose="020B0503020204020204" charset="-122"/>
                    <a:ea typeface="微软雅黑" panose="020B0503020204020204" charset="-122"/>
                  </a:rPr>
                  <a:t>网络结构</a:t>
                </a:r>
              </a:p>
            </p:txBody>
          </p:sp>
          <p:sp>
            <p:nvSpPr>
              <p:cNvPr id="9" name="MH_Other_1"/>
              <p:cNvSpPr/>
              <p:nvPr>
                <p:custDataLst>
                  <p:tags r:id="rId4"/>
                </p:custDataLst>
              </p:nvPr>
            </p:nvSpPr>
            <p:spPr>
              <a:xfrm>
                <a:off x="1" y="2565401"/>
                <a:ext cx="1006593" cy="971723"/>
              </a:xfrm>
              <a:prstGeom prst="rect">
                <a:avLst/>
              </a:prstGeom>
              <a:solidFill>
                <a:srgbClr val="20CDA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a:solidFill>
                      <a:srgbClr val="FFFFFF"/>
                    </a:solidFill>
                    <a:latin typeface="Impact" panose="020B0806030902050204" pitchFamily="34" charset="0"/>
                    <a:ea typeface="微软雅黑" panose="020B0503020204020204" charset="-122"/>
                  </a:rPr>
                  <a:t>04</a:t>
                </a:r>
                <a:endParaRPr lang="zh-CN" altLang="en-US" sz="3200">
                  <a:solidFill>
                    <a:srgbClr val="FFFFFF"/>
                  </a:solidFill>
                  <a:latin typeface="Impact" panose="020B0806030902050204" pitchFamily="34" charset="0"/>
                  <a:ea typeface="微软雅黑" panose="020B0503020204020204" charset="-122"/>
                </a:endParaRPr>
              </a:p>
            </p:txBody>
          </p:sp>
          <p:sp>
            <p:nvSpPr>
              <p:cNvPr id="11" name="MH_Other_2"/>
              <p:cNvSpPr/>
              <p:nvPr>
                <p:custDataLst>
                  <p:tags r:id="rId5"/>
                </p:custDataLst>
              </p:nvPr>
            </p:nvSpPr>
            <p:spPr>
              <a:xfrm>
                <a:off x="987065" y="2565401"/>
                <a:ext cx="516612" cy="971723"/>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08A88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sp>
          <p:nvSpPr>
            <p:cNvPr id="12" name="MH_Desc_1"/>
            <p:cNvSpPr/>
            <p:nvPr>
              <p:custDataLst>
                <p:tags r:id="rId2"/>
              </p:custDataLst>
            </p:nvPr>
          </p:nvSpPr>
          <p:spPr>
            <a:xfrm>
              <a:off x="9959" y="3647"/>
              <a:ext cx="8324" cy="6161"/>
            </a:xfrm>
            <a:custGeom>
              <a:avLst/>
              <a:gdLst>
                <a:gd name="connsiteX0" fmla="*/ 0 w 3456384"/>
                <a:gd name="connsiteY0" fmla="*/ 3836610 h 3882329"/>
                <a:gd name="connsiteX1" fmla="*/ 3456384 w 3456384"/>
                <a:gd name="connsiteY1" fmla="*/ 3836610 h 3882329"/>
                <a:gd name="connsiteX2" fmla="*/ 3456384 w 3456384"/>
                <a:gd name="connsiteY2" fmla="*/ 3882329 h 3882329"/>
                <a:gd name="connsiteX3" fmla="*/ 0 w 3456384"/>
                <a:gd name="connsiteY3" fmla="*/ 3882329 h 3882329"/>
                <a:gd name="connsiteX4" fmla="*/ 0 w 3456384"/>
                <a:gd name="connsiteY4" fmla="*/ 0 h 3882329"/>
                <a:gd name="connsiteX5" fmla="*/ 3456384 w 3456384"/>
                <a:gd name="connsiteY5" fmla="*/ 0 h 3882329"/>
                <a:gd name="connsiteX6" fmla="*/ 3456384 w 3456384"/>
                <a:gd name="connsiteY6" fmla="*/ 45719 h 3882329"/>
                <a:gd name="connsiteX7" fmla="*/ 0 w 3456384"/>
                <a:gd name="connsiteY7" fmla="*/ 45719 h 3882329"/>
                <a:gd name="connsiteX0-1" fmla="*/ 0 w 3456384"/>
                <a:gd name="connsiteY0-2" fmla="*/ 3836610 h 3882329"/>
                <a:gd name="connsiteX1-3" fmla="*/ 3456384 w 3456384"/>
                <a:gd name="connsiteY1-4" fmla="*/ 3836610 h 3882329"/>
                <a:gd name="connsiteX2-5" fmla="*/ 3456384 w 3456384"/>
                <a:gd name="connsiteY2-6" fmla="*/ 3882329 h 3882329"/>
                <a:gd name="connsiteX3-7" fmla="*/ 0 w 3456384"/>
                <a:gd name="connsiteY3-8" fmla="*/ 3882329 h 3882329"/>
                <a:gd name="connsiteX4-9" fmla="*/ 0 w 3456384"/>
                <a:gd name="connsiteY4-10" fmla="*/ 3836610 h 3882329"/>
                <a:gd name="connsiteX5-11" fmla="*/ 0 w 3456384"/>
                <a:gd name="connsiteY5-12" fmla="*/ 0 h 3882329"/>
                <a:gd name="connsiteX6-13" fmla="*/ 3456384 w 3456384"/>
                <a:gd name="connsiteY6-14" fmla="*/ 0 h 3882329"/>
                <a:gd name="connsiteX7-15" fmla="*/ 3456384 w 3456384"/>
                <a:gd name="connsiteY7-16" fmla="*/ 45719 h 3882329"/>
                <a:gd name="connsiteX8" fmla="*/ 0 w 3456384"/>
                <a:gd name="connsiteY8" fmla="*/ 0 h 3882329"/>
                <a:gd name="connsiteX0-17" fmla="*/ 0 w 3456384"/>
                <a:gd name="connsiteY0-18" fmla="*/ 3836610 h 3882329"/>
                <a:gd name="connsiteX1-19" fmla="*/ 3456384 w 3456384"/>
                <a:gd name="connsiteY1-20" fmla="*/ 3836610 h 3882329"/>
                <a:gd name="connsiteX2-21" fmla="*/ 3456384 w 3456384"/>
                <a:gd name="connsiteY2-22" fmla="*/ 3882329 h 3882329"/>
                <a:gd name="connsiteX3-23" fmla="*/ 0 w 3456384"/>
                <a:gd name="connsiteY3-24" fmla="*/ 3882329 h 3882329"/>
                <a:gd name="connsiteX4-25" fmla="*/ 0 w 3456384"/>
                <a:gd name="connsiteY4-26" fmla="*/ 3836610 h 3882329"/>
                <a:gd name="connsiteX5-27" fmla="*/ 0 w 3456384"/>
                <a:gd name="connsiteY5-28" fmla="*/ 0 h 3882329"/>
                <a:gd name="connsiteX6-29" fmla="*/ 3456384 w 3456384"/>
                <a:gd name="connsiteY6-30" fmla="*/ 0 h 3882329"/>
                <a:gd name="connsiteX7-31" fmla="*/ 0 w 3456384"/>
                <a:gd name="connsiteY7-32" fmla="*/ 0 h 3882329"/>
                <a:gd name="connsiteX0-33" fmla="*/ 0 w 3456384"/>
                <a:gd name="connsiteY0-34" fmla="*/ 3836610 h 3882329"/>
                <a:gd name="connsiteX1-35" fmla="*/ 3456384 w 3456384"/>
                <a:gd name="connsiteY1-36" fmla="*/ 3836610 h 3882329"/>
                <a:gd name="connsiteX2-37" fmla="*/ 3456384 w 3456384"/>
                <a:gd name="connsiteY2-38" fmla="*/ 3882329 h 3882329"/>
                <a:gd name="connsiteX3-39" fmla="*/ 0 w 3456384"/>
                <a:gd name="connsiteY3-40" fmla="*/ 3882329 h 3882329"/>
                <a:gd name="connsiteX4-41" fmla="*/ 0 w 3456384"/>
                <a:gd name="connsiteY4-42" fmla="*/ 3836610 h 3882329"/>
                <a:gd name="connsiteX5-43" fmla="*/ 0 w 3456384"/>
                <a:gd name="connsiteY5-44" fmla="*/ 0 h 3882329"/>
                <a:gd name="connsiteX6-45" fmla="*/ 3456384 w 3456384"/>
                <a:gd name="connsiteY6-46" fmla="*/ 0 h 3882329"/>
                <a:gd name="connsiteX7-47" fmla="*/ 0 w 3456384"/>
                <a:gd name="connsiteY7-48" fmla="*/ 0 h 3882329"/>
                <a:gd name="connsiteX0-49" fmla="*/ 0 w 3456384"/>
                <a:gd name="connsiteY0-50" fmla="*/ 3836610 h 3882329"/>
                <a:gd name="connsiteX1-51" fmla="*/ 3456384 w 3456384"/>
                <a:gd name="connsiteY1-52" fmla="*/ 3836610 h 3882329"/>
                <a:gd name="connsiteX2-53" fmla="*/ 3456384 w 3456384"/>
                <a:gd name="connsiteY2-54" fmla="*/ 3882329 h 3882329"/>
                <a:gd name="connsiteX3-55" fmla="*/ 0 w 3456384"/>
                <a:gd name="connsiteY3-56" fmla="*/ 3882329 h 3882329"/>
                <a:gd name="connsiteX4-57" fmla="*/ 0 w 3456384"/>
                <a:gd name="connsiteY4-58" fmla="*/ 3836610 h 3882329"/>
                <a:gd name="connsiteX5-59" fmla="*/ 0 w 3456384"/>
                <a:gd name="connsiteY5-60" fmla="*/ 0 h 3882329"/>
                <a:gd name="connsiteX6-61" fmla="*/ 3456384 w 3456384"/>
                <a:gd name="connsiteY6-62" fmla="*/ 0 h 3882329"/>
                <a:gd name="connsiteX7-63" fmla="*/ 0 w 3456384"/>
                <a:gd name="connsiteY7-64" fmla="*/ 0 h 3882329"/>
                <a:gd name="connsiteX0-65" fmla="*/ 0 w 3456384"/>
                <a:gd name="connsiteY0-66" fmla="*/ 3882329 h 3882329"/>
                <a:gd name="connsiteX1-67" fmla="*/ 3456384 w 3456384"/>
                <a:gd name="connsiteY1-68" fmla="*/ 3836610 h 3882329"/>
                <a:gd name="connsiteX2-69" fmla="*/ 3456384 w 3456384"/>
                <a:gd name="connsiteY2-70" fmla="*/ 3882329 h 3882329"/>
                <a:gd name="connsiteX3-71" fmla="*/ 0 w 3456384"/>
                <a:gd name="connsiteY3-72" fmla="*/ 3882329 h 3882329"/>
                <a:gd name="connsiteX4-73" fmla="*/ 0 w 3456384"/>
                <a:gd name="connsiteY4-74" fmla="*/ 0 h 3882329"/>
                <a:gd name="connsiteX5-75" fmla="*/ 3456384 w 3456384"/>
                <a:gd name="connsiteY5-76" fmla="*/ 0 h 3882329"/>
                <a:gd name="connsiteX6-77" fmla="*/ 0 w 3456384"/>
                <a:gd name="connsiteY6-78" fmla="*/ 0 h 3882329"/>
                <a:gd name="connsiteX0-79" fmla="*/ 0 w 3456384"/>
                <a:gd name="connsiteY0-80" fmla="*/ 3882329 h 3882329"/>
                <a:gd name="connsiteX1-81" fmla="*/ 3456384 w 3456384"/>
                <a:gd name="connsiteY1-82" fmla="*/ 3882329 h 3882329"/>
                <a:gd name="connsiteX2-83" fmla="*/ 0 w 3456384"/>
                <a:gd name="connsiteY2-84" fmla="*/ 3882329 h 3882329"/>
                <a:gd name="connsiteX3-85" fmla="*/ 0 w 3456384"/>
                <a:gd name="connsiteY3-86" fmla="*/ 0 h 3882329"/>
                <a:gd name="connsiteX4-87" fmla="*/ 3456384 w 3456384"/>
                <a:gd name="connsiteY4-88" fmla="*/ 0 h 3882329"/>
                <a:gd name="connsiteX5-89" fmla="*/ 0 w 3456384"/>
                <a:gd name="connsiteY5-90" fmla="*/ 0 h 3882329"/>
                <a:gd name="connsiteX0-91" fmla="*/ 0 w 3456384"/>
                <a:gd name="connsiteY0-92" fmla="*/ 3882329 h 3882329"/>
                <a:gd name="connsiteX1-93" fmla="*/ 3456384 w 3456384"/>
                <a:gd name="connsiteY1-94" fmla="*/ 3882329 h 3882329"/>
                <a:gd name="connsiteX2-95" fmla="*/ 0 w 3456384"/>
                <a:gd name="connsiteY2-96" fmla="*/ 3882329 h 3882329"/>
                <a:gd name="connsiteX3-97" fmla="*/ 0 w 3456384"/>
                <a:gd name="connsiteY3-98" fmla="*/ 0 h 3882329"/>
                <a:gd name="connsiteX4-99" fmla="*/ 3456384 w 3456384"/>
                <a:gd name="connsiteY4-100" fmla="*/ 0 h 3882329"/>
                <a:gd name="connsiteX5-101" fmla="*/ 0 w 3456384"/>
                <a:gd name="connsiteY5-102" fmla="*/ 0 h 3882329"/>
                <a:gd name="connsiteX0-103" fmla="*/ 0 w 3456384"/>
                <a:gd name="connsiteY0-104" fmla="*/ 3882329 h 3882329"/>
                <a:gd name="connsiteX1-105" fmla="*/ 3456384 w 3456384"/>
                <a:gd name="connsiteY1-106" fmla="*/ 3882329 h 3882329"/>
                <a:gd name="connsiteX2-107" fmla="*/ 0 w 3456384"/>
                <a:gd name="connsiteY2-108" fmla="*/ 3882329 h 3882329"/>
                <a:gd name="connsiteX3-109" fmla="*/ 0 w 3456384"/>
                <a:gd name="connsiteY3-110" fmla="*/ 0 h 3882329"/>
                <a:gd name="connsiteX4-111" fmla="*/ 3456384 w 3456384"/>
                <a:gd name="connsiteY4-112" fmla="*/ 0 h 3882329"/>
                <a:gd name="connsiteX5-113" fmla="*/ 0 w 3456384"/>
                <a:gd name="connsiteY5-114" fmla="*/ 0 h 388232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3456384" h="3882329">
                  <a:moveTo>
                    <a:pt x="0" y="3882329"/>
                  </a:moveTo>
                  <a:lnTo>
                    <a:pt x="3456384" y="3882329"/>
                  </a:lnTo>
                  <a:lnTo>
                    <a:pt x="0" y="3882329"/>
                  </a:lnTo>
                  <a:close/>
                  <a:moveTo>
                    <a:pt x="0" y="0"/>
                  </a:moveTo>
                  <a:lnTo>
                    <a:pt x="3456384" y="0"/>
                  </a:lnTo>
                  <a:lnTo>
                    <a:pt x="0" y="0"/>
                  </a:lnTo>
                  <a:close/>
                </a:path>
              </a:pathLst>
            </a:custGeom>
            <a:ln w="3175">
              <a:solidFill>
                <a:srgbClr val="B2B2B2"/>
              </a:solidFill>
              <a:round/>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anchor="ctr">
              <a:noAutofit/>
            </a:bodyPr>
            <a:lstStyle/>
            <a:p>
              <a:pPr indent="457200">
                <a:lnSpc>
                  <a:spcPct val="120000"/>
                </a:lnSpc>
              </a:pPr>
              <a:r>
                <a:rPr dirty="0" smtClean="0">
                  <a:solidFill>
                    <a:schemeClr val="tx1"/>
                  </a:solidFill>
                  <a:latin typeface="微软雅黑" panose="020B0503020204020204" charset="-122"/>
                  <a:ea typeface="微软雅黑" panose="020B0503020204020204" charset="-122"/>
                </a:rPr>
                <a:t>网络结构在形状上成网状形，如图8-16所示，它通过对结构构件（此处为网页）进行设计，使得这些构件（通过超文本链接）能够将控制传递到系统的几乎每一个其他构件。</a:t>
              </a:r>
            </a:p>
            <a:p>
              <a:pPr indent="457200">
                <a:lnSpc>
                  <a:spcPct val="120000"/>
                </a:lnSpc>
              </a:pPr>
              <a:r>
                <a:rPr dirty="0" smtClean="0">
                  <a:solidFill>
                    <a:schemeClr val="accent5">
                      <a:lumMod val="50000"/>
                    </a:schemeClr>
                  </a:solidFill>
                  <a:latin typeface="微软雅黑" panose="020B0503020204020204" charset="-122"/>
                  <a:ea typeface="微软雅黑" panose="020B0503020204020204" charset="-122"/>
                </a:rPr>
                <a:t>在进行内容体系结构设计时，可以将以上4种结构方式进行组合，形成复合结构。</a:t>
              </a:r>
            </a:p>
          </p:txBody>
        </p:sp>
      </p:grpSp>
      <p:pic>
        <p:nvPicPr>
          <p:cNvPr id="3" name="图片 243" descr="8-16"/>
          <p:cNvPicPr>
            <a:picLocks noChangeAspect="1"/>
          </p:cNvPicPr>
          <p:nvPr/>
        </p:nvPicPr>
        <p:blipFill>
          <a:blip r:embed="rId8" cstate="print"/>
          <a:stretch>
            <a:fillRect/>
          </a:stretch>
        </p:blipFill>
        <p:spPr>
          <a:xfrm>
            <a:off x="1373505" y="3001010"/>
            <a:ext cx="3154680" cy="3349625"/>
          </a:xfrm>
          <a:prstGeom prst="rect">
            <a:avLst/>
          </a:prstGeom>
          <a:noFill/>
          <a:ln w="9525">
            <a:noFill/>
          </a:ln>
        </p:spPr>
      </p:pic>
    </p:spTree>
    <p:custDataLst>
      <p:tags r:id="rId1"/>
    </p:custDataLst>
  </p:cSld>
  <p:clrMapOvr>
    <a:masterClrMapping/>
  </p:clrMapOvr>
  <p:transition>
    <p:zoom dir="in"/>
  </p:transition>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smtClean="0">
                <a:solidFill>
                  <a:srgbClr val="FF0000"/>
                </a:solidFill>
                <a:sym typeface="+mn-ea"/>
              </a:rPr>
              <a:t>WebApp</a:t>
            </a:r>
            <a:r>
              <a:rPr lang="zh-CN" altLang="en-US" dirty="0" smtClean="0">
                <a:solidFill>
                  <a:srgbClr val="FF0000"/>
                </a:solidFill>
                <a:sym typeface="+mn-ea"/>
              </a:rPr>
              <a:t>设计</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8.6.5 </a:t>
            </a:r>
            <a:r>
              <a:rPr sz="2400" dirty="0" smtClean="0">
                <a:solidFill>
                  <a:schemeClr val="tx1"/>
                </a:solidFill>
              </a:rPr>
              <a:t>WebApp体系结构设计</a:t>
            </a:r>
          </a:p>
        </p:txBody>
      </p:sp>
      <p:grpSp>
        <p:nvGrpSpPr>
          <p:cNvPr id="4" name="组合 3"/>
          <p:cNvGrpSpPr/>
          <p:nvPr/>
        </p:nvGrpSpPr>
        <p:grpSpPr>
          <a:xfrm>
            <a:off x="2101757" y="1942476"/>
            <a:ext cx="8256894" cy="4349142"/>
            <a:chOff x="2266241" y="1830388"/>
            <a:chExt cx="7775928" cy="4198982"/>
          </a:xfrm>
        </p:grpSpPr>
        <p:sp>
          <p:nvSpPr>
            <p:cNvPr id="5" name="MH_Other_1"/>
            <p:cNvSpPr/>
            <p:nvPr/>
          </p:nvSpPr>
          <p:spPr>
            <a:xfrm>
              <a:off x="2510442" y="1830388"/>
              <a:ext cx="5173059" cy="3192462"/>
            </a:xfrm>
            <a:custGeom>
              <a:avLst/>
              <a:gdLst>
                <a:gd name="connsiteX0" fmla="*/ 0 w 3718560"/>
                <a:gd name="connsiteY0" fmla="*/ 0 h 3518262"/>
                <a:gd name="connsiteX1" fmla="*/ 0 w 3718560"/>
                <a:gd name="connsiteY1" fmla="*/ 3509554 h 3518262"/>
                <a:gd name="connsiteX2" fmla="*/ 3718560 w 3718560"/>
                <a:gd name="connsiteY2" fmla="*/ 3518262 h 3518262"/>
                <a:gd name="connsiteX3" fmla="*/ 3718560 w 3718560"/>
                <a:gd name="connsiteY3" fmla="*/ 3518262 h 3518262"/>
              </a:gdLst>
              <a:ahLst/>
              <a:cxnLst>
                <a:cxn ang="0">
                  <a:pos x="connsiteX0" y="connsiteY0"/>
                </a:cxn>
                <a:cxn ang="0">
                  <a:pos x="connsiteX1" y="connsiteY1"/>
                </a:cxn>
                <a:cxn ang="0">
                  <a:pos x="connsiteX2" y="connsiteY2"/>
                </a:cxn>
                <a:cxn ang="0">
                  <a:pos x="connsiteX3" y="connsiteY3"/>
                </a:cxn>
              </a:cxnLst>
              <a:rect l="l" t="t" r="r" b="b"/>
              <a:pathLst>
                <a:path w="3718560" h="3518262">
                  <a:moveTo>
                    <a:pt x="0" y="0"/>
                  </a:moveTo>
                  <a:lnTo>
                    <a:pt x="0" y="3509554"/>
                  </a:lnTo>
                  <a:lnTo>
                    <a:pt x="3718560" y="3518262"/>
                  </a:lnTo>
                  <a:lnTo>
                    <a:pt x="3718560" y="3518262"/>
                  </a:lnTo>
                </a:path>
              </a:pathLst>
            </a:custGeom>
            <a:noFill/>
            <a:ln w="76200" cap="flat" cmpd="sng" algn="ctr">
              <a:solidFill>
                <a:srgbClr val="D10000"/>
              </a:solidFill>
              <a:prstDash val="solid"/>
              <a:miter lim="800000"/>
            </a:ln>
            <a:effectLst/>
          </p:spPr>
          <p:txBody>
            <a:bodyPr anchor="ctr"/>
            <a:lstStyle/>
            <a:p>
              <a:pPr algn="ctr" eaLnBrk="1" fontAlgn="auto" hangingPunct="1">
                <a:spcBef>
                  <a:spcPts val="0"/>
                </a:spcBef>
                <a:spcAft>
                  <a:spcPts val="0"/>
                </a:spcAft>
                <a:defRPr/>
              </a:pPr>
              <a:endParaRPr lang="zh-CN" altLang="en-US" kern="0">
                <a:solidFill>
                  <a:srgbClr val="FFFFFF"/>
                </a:solidFill>
                <a:latin typeface="Arial" panose="020B0604020202020204"/>
                <a:ea typeface="宋体" panose="02010600030101010101" pitchFamily="2" charset="-122"/>
              </a:endParaRPr>
            </a:p>
          </p:txBody>
        </p:sp>
        <p:sp>
          <p:nvSpPr>
            <p:cNvPr id="3" name="MH_Desc_1"/>
            <p:cNvSpPr/>
            <p:nvPr/>
          </p:nvSpPr>
          <p:spPr>
            <a:xfrm>
              <a:off x="2266241" y="2117667"/>
              <a:ext cx="7013928" cy="3911703"/>
            </a:xfrm>
            <a:custGeom>
              <a:avLst/>
              <a:gdLst>
                <a:gd name="connsiteX0" fmla="*/ 5320937 w 5320937"/>
                <a:gd name="connsiteY0" fmla="*/ 1837508 h 4188823"/>
                <a:gd name="connsiteX1" fmla="*/ 5320937 w 5320937"/>
                <a:gd name="connsiteY1" fmla="*/ 0 h 4188823"/>
                <a:gd name="connsiteX2" fmla="*/ 0 w 5320937"/>
                <a:gd name="connsiteY2" fmla="*/ 0 h 4188823"/>
                <a:gd name="connsiteX3" fmla="*/ 0 w 5320937"/>
                <a:gd name="connsiteY3" fmla="*/ 3405051 h 4188823"/>
                <a:gd name="connsiteX4" fmla="*/ 2717075 w 5320937"/>
                <a:gd name="connsiteY4" fmla="*/ 3405051 h 4188823"/>
                <a:gd name="connsiteX5" fmla="*/ 3500847 w 5320937"/>
                <a:gd name="connsiteY5" fmla="*/ 4188823 h 4188823"/>
                <a:gd name="connsiteX6" fmla="*/ 3518263 w 5320937"/>
                <a:gd name="connsiteY6" fmla="*/ 4188823 h 4188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320937" h="4188823">
                  <a:moveTo>
                    <a:pt x="5320937" y="1837508"/>
                  </a:moveTo>
                  <a:lnTo>
                    <a:pt x="5320937" y="0"/>
                  </a:lnTo>
                  <a:lnTo>
                    <a:pt x="0" y="0"/>
                  </a:lnTo>
                  <a:lnTo>
                    <a:pt x="0" y="3405051"/>
                  </a:lnTo>
                  <a:lnTo>
                    <a:pt x="2717075" y="3405051"/>
                  </a:lnTo>
                  <a:lnTo>
                    <a:pt x="3500847" y="4188823"/>
                  </a:lnTo>
                  <a:lnTo>
                    <a:pt x="3518263" y="4188823"/>
                  </a:lnTo>
                </a:path>
              </a:pathLst>
            </a:custGeom>
            <a:noFill/>
            <a:ln w="76200" cap="flat" cmpd="sng" algn="ctr">
              <a:solidFill>
                <a:srgbClr val="D10000"/>
              </a:solidFill>
              <a:prstDash val="solid"/>
              <a:miter lim="800000"/>
            </a:ln>
            <a:effectLst/>
          </p:spPr>
          <p:txBody>
            <a:bodyPr lIns="612000" tIns="216000" rIns="324000" bIns="1584000">
              <a:noAutofit/>
            </a:bodyPr>
            <a:lstStyle/>
            <a:p>
              <a:pPr>
                <a:lnSpc>
                  <a:spcPct val="140000"/>
                </a:lnSpc>
              </a:pPr>
              <a:r>
                <a:rPr lang="en-US" sz="2000" dirty="0" smtClean="0">
                  <a:latin typeface="+mn-ea"/>
                </a:rPr>
                <a:t>    </a:t>
              </a:r>
              <a:r>
                <a:rPr sz="2000" b="1" dirty="0" smtClean="0">
                  <a:solidFill>
                    <a:srgbClr val="FF0000"/>
                  </a:solidFill>
                  <a:latin typeface="+mn-ea"/>
                </a:rPr>
                <a:t>WebApp体系结构</a:t>
              </a:r>
              <a:r>
                <a:rPr sz="2000" dirty="0" smtClean="0">
                  <a:latin typeface="+mn-ea"/>
                </a:rPr>
                <a:t>描述系统以什么样的组织方式来管理用户交互、实现导航及展示内容，它描述了使基于Web的系统或应用达到业务目标的基础结构。本书在第8.5节介绍了一些设计模式，目前很多人采用三层设计结构，设计模式以模型－视图－控制器（MVC）结构方式的非常多。</a:t>
              </a:r>
            </a:p>
          </p:txBody>
        </p:sp>
        <p:sp>
          <p:nvSpPr>
            <p:cNvPr id="10" name="MH_Other_2"/>
            <p:cNvSpPr/>
            <p:nvPr/>
          </p:nvSpPr>
          <p:spPr bwMode="auto">
            <a:xfrm>
              <a:off x="7136136" y="3671934"/>
              <a:ext cx="2906033" cy="2332343"/>
            </a:xfrm>
            <a:custGeom>
              <a:avLst/>
              <a:gdLst>
                <a:gd name="T0" fmla="*/ 311438 w 1909763"/>
                <a:gd name="T1" fmla="*/ 1234671 h 1912938"/>
                <a:gd name="T2" fmla="*/ 423998 w 1909763"/>
                <a:gd name="T3" fmla="*/ 1256142 h 1912938"/>
                <a:gd name="T4" fmla="*/ 469528 w 1909763"/>
                <a:gd name="T5" fmla="*/ 1335710 h 1912938"/>
                <a:gd name="T6" fmla="*/ 530235 w 1909763"/>
                <a:gd name="T7" fmla="*/ 1396649 h 1912938"/>
                <a:gd name="T8" fmla="*/ 631728 w 1909763"/>
                <a:gd name="T9" fmla="*/ 1456326 h 1912938"/>
                <a:gd name="T10" fmla="*/ 647854 w 1909763"/>
                <a:gd name="T11" fmla="*/ 1533683 h 1912938"/>
                <a:gd name="T12" fmla="*/ 0 w 1909763"/>
                <a:gd name="T13" fmla="*/ 1905000 h 1912938"/>
                <a:gd name="T14" fmla="*/ 990076 w 1909763"/>
                <a:gd name="T15" fmla="*/ 547002 h 1912938"/>
                <a:gd name="T16" fmla="*/ 1084268 w 1909763"/>
                <a:gd name="T17" fmla="*/ 595709 h 1912938"/>
                <a:gd name="T18" fmla="*/ 1176565 w 1909763"/>
                <a:gd name="T19" fmla="*/ 667504 h 1912938"/>
                <a:gd name="T20" fmla="*/ 1294781 w 1909763"/>
                <a:gd name="T21" fmla="*/ 800657 h 1912938"/>
                <a:gd name="T22" fmla="*/ 1351992 w 1909763"/>
                <a:gd name="T23" fmla="*/ 906610 h 1912938"/>
                <a:gd name="T24" fmla="*/ 1367480 w 1909763"/>
                <a:gd name="T25" fmla="*/ 971447 h 1912938"/>
                <a:gd name="T26" fmla="*/ 741633 w 1909763"/>
                <a:gd name="T27" fmla="*/ 1521772 h 1912938"/>
                <a:gd name="T28" fmla="*/ 719507 w 1909763"/>
                <a:gd name="T29" fmla="*/ 1441437 h 1912938"/>
                <a:gd name="T30" fmla="*/ 689163 w 1909763"/>
                <a:gd name="T31" fmla="*/ 1362684 h 1912938"/>
                <a:gd name="T32" fmla="*/ 605717 w 1909763"/>
                <a:gd name="T33" fmla="*/ 1309233 h 1912938"/>
                <a:gd name="T34" fmla="*/ 554511 w 1909763"/>
                <a:gd name="T35" fmla="*/ 1257047 h 1912938"/>
                <a:gd name="T36" fmla="*/ 495403 w 1909763"/>
                <a:gd name="T37" fmla="*/ 1173233 h 1912938"/>
                <a:gd name="T38" fmla="*/ 414485 w 1909763"/>
                <a:gd name="T39" fmla="*/ 1167223 h 1912938"/>
                <a:gd name="T40" fmla="*/ 334200 w 1909763"/>
                <a:gd name="T41" fmla="*/ 1137810 h 1912938"/>
                <a:gd name="T42" fmla="*/ 1102115 w 1909763"/>
                <a:gd name="T43" fmla="*/ 389221 h 1912938"/>
                <a:gd name="T44" fmla="*/ 1182317 w 1909763"/>
                <a:gd name="T45" fmla="*/ 412935 h 1912938"/>
                <a:gd name="T46" fmla="*/ 1278052 w 1909763"/>
                <a:gd name="T47" fmla="*/ 467951 h 1912938"/>
                <a:gd name="T48" fmla="*/ 1390271 w 1909763"/>
                <a:gd name="T49" fmla="*/ 569762 h 1912938"/>
                <a:gd name="T50" fmla="*/ 1465401 w 1909763"/>
                <a:gd name="T51" fmla="*/ 674102 h 1912938"/>
                <a:gd name="T52" fmla="*/ 1496150 w 1909763"/>
                <a:gd name="T53" fmla="*/ 753148 h 1912938"/>
                <a:gd name="T54" fmla="*/ 1438773 w 1909763"/>
                <a:gd name="T55" fmla="*/ 874245 h 1912938"/>
                <a:gd name="T56" fmla="*/ 1394075 w 1909763"/>
                <a:gd name="T57" fmla="*/ 754728 h 1912938"/>
                <a:gd name="T58" fmla="*/ 1286611 w 1909763"/>
                <a:gd name="T59" fmla="*/ 617822 h 1912938"/>
                <a:gd name="T60" fmla="*/ 1182317 w 1909763"/>
                <a:gd name="T61" fmla="*/ 530239 h 1912938"/>
                <a:gd name="T62" fmla="*/ 1095458 w 1909763"/>
                <a:gd name="T63" fmla="*/ 479966 h 1912938"/>
                <a:gd name="T64" fmla="*/ 1079925 w 1909763"/>
                <a:gd name="T65" fmla="*/ 387324 h 1912938"/>
                <a:gd name="T66" fmla="*/ 1274840 w 1909763"/>
                <a:gd name="T67" fmla="*/ 248813 h 1912938"/>
                <a:gd name="T68" fmla="*/ 1361157 w 1909763"/>
                <a:gd name="T69" fmla="*/ 287000 h 1912938"/>
                <a:gd name="T70" fmla="*/ 1471820 w 1909763"/>
                <a:gd name="T71" fmla="*/ 367792 h 1912938"/>
                <a:gd name="T72" fmla="*/ 1577108 w 1909763"/>
                <a:gd name="T73" fmla="*/ 484246 h 1912938"/>
                <a:gd name="T74" fmla="*/ 1629910 w 1909763"/>
                <a:gd name="T75" fmla="*/ 580818 h 1912938"/>
                <a:gd name="T76" fmla="*/ 1646668 w 1909763"/>
                <a:gd name="T77" fmla="*/ 647723 h 1912938"/>
                <a:gd name="T78" fmla="*/ 1571733 w 1909763"/>
                <a:gd name="T79" fmla="*/ 701374 h 1912938"/>
                <a:gd name="T80" fmla="*/ 1500908 w 1909763"/>
                <a:gd name="T81" fmla="*/ 566932 h 1912938"/>
                <a:gd name="T82" fmla="*/ 1381077 w 1909763"/>
                <a:gd name="T83" fmla="*/ 437539 h 1912938"/>
                <a:gd name="T84" fmla="*/ 1277685 w 1909763"/>
                <a:gd name="T85" fmla="*/ 362111 h 1912938"/>
                <a:gd name="T86" fmla="*/ 1174610 w 1909763"/>
                <a:gd name="T87" fmla="*/ 313195 h 1912938"/>
                <a:gd name="T88" fmla="*/ 1571880 w 1909763"/>
                <a:gd name="T89" fmla="*/ 0 h 1912938"/>
                <a:gd name="T90" fmla="*/ 1674374 w 1909763"/>
                <a:gd name="T91" fmla="*/ 27868 h 1912938"/>
                <a:gd name="T92" fmla="*/ 1797116 w 1909763"/>
                <a:gd name="T93" fmla="*/ 110838 h 1912938"/>
                <a:gd name="T94" fmla="*/ 1880946 w 1909763"/>
                <a:gd name="T95" fmla="*/ 216927 h 1912938"/>
                <a:gd name="T96" fmla="*/ 1901825 w 1909763"/>
                <a:gd name="T97" fmla="*/ 315415 h 1912938"/>
                <a:gd name="T98" fmla="*/ 1879681 w 1909763"/>
                <a:gd name="T99" fmla="*/ 399018 h 1912938"/>
                <a:gd name="T100" fmla="*/ 1834128 w 1909763"/>
                <a:gd name="T101" fmla="*/ 461405 h 1912938"/>
                <a:gd name="T102" fmla="*/ 1716764 w 1909763"/>
                <a:gd name="T103" fmla="*/ 551026 h 1912938"/>
                <a:gd name="T104" fmla="*/ 1686079 w 1909763"/>
                <a:gd name="T105" fmla="*/ 466156 h 1912938"/>
                <a:gd name="T106" fmla="*/ 1635148 w 1909763"/>
                <a:gd name="T107" fmla="*/ 386034 h 1912938"/>
                <a:gd name="T108" fmla="*/ 1552899 w 1909763"/>
                <a:gd name="T109" fmla="*/ 297997 h 1912938"/>
                <a:gd name="T110" fmla="*/ 1465272 w 1909763"/>
                <a:gd name="T111" fmla="*/ 231811 h 1912938"/>
                <a:gd name="T112" fmla="*/ 1387135 w 1909763"/>
                <a:gd name="T113" fmla="*/ 193176 h 1912938"/>
                <a:gd name="T114" fmla="*/ 1324816 w 1909763"/>
                <a:gd name="T115" fmla="*/ 138389 h 1912938"/>
                <a:gd name="T116" fmla="*/ 1449455 w 1909763"/>
                <a:gd name="T117" fmla="*/ 33885 h 1912938"/>
                <a:gd name="T118" fmla="*/ 1518102 w 1909763"/>
                <a:gd name="T119" fmla="*/ 4750 h 191293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1909763" h="1912938">
                  <a:moveTo>
                    <a:pt x="275590" y="1223963"/>
                  </a:moveTo>
                  <a:lnTo>
                    <a:pt x="276860" y="1225231"/>
                  </a:lnTo>
                  <a:lnTo>
                    <a:pt x="281623" y="1228085"/>
                  </a:lnTo>
                  <a:lnTo>
                    <a:pt x="285433" y="1229987"/>
                  </a:lnTo>
                  <a:lnTo>
                    <a:pt x="290513" y="1232207"/>
                  </a:lnTo>
                  <a:lnTo>
                    <a:pt x="296545" y="1235060"/>
                  </a:lnTo>
                  <a:lnTo>
                    <a:pt x="304165" y="1237280"/>
                  </a:lnTo>
                  <a:lnTo>
                    <a:pt x="312738" y="1239816"/>
                  </a:lnTo>
                  <a:lnTo>
                    <a:pt x="323215" y="1242036"/>
                  </a:lnTo>
                  <a:lnTo>
                    <a:pt x="335280" y="1244255"/>
                  </a:lnTo>
                  <a:lnTo>
                    <a:pt x="348933" y="1246157"/>
                  </a:lnTo>
                  <a:lnTo>
                    <a:pt x="364173" y="1248060"/>
                  </a:lnTo>
                  <a:lnTo>
                    <a:pt x="381318" y="1249328"/>
                  </a:lnTo>
                  <a:lnTo>
                    <a:pt x="400368" y="1249962"/>
                  </a:lnTo>
                  <a:lnTo>
                    <a:pt x="421958" y="1250279"/>
                  </a:lnTo>
                  <a:lnTo>
                    <a:pt x="425768" y="1261376"/>
                  </a:lnTo>
                  <a:lnTo>
                    <a:pt x="430213" y="1272474"/>
                  </a:lnTo>
                  <a:lnTo>
                    <a:pt x="434658" y="1282937"/>
                  </a:lnTo>
                  <a:lnTo>
                    <a:pt x="440055" y="1293083"/>
                  </a:lnTo>
                  <a:lnTo>
                    <a:pt x="445453" y="1303229"/>
                  </a:lnTo>
                  <a:lnTo>
                    <a:pt x="451485" y="1313375"/>
                  </a:lnTo>
                  <a:lnTo>
                    <a:pt x="457835" y="1322886"/>
                  </a:lnTo>
                  <a:lnTo>
                    <a:pt x="464185" y="1332081"/>
                  </a:lnTo>
                  <a:lnTo>
                    <a:pt x="471488" y="1341276"/>
                  </a:lnTo>
                  <a:lnTo>
                    <a:pt x="478473" y="1349837"/>
                  </a:lnTo>
                  <a:lnTo>
                    <a:pt x="485775" y="1358080"/>
                  </a:lnTo>
                  <a:lnTo>
                    <a:pt x="493395" y="1366324"/>
                  </a:lnTo>
                  <a:lnTo>
                    <a:pt x="500698" y="1374250"/>
                  </a:lnTo>
                  <a:lnTo>
                    <a:pt x="508635" y="1381860"/>
                  </a:lnTo>
                  <a:lnTo>
                    <a:pt x="516573" y="1388835"/>
                  </a:lnTo>
                  <a:lnTo>
                    <a:pt x="524510" y="1395493"/>
                  </a:lnTo>
                  <a:lnTo>
                    <a:pt x="532448" y="1402469"/>
                  </a:lnTo>
                  <a:lnTo>
                    <a:pt x="540385" y="1408810"/>
                  </a:lnTo>
                  <a:lnTo>
                    <a:pt x="555943" y="1420541"/>
                  </a:lnTo>
                  <a:lnTo>
                    <a:pt x="571500" y="1430687"/>
                  </a:lnTo>
                  <a:lnTo>
                    <a:pt x="586105" y="1439565"/>
                  </a:lnTo>
                  <a:lnTo>
                    <a:pt x="600075" y="1447492"/>
                  </a:lnTo>
                  <a:lnTo>
                    <a:pt x="612775" y="1453833"/>
                  </a:lnTo>
                  <a:lnTo>
                    <a:pt x="624523" y="1458589"/>
                  </a:lnTo>
                  <a:lnTo>
                    <a:pt x="634365" y="1462394"/>
                  </a:lnTo>
                  <a:lnTo>
                    <a:pt x="634365" y="1467784"/>
                  </a:lnTo>
                  <a:lnTo>
                    <a:pt x="634683" y="1473808"/>
                  </a:lnTo>
                  <a:lnTo>
                    <a:pt x="635318" y="1479832"/>
                  </a:lnTo>
                  <a:lnTo>
                    <a:pt x="636270" y="1486173"/>
                  </a:lnTo>
                  <a:lnTo>
                    <a:pt x="638810" y="1499173"/>
                  </a:lnTo>
                  <a:lnTo>
                    <a:pt x="641668" y="1512489"/>
                  </a:lnTo>
                  <a:lnTo>
                    <a:pt x="645795" y="1526440"/>
                  </a:lnTo>
                  <a:lnTo>
                    <a:pt x="650558" y="1540074"/>
                  </a:lnTo>
                  <a:lnTo>
                    <a:pt x="655321" y="1553707"/>
                  </a:lnTo>
                  <a:lnTo>
                    <a:pt x="660083" y="1566707"/>
                  </a:lnTo>
                  <a:lnTo>
                    <a:pt x="665481" y="1579389"/>
                  </a:lnTo>
                  <a:lnTo>
                    <a:pt x="670243" y="1590803"/>
                  </a:lnTo>
                  <a:lnTo>
                    <a:pt x="679133" y="1610144"/>
                  </a:lnTo>
                  <a:lnTo>
                    <a:pt x="685165" y="1623144"/>
                  </a:lnTo>
                  <a:lnTo>
                    <a:pt x="687388" y="1627900"/>
                  </a:lnTo>
                  <a:lnTo>
                    <a:pt x="0" y="1912938"/>
                  </a:lnTo>
                  <a:lnTo>
                    <a:pt x="275590" y="1223963"/>
                  </a:lnTo>
                  <a:close/>
                  <a:moveTo>
                    <a:pt x="923427" y="530225"/>
                  </a:moveTo>
                  <a:lnTo>
                    <a:pt x="931362" y="531813"/>
                  </a:lnTo>
                  <a:lnTo>
                    <a:pt x="941201" y="533401"/>
                  </a:lnTo>
                  <a:lnTo>
                    <a:pt x="951993" y="536259"/>
                  </a:lnTo>
                  <a:lnTo>
                    <a:pt x="965007" y="539435"/>
                  </a:lnTo>
                  <a:lnTo>
                    <a:pt x="978972" y="544199"/>
                  </a:lnTo>
                  <a:lnTo>
                    <a:pt x="994208" y="549281"/>
                  </a:lnTo>
                  <a:lnTo>
                    <a:pt x="1010713" y="555950"/>
                  </a:lnTo>
                  <a:lnTo>
                    <a:pt x="1028805" y="564526"/>
                  </a:lnTo>
                  <a:lnTo>
                    <a:pt x="1038327" y="568972"/>
                  </a:lnTo>
                  <a:lnTo>
                    <a:pt x="1047849" y="574053"/>
                  </a:lnTo>
                  <a:lnTo>
                    <a:pt x="1057689" y="579453"/>
                  </a:lnTo>
                  <a:lnTo>
                    <a:pt x="1067845" y="585487"/>
                  </a:lnTo>
                  <a:lnTo>
                    <a:pt x="1078320" y="591521"/>
                  </a:lnTo>
                  <a:lnTo>
                    <a:pt x="1088794" y="598191"/>
                  </a:lnTo>
                  <a:lnTo>
                    <a:pt x="1099903" y="605495"/>
                  </a:lnTo>
                  <a:lnTo>
                    <a:pt x="1111012" y="613118"/>
                  </a:lnTo>
                  <a:lnTo>
                    <a:pt x="1122439" y="621058"/>
                  </a:lnTo>
                  <a:lnTo>
                    <a:pt x="1133548" y="630268"/>
                  </a:lnTo>
                  <a:lnTo>
                    <a:pt x="1145609" y="639161"/>
                  </a:lnTo>
                  <a:lnTo>
                    <a:pt x="1157353" y="649006"/>
                  </a:lnTo>
                  <a:lnTo>
                    <a:pt x="1169415" y="659487"/>
                  </a:lnTo>
                  <a:lnTo>
                    <a:pt x="1181476" y="670285"/>
                  </a:lnTo>
                  <a:lnTo>
                    <a:pt x="1193855" y="681719"/>
                  </a:lnTo>
                  <a:lnTo>
                    <a:pt x="1206234" y="693787"/>
                  </a:lnTo>
                  <a:lnTo>
                    <a:pt x="1224326" y="712208"/>
                  </a:lnTo>
                  <a:lnTo>
                    <a:pt x="1241148" y="730311"/>
                  </a:lnTo>
                  <a:lnTo>
                    <a:pt x="1257336" y="748731"/>
                  </a:lnTo>
                  <a:lnTo>
                    <a:pt x="1272888" y="767152"/>
                  </a:lnTo>
                  <a:lnTo>
                    <a:pt x="1287172" y="785573"/>
                  </a:lnTo>
                  <a:lnTo>
                    <a:pt x="1300185" y="803993"/>
                  </a:lnTo>
                  <a:lnTo>
                    <a:pt x="1312246" y="822096"/>
                  </a:lnTo>
                  <a:lnTo>
                    <a:pt x="1323356" y="840199"/>
                  </a:lnTo>
                  <a:lnTo>
                    <a:pt x="1333513" y="857984"/>
                  </a:lnTo>
                  <a:lnTo>
                    <a:pt x="1343035" y="875770"/>
                  </a:lnTo>
                  <a:lnTo>
                    <a:pt x="1346843" y="884345"/>
                  </a:lnTo>
                  <a:lnTo>
                    <a:pt x="1350970" y="892920"/>
                  </a:lnTo>
                  <a:lnTo>
                    <a:pt x="1354461" y="901813"/>
                  </a:lnTo>
                  <a:lnTo>
                    <a:pt x="1357635" y="910388"/>
                  </a:lnTo>
                  <a:lnTo>
                    <a:pt x="1360809" y="918963"/>
                  </a:lnTo>
                  <a:lnTo>
                    <a:pt x="1363349" y="927220"/>
                  </a:lnTo>
                  <a:lnTo>
                    <a:pt x="1365570" y="935478"/>
                  </a:lnTo>
                  <a:lnTo>
                    <a:pt x="1367792" y="943735"/>
                  </a:lnTo>
                  <a:lnTo>
                    <a:pt x="1369697" y="951675"/>
                  </a:lnTo>
                  <a:lnTo>
                    <a:pt x="1370966" y="959933"/>
                  </a:lnTo>
                  <a:lnTo>
                    <a:pt x="1372236" y="967873"/>
                  </a:lnTo>
                  <a:lnTo>
                    <a:pt x="1373188" y="975495"/>
                  </a:lnTo>
                  <a:lnTo>
                    <a:pt x="774247" y="1579563"/>
                  </a:lnTo>
                  <a:lnTo>
                    <a:pt x="771708" y="1576387"/>
                  </a:lnTo>
                  <a:lnTo>
                    <a:pt x="768851" y="1572258"/>
                  </a:lnTo>
                  <a:lnTo>
                    <a:pt x="765042" y="1566542"/>
                  </a:lnTo>
                  <a:lnTo>
                    <a:pt x="760281" y="1559237"/>
                  </a:lnTo>
                  <a:lnTo>
                    <a:pt x="755520" y="1550344"/>
                  </a:lnTo>
                  <a:lnTo>
                    <a:pt x="749807" y="1540181"/>
                  </a:lnTo>
                  <a:lnTo>
                    <a:pt x="744728" y="1528113"/>
                  </a:lnTo>
                  <a:lnTo>
                    <a:pt x="739333" y="1515091"/>
                  </a:lnTo>
                  <a:lnTo>
                    <a:pt x="734254" y="1500164"/>
                  </a:lnTo>
                  <a:lnTo>
                    <a:pt x="731715" y="1492224"/>
                  </a:lnTo>
                  <a:lnTo>
                    <a:pt x="729493" y="1483967"/>
                  </a:lnTo>
                  <a:lnTo>
                    <a:pt x="727271" y="1475392"/>
                  </a:lnTo>
                  <a:lnTo>
                    <a:pt x="725367" y="1466181"/>
                  </a:lnTo>
                  <a:lnTo>
                    <a:pt x="724097" y="1457289"/>
                  </a:lnTo>
                  <a:lnTo>
                    <a:pt x="722510" y="1447443"/>
                  </a:lnTo>
                  <a:lnTo>
                    <a:pt x="721241" y="1437280"/>
                  </a:lnTo>
                  <a:lnTo>
                    <a:pt x="720288" y="1427117"/>
                  </a:lnTo>
                  <a:lnTo>
                    <a:pt x="719336" y="1416319"/>
                  </a:lnTo>
                  <a:lnTo>
                    <a:pt x="719336" y="1405203"/>
                  </a:lnTo>
                  <a:lnTo>
                    <a:pt x="719336" y="1394087"/>
                  </a:lnTo>
                  <a:lnTo>
                    <a:pt x="719971" y="1382018"/>
                  </a:lnTo>
                  <a:lnTo>
                    <a:pt x="705688" y="1375349"/>
                  </a:lnTo>
                  <a:lnTo>
                    <a:pt x="692039" y="1368362"/>
                  </a:lnTo>
                  <a:lnTo>
                    <a:pt x="679343" y="1361692"/>
                  </a:lnTo>
                  <a:lnTo>
                    <a:pt x="667282" y="1355023"/>
                  </a:lnTo>
                  <a:lnTo>
                    <a:pt x="655855" y="1348035"/>
                  </a:lnTo>
                  <a:lnTo>
                    <a:pt x="645381" y="1341366"/>
                  </a:lnTo>
                  <a:lnTo>
                    <a:pt x="635224" y="1334696"/>
                  </a:lnTo>
                  <a:lnTo>
                    <a:pt x="625385" y="1327709"/>
                  </a:lnTo>
                  <a:lnTo>
                    <a:pt x="616497" y="1321357"/>
                  </a:lnTo>
                  <a:lnTo>
                    <a:pt x="608245" y="1314688"/>
                  </a:lnTo>
                  <a:lnTo>
                    <a:pt x="599992" y="1308018"/>
                  </a:lnTo>
                  <a:lnTo>
                    <a:pt x="592692" y="1301349"/>
                  </a:lnTo>
                  <a:lnTo>
                    <a:pt x="585709" y="1294679"/>
                  </a:lnTo>
                  <a:lnTo>
                    <a:pt x="579361" y="1288327"/>
                  </a:lnTo>
                  <a:lnTo>
                    <a:pt x="573013" y="1281975"/>
                  </a:lnTo>
                  <a:lnTo>
                    <a:pt x="567300" y="1275306"/>
                  </a:lnTo>
                  <a:lnTo>
                    <a:pt x="561904" y="1268636"/>
                  </a:lnTo>
                  <a:lnTo>
                    <a:pt x="556825" y="1262285"/>
                  </a:lnTo>
                  <a:lnTo>
                    <a:pt x="552064" y="1255933"/>
                  </a:lnTo>
                  <a:lnTo>
                    <a:pt x="547621" y="1249898"/>
                  </a:lnTo>
                  <a:lnTo>
                    <a:pt x="539686" y="1237194"/>
                  </a:lnTo>
                  <a:lnTo>
                    <a:pt x="532703" y="1224808"/>
                  </a:lnTo>
                  <a:lnTo>
                    <a:pt x="526355" y="1212739"/>
                  </a:lnTo>
                  <a:lnTo>
                    <a:pt x="520641" y="1200988"/>
                  </a:lnTo>
                  <a:lnTo>
                    <a:pt x="509850" y="1177804"/>
                  </a:lnTo>
                  <a:lnTo>
                    <a:pt x="497471" y="1178122"/>
                  </a:lnTo>
                  <a:lnTo>
                    <a:pt x="485727" y="1178122"/>
                  </a:lnTo>
                  <a:lnTo>
                    <a:pt x="474300" y="1178122"/>
                  </a:lnTo>
                  <a:lnTo>
                    <a:pt x="463509" y="1177804"/>
                  </a:lnTo>
                  <a:lnTo>
                    <a:pt x="453352" y="1177169"/>
                  </a:lnTo>
                  <a:lnTo>
                    <a:pt x="443512" y="1175898"/>
                  </a:lnTo>
                  <a:lnTo>
                    <a:pt x="433673" y="1174628"/>
                  </a:lnTo>
                  <a:lnTo>
                    <a:pt x="424785" y="1173675"/>
                  </a:lnTo>
                  <a:lnTo>
                    <a:pt x="416215" y="1172087"/>
                  </a:lnTo>
                  <a:lnTo>
                    <a:pt x="408280" y="1170182"/>
                  </a:lnTo>
                  <a:lnTo>
                    <a:pt x="393045" y="1167006"/>
                  </a:lnTo>
                  <a:lnTo>
                    <a:pt x="379714" y="1162877"/>
                  </a:lnTo>
                  <a:lnTo>
                    <a:pt x="367653" y="1158431"/>
                  </a:lnTo>
                  <a:lnTo>
                    <a:pt x="357496" y="1153984"/>
                  </a:lnTo>
                  <a:lnTo>
                    <a:pt x="348926" y="1149855"/>
                  </a:lnTo>
                  <a:lnTo>
                    <a:pt x="341308" y="1146044"/>
                  </a:lnTo>
                  <a:lnTo>
                    <a:pt x="335595" y="1142551"/>
                  </a:lnTo>
                  <a:lnTo>
                    <a:pt x="331151" y="1139375"/>
                  </a:lnTo>
                  <a:lnTo>
                    <a:pt x="327660" y="1137152"/>
                  </a:lnTo>
                  <a:lnTo>
                    <a:pt x="325438" y="1134928"/>
                  </a:lnTo>
                  <a:lnTo>
                    <a:pt x="923427" y="530225"/>
                  </a:lnTo>
                  <a:close/>
                  <a:moveTo>
                    <a:pt x="1084432" y="388938"/>
                  </a:moveTo>
                  <a:lnTo>
                    <a:pt x="1089844" y="389573"/>
                  </a:lnTo>
                  <a:lnTo>
                    <a:pt x="1097165" y="389891"/>
                  </a:lnTo>
                  <a:lnTo>
                    <a:pt x="1106715" y="390843"/>
                  </a:lnTo>
                  <a:lnTo>
                    <a:pt x="1118175" y="392748"/>
                  </a:lnTo>
                  <a:lnTo>
                    <a:pt x="1132499" y="396241"/>
                  </a:lnTo>
                  <a:lnTo>
                    <a:pt x="1140458" y="398146"/>
                  </a:lnTo>
                  <a:lnTo>
                    <a:pt x="1148734" y="400686"/>
                  </a:lnTo>
                  <a:lnTo>
                    <a:pt x="1157329" y="403226"/>
                  </a:lnTo>
                  <a:lnTo>
                    <a:pt x="1166879" y="406718"/>
                  </a:lnTo>
                  <a:lnTo>
                    <a:pt x="1176747" y="410528"/>
                  </a:lnTo>
                  <a:lnTo>
                    <a:pt x="1187252" y="414656"/>
                  </a:lnTo>
                  <a:lnTo>
                    <a:pt x="1197756" y="419418"/>
                  </a:lnTo>
                  <a:lnTo>
                    <a:pt x="1208579" y="424816"/>
                  </a:lnTo>
                  <a:lnTo>
                    <a:pt x="1220358" y="430848"/>
                  </a:lnTo>
                  <a:lnTo>
                    <a:pt x="1232136" y="437198"/>
                  </a:lnTo>
                  <a:lnTo>
                    <a:pt x="1244550" y="444183"/>
                  </a:lnTo>
                  <a:lnTo>
                    <a:pt x="1256965" y="452121"/>
                  </a:lnTo>
                  <a:lnTo>
                    <a:pt x="1270017" y="460376"/>
                  </a:lnTo>
                  <a:lnTo>
                    <a:pt x="1283386" y="469901"/>
                  </a:lnTo>
                  <a:lnTo>
                    <a:pt x="1296438" y="480061"/>
                  </a:lnTo>
                  <a:lnTo>
                    <a:pt x="1310444" y="490856"/>
                  </a:lnTo>
                  <a:lnTo>
                    <a:pt x="1324450" y="502286"/>
                  </a:lnTo>
                  <a:lnTo>
                    <a:pt x="1338775" y="514986"/>
                  </a:lnTo>
                  <a:lnTo>
                    <a:pt x="1353100" y="528003"/>
                  </a:lnTo>
                  <a:lnTo>
                    <a:pt x="1367743" y="542291"/>
                  </a:lnTo>
                  <a:lnTo>
                    <a:pt x="1382386" y="557531"/>
                  </a:lnTo>
                  <a:lnTo>
                    <a:pt x="1396074" y="572136"/>
                  </a:lnTo>
                  <a:lnTo>
                    <a:pt x="1408489" y="586423"/>
                  </a:lnTo>
                  <a:lnTo>
                    <a:pt x="1420267" y="600393"/>
                  </a:lnTo>
                  <a:lnTo>
                    <a:pt x="1430772" y="613728"/>
                  </a:lnTo>
                  <a:lnTo>
                    <a:pt x="1440640" y="627381"/>
                  </a:lnTo>
                  <a:lnTo>
                    <a:pt x="1449235" y="640081"/>
                  </a:lnTo>
                  <a:lnTo>
                    <a:pt x="1457511" y="653098"/>
                  </a:lnTo>
                  <a:lnTo>
                    <a:pt x="1464833" y="665163"/>
                  </a:lnTo>
                  <a:lnTo>
                    <a:pt x="1471517" y="676911"/>
                  </a:lnTo>
                  <a:lnTo>
                    <a:pt x="1477566" y="688341"/>
                  </a:lnTo>
                  <a:lnTo>
                    <a:pt x="1482341" y="699136"/>
                  </a:lnTo>
                  <a:lnTo>
                    <a:pt x="1487434" y="709613"/>
                  </a:lnTo>
                  <a:lnTo>
                    <a:pt x="1490935" y="720408"/>
                  </a:lnTo>
                  <a:lnTo>
                    <a:pt x="1494755" y="729616"/>
                  </a:lnTo>
                  <a:lnTo>
                    <a:pt x="1497939" y="739141"/>
                  </a:lnTo>
                  <a:lnTo>
                    <a:pt x="1500167" y="747713"/>
                  </a:lnTo>
                  <a:lnTo>
                    <a:pt x="1502395" y="756286"/>
                  </a:lnTo>
                  <a:lnTo>
                    <a:pt x="1503987" y="763906"/>
                  </a:lnTo>
                  <a:lnTo>
                    <a:pt x="1505260" y="771526"/>
                  </a:lnTo>
                  <a:lnTo>
                    <a:pt x="1507170" y="784543"/>
                  </a:lnTo>
                  <a:lnTo>
                    <a:pt x="1508125" y="795338"/>
                  </a:lnTo>
                  <a:lnTo>
                    <a:pt x="1508125" y="804228"/>
                  </a:lnTo>
                  <a:lnTo>
                    <a:pt x="1507807" y="810261"/>
                  </a:lnTo>
                  <a:lnTo>
                    <a:pt x="1506852" y="815341"/>
                  </a:lnTo>
                  <a:lnTo>
                    <a:pt x="1444778" y="877888"/>
                  </a:lnTo>
                  <a:lnTo>
                    <a:pt x="1442550" y="864553"/>
                  </a:lnTo>
                  <a:lnTo>
                    <a:pt x="1439048" y="851218"/>
                  </a:lnTo>
                  <a:lnTo>
                    <a:pt x="1435228" y="836296"/>
                  </a:lnTo>
                  <a:lnTo>
                    <a:pt x="1430135" y="821691"/>
                  </a:lnTo>
                  <a:lnTo>
                    <a:pt x="1424087" y="806451"/>
                  </a:lnTo>
                  <a:lnTo>
                    <a:pt x="1416765" y="790576"/>
                  </a:lnTo>
                  <a:lnTo>
                    <a:pt x="1408807" y="774383"/>
                  </a:lnTo>
                  <a:lnTo>
                    <a:pt x="1399894" y="757873"/>
                  </a:lnTo>
                  <a:lnTo>
                    <a:pt x="1390026" y="741363"/>
                  </a:lnTo>
                  <a:lnTo>
                    <a:pt x="1378884" y="724536"/>
                  </a:lnTo>
                  <a:lnTo>
                    <a:pt x="1367106" y="707073"/>
                  </a:lnTo>
                  <a:lnTo>
                    <a:pt x="1353737" y="689928"/>
                  </a:lnTo>
                  <a:lnTo>
                    <a:pt x="1340048" y="672466"/>
                  </a:lnTo>
                  <a:lnTo>
                    <a:pt x="1325087" y="655003"/>
                  </a:lnTo>
                  <a:lnTo>
                    <a:pt x="1308852" y="637541"/>
                  </a:lnTo>
                  <a:lnTo>
                    <a:pt x="1291981" y="620396"/>
                  </a:lnTo>
                  <a:lnTo>
                    <a:pt x="1278611" y="607061"/>
                  </a:lnTo>
                  <a:lnTo>
                    <a:pt x="1264923" y="594361"/>
                  </a:lnTo>
                  <a:lnTo>
                    <a:pt x="1251235" y="582296"/>
                  </a:lnTo>
                  <a:lnTo>
                    <a:pt x="1238184" y="570866"/>
                  </a:lnTo>
                  <a:lnTo>
                    <a:pt x="1224814" y="560388"/>
                  </a:lnTo>
                  <a:lnTo>
                    <a:pt x="1212081" y="550228"/>
                  </a:lnTo>
                  <a:lnTo>
                    <a:pt x="1199348" y="541021"/>
                  </a:lnTo>
                  <a:lnTo>
                    <a:pt x="1187252" y="532448"/>
                  </a:lnTo>
                  <a:lnTo>
                    <a:pt x="1175155" y="524511"/>
                  </a:lnTo>
                  <a:lnTo>
                    <a:pt x="1163059" y="516573"/>
                  </a:lnTo>
                  <a:lnTo>
                    <a:pt x="1151917" y="509588"/>
                  </a:lnTo>
                  <a:lnTo>
                    <a:pt x="1140776" y="502921"/>
                  </a:lnTo>
                  <a:lnTo>
                    <a:pt x="1129953" y="496888"/>
                  </a:lnTo>
                  <a:lnTo>
                    <a:pt x="1119766" y="491808"/>
                  </a:lnTo>
                  <a:lnTo>
                    <a:pt x="1109580" y="486411"/>
                  </a:lnTo>
                  <a:lnTo>
                    <a:pt x="1100030" y="481966"/>
                  </a:lnTo>
                  <a:lnTo>
                    <a:pt x="1082522" y="474028"/>
                  </a:lnTo>
                  <a:lnTo>
                    <a:pt x="1066287" y="467678"/>
                  </a:lnTo>
                  <a:lnTo>
                    <a:pt x="1052599" y="462598"/>
                  </a:lnTo>
                  <a:lnTo>
                    <a:pt x="1040821" y="459106"/>
                  </a:lnTo>
                  <a:lnTo>
                    <a:pt x="1031590" y="456248"/>
                  </a:lnTo>
                  <a:lnTo>
                    <a:pt x="1024905" y="454343"/>
                  </a:lnTo>
                  <a:lnTo>
                    <a:pt x="1019175" y="453391"/>
                  </a:lnTo>
                  <a:lnTo>
                    <a:pt x="1084432" y="388938"/>
                  </a:lnTo>
                  <a:close/>
                  <a:moveTo>
                    <a:pt x="1213168" y="238125"/>
                  </a:moveTo>
                  <a:lnTo>
                    <a:pt x="1218883" y="238125"/>
                  </a:lnTo>
                  <a:lnTo>
                    <a:pt x="1226186" y="238759"/>
                  </a:lnTo>
                  <a:lnTo>
                    <a:pt x="1236028" y="239709"/>
                  </a:lnTo>
                  <a:lnTo>
                    <a:pt x="1248411" y="242245"/>
                  </a:lnTo>
                  <a:lnTo>
                    <a:pt x="1263016" y="245414"/>
                  </a:lnTo>
                  <a:lnTo>
                    <a:pt x="1270953" y="247315"/>
                  </a:lnTo>
                  <a:lnTo>
                    <a:pt x="1280161" y="249850"/>
                  </a:lnTo>
                  <a:lnTo>
                    <a:pt x="1289051" y="253020"/>
                  </a:lnTo>
                  <a:lnTo>
                    <a:pt x="1298893" y="256506"/>
                  </a:lnTo>
                  <a:lnTo>
                    <a:pt x="1309053" y="260625"/>
                  </a:lnTo>
                  <a:lnTo>
                    <a:pt x="1319848" y="264745"/>
                  </a:lnTo>
                  <a:lnTo>
                    <a:pt x="1330961" y="269816"/>
                  </a:lnTo>
                  <a:lnTo>
                    <a:pt x="1342391" y="275203"/>
                  </a:lnTo>
                  <a:lnTo>
                    <a:pt x="1354456" y="281541"/>
                  </a:lnTo>
                  <a:lnTo>
                    <a:pt x="1366838" y="288196"/>
                  </a:lnTo>
                  <a:lnTo>
                    <a:pt x="1379538" y="295802"/>
                  </a:lnTo>
                  <a:lnTo>
                    <a:pt x="1392873" y="303725"/>
                  </a:lnTo>
                  <a:lnTo>
                    <a:pt x="1405891" y="312598"/>
                  </a:lnTo>
                  <a:lnTo>
                    <a:pt x="1419861" y="322422"/>
                  </a:lnTo>
                  <a:lnTo>
                    <a:pt x="1433831" y="332880"/>
                  </a:lnTo>
                  <a:lnTo>
                    <a:pt x="1448436" y="344289"/>
                  </a:lnTo>
                  <a:lnTo>
                    <a:pt x="1463041" y="356332"/>
                  </a:lnTo>
                  <a:lnTo>
                    <a:pt x="1477963" y="369325"/>
                  </a:lnTo>
                  <a:lnTo>
                    <a:pt x="1492886" y="383269"/>
                  </a:lnTo>
                  <a:lnTo>
                    <a:pt x="1508126" y="398164"/>
                  </a:lnTo>
                  <a:lnTo>
                    <a:pt x="1523366" y="413692"/>
                  </a:lnTo>
                  <a:lnTo>
                    <a:pt x="1537653" y="428587"/>
                  </a:lnTo>
                  <a:lnTo>
                    <a:pt x="1550353" y="443481"/>
                  </a:lnTo>
                  <a:lnTo>
                    <a:pt x="1562418" y="458376"/>
                  </a:lnTo>
                  <a:lnTo>
                    <a:pt x="1573848" y="472637"/>
                  </a:lnTo>
                  <a:lnTo>
                    <a:pt x="1583691" y="486264"/>
                  </a:lnTo>
                  <a:lnTo>
                    <a:pt x="1593216" y="499891"/>
                  </a:lnTo>
                  <a:lnTo>
                    <a:pt x="1601471" y="512884"/>
                  </a:lnTo>
                  <a:lnTo>
                    <a:pt x="1609091" y="525878"/>
                  </a:lnTo>
                  <a:lnTo>
                    <a:pt x="1616076" y="538237"/>
                  </a:lnTo>
                  <a:lnTo>
                    <a:pt x="1622108" y="549963"/>
                  </a:lnTo>
                  <a:lnTo>
                    <a:pt x="1627823" y="561371"/>
                  </a:lnTo>
                  <a:lnTo>
                    <a:pt x="1632268" y="572780"/>
                  </a:lnTo>
                  <a:lnTo>
                    <a:pt x="1636713" y="583238"/>
                  </a:lnTo>
                  <a:lnTo>
                    <a:pt x="1640206" y="593379"/>
                  </a:lnTo>
                  <a:lnTo>
                    <a:pt x="1643699" y="603203"/>
                  </a:lnTo>
                  <a:lnTo>
                    <a:pt x="1646239" y="612077"/>
                  </a:lnTo>
                  <a:lnTo>
                    <a:pt x="1648143" y="620633"/>
                  </a:lnTo>
                  <a:lnTo>
                    <a:pt x="1650049" y="628873"/>
                  </a:lnTo>
                  <a:lnTo>
                    <a:pt x="1651636" y="636478"/>
                  </a:lnTo>
                  <a:lnTo>
                    <a:pt x="1652589" y="643767"/>
                  </a:lnTo>
                  <a:lnTo>
                    <a:pt x="1653541" y="650422"/>
                  </a:lnTo>
                  <a:lnTo>
                    <a:pt x="1654176" y="661514"/>
                  </a:lnTo>
                  <a:lnTo>
                    <a:pt x="1654176" y="670705"/>
                  </a:lnTo>
                  <a:lnTo>
                    <a:pt x="1653859" y="677043"/>
                  </a:lnTo>
                  <a:lnTo>
                    <a:pt x="1652906" y="682747"/>
                  </a:lnTo>
                  <a:lnTo>
                    <a:pt x="1588136" y="747713"/>
                  </a:lnTo>
                  <a:lnTo>
                    <a:pt x="1585596" y="733769"/>
                  </a:lnTo>
                  <a:lnTo>
                    <a:pt x="1582421" y="719508"/>
                  </a:lnTo>
                  <a:lnTo>
                    <a:pt x="1578293" y="704297"/>
                  </a:lnTo>
                  <a:lnTo>
                    <a:pt x="1572896" y="689085"/>
                  </a:lnTo>
                  <a:lnTo>
                    <a:pt x="1566546" y="672923"/>
                  </a:lnTo>
                  <a:lnTo>
                    <a:pt x="1559561" y="656761"/>
                  </a:lnTo>
                  <a:lnTo>
                    <a:pt x="1550671" y="639964"/>
                  </a:lnTo>
                  <a:lnTo>
                    <a:pt x="1541463" y="622534"/>
                  </a:lnTo>
                  <a:lnTo>
                    <a:pt x="1531303" y="605105"/>
                  </a:lnTo>
                  <a:lnTo>
                    <a:pt x="1519556" y="587358"/>
                  </a:lnTo>
                  <a:lnTo>
                    <a:pt x="1507173" y="569294"/>
                  </a:lnTo>
                  <a:lnTo>
                    <a:pt x="1493521" y="551230"/>
                  </a:lnTo>
                  <a:lnTo>
                    <a:pt x="1479233" y="533166"/>
                  </a:lnTo>
                  <a:lnTo>
                    <a:pt x="1463676" y="514786"/>
                  </a:lnTo>
                  <a:lnTo>
                    <a:pt x="1446848" y="497039"/>
                  </a:lnTo>
                  <a:lnTo>
                    <a:pt x="1429386" y="478975"/>
                  </a:lnTo>
                  <a:lnTo>
                    <a:pt x="1415098" y="465031"/>
                  </a:lnTo>
                  <a:lnTo>
                    <a:pt x="1400811" y="451721"/>
                  </a:lnTo>
                  <a:lnTo>
                    <a:pt x="1386841" y="439362"/>
                  </a:lnTo>
                  <a:lnTo>
                    <a:pt x="1372871" y="427636"/>
                  </a:lnTo>
                  <a:lnTo>
                    <a:pt x="1359536" y="416544"/>
                  </a:lnTo>
                  <a:lnTo>
                    <a:pt x="1345883" y="406086"/>
                  </a:lnTo>
                  <a:lnTo>
                    <a:pt x="1332548" y="396262"/>
                  </a:lnTo>
                  <a:lnTo>
                    <a:pt x="1319848" y="387389"/>
                  </a:lnTo>
                  <a:lnTo>
                    <a:pt x="1307148" y="378832"/>
                  </a:lnTo>
                  <a:lnTo>
                    <a:pt x="1295083" y="370909"/>
                  </a:lnTo>
                  <a:lnTo>
                    <a:pt x="1283018" y="363620"/>
                  </a:lnTo>
                  <a:lnTo>
                    <a:pt x="1271271" y="356648"/>
                  </a:lnTo>
                  <a:lnTo>
                    <a:pt x="1260158" y="350627"/>
                  </a:lnTo>
                  <a:lnTo>
                    <a:pt x="1249681" y="344606"/>
                  </a:lnTo>
                  <a:lnTo>
                    <a:pt x="1239203" y="339219"/>
                  </a:lnTo>
                  <a:lnTo>
                    <a:pt x="1229361" y="334782"/>
                  </a:lnTo>
                  <a:lnTo>
                    <a:pt x="1210628" y="326542"/>
                  </a:lnTo>
                  <a:lnTo>
                    <a:pt x="1193801" y="319887"/>
                  </a:lnTo>
                  <a:lnTo>
                    <a:pt x="1179513" y="314500"/>
                  </a:lnTo>
                  <a:lnTo>
                    <a:pt x="1167766" y="310697"/>
                  </a:lnTo>
                  <a:lnTo>
                    <a:pt x="1157923" y="307845"/>
                  </a:lnTo>
                  <a:lnTo>
                    <a:pt x="1150621" y="306260"/>
                  </a:lnTo>
                  <a:lnTo>
                    <a:pt x="1144588" y="304992"/>
                  </a:lnTo>
                  <a:lnTo>
                    <a:pt x="1213168" y="238125"/>
                  </a:lnTo>
                  <a:close/>
                  <a:moveTo>
                    <a:pt x="1555569" y="0"/>
                  </a:moveTo>
                  <a:lnTo>
                    <a:pt x="1566687" y="0"/>
                  </a:lnTo>
                  <a:lnTo>
                    <a:pt x="1578441" y="0"/>
                  </a:lnTo>
                  <a:lnTo>
                    <a:pt x="1589876" y="1272"/>
                  </a:lnTo>
                  <a:lnTo>
                    <a:pt x="1601948" y="2862"/>
                  </a:lnTo>
                  <a:lnTo>
                    <a:pt x="1614337" y="5088"/>
                  </a:lnTo>
                  <a:lnTo>
                    <a:pt x="1627043" y="7950"/>
                  </a:lnTo>
                  <a:lnTo>
                    <a:pt x="1640385" y="11766"/>
                  </a:lnTo>
                  <a:lnTo>
                    <a:pt x="1653409" y="16218"/>
                  </a:lnTo>
                  <a:lnTo>
                    <a:pt x="1667386" y="21624"/>
                  </a:lnTo>
                  <a:lnTo>
                    <a:pt x="1681363" y="27984"/>
                  </a:lnTo>
                  <a:lnTo>
                    <a:pt x="1695976" y="35298"/>
                  </a:lnTo>
                  <a:lnTo>
                    <a:pt x="1710588" y="42930"/>
                  </a:lnTo>
                  <a:lnTo>
                    <a:pt x="1725836" y="52152"/>
                  </a:lnTo>
                  <a:lnTo>
                    <a:pt x="1741084" y="62010"/>
                  </a:lnTo>
                  <a:lnTo>
                    <a:pt x="1756649" y="72822"/>
                  </a:lnTo>
                  <a:lnTo>
                    <a:pt x="1772850" y="84588"/>
                  </a:lnTo>
                  <a:lnTo>
                    <a:pt x="1789051" y="97626"/>
                  </a:lnTo>
                  <a:lnTo>
                    <a:pt x="1804617" y="111300"/>
                  </a:lnTo>
                  <a:lnTo>
                    <a:pt x="1819547" y="124656"/>
                  </a:lnTo>
                  <a:lnTo>
                    <a:pt x="1832571" y="138330"/>
                  </a:lnTo>
                  <a:lnTo>
                    <a:pt x="1844642" y="151686"/>
                  </a:lnTo>
                  <a:lnTo>
                    <a:pt x="1856078" y="165042"/>
                  </a:lnTo>
                  <a:lnTo>
                    <a:pt x="1865608" y="178398"/>
                  </a:lnTo>
                  <a:lnTo>
                    <a:pt x="1874502" y="191755"/>
                  </a:lnTo>
                  <a:lnTo>
                    <a:pt x="1881809" y="204475"/>
                  </a:lnTo>
                  <a:lnTo>
                    <a:pt x="1888797" y="217831"/>
                  </a:lnTo>
                  <a:lnTo>
                    <a:pt x="1894197" y="230869"/>
                  </a:lnTo>
                  <a:lnTo>
                    <a:pt x="1898962" y="243907"/>
                  </a:lnTo>
                  <a:lnTo>
                    <a:pt x="1902457" y="256309"/>
                  </a:lnTo>
                  <a:lnTo>
                    <a:pt x="1905633" y="268711"/>
                  </a:lnTo>
                  <a:lnTo>
                    <a:pt x="1907857" y="281113"/>
                  </a:lnTo>
                  <a:lnTo>
                    <a:pt x="1908810" y="293197"/>
                  </a:lnTo>
                  <a:lnTo>
                    <a:pt x="1909763" y="305281"/>
                  </a:lnTo>
                  <a:lnTo>
                    <a:pt x="1909763" y="316729"/>
                  </a:lnTo>
                  <a:lnTo>
                    <a:pt x="1908492" y="328177"/>
                  </a:lnTo>
                  <a:lnTo>
                    <a:pt x="1907539" y="339307"/>
                  </a:lnTo>
                  <a:lnTo>
                    <a:pt x="1905316" y="350437"/>
                  </a:lnTo>
                  <a:lnTo>
                    <a:pt x="1902457" y="360931"/>
                  </a:lnTo>
                  <a:lnTo>
                    <a:pt x="1899598" y="371425"/>
                  </a:lnTo>
                  <a:lnTo>
                    <a:pt x="1895786" y="381601"/>
                  </a:lnTo>
                  <a:lnTo>
                    <a:pt x="1891656" y="391459"/>
                  </a:lnTo>
                  <a:lnTo>
                    <a:pt x="1887527" y="400681"/>
                  </a:lnTo>
                  <a:lnTo>
                    <a:pt x="1882762" y="409903"/>
                  </a:lnTo>
                  <a:lnTo>
                    <a:pt x="1877361" y="418490"/>
                  </a:lnTo>
                  <a:lnTo>
                    <a:pt x="1871643" y="426758"/>
                  </a:lnTo>
                  <a:lnTo>
                    <a:pt x="1865925" y="434708"/>
                  </a:lnTo>
                  <a:lnTo>
                    <a:pt x="1860208" y="442340"/>
                  </a:lnTo>
                  <a:lnTo>
                    <a:pt x="1854172" y="449336"/>
                  </a:lnTo>
                  <a:lnTo>
                    <a:pt x="1847501" y="456014"/>
                  </a:lnTo>
                  <a:lnTo>
                    <a:pt x="1841783" y="463328"/>
                  </a:lnTo>
                  <a:lnTo>
                    <a:pt x="1830983" y="476048"/>
                  </a:lnTo>
                  <a:lnTo>
                    <a:pt x="1801122" y="514208"/>
                  </a:lnTo>
                  <a:lnTo>
                    <a:pt x="1764909" y="560636"/>
                  </a:lnTo>
                  <a:lnTo>
                    <a:pt x="1730283" y="604838"/>
                  </a:lnTo>
                  <a:lnTo>
                    <a:pt x="1729648" y="593708"/>
                  </a:lnTo>
                  <a:lnTo>
                    <a:pt x="1728377" y="581306"/>
                  </a:lnTo>
                  <a:lnTo>
                    <a:pt x="1726471" y="567632"/>
                  </a:lnTo>
                  <a:lnTo>
                    <a:pt x="1723930" y="553322"/>
                  </a:lnTo>
                  <a:lnTo>
                    <a:pt x="1720118" y="537740"/>
                  </a:lnTo>
                  <a:lnTo>
                    <a:pt x="1715353" y="521840"/>
                  </a:lnTo>
                  <a:lnTo>
                    <a:pt x="1712494" y="513254"/>
                  </a:lnTo>
                  <a:lnTo>
                    <a:pt x="1709318" y="504668"/>
                  </a:lnTo>
                  <a:lnTo>
                    <a:pt x="1705823" y="496082"/>
                  </a:lnTo>
                  <a:lnTo>
                    <a:pt x="1702011" y="487178"/>
                  </a:lnTo>
                  <a:lnTo>
                    <a:pt x="1697882" y="477638"/>
                  </a:lnTo>
                  <a:lnTo>
                    <a:pt x="1693117" y="468098"/>
                  </a:lnTo>
                  <a:lnTo>
                    <a:pt x="1688034" y="458876"/>
                  </a:lnTo>
                  <a:lnTo>
                    <a:pt x="1682952" y="449018"/>
                  </a:lnTo>
                  <a:lnTo>
                    <a:pt x="1677234" y="439160"/>
                  </a:lnTo>
                  <a:lnTo>
                    <a:pt x="1670881" y="428984"/>
                  </a:lnTo>
                  <a:lnTo>
                    <a:pt x="1664527" y="418808"/>
                  </a:lnTo>
                  <a:lnTo>
                    <a:pt x="1657221" y="408631"/>
                  </a:lnTo>
                  <a:lnTo>
                    <a:pt x="1649915" y="398137"/>
                  </a:lnTo>
                  <a:lnTo>
                    <a:pt x="1641973" y="387643"/>
                  </a:lnTo>
                  <a:lnTo>
                    <a:pt x="1633079" y="376831"/>
                  </a:lnTo>
                  <a:lnTo>
                    <a:pt x="1624184" y="365701"/>
                  </a:lnTo>
                  <a:lnTo>
                    <a:pt x="1614337" y="354889"/>
                  </a:lnTo>
                  <a:lnTo>
                    <a:pt x="1604489" y="343441"/>
                  </a:lnTo>
                  <a:lnTo>
                    <a:pt x="1593688" y="332311"/>
                  </a:lnTo>
                  <a:lnTo>
                    <a:pt x="1582570" y="320863"/>
                  </a:lnTo>
                  <a:lnTo>
                    <a:pt x="1571134" y="310051"/>
                  </a:lnTo>
                  <a:lnTo>
                    <a:pt x="1559381" y="299239"/>
                  </a:lnTo>
                  <a:lnTo>
                    <a:pt x="1548263" y="289381"/>
                  </a:lnTo>
                  <a:lnTo>
                    <a:pt x="1536827" y="279523"/>
                  </a:lnTo>
                  <a:lnTo>
                    <a:pt x="1525709" y="270619"/>
                  </a:lnTo>
                  <a:lnTo>
                    <a:pt x="1514590" y="262351"/>
                  </a:lnTo>
                  <a:lnTo>
                    <a:pt x="1503472" y="254083"/>
                  </a:lnTo>
                  <a:lnTo>
                    <a:pt x="1492672" y="246451"/>
                  </a:lnTo>
                  <a:lnTo>
                    <a:pt x="1481871" y="239137"/>
                  </a:lnTo>
                  <a:lnTo>
                    <a:pt x="1471388" y="232777"/>
                  </a:lnTo>
                  <a:lnTo>
                    <a:pt x="1460905" y="226417"/>
                  </a:lnTo>
                  <a:lnTo>
                    <a:pt x="1450740" y="220693"/>
                  </a:lnTo>
                  <a:lnTo>
                    <a:pt x="1440575" y="215287"/>
                  </a:lnTo>
                  <a:lnTo>
                    <a:pt x="1430410" y="210199"/>
                  </a:lnTo>
                  <a:lnTo>
                    <a:pt x="1420562" y="205747"/>
                  </a:lnTo>
                  <a:lnTo>
                    <a:pt x="1411350" y="201613"/>
                  </a:lnTo>
                  <a:lnTo>
                    <a:pt x="1401820" y="197479"/>
                  </a:lnTo>
                  <a:lnTo>
                    <a:pt x="1392925" y="193981"/>
                  </a:lnTo>
                  <a:lnTo>
                    <a:pt x="1375136" y="187620"/>
                  </a:lnTo>
                  <a:lnTo>
                    <a:pt x="1358300" y="182850"/>
                  </a:lnTo>
                  <a:lnTo>
                    <a:pt x="1342417" y="178716"/>
                  </a:lnTo>
                  <a:lnTo>
                    <a:pt x="1327805" y="175536"/>
                  </a:lnTo>
                  <a:lnTo>
                    <a:pt x="1314145" y="173310"/>
                  </a:lnTo>
                  <a:lnTo>
                    <a:pt x="1301756" y="171720"/>
                  </a:lnTo>
                  <a:lnTo>
                    <a:pt x="1290638" y="171084"/>
                  </a:lnTo>
                  <a:lnTo>
                    <a:pt x="1330346" y="138966"/>
                  </a:lnTo>
                  <a:lnTo>
                    <a:pt x="1370689" y="105894"/>
                  </a:lnTo>
                  <a:lnTo>
                    <a:pt x="1405950" y="76638"/>
                  </a:lnTo>
                  <a:lnTo>
                    <a:pt x="1419609" y="64554"/>
                  </a:lnTo>
                  <a:lnTo>
                    <a:pt x="1429774" y="55650"/>
                  </a:lnTo>
                  <a:lnTo>
                    <a:pt x="1435810" y="49926"/>
                  </a:lnTo>
                  <a:lnTo>
                    <a:pt x="1442163" y="44520"/>
                  </a:lnTo>
                  <a:lnTo>
                    <a:pt x="1448834" y="39432"/>
                  </a:lnTo>
                  <a:lnTo>
                    <a:pt x="1455505" y="34026"/>
                  </a:lnTo>
                  <a:lnTo>
                    <a:pt x="1463129" y="29256"/>
                  </a:lnTo>
                  <a:lnTo>
                    <a:pt x="1470753" y="24486"/>
                  </a:lnTo>
                  <a:lnTo>
                    <a:pt x="1479012" y="20352"/>
                  </a:lnTo>
                  <a:lnTo>
                    <a:pt x="1487271" y="16218"/>
                  </a:lnTo>
                  <a:lnTo>
                    <a:pt x="1495848" y="13038"/>
                  </a:lnTo>
                  <a:lnTo>
                    <a:pt x="1505378" y="9540"/>
                  </a:lnTo>
                  <a:lnTo>
                    <a:pt x="1514590" y="6996"/>
                  </a:lnTo>
                  <a:lnTo>
                    <a:pt x="1524438" y="4770"/>
                  </a:lnTo>
                  <a:lnTo>
                    <a:pt x="1534285" y="2544"/>
                  </a:lnTo>
                  <a:lnTo>
                    <a:pt x="1544768" y="1272"/>
                  </a:lnTo>
                  <a:lnTo>
                    <a:pt x="1555569" y="0"/>
                  </a:lnTo>
                  <a:close/>
                </a:path>
              </a:pathLst>
            </a:custGeom>
            <a:solidFill>
              <a:srgbClr val="D10000"/>
            </a:solidFill>
            <a:ln>
              <a:noFill/>
            </a:ln>
            <a:extLst>
              <a:ext uri="{91240B29-F687-4F45-9708-019B960494DF}">
                <a14:hiddenLine xmlns="" xmlns:a14="http://schemas.microsoft.com/office/drawing/2010/main" w="9525">
                  <a:solidFill>
                    <a:srgbClr val="000000"/>
                  </a:solidFill>
                  <a:round/>
                </a14:hiddenLine>
              </a:ext>
            </a:extLst>
          </p:spPr>
          <p:txBody>
            <a:bodyPr anchor="ctr">
              <a:scene3d>
                <a:camera prst="orthographicFront"/>
                <a:lightRig rig="threePt" dir="t"/>
              </a:scene3d>
              <a:sp3d contourW="12700">
                <a:contourClr>
                  <a:srgbClr val="FFFFFF"/>
                </a:contourClr>
              </a:sp3d>
            </a:bodyPr>
            <a:lstStyle/>
            <a:p>
              <a:pPr algn="ctr" eaLnBrk="1" fontAlgn="auto" hangingPunct="1">
                <a:spcBef>
                  <a:spcPts val="0"/>
                </a:spcBef>
                <a:spcAft>
                  <a:spcPts val="0"/>
                </a:spcAft>
                <a:defRPr/>
              </a:pPr>
              <a:endParaRPr lang="zh-CN" altLang="en-US" kern="0">
                <a:solidFill>
                  <a:srgbClr val="FFFFFF"/>
                </a:solidFill>
                <a:latin typeface="Arial" panose="020B0604020202020204"/>
                <a:ea typeface="宋体" panose="02010600030101010101" pitchFamily="2" charset="-122"/>
              </a:endParaRPr>
            </a:p>
          </p:txBody>
        </p:sp>
      </p:grpSp>
    </p:spTree>
    <p:custDataLst>
      <p:tags r:id="rId1"/>
    </p:custDataLst>
  </p:cSld>
  <p:clrMapOvr>
    <a:masterClrMapping/>
  </p:clrMapOvr>
  <p:transition>
    <p:zoom dir="in"/>
  </p:transition>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smtClean="0">
                <a:solidFill>
                  <a:srgbClr val="FF0000"/>
                </a:solidFill>
                <a:sym typeface="+mn-ea"/>
              </a:rPr>
              <a:t>WebApp</a:t>
            </a:r>
            <a:r>
              <a:rPr lang="zh-CN" altLang="en-US" dirty="0" smtClean="0">
                <a:solidFill>
                  <a:srgbClr val="FF0000"/>
                </a:solidFill>
                <a:sym typeface="+mn-ea"/>
              </a:rPr>
              <a:t>设计</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8.6.6 </a:t>
            </a:r>
            <a:r>
              <a:rPr sz="2400" dirty="0" smtClean="0">
                <a:solidFill>
                  <a:schemeClr val="tx1"/>
                </a:solidFill>
              </a:rPr>
              <a:t>导航设计</a:t>
            </a:r>
          </a:p>
        </p:txBody>
      </p:sp>
      <p:grpSp>
        <p:nvGrpSpPr>
          <p:cNvPr id="7" name="组合 6"/>
          <p:cNvGrpSpPr/>
          <p:nvPr/>
        </p:nvGrpSpPr>
        <p:grpSpPr>
          <a:xfrm>
            <a:off x="0" y="2412365"/>
            <a:ext cx="12192000" cy="3074035"/>
            <a:chOff x="0" y="3848"/>
            <a:chExt cx="19200" cy="4841"/>
          </a:xfrm>
        </p:grpSpPr>
        <p:sp>
          <p:nvSpPr>
            <p:cNvPr id="18" name="矩形 17"/>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1432" y="4577"/>
              <a:ext cx="9976" cy="3384"/>
            </a:xfrm>
            <a:prstGeom prst="rect">
              <a:avLst/>
            </a:prstGeom>
          </p:spPr>
          <p:txBody>
            <a:bodyPr wrap="square">
              <a:spAutoFit/>
            </a:bodyPr>
            <a:lstStyle/>
            <a:p>
              <a:pPr indent="457200">
                <a:lnSpc>
                  <a:spcPct val="150000"/>
                </a:lnSpc>
                <a:defRPr/>
              </a:pPr>
              <a:r>
                <a:rPr lang="en-US" altLang="zh-CN" kern="0" smtClean="0">
                  <a:solidFill>
                    <a:schemeClr val="bg1"/>
                  </a:solidFill>
                  <a:latin typeface="微软雅黑" panose="020B0503020204020204" charset="-122"/>
                  <a:ea typeface="微软雅黑" panose="020B0503020204020204" charset="-122"/>
                  <a:cs typeface="宋体" panose="02010600030101010101" pitchFamily="2" charset="-122"/>
                </a:rPr>
                <a:t>一旦建立了WebApp的体系结构及确定了体系结构的构件（页面、脚本、Applet和其他处理功能），设计人员应定义导航路径，使得用户可以访问WebApp的内容和功能。为了完成这一任务，设计者要分析导航，为网站的不同用户确定导航语义，同时定义实现导航的机制（语法）。</a:t>
              </a:r>
            </a:p>
          </p:txBody>
        </p:sp>
      </p:grpSp>
      <p:pic>
        <p:nvPicPr>
          <p:cNvPr id="3" name="图片 2" descr="A000220150821C64PPIC"/>
          <p:cNvPicPr>
            <a:picLocks noChangeAspect="1"/>
          </p:cNvPicPr>
          <p:nvPr/>
        </p:nvPicPr>
        <p:blipFill>
          <a:blip r:embed="rId4" cstate="print"/>
          <a:stretch>
            <a:fillRect/>
          </a:stretch>
        </p:blipFill>
        <p:spPr>
          <a:xfrm>
            <a:off x="7661910" y="2533650"/>
            <a:ext cx="3776980" cy="2832735"/>
          </a:xfrm>
          <a:prstGeom prst="rect">
            <a:avLst/>
          </a:prstGeom>
        </p:spPr>
      </p:pic>
    </p:spTree>
    <p:custDataLst>
      <p:tags r:id="rId1"/>
    </p:custDataLst>
  </p:cSld>
  <p:clrMapOvr>
    <a:masterClrMapping/>
  </p:clrMapOvr>
  <p:transition>
    <p:zoom dir="in"/>
  </p:transition>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smtClean="0">
                <a:solidFill>
                  <a:srgbClr val="FF0000"/>
                </a:solidFill>
                <a:sym typeface="+mn-ea"/>
              </a:rPr>
              <a:t>WebApp</a:t>
            </a:r>
            <a:r>
              <a:rPr lang="zh-CN" altLang="en-US" dirty="0" smtClean="0">
                <a:solidFill>
                  <a:srgbClr val="FF0000"/>
                </a:solidFill>
                <a:sym typeface="+mn-ea"/>
              </a:rPr>
              <a:t>设计</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8.6.6 </a:t>
            </a:r>
            <a:r>
              <a:rPr sz="2400" dirty="0" smtClean="0">
                <a:solidFill>
                  <a:schemeClr val="tx1"/>
                </a:solidFill>
              </a:rPr>
              <a:t>导航设计</a:t>
            </a:r>
          </a:p>
        </p:txBody>
      </p:sp>
      <p:grpSp>
        <p:nvGrpSpPr>
          <p:cNvPr id="20" name="组合 19"/>
          <p:cNvGrpSpPr/>
          <p:nvPr/>
        </p:nvGrpSpPr>
        <p:grpSpPr>
          <a:xfrm>
            <a:off x="678711" y="2076746"/>
            <a:ext cx="10834058" cy="3948430"/>
            <a:chOff x="2349500" y="4560888"/>
            <a:chExt cx="10834058" cy="3948430"/>
          </a:xfrm>
        </p:grpSpPr>
        <p:sp>
          <p:nvSpPr>
            <p:cNvPr id="3085" name="MH_SubTitle_3"/>
            <p:cNvSpPr>
              <a:spLocks noChangeArrowheads="1"/>
            </p:cNvSpPr>
            <p:nvPr/>
          </p:nvSpPr>
          <p:spPr bwMode="auto">
            <a:xfrm>
              <a:off x="3149600" y="4560888"/>
              <a:ext cx="4572000" cy="600075"/>
            </a:xfrm>
            <a:prstGeom prst="rect">
              <a:avLst/>
            </a:prstGeom>
            <a:noFill/>
            <a:ln w="9525">
              <a:noFill/>
              <a:miter lim="800000"/>
            </a:ln>
          </p:spPr>
          <p:txBody>
            <a:bodyPr anchor="b"/>
            <a:lstStyle/>
            <a:p>
              <a:pPr eaLnBrk="1" hangingPunct="1"/>
              <a:r>
                <a:rPr lang="zh-CN" altLang="en-US" sz="2000" b="1">
                  <a:solidFill>
                    <a:schemeClr val="accent3">
                      <a:lumMod val="75000"/>
                    </a:schemeClr>
                  </a:solidFill>
                  <a:latin typeface="Arial" panose="020B0604020202020204" pitchFamily="34" charset="0"/>
                  <a:ea typeface="幼圆" panose="02010509060101010101" pitchFamily="49" charset="-122"/>
                  <a:cs typeface="Arial" panose="020B0604020202020204" pitchFamily="34" charset="0"/>
                </a:rPr>
                <a:t>导航分析</a:t>
              </a:r>
            </a:p>
          </p:txBody>
        </p:sp>
        <p:sp>
          <p:nvSpPr>
            <p:cNvPr id="54" name="MH_Other_7"/>
            <p:cNvSpPr/>
            <p:nvPr/>
          </p:nvSpPr>
          <p:spPr>
            <a:xfrm>
              <a:off x="3081338" y="4576763"/>
              <a:ext cx="68262" cy="1320800"/>
            </a:xfrm>
            <a:prstGeom prst="rect">
              <a:avLst/>
            </a:prstGeom>
            <a:solidFill>
              <a:schemeClr val="accent3">
                <a:lumMod val="75000"/>
              </a:schemeClr>
            </a:solidFill>
            <a:ln w="12700" cap="flat" cmpd="sng" algn="ctr">
              <a:noFill/>
              <a:prstDash val="solid"/>
              <a:miter lim="800000"/>
            </a:ln>
            <a:effectLst/>
          </p:spPr>
          <p:txBody>
            <a:bodyPr anchor="ctr">
              <a:normAutofit/>
            </a:bodyPr>
            <a:lstStyle/>
            <a:p>
              <a:pPr algn="ctr" eaLnBrk="1" fontAlgn="auto" hangingPunct="1">
                <a:spcBef>
                  <a:spcPts val="0"/>
                </a:spcBef>
                <a:spcAft>
                  <a:spcPts val="0"/>
                </a:spcAft>
                <a:defRPr/>
              </a:pPr>
              <a:endParaRPr lang="zh-CN" altLang="en-US" kern="0">
                <a:solidFill>
                  <a:srgbClr val="FFFFFF"/>
                </a:solidFill>
                <a:latin typeface="Calibri" panose="020F0502020204030204"/>
                <a:ea typeface="幼圆" panose="02010509060101010101" pitchFamily="49" charset="-122"/>
              </a:endParaRPr>
            </a:p>
          </p:txBody>
        </p:sp>
        <p:sp>
          <p:nvSpPr>
            <p:cNvPr id="3087" name="MH_Text_3"/>
            <p:cNvSpPr>
              <a:spLocks noChangeArrowheads="1"/>
            </p:cNvSpPr>
            <p:nvPr/>
          </p:nvSpPr>
          <p:spPr bwMode="auto">
            <a:xfrm>
              <a:off x="3469640" y="5434648"/>
              <a:ext cx="9445625" cy="30746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indent="457200" algn="l" fontAlgn="auto">
                <a:lnSpc>
                  <a:spcPct val="130000"/>
                </a:lnSpc>
                <a:defRPr/>
              </a:pPr>
              <a:r>
                <a:rPr lang="en-US" altLang="zh-CN">
                  <a:solidFill>
                    <a:schemeClr val="tx1"/>
                  </a:solidFill>
                  <a:latin typeface="微软雅黑" panose="020B0503020204020204" charset="-122"/>
                  <a:ea typeface="微软雅黑" panose="020B0503020204020204" charset="-122"/>
                  <a:cs typeface="Arial" panose="020B0604020202020204" pitchFamily="34" charset="0"/>
                </a:rPr>
                <a:t>由集成测试人员根据测试用例、测试规程、测试构件和实现模型执行集成测试，并且将集成测试的结果返回给测试设计人员和相关的工作流负责人员。集成测试人员对每一个测试用例执行测试流程（手工或自动），实现相关的集成测试，接下来将测试结果和预期结果相比较，研究二者偏离的原因。集成测试人员可以把缺陷报告给相关工作流的负责人员，由他们对有缺陷的构件进行修改，还要把缺陷报告给测试设计人员，由他们对测试结果和缺陷类型进行统计分析，评估整个测试结果。</a:t>
              </a:r>
            </a:p>
          </p:txBody>
        </p:sp>
        <p:cxnSp>
          <p:nvCxnSpPr>
            <p:cNvPr id="3088" name="MH_Other_8"/>
            <p:cNvCxnSpPr>
              <a:cxnSpLocks noChangeShapeType="1"/>
            </p:cNvCxnSpPr>
            <p:nvPr/>
          </p:nvCxnSpPr>
          <p:spPr bwMode="auto">
            <a:xfrm flipV="1">
              <a:off x="3249613" y="5152018"/>
              <a:ext cx="9933945" cy="8947"/>
            </a:xfrm>
            <a:prstGeom prst="line">
              <a:avLst/>
            </a:prstGeom>
            <a:noFill/>
            <a:ln w="19050" algn="ctr">
              <a:solidFill>
                <a:srgbClr val="BFBFBF"/>
              </a:solidFill>
              <a:prstDash val="sysDash"/>
              <a:miter lim="800000"/>
            </a:ln>
          </p:spPr>
        </p:cxnSp>
        <p:sp>
          <p:nvSpPr>
            <p:cNvPr id="3089" name="MH_Other_9"/>
            <p:cNvSpPr txBox="1">
              <a:spLocks noChangeArrowheads="1"/>
            </p:cNvSpPr>
            <p:nvPr/>
          </p:nvSpPr>
          <p:spPr bwMode="auto">
            <a:xfrm>
              <a:off x="2349500" y="4576445"/>
              <a:ext cx="731520" cy="1303338"/>
            </a:xfrm>
            <a:prstGeom prst="rect">
              <a:avLst/>
            </a:prstGeom>
            <a:noFill/>
            <a:ln w="9525">
              <a:noFill/>
              <a:miter lim="800000"/>
            </a:ln>
          </p:spPr>
          <p:txBody>
            <a:bodyPr vert="eaVert" lIns="0" tIns="0" rIns="0" bIns="0">
              <a:spAutoFit/>
            </a:bodyPr>
            <a:lstStyle/>
            <a:p>
              <a:pPr algn="ctr" eaLnBrk="1" hangingPunct="1"/>
              <a:r>
                <a:rPr lang="en-US" altLang="zh-CN" sz="4800" b="1">
                  <a:solidFill>
                    <a:schemeClr val="accent3">
                      <a:lumMod val="75000"/>
                    </a:schemeClr>
                  </a:solidFill>
                  <a:ea typeface="幼圆" panose="02010509060101010101" pitchFamily="49" charset="-122"/>
                </a:rPr>
                <a:t>01</a:t>
              </a:r>
            </a:p>
          </p:txBody>
        </p:sp>
      </p:grpSp>
    </p:spTree>
    <p:custDataLst>
      <p:tags r:id="rId1"/>
    </p:custDataLst>
  </p:cSld>
  <p:clrMapOvr>
    <a:masterClrMapping/>
  </p:clrMapOvr>
  <p:transition>
    <p:zoom dir="in"/>
  </p:transition>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smtClean="0">
                <a:solidFill>
                  <a:srgbClr val="FF0000"/>
                </a:solidFill>
                <a:sym typeface="+mn-ea"/>
              </a:rPr>
              <a:t>WebApp</a:t>
            </a:r>
            <a:r>
              <a:rPr lang="zh-CN" altLang="en-US" dirty="0" smtClean="0">
                <a:solidFill>
                  <a:srgbClr val="FF0000"/>
                </a:solidFill>
                <a:sym typeface="+mn-ea"/>
              </a:rPr>
              <a:t>设计</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8.6.6 </a:t>
            </a:r>
            <a:r>
              <a:rPr sz="2400" dirty="0" smtClean="0">
                <a:solidFill>
                  <a:schemeClr val="tx1"/>
                </a:solidFill>
              </a:rPr>
              <a:t>导航设计</a:t>
            </a:r>
          </a:p>
        </p:txBody>
      </p:sp>
      <p:grpSp>
        <p:nvGrpSpPr>
          <p:cNvPr id="17" name="组合 16"/>
          <p:cNvGrpSpPr/>
          <p:nvPr/>
        </p:nvGrpSpPr>
        <p:grpSpPr>
          <a:xfrm>
            <a:off x="809625" y="2323465"/>
            <a:ext cx="12159615" cy="4636770"/>
            <a:chOff x="2763" y="3875"/>
            <a:chExt cx="19149" cy="7302"/>
          </a:xfrm>
        </p:grpSpPr>
        <p:sp>
          <p:nvSpPr>
            <p:cNvPr id="8" name="Oval 15"/>
            <p:cNvSpPr>
              <a:spLocks noChangeArrowheads="1"/>
            </p:cNvSpPr>
            <p:nvPr>
              <p:custDataLst>
                <p:tags r:id="rId2"/>
              </p:custDataLst>
            </p:nvPr>
          </p:nvSpPr>
          <p:spPr bwMode="auto">
            <a:xfrm>
              <a:off x="3035" y="4245"/>
              <a:ext cx="4966" cy="5012"/>
            </a:xfrm>
            <a:prstGeom prst="ellipse">
              <a:avLst/>
            </a:prstGeom>
            <a:noFill/>
            <a:ln w="19050">
              <a:solidFill>
                <a:srgbClr val="4F5A71">
                  <a:alpha val="50000"/>
                </a:srgbClr>
              </a:solidFill>
              <a:round/>
            </a:ln>
            <a:effectLst/>
            <a:extLst>
              <a:ext uri="{909E8E84-426E-40DD-AFC4-6F175D3DCCD1}">
                <a14:hiddenFill xmlns="" xmlns:a14="http://schemas.microsoft.com/office/drawing/2010/main">
                  <a:solidFill>
                    <a:srgbClr val="4F5A71"/>
                  </a:solidFill>
                </a14:hiddenFill>
              </a:ext>
              <a:ext uri="{AF507438-7753-43E0-B8FC-AC1667EBCBE1}">
                <a14:hiddenEffects xmln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9" name="Line 16"/>
            <p:cNvSpPr>
              <a:spLocks noChangeShapeType="1"/>
            </p:cNvSpPr>
            <p:nvPr>
              <p:custDataLst>
                <p:tags r:id="rId3"/>
              </p:custDataLst>
            </p:nvPr>
          </p:nvSpPr>
          <p:spPr bwMode="gray">
            <a:xfrm>
              <a:off x="2763" y="6762"/>
              <a:ext cx="5486" cy="0"/>
            </a:xfrm>
            <a:prstGeom prst="line">
              <a:avLst/>
            </a:prstGeom>
            <a:noFill/>
            <a:ln w="28575">
              <a:solidFill>
                <a:srgbClr val="4F5A71">
                  <a:alpha val="50000"/>
                </a:srgbClr>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10" name="Line 17"/>
            <p:cNvSpPr>
              <a:spLocks noChangeShapeType="1"/>
            </p:cNvSpPr>
            <p:nvPr>
              <p:custDataLst>
                <p:tags r:id="rId4"/>
              </p:custDataLst>
            </p:nvPr>
          </p:nvSpPr>
          <p:spPr bwMode="gray">
            <a:xfrm>
              <a:off x="5506" y="3875"/>
              <a:ext cx="0" cy="5770"/>
            </a:xfrm>
            <a:prstGeom prst="line">
              <a:avLst/>
            </a:prstGeom>
            <a:noFill/>
            <a:ln w="28575">
              <a:solidFill>
                <a:srgbClr val="4F5A71">
                  <a:alpha val="50000"/>
                </a:srgbClr>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11" name="Oval 10"/>
            <p:cNvSpPr>
              <a:spLocks noChangeArrowheads="1"/>
            </p:cNvSpPr>
            <p:nvPr>
              <p:custDataLst>
                <p:tags r:id="rId5"/>
              </p:custDataLst>
            </p:nvPr>
          </p:nvSpPr>
          <p:spPr bwMode="gray">
            <a:xfrm>
              <a:off x="3307" y="4529"/>
              <a:ext cx="4393" cy="4427"/>
            </a:xfrm>
            <a:prstGeom prst="ellipse">
              <a:avLst/>
            </a:prstGeom>
            <a:noFill/>
            <a:ln w="9525">
              <a:solidFill>
                <a:srgbClr val="4F5A71">
                  <a:alpha val="50000"/>
                </a:srgbClr>
              </a:solidFill>
              <a:round/>
            </a:ln>
            <a:effectLst/>
            <a:extLst>
              <a:ext uri="{909E8E84-426E-40DD-AFC4-6F175D3DCCD1}">
                <a14:hiddenFill xmlns="" xmlns:a14="http://schemas.microsoft.com/office/drawing/2010/main">
                  <a:solidFill>
                    <a:srgbClr val="4F5A71">
                      <a:alpha val="64999"/>
                    </a:srgbClr>
                  </a:solidFill>
                </a14:hiddenFill>
              </a:ext>
              <a:ext uri="{AF507438-7753-43E0-B8FC-AC1667EBCBE1}">
                <a14:hiddenEffects xmln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40" name="Oval 13"/>
            <p:cNvSpPr>
              <a:spLocks noChangeArrowheads="1"/>
            </p:cNvSpPr>
            <p:nvPr>
              <p:custDataLst>
                <p:tags r:id="rId6"/>
              </p:custDataLst>
            </p:nvPr>
          </p:nvSpPr>
          <p:spPr bwMode="gray">
            <a:xfrm>
              <a:off x="3809" y="5060"/>
              <a:ext cx="3366" cy="3436"/>
            </a:xfrm>
            <a:prstGeom prst="ellipse">
              <a:avLst/>
            </a:prstGeom>
            <a:solidFill>
              <a:srgbClr val="4F5A71">
                <a:lumMod val="60000"/>
                <a:lumOff val="40000"/>
              </a:srgb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12" name="KSO_GT1"/>
            <p:cNvSpPr>
              <a:spLocks noChangeArrowheads="1"/>
            </p:cNvSpPr>
            <p:nvPr>
              <p:custDataLst>
                <p:tags r:id="rId7"/>
              </p:custDataLst>
            </p:nvPr>
          </p:nvSpPr>
          <p:spPr bwMode="gray">
            <a:xfrm>
              <a:off x="4415" y="5678"/>
              <a:ext cx="2155" cy="2201"/>
            </a:xfrm>
            <a:prstGeom prst="ellipse">
              <a:avLst/>
            </a:prstGeom>
            <a:solidFill>
              <a:srgbClr val="4F5A71"/>
            </a:solidFill>
            <a:ln>
              <a:noFill/>
            </a:ln>
            <a:effectLst/>
          </p:spPr>
          <p:txBody>
            <a:bodyPr wrap="square" lIns="0" tIns="0" rIns="0" bIns="0" anchor="ctr">
              <a:normAutofit/>
            </a:bodyPr>
            <a:lstStyle/>
            <a:p>
              <a:pPr algn="ctr">
                <a:defRPr/>
              </a:pPr>
              <a:r>
                <a:rPr lang="zh-CN" altLang="en-US" sz="2800" kern="0" dirty="0">
                  <a:solidFill>
                    <a:srgbClr val="FFFFFF"/>
                  </a:solidFill>
                  <a:latin typeface="Arial" panose="020B0604020202020204" pitchFamily="34" charset="0"/>
                  <a:ea typeface="宋体" panose="02010600030101010101" pitchFamily="2" charset="-122"/>
                  <a:cs typeface="黑体" panose="02010609060101010101" pitchFamily="49" charset="-122"/>
                </a:rPr>
                <a:t>RNA方法</a:t>
              </a:r>
            </a:p>
          </p:txBody>
        </p:sp>
        <p:sp>
          <p:nvSpPr>
            <p:cNvPr id="43" name="Oval 19"/>
            <p:cNvSpPr>
              <a:spLocks noChangeArrowheads="1"/>
            </p:cNvSpPr>
            <p:nvPr>
              <p:custDataLst>
                <p:tags r:id="rId8"/>
              </p:custDataLst>
            </p:nvPr>
          </p:nvSpPr>
          <p:spPr bwMode="gray">
            <a:xfrm>
              <a:off x="6170" y="4160"/>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3" name="文本框 12"/>
            <p:cNvSpPr txBox="1"/>
            <p:nvPr>
              <p:custDataLst>
                <p:tags r:id="rId9"/>
              </p:custDataLst>
            </p:nvPr>
          </p:nvSpPr>
          <p:spPr>
            <a:xfrm>
              <a:off x="6936" y="3884"/>
              <a:ext cx="14135" cy="936"/>
            </a:xfrm>
            <a:prstGeom prst="rect">
              <a:avLst/>
            </a:prstGeom>
            <a:noFill/>
          </p:spPr>
          <p:txBody>
            <a:bodyPr wrap="square" lIns="0" rIns="0">
              <a:normAutofit/>
            </a:bodyPr>
            <a:lstStyle/>
            <a:p>
              <a:pPr>
                <a:lnSpc>
                  <a:spcPct val="130000"/>
                </a:lnSpc>
                <a:spcBef>
                  <a:spcPts val="600"/>
                </a:spcBef>
                <a:defRPr/>
              </a:pPr>
              <a:r>
                <a:rPr dirty="0"/>
                <a:t>（1）共利益者分析。确定不同的用户种类，并建立适当的共利益者层次。</a:t>
              </a:r>
            </a:p>
          </p:txBody>
        </p:sp>
        <p:sp>
          <p:nvSpPr>
            <p:cNvPr id="46" name="Oval 19"/>
            <p:cNvSpPr>
              <a:spLocks noChangeArrowheads="1"/>
            </p:cNvSpPr>
            <p:nvPr>
              <p:custDataLst>
                <p:tags r:id="rId10"/>
              </p:custDataLst>
            </p:nvPr>
          </p:nvSpPr>
          <p:spPr bwMode="gray">
            <a:xfrm>
              <a:off x="7248" y="5355"/>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47" name="文本框 46"/>
            <p:cNvSpPr txBox="1"/>
            <p:nvPr>
              <p:custDataLst>
                <p:tags r:id="rId11"/>
              </p:custDataLst>
            </p:nvPr>
          </p:nvSpPr>
          <p:spPr>
            <a:xfrm>
              <a:off x="7990" y="5139"/>
              <a:ext cx="13922" cy="936"/>
            </a:xfrm>
            <a:prstGeom prst="rect">
              <a:avLst/>
            </a:prstGeom>
            <a:noFill/>
          </p:spPr>
          <p:txBody>
            <a:bodyPr wrap="square" lIns="0" rIns="0">
              <a:normAutofit/>
            </a:bodyPr>
            <a:lstStyle/>
            <a:p>
              <a:pPr>
                <a:lnSpc>
                  <a:spcPct val="130000"/>
                </a:lnSpc>
                <a:spcBef>
                  <a:spcPts val="600"/>
                </a:spcBef>
                <a:defRPr/>
              </a:pPr>
              <a:r>
                <a:rPr dirty="0"/>
                <a:t>（2）元素分析。确定内容对象和最终用户感兴趣的功能元素。</a:t>
              </a:r>
            </a:p>
          </p:txBody>
        </p:sp>
        <p:sp>
          <p:nvSpPr>
            <p:cNvPr id="49" name="Oval 19"/>
            <p:cNvSpPr>
              <a:spLocks noChangeArrowheads="1"/>
            </p:cNvSpPr>
            <p:nvPr>
              <p:custDataLst>
                <p:tags r:id="rId12"/>
              </p:custDataLst>
            </p:nvPr>
          </p:nvSpPr>
          <p:spPr bwMode="gray">
            <a:xfrm>
              <a:off x="7781" y="6560"/>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4" name="文本框 13"/>
            <p:cNvSpPr txBox="1"/>
            <p:nvPr>
              <p:custDataLst>
                <p:tags r:id="rId13"/>
              </p:custDataLst>
            </p:nvPr>
          </p:nvSpPr>
          <p:spPr>
            <a:xfrm>
              <a:off x="8568" y="6394"/>
              <a:ext cx="10648" cy="768"/>
            </a:xfrm>
            <a:prstGeom prst="rect">
              <a:avLst/>
            </a:prstGeom>
            <a:noFill/>
          </p:spPr>
          <p:txBody>
            <a:bodyPr wrap="square" lIns="0" rIns="0">
              <a:normAutofit/>
            </a:bodyPr>
            <a:lstStyle/>
            <a:p>
              <a:pPr>
                <a:lnSpc>
                  <a:spcPct val="130000"/>
                </a:lnSpc>
                <a:spcBef>
                  <a:spcPts val="600"/>
                </a:spcBef>
                <a:defRPr/>
              </a:pPr>
              <a:r>
                <a:rPr dirty="0"/>
                <a:t>（3）关系分析。描述WebApp元素之间的关系。</a:t>
              </a:r>
            </a:p>
          </p:txBody>
        </p:sp>
        <p:sp>
          <p:nvSpPr>
            <p:cNvPr id="53" name="Oval 19"/>
            <p:cNvSpPr>
              <a:spLocks noChangeArrowheads="1"/>
            </p:cNvSpPr>
            <p:nvPr>
              <p:custDataLst>
                <p:tags r:id="rId14"/>
              </p:custDataLst>
            </p:nvPr>
          </p:nvSpPr>
          <p:spPr bwMode="gray">
            <a:xfrm>
              <a:off x="7248" y="7794"/>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5" name="文本框 14"/>
            <p:cNvSpPr txBox="1"/>
            <p:nvPr>
              <p:custDataLst>
                <p:tags r:id="rId15"/>
              </p:custDataLst>
            </p:nvPr>
          </p:nvSpPr>
          <p:spPr>
            <a:xfrm>
              <a:off x="8038" y="7649"/>
              <a:ext cx="11933" cy="1608"/>
            </a:xfrm>
            <a:prstGeom prst="rect">
              <a:avLst/>
            </a:prstGeom>
            <a:noFill/>
          </p:spPr>
          <p:txBody>
            <a:bodyPr wrap="square" lIns="0" rIns="0">
              <a:normAutofit/>
            </a:bodyPr>
            <a:lstStyle/>
            <a:p>
              <a:pPr>
                <a:lnSpc>
                  <a:spcPct val="130000"/>
                </a:lnSpc>
                <a:spcBef>
                  <a:spcPts val="600"/>
                </a:spcBef>
                <a:defRPr/>
              </a:pPr>
              <a:r>
                <a:rPr dirty="0"/>
                <a:t>（4）导航分析。检查用户怎样访问单个元素和成组元素。</a:t>
              </a:r>
            </a:p>
          </p:txBody>
        </p:sp>
        <p:sp>
          <p:nvSpPr>
            <p:cNvPr id="56" name="Oval 19"/>
            <p:cNvSpPr>
              <a:spLocks noChangeArrowheads="1"/>
            </p:cNvSpPr>
            <p:nvPr>
              <p:custDataLst>
                <p:tags r:id="rId16"/>
              </p:custDataLst>
            </p:nvPr>
          </p:nvSpPr>
          <p:spPr bwMode="gray">
            <a:xfrm>
              <a:off x="6172" y="8965"/>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57" name="文本框 56"/>
            <p:cNvSpPr txBox="1"/>
            <p:nvPr>
              <p:custDataLst>
                <p:tags r:id="rId17"/>
              </p:custDataLst>
            </p:nvPr>
          </p:nvSpPr>
          <p:spPr>
            <a:xfrm>
              <a:off x="6936" y="9257"/>
              <a:ext cx="11286" cy="1920"/>
            </a:xfrm>
            <a:prstGeom prst="rect">
              <a:avLst/>
            </a:prstGeom>
            <a:noFill/>
          </p:spPr>
          <p:txBody>
            <a:bodyPr wrap="square" lIns="0" rIns="0">
              <a:normAutofit/>
            </a:bodyPr>
            <a:lstStyle/>
            <a:p>
              <a:pPr>
                <a:lnSpc>
                  <a:spcPct val="130000"/>
                </a:lnSpc>
                <a:spcBef>
                  <a:spcPts val="600"/>
                </a:spcBef>
                <a:defRPr/>
              </a:pPr>
              <a:r>
                <a:rPr lang="zh-CN" altLang="en-US" dirty="0"/>
                <a:t>（5）评估分析。考虑实现早期定义的关系的实际问题。</a:t>
              </a:r>
            </a:p>
          </p:txBody>
        </p:sp>
      </p:grpSp>
    </p:spTree>
    <p:custDataLst>
      <p:tags r:id="rId1"/>
    </p:custDataLst>
  </p:cSld>
  <p:clrMapOvr>
    <a:masterClrMapping/>
  </p:clrMapOvr>
  <p:transition>
    <p:zoom dir="in"/>
  </p:transition>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smtClean="0">
                <a:solidFill>
                  <a:srgbClr val="FF0000"/>
                </a:solidFill>
                <a:sym typeface="+mn-ea"/>
              </a:rPr>
              <a:t>WebApp</a:t>
            </a:r>
            <a:r>
              <a:rPr lang="zh-CN" altLang="en-US" dirty="0" smtClean="0">
                <a:solidFill>
                  <a:srgbClr val="FF0000"/>
                </a:solidFill>
                <a:sym typeface="+mn-ea"/>
              </a:rPr>
              <a:t>设计</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8.6.6 </a:t>
            </a:r>
            <a:r>
              <a:rPr sz="2400" dirty="0" smtClean="0">
                <a:solidFill>
                  <a:schemeClr val="tx1"/>
                </a:solidFill>
              </a:rPr>
              <a:t>导航设计</a:t>
            </a:r>
          </a:p>
        </p:txBody>
      </p:sp>
      <p:grpSp>
        <p:nvGrpSpPr>
          <p:cNvPr id="7" name="组合 6"/>
          <p:cNvGrpSpPr/>
          <p:nvPr/>
        </p:nvGrpSpPr>
        <p:grpSpPr>
          <a:xfrm>
            <a:off x="0" y="2412365"/>
            <a:ext cx="12192000" cy="3074035"/>
            <a:chOff x="0" y="3848"/>
            <a:chExt cx="19200" cy="4841"/>
          </a:xfrm>
        </p:grpSpPr>
        <p:sp>
          <p:nvSpPr>
            <p:cNvPr id="18" name="矩形 17"/>
            <p:cNvSpPr/>
            <p:nvPr/>
          </p:nvSpPr>
          <p:spPr>
            <a:xfrm>
              <a:off x="0" y="3848"/>
              <a:ext cx="19200" cy="4841"/>
            </a:xfrm>
            <a:prstGeom prst="rect">
              <a:avLst/>
            </a:prstGeom>
            <a:solidFill>
              <a:schemeClr val="accent3">
                <a:lumMod val="75000"/>
              </a:schemeClr>
            </a:solidFill>
            <a:ln>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878" y="3929"/>
              <a:ext cx="10964" cy="4680"/>
            </a:xfrm>
            <a:prstGeom prst="rect">
              <a:avLst/>
            </a:prstGeom>
          </p:spPr>
          <p:txBody>
            <a:bodyPr wrap="square">
              <a:spAutoFit/>
            </a:bodyPr>
            <a:lstStyle/>
            <a:p>
              <a:pPr indent="457200">
                <a:lnSpc>
                  <a:spcPct val="150000"/>
                </a:lnSpc>
                <a:defRPr/>
              </a:pP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在RNA的5步中，</a:t>
              </a:r>
              <a:r>
                <a:rPr lang="en-US" altLang="zh-CN" b="1" kern="0" dirty="0" smtClean="0">
                  <a:solidFill>
                    <a:srgbClr val="FFFF00"/>
                  </a:solidFill>
                  <a:latin typeface="微软雅黑" panose="020B0503020204020204" charset="-122"/>
                  <a:ea typeface="微软雅黑" panose="020B0503020204020204" charset="-122"/>
                  <a:cs typeface="宋体" panose="02010600030101010101" pitchFamily="2" charset="-122"/>
                </a:rPr>
                <a:t>关系分析</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是最关键的问题。</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关系导航分析确定了在分析模型中所定义的内容元素和功能元素之间的关系，并且建立了在整个系统中定义导航链接的需求</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这时要考虑诸如此元素必须满足的前置条件和后置条件是什么</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此元素一出现，总是跟着出现的另外元素是什么</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有特殊类别的用户类使用该元素吗</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不同类的用户使用该元素的方式有什么不同</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a:t>
              </a:r>
              <a:r>
                <a:rPr lang="en-US" altLang="zh-CN" kern="0" dirty="0" err="1" smtClean="0">
                  <a:solidFill>
                    <a:schemeClr val="bg1"/>
                  </a:solidFill>
                  <a:latin typeface="微软雅黑" panose="020B0503020204020204" charset="-122"/>
                  <a:ea typeface="微软雅黑" panose="020B0503020204020204" charset="-122"/>
                  <a:cs typeface="宋体" panose="02010600030101010101" pitchFamily="2" charset="-122"/>
                </a:rPr>
                <a:t>这些问题都是在设计WebApp元素之间的关系时必须要考虑的</a:t>
              </a:r>
              <a:r>
                <a:rPr lang="en-US" altLang="zh-CN" kern="0" dirty="0" smtClean="0">
                  <a:solidFill>
                    <a:schemeClr val="bg1"/>
                  </a:solidFill>
                  <a:latin typeface="微软雅黑" panose="020B0503020204020204" charset="-122"/>
                  <a:ea typeface="微软雅黑" panose="020B0503020204020204" charset="-122"/>
                  <a:cs typeface="宋体" panose="02010600030101010101" pitchFamily="2" charset="-122"/>
                </a:rPr>
                <a:t>。</a:t>
              </a:r>
            </a:p>
          </p:txBody>
        </p:sp>
      </p:grpSp>
      <p:pic>
        <p:nvPicPr>
          <p:cNvPr id="4" name="图片 3" descr="A000220150318R55PPIC.png"/>
          <p:cNvPicPr>
            <a:picLocks noChangeAspect="1"/>
          </p:cNvPicPr>
          <p:nvPr/>
        </p:nvPicPr>
        <p:blipFill>
          <a:blip r:embed="rId4" cstate="print"/>
          <a:stretch>
            <a:fillRect/>
          </a:stretch>
        </p:blipFill>
        <p:spPr>
          <a:xfrm>
            <a:off x="7644130" y="483235"/>
            <a:ext cx="4196080" cy="5892165"/>
          </a:xfrm>
          <a:prstGeom prst="rect">
            <a:avLst/>
          </a:prstGeom>
        </p:spPr>
      </p:pic>
    </p:spTree>
    <p:custDataLst>
      <p:tags r:id="rId1"/>
    </p:custDataLst>
  </p:cSld>
  <p:clrMapOvr>
    <a:masterClrMapping/>
  </p:clrMapOvr>
  <p:transition>
    <p:zoom dir="in"/>
  </p:transition>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smtClean="0">
                <a:solidFill>
                  <a:srgbClr val="FF0000"/>
                </a:solidFill>
                <a:sym typeface="+mn-ea"/>
              </a:rPr>
              <a:t>WebApp</a:t>
            </a:r>
            <a:r>
              <a:rPr lang="zh-CN" altLang="en-US" dirty="0" smtClean="0">
                <a:solidFill>
                  <a:srgbClr val="FF0000"/>
                </a:solidFill>
                <a:sym typeface="+mn-ea"/>
              </a:rPr>
              <a:t>设计</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8.6.6 </a:t>
            </a:r>
            <a:r>
              <a:rPr sz="2400" dirty="0" smtClean="0">
                <a:solidFill>
                  <a:schemeClr val="tx1"/>
                </a:solidFill>
              </a:rPr>
              <a:t>导航设计</a:t>
            </a:r>
          </a:p>
        </p:txBody>
      </p:sp>
      <p:pic>
        <p:nvPicPr>
          <p:cNvPr id="28" name="图片 1" descr="问号16.jpg"/>
          <p:cNvPicPr>
            <a:picLocks noGrp="1" noChangeAspect="1"/>
          </p:cNvPicPr>
          <p:nvPr isPhoto="1"/>
        </p:nvPicPr>
        <p:blipFill>
          <a:blip r:embed="rId4" cstate="print">
            <a:clrChange>
              <a:clrFrom>
                <a:srgbClr val="FDFDFD"/>
              </a:clrFrom>
              <a:clrTo>
                <a:srgbClr val="FDFDFD">
                  <a:alpha val="0"/>
                </a:srgbClr>
              </a:clrTo>
            </a:clrChange>
          </a:blip>
          <a:srcRect l="25157" t="7668" r="1997" b="9265"/>
          <a:stretch>
            <a:fillRect/>
          </a:stretch>
        </p:blipFill>
        <p:spPr bwMode="auto">
          <a:xfrm>
            <a:off x="-15875" y="2606675"/>
            <a:ext cx="4383405" cy="3749040"/>
          </a:xfrm>
          <a:prstGeom prst="rect">
            <a:avLst/>
          </a:prstGeom>
          <a:noFill/>
          <a:ln w="9525">
            <a:noFill/>
            <a:miter lim="800000"/>
            <a:headEnd/>
            <a:tailEnd/>
          </a:ln>
        </p:spPr>
      </p:pic>
      <p:sp>
        <p:nvSpPr>
          <p:cNvPr id="3" name="文本框 2"/>
          <p:cNvSpPr txBox="1"/>
          <p:nvPr/>
        </p:nvSpPr>
        <p:spPr>
          <a:xfrm>
            <a:off x="4198620" y="2345690"/>
            <a:ext cx="7939405" cy="4010025"/>
          </a:xfrm>
          <a:prstGeom prst="rect">
            <a:avLst/>
          </a:prstGeom>
          <a:noFill/>
        </p:spPr>
        <p:txBody>
          <a:bodyPr wrap="square" rtlCol="0" anchor="t">
            <a:spAutoFit/>
          </a:bodyPr>
          <a:lstStyle/>
          <a:p>
            <a:pPr marL="285750" indent="-285750" fontAlgn="auto">
              <a:lnSpc>
                <a:spcPct val="130000"/>
              </a:lnSpc>
              <a:buFont typeface="Wingdings" panose="05000000000000000000" charset="0"/>
              <a:buChar char="Ø"/>
            </a:pPr>
            <a:r>
              <a:rPr lang="zh-CN" altLang="en-US">
                <a:latin typeface="微软雅黑" panose="020B0503020204020204" charset="-122"/>
                <a:ea typeface="微软雅黑" panose="020B0503020204020204" charset="-122"/>
              </a:rPr>
              <a:t>为了迫使用户在自己的方向上导航，应该强调某些元素吗？</a:t>
            </a:r>
          </a:p>
          <a:p>
            <a:pPr marL="285750" indent="-285750" fontAlgn="auto">
              <a:lnSpc>
                <a:spcPct val="130000"/>
              </a:lnSpc>
              <a:buFont typeface="Wingdings" panose="05000000000000000000" charset="0"/>
              <a:buChar char="Ø"/>
            </a:pPr>
            <a:r>
              <a:rPr lang="zh-CN" altLang="en-US">
                <a:latin typeface="微软雅黑" panose="020B0503020204020204" charset="-122"/>
                <a:ea typeface="微软雅黑" panose="020B0503020204020204" charset="-122"/>
              </a:rPr>
              <a:t>应该怎样处理导航错误？</a:t>
            </a:r>
          </a:p>
          <a:p>
            <a:pPr marL="285750" indent="-285750" fontAlgn="auto">
              <a:lnSpc>
                <a:spcPct val="130000"/>
              </a:lnSpc>
              <a:buFont typeface="Wingdings" panose="05000000000000000000" charset="0"/>
              <a:buChar char="Ø"/>
            </a:pPr>
            <a:r>
              <a:rPr lang="zh-CN" altLang="en-US">
                <a:latin typeface="微软雅黑" panose="020B0503020204020204" charset="-122"/>
                <a:ea typeface="微软雅黑" panose="020B0503020204020204" charset="-122"/>
              </a:rPr>
              <a:t>导航到相关的元素组的优先权应该高于导航到某个具体元素的优先权吗？</a:t>
            </a:r>
          </a:p>
          <a:p>
            <a:pPr marL="285750" indent="-285750" fontAlgn="auto">
              <a:lnSpc>
                <a:spcPct val="130000"/>
              </a:lnSpc>
              <a:buFont typeface="Wingdings" panose="05000000000000000000" charset="0"/>
              <a:buChar char="Ø"/>
            </a:pPr>
            <a:r>
              <a:rPr lang="zh-CN" altLang="en-US">
                <a:latin typeface="微软雅黑" panose="020B0503020204020204" charset="-122"/>
                <a:ea typeface="微软雅黑" panose="020B0503020204020204" charset="-122"/>
              </a:rPr>
              <a:t>应该通过链接、基于搜索的访问还是其他手段来实现导航？</a:t>
            </a:r>
          </a:p>
          <a:p>
            <a:pPr marL="285750" indent="-285750" fontAlgn="auto">
              <a:lnSpc>
                <a:spcPct val="130000"/>
              </a:lnSpc>
              <a:buFont typeface="Wingdings" panose="05000000000000000000" charset="0"/>
              <a:buChar char="Ø"/>
            </a:pPr>
            <a:r>
              <a:rPr lang="zh-CN" altLang="en-US">
                <a:latin typeface="微软雅黑" panose="020B0503020204020204" charset="-122"/>
                <a:ea typeface="微软雅黑" panose="020B0503020204020204" charset="-122"/>
              </a:rPr>
              <a:t>根据前面的导航行为，某些确定的元素应该展现给用户吗？</a:t>
            </a:r>
          </a:p>
          <a:p>
            <a:pPr marL="285750" indent="-285750" fontAlgn="auto">
              <a:lnSpc>
                <a:spcPct val="130000"/>
              </a:lnSpc>
              <a:buFont typeface="Wingdings" panose="05000000000000000000" charset="0"/>
              <a:buChar char="Ø"/>
            </a:pPr>
            <a:r>
              <a:rPr lang="zh-CN" altLang="en-US">
                <a:latin typeface="微软雅黑" panose="020B0503020204020204" charset="-122"/>
                <a:ea typeface="微软雅黑" panose="020B0503020204020204" charset="-122"/>
              </a:rPr>
              <a:t>在一次用户交互中，一个完整的导航地图或菜单在每点都可以用吗？</a:t>
            </a:r>
          </a:p>
          <a:p>
            <a:pPr marL="285750" indent="-285750" fontAlgn="auto">
              <a:lnSpc>
                <a:spcPct val="130000"/>
              </a:lnSpc>
              <a:buFont typeface="Wingdings" panose="05000000000000000000" charset="0"/>
              <a:buChar char="Ø"/>
            </a:pPr>
            <a:r>
              <a:rPr lang="zh-CN" altLang="en-US">
                <a:latin typeface="微软雅黑" panose="020B0503020204020204" charset="-122"/>
                <a:ea typeface="微软雅黑" panose="020B0503020204020204" charset="-122"/>
              </a:rPr>
              <a:t>应该为哪类用户设计最佳导航？</a:t>
            </a:r>
          </a:p>
          <a:p>
            <a:pPr marL="285750" indent="-285750" fontAlgn="auto">
              <a:lnSpc>
                <a:spcPct val="130000"/>
              </a:lnSpc>
              <a:buFont typeface="Wingdings" panose="05000000000000000000" charset="0"/>
              <a:buChar char="Ø"/>
            </a:pPr>
            <a:r>
              <a:rPr lang="zh-CN" altLang="en-US">
                <a:latin typeface="微软雅黑" panose="020B0503020204020204" charset="-122"/>
                <a:ea typeface="微软雅黑" panose="020B0503020204020204" charset="-122"/>
              </a:rPr>
              <a:t>应该如何处理WebApp外部的链接？应该覆盖现有的浏览器窗口，作为一个新的浏览器窗口，还是作为一个独立的框架？</a:t>
            </a:r>
          </a:p>
          <a:p>
            <a:pPr marL="285750" indent="-285750" fontAlgn="auto">
              <a:lnSpc>
                <a:spcPct val="130000"/>
              </a:lnSpc>
              <a:buFont typeface="Wingdings" panose="05000000000000000000" charset="0"/>
              <a:buChar char="Ø"/>
            </a:pPr>
            <a:r>
              <a:rPr lang="zh-CN" altLang="en-US">
                <a:latin typeface="微软雅黑" panose="020B0503020204020204" charset="-122"/>
                <a:ea typeface="微软雅黑" panose="020B0503020204020204" charset="-122"/>
              </a:rPr>
              <a:t>导航设计应该由大多数普遍期望的用户行为来驱动，还是由已经定义的WebApp元素可感知的重要性来驱动？</a:t>
            </a:r>
          </a:p>
        </p:txBody>
      </p:sp>
      <p:sp>
        <p:nvSpPr>
          <p:cNvPr id="5" name="文本框 4"/>
          <p:cNvSpPr txBox="1"/>
          <p:nvPr/>
        </p:nvSpPr>
        <p:spPr>
          <a:xfrm>
            <a:off x="809625" y="1969770"/>
            <a:ext cx="10647045" cy="384810"/>
          </a:xfrm>
          <a:prstGeom prst="rect">
            <a:avLst/>
          </a:prstGeom>
          <a:noFill/>
        </p:spPr>
        <p:txBody>
          <a:bodyPr wrap="square" rtlCol="0" anchor="t">
            <a:spAutoFit/>
          </a:bodyPr>
          <a:lstStyle/>
          <a:p>
            <a:pPr marL="285750" indent="-285750">
              <a:buFont typeface="Arial" panose="020B0604020202020204" pitchFamily="34" charset="0"/>
              <a:buChar char="•"/>
            </a:pPr>
            <a:r>
              <a:rPr lang="zh-CN" altLang="en-US" dirty="0">
                <a:latin typeface="微软雅黑" panose="020B0503020204020204" charset="-122"/>
                <a:ea typeface="微软雅黑" panose="020B0503020204020204" charset="-122"/>
              </a:rPr>
              <a:t>一旦建立了分析模型内定义的元素间的关系，开发人员必须考虑导航需求，提出并回答下列问题：</a:t>
            </a:r>
          </a:p>
        </p:txBody>
      </p:sp>
    </p:spTree>
    <p:custDataLst>
      <p:tags r:id="rId1"/>
    </p:custDataLst>
  </p:cSld>
  <p:clrMapOvr>
    <a:masterClrMapping/>
  </p:clrMapOvr>
  <p:transition>
    <p:zoom dir="in"/>
  </p:transition>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smtClean="0">
                <a:solidFill>
                  <a:srgbClr val="FF0000"/>
                </a:solidFill>
                <a:sym typeface="+mn-ea"/>
              </a:rPr>
              <a:t>WebApp</a:t>
            </a:r>
            <a:r>
              <a:rPr lang="zh-CN" altLang="en-US" dirty="0" smtClean="0">
                <a:solidFill>
                  <a:srgbClr val="FF0000"/>
                </a:solidFill>
                <a:sym typeface="+mn-ea"/>
              </a:rPr>
              <a:t>设计</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8.6.6 </a:t>
            </a:r>
            <a:r>
              <a:rPr sz="2400" dirty="0" smtClean="0">
                <a:solidFill>
                  <a:schemeClr val="tx1"/>
                </a:solidFill>
              </a:rPr>
              <a:t>导航设计</a:t>
            </a:r>
          </a:p>
        </p:txBody>
      </p:sp>
      <p:grpSp>
        <p:nvGrpSpPr>
          <p:cNvPr id="20" name="组合 19"/>
          <p:cNvGrpSpPr/>
          <p:nvPr/>
        </p:nvGrpSpPr>
        <p:grpSpPr>
          <a:xfrm>
            <a:off x="979066" y="2107226"/>
            <a:ext cx="10234399" cy="4055110"/>
            <a:chOff x="2349500" y="4560888"/>
            <a:chExt cx="10234399" cy="4055110"/>
          </a:xfrm>
        </p:grpSpPr>
        <p:sp>
          <p:nvSpPr>
            <p:cNvPr id="3085" name="MH_SubTitle_3"/>
            <p:cNvSpPr>
              <a:spLocks noChangeArrowheads="1"/>
            </p:cNvSpPr>
            <p:nvPr/>
          </p:nvSpPr>
          <p:spPr bwMode="auto">
            <a:xfrm>
              <a:off x="3149600" y="4560888"/>
              <a:ext cx="4572000" cy="600075"/>
            </a:xfrm>
            <a:prstGeom prst="rect">
              <a:avLst/>
            </a:prstGeom>
            <a:noFill/>
            <a:ln w="9525">
              <a:noFill/>
              <a:miter lim="800000"/>
            </a:ln>
          </p:spPr>
          <p:txBody>
            <a:bodyPr anchor="b"/>
            <a:lstStyle/>
            <a:p>
              <a:pPr eaLnBrk="1" hangingPunct="1"/>
              <a:r>
                <a:rPr lang="zh-CN" altLang="en-US" sz="2000" b="1">
                  <a:solidFill>
                    <a:schemeClr val="accent6">
                      <a:lumMod val="75000"/>
                    </a:schemeClr>
                  </a:solidFill>
                  <a:latin typeface="Arial" panose="020B0604020202020204" pitchFamily="34" charset="0"/>
                  <a:ea typeface="幼圆" panose="02010509060101010101" pitchFamily="49" charset="-122"/>
                  <a:cs typeface="Arial" panose="020B0604020202020204" pitchFamily="34" charset="0"/>
                </a:rPr>
                <a:t>导航语义</a:t>
              </a:r>
            </a:p>
          </p:txBody>
        </p:sp>
        <p:sp>
          <p:nvSpPr>
            <p:cNvPr id="54" name="MH_Other_7"/>
            <p:cNvSpPr/>
            <p:nvPr/>
          </p:nvSpPr>
          <p:spPr>
            <a:xfrm>
              <a:off x="3081338" y="4576763"/>
              <a:ext cx="68262" cy="1320800"/>
            </a:xfrm>
            <a:prstGeom prst="rect">
              <a:avLst/>
            </a:prstGeom>
            <a:solidFill>
              <a:schemeClr val="accent6">
                <a:lumMod val="75000"/>
              </a:schemeClr>
            </a:solidFill>
            <a:ln w="12700" cap="flat" cmpd="sng" algn="ctr">
              <a:noFill/>
              <a:prstDash val="solid"/>
              <a:miter lim="800000"/>
            </a:ln>
            <a:effectLst/>
          </p:spPr>
          <p:txBody>
            <a:bodyPr anchor="ctr">
              <a:normAutofit/>
            </a:bodyPr>
            <a:lstStyle/>
            <a:p>
              <a:pPr algn="ctr" eaLnBrk="1" fontAlgn="auto" hangingPunct="1">
                <a:spcBef>
                  <a:spcPts val="0"/>
                </a:spcBef>
                <a:spcAft>
                  <a:spcPts val="0"/>
                </a:spcAft>
                <a:defRPr/>
              </a:pPr>
              <a:endParaRPr lang="zh-CN" altLang="en-US" kern="0">
                <a:solidFill>
                  <a:srgbClr val="FFFFFF"/>
                </a:solidFill>
                <a:latin typeface="Calibri" panose="020F0502020204030204"/>
                <a:ea typeface="幼圆" panose="02010509060101010101" pitchFamily="49" charset="-122"/>
              </a:endParaRPr>
            </a:p>
          </p:txBody>
        </p:sp>
        <p:sp>
          <p:nvSpPr>
            <p:cNvPr id="3087" name="MH_Text_3"/>
            <p:cNvSpPr>
              <a:spLocks noChangeArrowheads="1"/>
            </p:cNvSpPr>
            <p:nvPr/>
          </p:nvSpPr>
          <p:spPr bwMode="auto">
            <a:xfrm>
              <a:off x="3649980" y="5541328"/>
              <a:ext cx="8310880" cy="30746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indent="457200" algn="l" fontAlgn="auto">
                <a:lnSpc>
                  <a:spcPct val="130000"/>
                </a:lnSpc>
                <a:defRPr/>
              </a:pPr>
              <a:r>
                <a:rPr lang="en-US" altLang="zh-CN">
                  <a:latin typeface="微软雅黑" panose="020B0503020204020204" charset="-122"/>
                  <a:ea typeface="微软雅黑" panose="020B0503020204020204" charset="-122"/>
                  <a:cs typeface="Arial" panose="020B0604020202020204" pitchFamily="34" charset="0"/>
                </a:rPr>
                <a:t>在进行导航设计时，首先考虑用户层次和为每一类用户（角色）创建相关用例。每一类角色使用WebApp的方式都会有所不同，因而会有不同的导航要求。为每一类角色设计的用例定义一组类，这组类包含一个或多个内容对象，或者包含WebApp的某些功能。即每一组用例访问不同的信息及WebApp功能。</a:t>
              </a:r>
            </a:p>
          </p:txBody>
        </p:sp>
        <p:cxnSp>
          <p:nvCxnSpPr>
            <p:cNvPr id="3088" name="MH_Other_8"/>
            <p:cNvCxnSpPr>
              <a:cxnSpLocks noChangeShapeType="1"/>
            </p:cNvCxnSpPr>
            <p:nvPr/>
          </p:nvCxnSpPr>
          <p:spPr bwMode="auto">
            <a:xfrm flipV="1">
              <a:off x="3706599" y="5158127"/>
              <a:ext cx="8877300" cy="2540"/>
            </a:xfrm>
            <a:prstGeom prst="line">
              <a:avLst/>
            </a:prstGeom>
            <a:noFill/>
            <a:ln w="19050" algn="ctr">
              <a:solidFill>
                <a:srgbClr val="BFBFBF"/>
              </a:solidFill>
              <a:prstDash val="sysDash"/>
              <a:miter lim="800000"/>
            </a:ln>
          </p:spPr>
        </p:cxnSp>
        <p:sp>
          <p:nvSpPr>
            <p:cNvPr id="3089" name="MH_Other_9"/>
            <p:cNvSpPr txBox="1">
              <a:spLocks noChangeArrowheads="1"/>
            </p:cNvSpPr>
            <p:nvPr/>
          </p:nvSpPr>
          <p:spPr bwMode="auto">
            <a:xfrm>
              <a:off x="2349500" y="4576445"/>
              <a:ext cx="731520" cy="1336040"/>
            </a:xfrm>
            <a:prstGeom prst="rect">
              <a:avLst/>
            </a:prstGeom>
            <a:noFill/>
            <a:ln w="9525">
              <a:noFill/>
              <a:miter lim="800000"/>
            </a:ln>
          </p:spPr>
          <p:txBody>
            <a:bodyPr vert="eaVert" wrap="square" lIns="0" tIns="0" rIns="0" bIns="0">
              <a:spAutoFit/>
            </a:bodyPr>
            <a:lstStyle/>
            <a:p>
              <a:pPr algn="ctr" eaLnBrk="1" hangingPunct="1"/>
              <a:r>
                <a:rPr lang="en-US" altLang="zh-CN" sz="4800" b="1">
                  <a:solidFill>
                    <a:schemeClr val="accent6">
                      <a:lumMod val="75000"/>
                    </a:schemeClr>
                  </a:solidFill>
                  <a:ea typeface="幼圆" panose="02010509060101010101" pitchFamily="49" charset="-122"/>
                </a:rPr>
                <a:t>02</a:t>
              </a:r>
            </a:p>
          </p:txBody>
        </p:sp>
      </p:grpSp>
    </p:spTree>
    <p:custDataLst>
      <p:tags r:id="rId1"/>
    </p:custDataLst>
  </p:cSld>
  <p:clrMapOvr>
    <a:masterClrMapping/>
  </p:clrMapOvr>
  <p:transition>
    <p:zoom dir="in"/>
  </p:transition>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8.6 </a:t>
            </a:r>
            <a:r>
              <a:rPr lang="en-US" altLang="zh-CN" dirty="0" smtClean="0">
                <a:solidFill>
                  <a:srgbClr val="FF0000"/>
                </a:solidFill>
                <a:sym typeface="+mn-ea"/>
              </a:rPr>
              <a:t>WebApp</a:t>
            </a:r>
            <a:r>
              <a:rPr lang="zh-CN" altLang="en-US" dirty="0" smtClean="0">
                <a:solidFill>
                  <a:srgbClr val="FF0000"/>
                </a:solidFill>
                <a:sym typeface="+mn-ea"/>
              </a:rPr>
              <a:t>设计</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8.6.6 </a:t>
            </a:r>
            <a:r>
              <a:rPr sz="2400" dirty="0" smtClean="0">
                <a:solidFill>
                  <a:schemeClr val="tx1"/>
                </a:solidFill>
              </a:rPr>
              <a:t>导航设计</a:t>
            </a:r>
          </a:p>
        </p:txBody>
      </p:sp>
      <p:grpSp>
        <p:nvGrpSpPr>
          <p:cNvPr id="20" name="组合 19"/>
          <p:cNvGrpSpPr/>
          <p:nvPr/>
        </p:nvGrpSpPr>
        <p:grpSpPr>
          <a:xfrm>
            <a:off x="754276" y="1970066"/>
            <a:ext cx="10324569" cy="4009390"/>
            <a:chOff x="2349500" y="4560888"/>
            <a:chExt cx="10324569" cy="4009390"/>
          </a:xfrm>
        </p:grpSpPr>
        <p:sp>
          <p:nvSpPr>
            <p:cNvPr id="3085" name="MH_SubTitle_3"/>
            <p:cNvSpPr>
              <a:spLocks noChangeArrowheads="1"/>
            </p:cNvSpPr>
            <p:nvPr/>
          </p:nvSpPr>
          <p:spPr bwMode="auto">
            <a:xfrm>
              <a:off x="3149600" y="4560888"/>
              <a:ext cx="4572000" cy="600075"/>
            </a:xfrm>
            <a:prstGeom prst="rect">
              <a:avLst/>
            </a:prstGeom>
            <a:noFill/>
            <a:ln w="9525">
              <a:noFill/>
              <a:miter lim="800000"/>
            </a:ln>
          </p:spPr>
          <p:txBody>
            <a:bodyPr anchor="b"/>
            <a:lstStyle/>
            <a:p>
              <a:pPr eaLnBrk="1" hangingPunct="1"/>
              <a:r>
                <a:rPr lang="zh-CN" altLang="en-US" sz="2000" b="1">
                  <a:solidFill>
                    <a:srgbClr val="00B0F0"/>
                  </a:solidFill>
                  <a:latin typeface="Arial" panose="020B0604020202020204" pitchFamily="34" charset="0"/>
                  <a:ea typeface="幼圆" panose="02010509060101010101" pitchFamily="49" charset="-122"/>
                  <a:cs typeface="Arial" panose="020B0604020202020204" pitchFamily="34" charset="0"/>
                </a:rPr>
                <a:t>导航机制（语法）</a:t>
              </a:r>
            </a:p>
          </p:txBody>
        </p:sp>
        <p:sp>
          <p:nvSpPr>
            <p:cNvPr id="54" name="MH_Other_7"/>
            <p:cNvSpPr/>
            <p:nvPr/>
          </p:nvSpPr>
          <p:spPr>
            <a:xfrm>
              <a:off x="3081338" y="4576763"/>
              <a:ext cx="68262" cy="1320800"/>
            </a:xfrm>
            <a:prstGeom prst="rect">
              <a:avLst/>
            </a:prstGeom>
            <a:solidFill>
              <a:srgbClr val="00B0F0"/>
            </a:solidFill>
            <a:ln w="12700" cap="flat" cmpd="sng" algn="ctr">
              <a:noFill/>
              <a:prstDash val="solid"/>
              <a:miter lim="800000"/>
            </a:ln>
            <a:effectLst/>
          </p:spPr>
          <p:txBody>
            <a:bodyPr anchor="ctr">
              <a:normAutofit/>
            </a:bodyPr>
            <a:lstStyle/>
            <a:p>
              <a:pPr algn="ctr" eaLnBrk="1" fontAlgn="auto" hangingPunct="1">
                <a:spcBef>
                  <a:spcPts val="0"/>
                </a:spcBef>
                <a:spcAft>
                  <a:spcPts val="0"/>
                </a:spcAft>
                <a:defRPr/>
              </a:pPr>
              <a:endParaRPr lang="zh-CN" altLang="en-US" kern="0">
                <a:solidFill>
                  <a:srgbClr val="FFFFFF"/>
                </a:solidFill>
                <a:latin typeface="Calibri" panose="020F0502020204030204"/>
                <a:ea typeface="幼圆" panose="02010509060101010101" pitchFamily="49" charset="-122"/>
              </a:endParaRPr>
            </a:p>
          </p:txBody>
        </p:sp>
        <p:sp>
          <p:nvSpPr>
            <p:cNvPr id="3087" name="MH_Text_3"/>
            <p:cNvSpPr>
              <a:spLocks noChangeArrowheads="1"/>
            </p:cNvSpPr>
            <p:nvPr/>
          </p:nvSpPr>
          <p:spPr bwMode="auto">
            <a:xfrm>
              <a:off x="3646805" y="5495608"/>
              <a:ext cx="8905240" cy="30746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indent="457200" algn="l" fontAlgn="auto">
                <a:lnSpc>
                  <a:spcPct val="130000"/>
                </a:lnSpc>
                <a:defRPr/>
              </a:pPr>
              <a:r>
                <a:rPr lang="en-US" altLang="zh-CN">
                  <a:latin typeface="微软雅黑" panose="020B0503020204020204" charset="-122"/>
                  <a:ea typeface="微软雅黑" panose="020B0503020204020204" charset="-122"/>
                  <a:cs typeface="Arial" panose="020B0604020202020204" pitchFamily="34" charset="0"/>
                </a:rPr>
                <a:t>在进行WebApp设计时，需要定义导航机制。常用的导航链接有：</a:t>
              </a:r>
            </a:p>
            <a:p>
              <a:pPr marL="285750" indent="-285750" algn="l" fontAlgn="auto">
                <a:lnSpc>
                  <a:spcPct val="130000"/>
                </a:lnSpc>
                <a:buFont typeface="Wingdings" panose="05000000000000000000" charset="0"/>
                <a:buChar char="Ø"/>
                <a:defRPr/>
              </a:pPr>
              <a:r>
                <a:rPr lang="en-US" altLang="zh-CN">
                  <a:solidFill>
                    <a:srgbClr val="00B050"/>
                  </a:solidFill>
                  <a:latin typeface="微软雅黑" panose="020B0503020204020204" charset="-122"/>
                  <a:ea typeface="微软雅黑" panose="020B0503020204020204" charset="-122"/>
                  <a:cs typeface="Arial" panose="020B0604020202020204" pitchFamily="34" charset="0"/>
                </a:rPr>
                <a:t>单独的导航链接：基于文本的链接、图标、按钮、开关等。</a:t>
              </a:r>
            </a:p>
            <a:p>
              <a:pPr marL="285750" indent="-285750" algn="l" fontAlgn="auto">
                <a:lnSpc>
                  <a:spcPct val="130000"/>
                </a:lnSpc>
                <a:buFont typeface="Wingdings" panose="05000000000000000000" charset="0"/>
                <a:buChar char="Ø"/>
                <a:defRPr/>
              </a:pPr>
              <a:r>
                <a:rPr lang="en-US" altLang="zh-CN">
                  <a:solidFill>
                    <a:srgbClr val="00B050"/>
                  </a:solidFill>
                  <a:latin typeface="微软雅黑" panose="020B0503020204020204" charset="-122"/>
                  <a:ea typeface="微软雅黑" panose="020B0503020204020204" charset="-122"/>
                  <a:cs typeface="Arial" panose="020B0604020202020204" pitchFamily="34" charset="0"/>
                </a:rPr>
                <a:t>水平（或垂直）导航条：在包含合适链接的工具条中列出重要的内容或功能类别。</a:t>
              </a:r>
            </a:p>
            <a:p>
              <a:pPr marL="285750" indent="-285750" algn="l" fontAlgn="auto">
                <a:lnSpc>
                  <a:spcPct val="130000"/>
                </a:lnSpc>
                <a:buFont typeface="Wingdings" panose="05000000000000000000" charset="0"/>
                <a:buChar char="Ø"/>
                <a:defRPr/>
              </a:pPr>
              <a:r>
                <a:rPr lang="en-US" altLang="zh-CN">
                  <a:solidFill>
                    <a:srgbClr val="00B050"/>
                  </a:solidFill>
                  <a:latin typeface="微软雅黑" panose="020B0503020204020204" charset="-122"/>
                  <a:ea typeface="微软雅黑" panose="020B0503020204020204" charset="-122"/>
                  <a:cs typeface="Arial" panose="020B0604020202020204" pitchFamily="34" charset="0"/>
                </a:rPr>
                <a:t>标签：代表内容或功能类别，在需要链接时作为标签页选中。</a:t>
              </a:r>
            </a:p>
            <a:p>
              <a:pPr marL="285750" indent="-285750" algn="l" fontAlgn="auto">
                <a:lnSpc>
                  <a:spcPct val="130000"/>
                </a:lnSpc>
                <a:buFont typeface="Wingdings" panose="05000000000000000000" charset="0"/>
                <a:buChar char="Ø"/>
                <a:defRPr/>
              </a:pPr>
              <a:r>
                <a:rPr lang="en-US" altLang="zh-CN">
                  <a:solidFill>
                    <a:srgbClr val="00B050"/>
                  </a:solidFill>
                  <a:latin typeface="微软雅黑" panose="020B0503020204020204" charset="-122"/>
                  <a:ea typeface="微软雅黑" panose="020B0503020204020204" charset="-122"/>
                  <a:cs typeface="Arial" panose="020B0604020202020204" pitchFamily="34" charset="0"/>
                </a:rPr>
                <a:t>网站地图：向包含在WebApp中的所有内容对象和功能提供完整的导航内容表格。</a:t>
              </a:r>
            </a:p>
            <a:p>
              <a:pPr indent="457200" algn="l" fontAlgn="auto">
                <a:lnSpc>
                  <a:spcPct val="130000"/>
                </a:lnSpc>
                <a:defRPr/>
              </a:pPr>
              <a:r>
                <a:rPr lang="en-US" altLang="zh-CN">
                  <a:latin typeface="微软雅黑" panose="020B0503020204020204" charset="-122"/>
                  <a:ea typeface="微软雅黑" panose="020B0503020204020204" charset="-122"/>
                  <a:cs typeface="Arial" panose="020B0604020202020204" pitchFamily="34" charset="0"/>
                </a:rPr>
                <a:t>除了选择导航机制外，设计人员还应该建立合适的导航习惯。根据分析模型中所定义的内容元素和功能元素之间的关系，建立合适的导航链接。另外还应该考虑设计听觉和视觉反馈，提示用户导航选项已被选择。对于基于文本的导航，应该用颜色来显示导航链接，并给出链接已经被访问的提示。</a:t>
              </a:r>
            </a:p>
          </p:txBody>
        </p:sp>
        <p:cxnSp>
          <p:nvCxnSpPr>
            <p:cNvPr id="3088" name="MH_Other_8"/>
            <p:cNvCxnSpPr>
              <a:cxnSpLocks noChangeShapeType="1"/>
            </p:cNvCxnSpPr>
            <p:nvPr/>
          </p:nvCxnSpPr>
          <p:spPr bwMode="auto">
            <a:xfrm flipV="1">
              <a:off x="3249399" y="5127647"/>
              <a:ext cx="9424670" cy="33020"/>
            </a:xfrm>
            <a:prstGeom prst="line">
              <a:avLst/>
            </a:prstGeom>
            <a:noFill/>
            <a:ln w="19050" algn="ctr">
              <a:solidFill>
                <a:srgbClr val="BFBFBF"/>
              </a:solidFill>
              <a:prstDash val="sysDash"/>
              <a:miter lim="800000"/>
            </a:ln>
          </p:spPr>
        </p:cxnSp>
        <p:sp>
          <p:nvSpPr>
            <p:cNvPr id="3089" name="MH_Other_9"/>
            <p:cNvSpPr txBox="1">
              <a:spLocks noChangeArrowheads="1"/>
            </p:cNvSpPr>
            <p:nvPr/>
          </p:nvSpPr>
          <p:spPr bwMode="auto">
            <a:xfrm>
              <a:off x="2349500" y="4576445"/>
              <a:ext cx="731520" cy="1336040"/>
            </a:xfrm>
            <a:prstGeom prst="rect">
              <a:avLst/>
            </a:prstGeom>
            <a:noFill/>
            <a:ln w="9525">
              <a:noFill/>
              <a:miter lim="800000"/>
            </a:ln>
          </p:spPr>
          <p:txBody>
            <a:bodyPr vert="eaVert" wrap="square" lIns="0" tIns="0" rIns="0" bIns="0">
              <a:spAutoFit/>
            </a:bodyPr>
            <a:lstStyle/>
            <a:p>
              <a:pPr algn="ctr" eaLnBrk="1" hangingPunct="1"/>
              <a:r>
                <a:rPr lang="en-US" altLang="zh-CN" sz="4800" b="1">
                  <a:solidFill>
                    <a:srgbClr val="00B0F0"/>
                  </a:solidFill>
                  <a:ea typeface="幼圆" panose="02010509060101010101" pitchFamily="49" charset="-122"/>
                </a:rPr>
                <a:t>03</a:t>
              </a:r>
            </a:p>
          </p:txBody>
        </p:sp>
      </p:grpSp>
    </p:spTree>
    <p:custDataLst>
      <p:tags r:id="rId1"/>
    </p:custDataLst>
  </p:cSld>
  <p:clrMapOvr>
    <a:masterClrMapping/>
  </p:clrMapOvr>
  <p:transition>
    <p:zoom dir="in"/>
  </p:transition>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17"/>
          <p:cNvSpPr/>
          <p:nvPr>
            <p:custDataLst>
              <p:tags r:id="rId1"/>
            </p:custDataLst>
          </p:nvPr>
        </p:nvSpPr>
        <p:spPr bwMode="auto">
          <a:xfrm>
            <a:off x="-2117" y="0"/>
            <a:ext cx="7249584" cy="6858000"/>
          </a:xfrm>
          <a:custGeom>
            <a:avLst/>
            <a:gdLst>
              <a:gd name="T0" fmla="*/ 0 w 5437991"/>
              <a:gd name="T1" fmla="*/ 0 h 6858000"/>
              <a:gd name="T2" fmla="*/ 5433976 w 5437991"/>
              <a:gd name="T3" fmla="*/ 0 h 6858000"/>
              <a:gd name="T4" fmla="*/ 1631922 w 5437991"/>
              <a:gd name="T5" fmla="*/ 6858000 h 6858000"/>
              <a:gd name="T6" fmla="*/ 0 w 5437991"/>
              <a:gd name="T7" fmla="*/ 6858000 h 6858000"/>
              <a:gd name="T8" fmla="*/ 0 w 5437991"/>
              <a:gd name="T9" fmla="*/ 0 h 6858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37991" h="6858000">
                <a:moveTo>
                  <a:pt x="0" y="0"/>
                </a:moveTo>
                <a:lnTo>
                  <a:pt x="5437991" y="0"/>
                </a:lnTo>
                <a:lnTo>
                  <a:pt x="1633127" y="6858000"/>
                </a:lnTo>
                <a:lnTo>
                  <a:pt x="0" y="6858000"/>
                </a:lnTo>
                <a:lnTo>
                  <a:pt x="0" y="0"/>
                </a:lnTo>
                <a:close/>
              </a:path>
            </a:pathLst>
          </a:custGeom>
          <a:solidFill>
            <a:srgbClr val="008080"/>
          </a:solidFill>
          <a:ln w="9525">
            <a:noFill/>
            <a:round/>
          </a:ln>
        </p:spPr>
        <p:txBody>
          <a:bodyPr anchor="ctr"/>
          <a:lstStyle/>
          <a:p>
            <a:endParaRPr lang="zh-CN" altLang="en-US"/>
          </a:p>
        </p:txBody>
      </p:sp>
      <p:grpSp>
        <p:nvGrpSpPr>
          <p:cNvPr id="4" name="组合 2"/>
          <p:cNvGrpSpPr/>
          <p:nvPr/>
        </p:nvGrpSpPr>
        <p:grpSpPr>
          <a:xfrm>
            <a:off x="3428455" y="2169500"/>
            <a:ext cx="2362200" cy="2362200"/>
            <a:chOff x="977900" y="2247899"/>
            <a:chExt cx="2362200" cy="2362200"/>
          </a:xfrm>
        </p:grpSpPr>
        <p:sp>
          <p:nvSpPr>
            <p:cNvPr id="2" name="椭圆 1"/>
            <p:cNvSpPr/>
            <p:nvPr/>
          </p:nvSpPr>
          <p:spPr>
            <a:xfrm>
              <a:off x="977900" y="2247899"/>
              <a:ext cx="2362200" cy="2362200"/>
            </a:xfrm>
            <a:prstGeom prst="ellipse">
              <a:avLst/>
            </a:prstGeom>
            <a:solidFill>
              <a:schemeClr val="bg1"/>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442" name="文本框 5"/>
            <p:cNvSpPr txBox="1"/>
            <p:nvPr/>
          </p:nvSpPr>
          <p:spPr>
            <a:xfrm>
              <a:off x="1316396" y="2644169"/>
              <a:ext cx="1736009" cy="1657985"/>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9600" b="1" dirty="0">
                  <a:solidFill>
                    <a:srgbClr val="FF0000"/>
                  </a:solidFill>
                  <a:latin typeface="微软雅黑" panose="020B0503020204020204" charset="-122"/>
                  <a:ea typeface="微软雅黑" panose="020B0503020204020204" charset="-122"/>
                </a:rPr>
                <a:t>0</a:t>
              </a:r>
              <a:r>
                <a:rPr lang="en-US" sz="9600" b="1" dirty="0">
                  <a:solidFill>
                    <a:srgbClr val="FF0000"/>
                  </a:solidFill>
                  <a:latin typeface="微软雅黑" panose="020B0503020204020204" charset="-122"/>
                  <a:ea typeface="微软雅黑" panose="020B0503020204020204" charset="-122"/>
                </a:rPr>
                <a:t>7</a:t>
              </a:r>
            </a:p>
          </p:txBody>
        </p:sp>
      </p:grpSp>
      <p:sp>
        <p:nvSpPr>
          <p:cNvPr id="40" name="文本框 39"/>
          <p:cNvSpPr txBox="1"/>
          <p:nvPr/>
        </p:nvSpPr>
        <p:spPr>
          <a:xfrm>
            <a:off x="6006555" y="2913198"/>
            <a:ext cx="5137150" cy="874395"/>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WebApp</a:t>
            </a:r>
            <a:r>
              <a:rPr kumimoji="0" lang="zh-CN" altLang="en-US" sz="4800" b="1"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测试</a:t>
            </a:r>
          </a:p>
        </p:txBody>
      </p:sp>
      <p:grpSp>
        <p:nvGrpSpPr>
          <p:cNvPr id="11" name="组合 10"/>
          <p:cNvGrpSpPr/>
          <p:nvPr/>
        </p:nvGrpSpPr>
        <p:grpSpPr>
          <a:xfrm>
            <a:off x="6006465" y="4013835"/>
            <a:ext cx="3712845" cy="835660"/>
            <a:chOff x="9459" y="7259"/>
            <a:chExt cx="5847" cy="1316"/>
          </a:xfrm>
        </p:grpSpPr>
        <p:sp>
          <p:nvSpPr>
            <p:cNvPr id="48" name="文本框 47"/>
            <p:cNvSpPr txBox="1"/>
            <p:nvPr/>
          </p:nvSpPr>
          <p:spPr>
            <a:xfrm>
              <a:off x="9459" y="7259"/>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测试过程概述</a:t>
              </a:r>
            </a:p>
          </p:txBody>
        </p:sp>
        <p:sp>
          <p:nvSpPr>
            <p:cNvPr id="50" name="文本框 49"/>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内容测试</a:t>
              </a:r>
            </a:p>
          </p:txBody>
        </p:sp>
      </p:grpSp>
      <p:grpSp>
        <p:nvGrpSpPr>
          <p:cNvPr id="16" name="组合 15"/>
          <p:cNvGrpSpPr/>
          <p:nvPr/>
        </p:nvGrpSpPr>
        <p:grpSpPr>
          <a:xfrm>
            <a:off x="6006465" y="4849495"/>
            <a:ext cx="3712210" cy="835660"/>
            <a:chOff x="9459" y="7637"/>
            <a:chExt cx="5846" cy="1316"/>
          </a:xfrm>
        </p:grpSpPr>
        <p:sp>
          <p:nvSpPr>
            <p:cNvPr id="5" name="文本框 4"/>
            <p:cNvSpPr txBox="1"/>
            <p:nvPr/>
          </p:nvSpPr>
          <p:spPr>
            <a:xfrm>
              <a:off x="9459" y="763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界面测试</a:t>
              </a:r>
            </a:p>
          </p:txBody>
        </p:sp>
        <p:sp>
          <p:nvSpPr>
            <p:cNvPr id="6" name="文本框 5"/>
            <p:cNvSpPr txBox="1"/>
            <p:nvPr/>
          </p:nvSpPr>
          <p:spPr>
            <a:xfrm>
              <a:off x="9459" y="8295"/>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导航测试</a:t>
              </a:r>
            </a:p>
          </p:txBody>
        </p:sp>
      </p:grpSp>
      <p:sp>
        <p:nvSpPr>
          <p:cNvPr id="9" name="文本框 8"/>
          <p:cNvSpPr txBox="1"/>
          <p:nvPr/>
        </p:nvSpPr>
        <p:spPr>
          <a:xfrm>
            <a:off x="8498205" y="4849495"/>
            <a:ext cx="3712845" cy="4178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性能测试</a:t>
            </a:r>
          </a:p>
        </p:txBody>
      </p:sp>
      <p:grpSp>
        <p:nvGrpSpPr>
          <p:cNvPr id="13" name="组合 12"/>
          <p:cNvGrpSpPr/>
          <p:nvPr/>
        </p:nvGrpSpPr>
        <p:grpSpPr>
          <a:xfrm>
            <a:off x="8498205" y="4013835"/>
            <a:ext cx="3712845" cy="835660"/>
            <a:chOff x="9459" y="7259"/>
            <a:chExt cx="5847" cy="1316"/>
          </a:xfrm>
        </p:grpSpPr>
        <p:sp>
          <p:nvSpPr>
            <p:cNvPr id="14" name="文本框 13"/>
            <p:cNvSpPr txBox="1"/>
            <p:nvPr/>
          </p:nvSpPr>
          <p:spPr>
            <a:xfrm>
              <a:off x="9459" y="7259"/>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配置测试</a:t>
              </a:r>
            </a:p>
          </p:txBody>
        </p:sp>
        <p:sp>
          <p:nvSpPr>
            <p:cNvPr id="15" name="文本框 14"/>
            <p:cNvSpPr txBox="1"/>
            <p:nvPr/>
          </p:nvSpPr>
          <p:spPr>
            <a:xfrm>
              <a:off x="9459" y="7917"/>
              <a:ext cx="5847" cy="65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bg2">
                      <a:lumMod val="50000"/>
                    </a:schemeClr>
                  </a:solidFill>
                  <a:effectLst/>
                  <a:uLnTx/>
                  <a:uFillTx/>
                  <a:latin typeface="微软雅黑" panose="020B0503020204020204" charset="-122"/>
                  <a:ea typeface="微软雅黑" panose="020B0503020204020204" charset="-122"/>
                  <a:cs typeface="+mn-cs"/>
                </a:rPr>
                <a:t>安全性测试</a:t>
              </a:r>
            </a:p>
          </p:txBody>
        </p:sp>
      </p:grpSp>
    </p:spTree>
  </p:cSld>
  <p:clrMapOvr>
    <a:masterClrMapping/>
  </p:clrMapOvr>
  <p:transition spd="slow">
    <p:wipe/>
  </p:transition>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8.7 </a:t>
            </a:r>
            <a:r>
              <a:rPr lang="en-US" altLang="zh-CN" dirty="0" err="1" smtClean="0">
                <a:solidFill>
                  <a:srgbClr val="FF0000"/>
                </a:solidFill>
                <a:sym typeface="+mn-ea"/>
              </a:rPr>
              <a:t>WebApp</a:t>
            </a:r>
            <a:r>
              <a:rPr lang="zh-CN" altLang="en-US" dirty="0" smtClean="0">
                <a:solidFill>
                  <a:srgbClr val="FF0000"/>
                </a:solidFill>
                <a:sym typeface="+mn-ea"/>
              </a:rPr>
              <a:t>测试</a:t>
            </a:r>
          </a:p>
        </p:txBody>
      </p:sp>
      <p:grpSp>
        <p:nvGrpSpPr>
          <p:cNvPr id="9" name="组合 8"/>
          <p:cNvGrpSpPr/>
          <p:nvPr/>
        </p:nvGrpSpPr>
        <p:grpSpPr>
          <a:xfrm>
            <a:off x="7488353" y="2161186"/>
            <a:ext cx="4004732" cy="2735263"/>
            <a:chOff x="631497" y="2493909"/>
            <a:chExt cx="4004732" cy="2735263"/>
          </a:xfrm>
        </p:grpSpPr>
        <p:sp>
          <p:nvSpPr>
            <p:cNvPr id="21" name="MH_SubTitle_1"/>
            <p:cNvSpPr/>
            <p:nvPr>
              <p:custDataLst>
                <p:tags r:id="rId3"/>
              </p:custDataLst>
            </p:nvPr>
          </p:nvSpPr>
          <p:spPr>
            <a:xfrm>
              <a:off x="631497" y="2493909"/>
              <a:ext cx="1996017" cy="1362075"/>
            </a:xfrm>
            <a:custGeom>
              <a:avLst/>
              <a:gdLst>
                <a:gd name="connsiteX0" fmla="*/ 642391 w 2037100"/>
                <a:gd name="connsiteY0" fmla="*/ 48 h 1855148"/>
                <a:gd name="connsiteX1" fmla="*/ 1525960 w 2037100"/>
                <a:gd name="connsiteY1" fmla="*/ 299770 h 1855148"/>
                <a:gd name="connsiteX2" fmla="*/ 2017271 w 2037100"/>
                <a:gd name="connsiteY2" fmla="*/ 1687170 h 1855148"/>
                <a:gd name="connsiteX3" fmla="*/ 2009145 w 2037100"/>
                <a:gd name="connsiteY3" fmla="*/ 1728202 h 1855148"/>
                <a:gd name="connsiteX4" fmla="*/ 1970730 w 2037100"/>
                <a:gd name="connsiteY4" fmla="*/ 1744754 h 1855148"/>
                <a:gd name="connsiteX5" fmla="*/ 511140 w 2037100"/>
                <a:gd name="connsiteY5" fmla="*/ 1555378 h 1855148"/>
                <a:gd name="connsiteX6" fmla="*/ 19829 w 2037100"/>
                <a:gd name="connsiteY6" fmla="*/ 167979 h 1855148"/>
                <a:gd name="connsiteX7" fmla="*/ 27955 w 2037100"/>
                <a:gd name="connsiteY7" fmla="*/ 126946 h 1855148"/>
                <a:gd name="connsiteX8" fmla="*/ 66371 w 2037100"/>
                <a:gd name="connsiteY8" fmla="*/ 110395 h 1855148"/>
                <a:gd name="connsiteX9" fmla="*/ 642391 w 2037100"/>
                <a:gd name="connsiteY9" fmla="*/ 48 h 1855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37100" h="1855148">
                  <a:moveTo>
                    <a:pt x="642391" y="48"/>
                  </a:moveTo>
                  <a:cubicBezTo>
                    <a:pt x="962148" y="-2471"/>
                    <a:pt x="1272177" y="94656"/>
                    <a:pt x="1525960" y="299770"/>
                  </a:cubicBezTo>
                  <a:cubicBezTo>
                    <a:pt x="1932011" y="627952"/>
                    <a:pt x="2097967" y="1154910"/>
                    <a:pt x="2017271" y="1687170"/>
                  </a:cubicBezTo>
                  <a:lnTo>
                    <a:pt x="2009145" y="1728202"/>
                  </a:lnTo>
                  <a:lnTo>
                    <a:pt x="1970730" y="1744754"/>
                  </a:lnTo>
                  <a:cubicBezTo>
                    <a:pt x="1467236" y="1935295"/>
                    <a:pt x="917192" y="1883561"/>
                    <a:pt x="511140" y="1555378"/>
                  </a:cubicBezTo>
                  <a:cubicBezTo>
                    <a:pt x="105089" y="1227196"/>
                    <a:pt x="-60866" y="700239"/>
                    <a:pt x="19829" y="167979"/>
                  </a:cubicBezTo>
                  <a:lnTo>
                    <a:pt x="27955" y="126946"/>
                  </a:lnTo>
                  <a:lnTo>
                    <a:pt x="66371" y="110395"/>
                  </a:lnTo>
                  <a:cubicBezTo>
                    <a:pt x="255181" y="38942"/>
                    <a:pt x="450537" y="1559"/>
                    <a:pt x="642391" y="48"/>
                  </a:cubicBezTo>
                  <a:close/>
                </a:path>
              </a:pathLst>
            </a:custGeom>
            <a:blipFill>
              <a:blip r:embed="rId10" cstate="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fontAlgn="auto" hangingPunct="1">
                <a:spcBef>
                  <a:spcPts val="0"/>
                </a:spcBef>
                <a:spcAft>
                  <a:spcPts val="0"/>
                </a:spcAft>
                <a:defRPr/>
              </a:pPr>
              <a:r>
                <a:rPr lang="en-US" altLang="zh-CN" sz="2000" dirty="0" smtClean="0">
                  <a:solidFill>
                    <a:srgbClr val="FFFFFF"/>
                  </a:solidFill>
                  <a:latin typeface="微软雅黑" panose="020B0503020204020204" charset="-122"/>
                  <a:ea typeface="微软雅黑" panose="020B0503020204020204" charset="-122"/>
                </a:rPr>
                <a:t> </a:t>
              </a:r>
              <a:endParaRPr lang="zh-CN" altLang="en-US" sz="2000" dirty="0">
                <a:solidFill>
                  <a:srgbClr val="FFFFFF"/>
                </a:solidFill>
                <a:latin typeface="微软雅黑" panose="020B0503020204020204" charset="-122"/>
                <a:ea typeface="微软雅黑" panose="020B0503020204020204" charset="-122"/>
              </a:endParaRPr>
            </a:p>
          </p:txBody>
        </p:sp>
        <p:sp>
          <p:nvSpPr>
            <p:cNvPr id="22" name="MH_SubTitle_2"/>
            <p:cNvSpPr/>
            <p:nvPr>
              <p:custDataLst>
                <p:tags r:id="rId4"/>
              </p:custDataLst>
            </p:nvPr>
          </p:nvSpPr>
          <p:spPr>
            <a:xfrm>
              <a:off x="2640213" y="2493909"/>
              <a:ext cx="1996016" cy="1362075"/>
            </a:xfrm>
            <a:custGeom>
              <a:avLst/>
              <a:gdLst>
                <a:gd name="connsiteX0" fmla="*/ 1394709 w 2037100"/>
                <a:gd name="connsiteY0" fmla="*/ 48 h 1855148"/>
                <a:gd name="connsiteX1" fmla="*/ 1970730 w 2037100"/>
                <a:gd name="connsiteY1" fmla="*/ 110395 h 1855148"/>
                <a:gd name="connsiteX2" fmla="*/ 2009145 w 2037100"/>
                <a:gd name="connsiteY2" fmla="*/ 126946 h 1855148"/>
                <a:gd name="connsiteX3" fmla="*/ 2017271 w 2037100"/>
                <a:gd name="connsiteY3" fmla="*/ 167979 h 1855148"/>
                <a:gd name="connsiteX4" fmla="*/ 1525960 w 2037100"/>
                <a:gd name="connsiteY4" fmla="*/ 1555378 h 1855148"/>
                <a:gd name="connsiteX5" fmla="*/ 66370 w 2037100"/>
                <a:gd name="connsiteY5" fmla="*/ 1744754 h 1855148"/>
                <a:gd name="connsiteX6" fmla="*/ 27955 w 2037100"/>
                <a:gd name="connsiteY6" fmla="*/ 1728202 h 1855148"/>
                <a:gd name="connsiteX7" fmla="*/ 19829 w 2037100"/>
                <a:gd name="connsiteY7" fmla="*/ 1687170 h 1855148"/>
                <a:gd name="connsiteX8" fmla="*/ 511140 w 2037100"/>
                <a:gd name="connsiteY8" fmla="*/ 299770 h 1855148"/>
                <a:gd name="connsiteX9" fmla="*/ 1394709 w 2037100"/>
                <a:gd name="connsiteY9" fmla="*/ 48 h 1855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37100" h="1855148">
                  <a:moveTo>
                    <a:pt x="1394709" y="48"/>
                  </a:moveTo>
                  <a:cubicBezTo>
                    <a:pt x="1586563" y="1559"/>
                    <a:pt x="1781920" y="38942"/>
                    <a:pt x="1970730" y="110395"/>
                  </a:cubicBezTo>
                  <a:lnTo>
                    <a:pt x="2009145" y="126946"/>
                  </a:lnTo>
                  <a:lnTo>
                    <a:pt x="2017271" y="167979"/>
                  </a:lnTo>
                  <a:cubicBezTo>
                    <a:pt x="2097966" y="700239"/>
                    <a:pt x="1932011" y="1227196"/>
                    <a:pt x="1525960" y="1555378"/>
                  </a:cubicBezTo>
                  <a:cubicBezTo>
                    <a:pt x="1119908" y="1883561"/>
                    <a:pt x="569864" y="1935295"/>
                    <a:pt x="66370" y="1744754"/>
                  </a:cubicBezTo>
                  <a:lnTo>
                    <a:pt x="27955" y="1728202"/>
                  </a:lnTo>
                  <a:lnTo>
                    <a:pt x="19829" y="1687170"/>
                  </a:lnTo>
                  <a:cubicBezTo>
                    <a:pt x="-60867" y="1154910"/>
                    <a:pt x="105089" y="627952"/>
                    <a:pt x="511140" y="299770"/>
                  </a:cubicBezTo>
                  <a:cubicBezTo>
                    <a:pt x="764922" y="94656"/>
                    <a:pt x="1074952" y="-2471"/>
                    <a:pt x="1394709" y="48"/>
                  </a:cubicBezTo>
                  <a:close/>
                </a:path>
              </a:pathLst>
            </a:custGeom>
            <a:blipFill>
              <a:blip r:embed="rId11" cstate="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fontAlgn="auto" hangingPunct="1">
                <a:spcBef>
                  <a:spcPts val="0"/>
                </a:spcBef>
                <a:spcAft>
                  <a:spcPts val="0"/>
                </a:spcAft>
                <a:defRPr/>
              </a:pPr>
              <a:r>
                <a:rPr lang="en-US" altLang="zh-CN" sz="2000" dirty="0" smtClean="0">
                  <a:solidFill>
                    <a:srgbClr val="FFFFFF"/>
                  </a:solidFill>
                  <a:latin typeface="微软雅黑" panose="020B0503020204020204" charset="-122"/>
                  <a:ea typeface="微软雅黑" panose="020B0503020204020204" charset="-122"/>
                </a:rPr>
                <a:t> </a:t>
              </a:r>
              <a:endParaRPr lang="zh-CN" altLang="en-US" sz="2000" dirty="0">
                <a:solidFill>
                  <a:srgbClr val="FFFFFF"/>
                </a:solidFill>
                <a:latin typeface="微软雅黑" panose="020B0503020204020204" charset="-122"/>
                <a:ea typeface="微软雅黑" panose="020B0503020204020204" charset="-122"/>
              </a:endParaRPr>
            </a:p>
          </p:txBody>
        </p:sp>
        <p:sp>
          <p:nvSpPr>
            <p:cNvPr id="23" name="MH_SubTitle_3"/>
            <p:cNvSpPr/>
            <p:nvPr>
              <p:custDataLst>
                <p:tags r:id="rId5"/>
              </p:custDataLst>
            </p:nvPr>
          </p:nvSpPr>
          <p:spPr>
            <a:xfrm>
              <a:off x="631497" y="3865509"/>
              <a:ext cx="1996017" cy="1363663"/>
            </a:xfrm>
            <a:custGeom>
              <a:avLst/>
              <a:gdLst>
                <a:gd name="connsiteX0" fmla="*/ 1394709 w 2037100"/>
                <a:gd name="connsiteY0" fmla="*/ 47 h 1855146"/>
                <a:gd name="connsiteX1" fmla="*/ 1970730 w 2037100"/>
                <a:gd name="connsiteY1" fmla="*/ 110394 h 1855146"/>
                <a:gd name="connsiteX2" fmla="*/ 2009145 w 2037100"/>
                <a:gd name="connsiteY2" fmla="*/ 126945 h 1855146"/>
                <a:gd name="connsiteX3" fmla="*/ 2017271 w 2037100"/>
                <a:gd name="connsiteY3" fmla="*/ 167978 h 1855146"/>
                <a:gd name="connsiteX4" fmla="*/ 1525960 w 2037100"/>
                <a:gd name="connsiteY4" fmla="*/ 1555377 h 1855146"/>
                <a:gd name="connsiteX5" fmla="*/ 66370 w 2037100"/>
                <a:gd name="connsiteY5" fmla="*/ 1744752 h 1855146"/>
                <a:gd name="connsiteX6" fmla="*/ 27955 w 2037100"/>
                <a:gd name="connsiteY6" fmla="*/ 1728201 h 1855146"/>
                <a:gd name="connsiteX7" fmla="*/ 19829 w 2037100"/>
                <a:gd name="connsiteY7" fmla="*/ 1687168 h 1855146"/>
                <a:gd name="connsiteX8" fmla="*/ 511140 w 2037100"/>
                <a:gd name="connsiteY8" fmla="*/ 299769 h 1855146"/>
                <a:gd name="connsiteX9" fmla="*/ 1394709 w 2037100"/>
                <a:gd name="connsiteY9" fmla="*/ 47 h 1855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37100" h="1855146">
                  <a:moveTo>
                    <a:pt x="1394709" y="47"/>
                  </a:moveTo>
                  <a:cubicBezTo>
                    <a:pt x="1586563" y="1558"/>
                    <a:pt x="1781919" y="38941"/>
                    <a:pt x="1970730" y="110394"/>
                  </a:cubicBezTo>
                  <a:lnTo>
                    <a:pt x="2009145" y="126945"/>
                  </a:lnTo>
                  <a:lnTo>
                    <a:pt x="2017271" y="167978"/>
                  </a:lnTo>
                  <a:cubicBezTo>
                    <a:pt x="2097966" y="700237"/>
                    <a:pt x="1932011" y="1227194"/>
                    <a:pt x="1525960" y="1555377"/>
                  </a:cubicBezTo>
                  <a:cubicBezTo>
                    <a:pt x="1119908" y="1883559"/>
                    <a:pt x="569864" y="1935294"/>
                    <a:pt x="66370" y="1744752"/>
                  </a:cubicBezTo>
                  <a:lnTo>
                    <a:pt x="27955" y="1728201"/>
                  </a:lnTo>
                  <a:lnTo>
                    <a:pt x="19829" y="1687168"/>
                  </a:lnTo>
                  <a:cubicBezTo>
                    <a:pt x="-60867" y="1154909"/>
                    <a:pt x="105089" y="627951"/>
                    <a:pt x="511140" y="299769"/>
                  </a:cubicBezTo>
                  <a:cubicBezTo>
                    <a:pt x="764923" y="94655"/>
                    <a:pt x="1074952" y="-2472"/>
                    <a:pt x="1394709" y="47"/>
                  </a:cubicBezTo>
                  <a:close/>
                </a:path>
              </a:pathLst>
            </a:custGeom>
            <a:blipFill>
              <a:blip r:embed="rId12" cstate="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fontAlgn="auto" hangingPunct="1">
                <a:spcBef>
                  <a:spcPts val="0"/>
                </a:spcBef>
                <a:spcAft>
                  <a:spcPts val="0"/>
                </a:spcAft>
                <a:defRPr/>
              </a:pPr>
              <a:r>
                <a:rPr lang="en-US" altLang="zh-CN" sz="2000" dirty="0" smtClean="0">
                  <a:solidFill>
                    <a:srgbClr val="FFFFFF"/>
                  </a:solidFill>
                  <a:latin typeface="微软雅黑" panose="020B0503020204020204" charset="-122"/>
                  <a:ea typeface="微软雅黑" panose="020B0503020204020204" charset="-122"/>
                </a:rPr>
                <a:t> </a:t>
              </a:r>
              <a:endParaRPr lang="zh-CN" altLang="en-US" sz="2000" dirty="0">
                <a:solidFill>
                  <a:srgbClr val="FFFFFF"/>
                </a:solidFill>
                <a:latin typeface="微软雅黑" panose="020B0503020204020204" charset="-122"/>
                <a:ea typeface="微软雅黑" panose="020B0503020204020204" charset="-122"/>
              </a:endParaRPr>
            </a:p>
          </p:txBody>
        </p:sp>
        <p:sp>
          <p:nvSpPr>
            <p:cNvPr id="24" name="MH_SubTitle_4"/>
            <p:cNvSpPr/>
            <p:nvPr>
              <p:custDataLst>
                <p:tags r:id="rId6"/>
              </p:custDataLst>
            </p:nvPr>
          </p:nvSpPr>
          <p:spPr>
            <a:xfrm>
              <a:off x="2640213" y="3865509"/>
              <a:ext cx="1996016" cy="1363663"/>
            </a:xfrm>
            <a:custGeom>
              <a:avLst/>
              <a:gdLst>
                <a:gd name="connsiteX0" fmla="*/ 642391 w 2037100"/>
                <a:gd name="connsiteY0" fmla="*/ 47 h 1855146"/>
                <a:gd name="connsiteX1" fmla="*/ 1525960 w 2037100"/>
                <a:gd name="connsiteY1" fmla="*/ 299769 h 1855146"/>
                <a:gd name="connsiteX2" fmla="*/ 2017271 w 2037100"/>
                <a:gd name="connsiteY2" fmla="*/ 1687168 h 1855146"/>
                <a:gd name="connsiteX3" fmla="*/ 2009145 w 2037100"/>
                <a:gd name="connsiteY3" fmla="*/ 1728201 h 1855146"/>
                <a:gd name="connsiteX4" fmla="*/ 1970730 w 2037100"/>
                <a:gd name="connsiteY4" fmla="*/ 1744752 h 1855146"/>
                <a:gd name="connsiteX5" fmla="*/ 511140 w 2037100"/>
                <a:gd name="connsiteY5" fmla="*/ 1555377 h 1855146"/>
                <a:gd name="connsiteX6" fmla="*/ 19829 w 2037100"/>
                <a:gd name="connsiteY6" fmla="*/ 167978 h 1855146"/>
                <a:gd name="connsiteX7" fmla="*/ 27955 w 2037100"/>
                <a:gd name="connsiteY7" fmla="*/ 126945 h 1855146"/>
                <a:gd name="connsiteX8" fmla="*/ 66370 w 2037100"/>
                <a:gd name="connsiteY8" fmla="*/ 110394 h 1855146"/>
                <a:gd name="connsiteX9" fmla="*/ 642391 w 2037100"/>
                <a:gd name="connsiteY9" fmla="*/ 47 h 1855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37100" h="1855146">
                  <a:moveTo>
                    <a:pt x="642391" y="47"/>
                  </a:moveTo>
                  <a:cubicBezTo>
                    <a:pt x="962148" y="-2472"/>
                    <a:pt x="1272178" y="94655"/>
                    <a:pt x="1525960" y="299769"/>
                  </a:cubicBezTo>
                  <a:cubicBezTo>
                    <a:pt x="1932011" y="627951"/>
                    <a:pt x="2097967" y="1154909"/>
                    <a:pt x="2017271" y="1687168"/>
                  </a:cubicBezTo>
                  <a:lnTo>
                    <a:pt x="2009145" y="1728201"/>
                  </a:lnTo>
                  <a:lnTo>
                    <a:pt x="1970730" y="1744752"/>
                  </a:lnTo>
                  <a:cubicBezTo>
                    <a:pt x="1467237" y="1935294"/>
                    <a:pt x="917192" y="1883559"/>
                    <a:pt x="511140" y="1555377"/>
                  </a:cubicBezTo>
                  <a:cubicBezTo>
                    <a:pt x="105089" y="1227194"/>
                    <a:pt x="-60866" y="700237"/>
                    <a:pt x="19829" y="167978"/>
                  </a:cubicBezTo>
                  <a:lnTo>
                    <a:pt x="27955" y="126945"/>
                  </a:lnTo>
                  <a:lnTo>
                    <a:pt x="66370" y="110394"/>
                  </a:lnTo>
                  <a:cubicBezTo>
                    <a:pt x="255181" y="38941"/>
                    <a:pt x="450537" y="1558"/>
                    <a:pt x="642391" y="47"/>
                  </a:cubicBezTo>
                  <a:close/>
                </a:path>
              </a:pathLst>
            </a:custGeom>
            <a:blipFill>
              <a:blip r:embed="rId13" cstate="prin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fontAlgn="auto" hangingPunct="1">
                <a:spcBef>
                  <a:spcPts val="0"/>
                </a:spcBef>
                <a:spcAft>
                  <a:spcPts val="0"/>
                </a:spcAft>
                <a:defRPr/>
              </a:pPr>
              <a:r>
                <a:rPr lang="en-US" altLang="zh-CN" sz="2000" dirty="0" smtClean="0">
                  <a:solidFill>
                    <a:srgbClr val="FFFFFF"/>
                  </a:solidFill>
                  <a:latin typeface="微软雅黑" panose="020B0503020204020204" charset="-122"/>
                  <a:ea typeface="微软雅黑" panose="020B0503020204020204" charset="-122"/>
                </a:rPr>
                <a:t> </a:t>
              </a:r>
              <a:endParaRPr lang="zh-CN" altLang="en-US" sz="2000" dirty="0">
                <a:solidFill>
                  <a:srgbClr val="FFFFFF"/>
                </a:solidFill>
                <a:latin typeface="微软雅黑" panose="020B0503020204020204" charset="-122"/>
                <a:ea typeface="微软雅黑" panose="020B0503020204020204" charset="-122"/>
              </a:endParaRPr>
            </a:p>
          </p:txBody>
        </p:sp>
        <p:sp>
          <p:nvSpPr>
            <p:cNvPr id="25" name="MH_Other_1"/>
            <p:cNvSpPr>
              <a:spLocks noChangeArrowheads="1"/>
            </p:cNvSpPr>
            <p:nvPr>
              <p:custDataLst>
                <p:tags r:id="rId7"/>
              </p:custDataLst>
            </p:nvPr>
          </p:nvSpPr>
          <p:spPr bwMode="gray">
            <a:xfrm>
              <a:off x="1975581" y="3367034"/>
              <a:ext cx="1316567" cy="989013"/>
            </a:xfrm>
            <a:prstGeom prst="ellipse">
              <a:avLst/>
            </a:prstGeom>
            <a:solidFill>
              <a:schemeClr val="bg1">
                <a:alpha val="50195"/>
              </a:schemeClr>
            </a:solidFill>
            <a:ln>
              <a:noFill/>
            </a:ln>
            <a:extLst>
              <a:ext uri="{91240B29-F687-4F45-9708-019B960494DF}">
                <a14:hiddenLine xmlns="" xmlns:a14="http://schemas.microsoft.com/office/drawing/2010/main" w="9525">
                  <a:solidFill>
                    <a:srgbClr val="000000"/>
                  </a:solidFill>
                  <a:round/>
                </a14:hiddenLine>
              </a:ext>
            </a:extLst>
          </p:spPr>
          <p:txBody>
            <a:bodyPr anchor="ctr">
              <a:normAutofit/>
            </a:bodyPr>
            <a:lstStyle/>
            <a:p>
              <a:pPr eaLnBrk="1" fontAlgn="auto" hangingPunct="1">
                <a:spcBef>
                  <a:spcPts val="0"/>
                </a:spcBef>
                <a:spcAft>
                  <a:spcPts val="0"/>
                </a:spcAft>
                <a:defRPr/>
              </a:pPr>
              <a:endParaRPr lang="zh-CN" altLang="en-US" sz="1350">
                <a:latin typeface="+mn-lt"/>
                <a:ea typeface="+mn-ea"/>
              </a:endParaRPr>
            </a:p>
          </p:txBody>
        </p:sp>
      </p:grpSp>
      <p:sp>
        <p:nvSpPr>
          <p:cNvPr id="26" name="MH_Desc_1"/>
          <p:cNvSpPr/>
          <p:nvPr>
            <p:custDataLst>
              <p:tags r:id="rId2"/>
            </p:custDataLst>
          </p:nvPr>
        </p:nvSpPr>
        <p:spPr bwMode="auto">
          <a:xfrm>
            <a:off x="942663" y="1750515"/>
            <a:ext cx="5725160" cy="3968750"/>
          </a:xfrm>
          <a:prstGeom prst="rect">
            <a:avLst/>
          </a:prstGeom>
          <a:noFill/>
          <a:ln w="3175">
            <a:solidFill>
              <a:schemeClr val="accent3"/>
            </a:solid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fontAlgn="auto">
              <a:lnSpc>
                <a:spcPct val="120000"/>
              </a:lnSpc>
            </a:pPr>
            <a:endParaRPr lang="en-US" altLang="zh-CN" dirty="0" smtClean="0">
              <a:solidFill>
                <a:schemeClr val="tx1"/>
              </a:solidFill>
              <a:latin typeface="微软雅黑" panose="020B0503020204020204" charset="-122"/>
              <a:ea typeface="微软雅黑" panose="020B0503020204020204" charset="-122"/>
              <a:sym typeface="Arial" panose="020B0604020202020204" pitchFamily="34" charset="0"/>
            </a:endParaRPr>
          </a:p>
          <a:p>
            <a:pPr indent="457200" fontAlgn="auto">
              <a:lnSpc>
                <a:spcPct val="120000"/>
              </a:lnSpc>
            </a:pPr>
            <a:r>
              <a:rPr lang="zh-CN" altLang="en-US" dirty="0" smtClean="0">
                <a:solidFill>
                  <a:schemeClr val="tx1"/>
                </a:solidFill>
                <a:latin typeface="微软雅黑" panose="020B0503020204020204" charset="-122"/>
                <a:ea typeface="微软雅黑" panose="020B0503020204020204" charset="-122"/>
                <a:sym typeface="Arial" panose="020B0604020202020204" pitchFamily="34" charset="0"/>
              </a:rPr>
              <a:t>随着Web技术和移动互联网的发展，越来越多的应用被迁移到了云端，这也使得用户可以随时随地使用它们。目前大量的优质应用，逐渐提升了用户的品味，也降低了用户的容忍度。如果你的Web应用无法使用户满意，那么用户很快就会选择其他的WebApp。对于开发者来说，建立良好的客户口碑才是最有意义的事情。在完成了Web应用的设计和开发工作后，并不意味着你就可以直接发布了，你还需要从各方面来对其进行测试，以便让用户在使用过程中，不会出现各种各样的问题，比如性能、使用体验、安全问题等。</a:t>
            </a:r>
          </a:p>
        </p:txBody>
      </p:sp>
    </p:spTree>
    <p:custDataLst>
      <p:tags r:id="rId1"/>
    </p:custDataLst>
  </p:cSld>
  <p:clrMapOvr>
    <a:masterClrMapping/>
  </p:clrMapOvr>
  <p:transition>
    <p:comb dir="vert"/>
  </p:transition>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8.7 </a:t>
            </a:r>
            <a:r>
              <a:rPr lang="en-US" altLang="zh-CN" dirty="0" smtClean="0">
                <a:solidFill>
                  <a:srgbClr val="FF0000"/>
                </a:solidFill>
                <a:sym typeface="+mn-ea"/>
              </a:rPr>
              <a:t>WebApp</a:t>
            </a:r>
            <a:r>
              <a:rPr lang="zh-CN" altLang="en-US" dirty="0" smtClean="0">
                <a:solidFill>
                  <a:srgbClr val="FF0000"/>
                </a:solidFill>
                <a:sym typeface="+mn-ea"/>
              </a:rPr>
              <a:t>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8.7.1 </a:t>
            </a:r>
            <a:r>
              <a:rPr sz="2400" dirty="0" smtClean="0">
                <a:solidFill>
                  <a:schemeClr val="tx1"/>
                </a:solidFill>
              </a:rPr>
              <a:t>测试过程概述</a:t>
            </a:r>
          </a:p>
        </p:txBody>
      </p:sp>
      <p:grpSp>
        <p:nvGrpSpPr>
          <p:cNvPr id="25" name="组合 24"/>
          <p:cNvGrpSpPr/>
          <p:nvPr/>
        </p:nvGrpSpPr>
        <p:grpSpPr>
          <a:xfrm>
            <a:off x="1308378" y="2905631"/>
            <a:ext cx="9378671" cy="923925"/>
            <a:chOff x="1308378" y="2238881"/>
            <a:chExt cx="9378671" cy="923925"/>
          </a:xfrm>
        </p:grpSpPr>
        <p:sp>
          <p:nvSpPr>
            <p:cNvPr id="8" name="MH_Other_1"/>
            <p:cNvSpPr>
              <a:spLocks noChangeArrowheads="1"/>
            </p:cNvSpPr>
            <p:nvPr>
              <p:custDataLst>
                <p:tags r:id="rId12"/>
              </p:custDataLst>
            </p:nvPr>
          </p:nvSpPr>
          <p:spPr bwMode="auto">
            <a:xfrm>
              <a:off x="1308378" y="2238881"/>
              <a:ext cx="673100" cy="504825"/>
            </a:xfrm>
            <a:prstGeom prst="rect">
              <a:avLst/>
            </a:prstGeom>
            <a:solidFill>
              <a:srgbClr val="25B4E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01</a:t>
              </a:r>
              <a:endParaRPr lang="zh-CN" altLang="en-US" sz="2400" b="1">
                <a:solidFill>
                  <a:srgbClr val="FFFFFF"/>
                </a:solidFill>
                <a:ea typeface="微软雅黑" panose="020B0503020204020204" charset="-122"/>
              </a:endParaRPr>
            </a:p>
          </p:txBody>
        </p:sp>
        <p:sp>
          <p:nvSpPr>
            <p:cNvPr id="9" name="MH_Other_2"/>
            <p:cNvSpPr>
              <a:spLocks noChangeArrowheads="1"/>
            </p:cNvSpPr>
            <p:nvPr>
              <p:custDataLst>
                <p:tags r:id="rId13"/>
              </p:custDataLst>
            </p:nvPr>
          </p:nvSpPr>
          <p:spPr bwMode="auto">
            <a:xfrm>
              <a:off x="2019577" y="2343655"/>
              <a:ext cx="533400" cy="400050"/>
            </a:xfrm>
            <a:prstGeom prst="rect">
              <a:avLst/>
            </a:prstGeom>
            <a:solidFill>
              <a:srgbClr val="ACE3F6"/>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0" name="MH_Other_3"/>
            <p:cNvSpPr>
              <a:spLocks noChangeArrowheads="1"/>
            </p:cNvSpPr>
            <p:nvPr>
              <p:custDataLst>
                <p:tags r:id="rId14"/>
              </p:custDataLst>
            </p:nvPr>
          </p:nvSpPr>
          <p:spPr bwMode="auto">
            <a:xfrm>
              <a:off x="1460778" y="2772281"/>
              <a:ext cx="520700" cy="390525"/>
            </a:xfrm>
            <a:prstGeom prst="rect">
              <a:avLst/>
            </a:prstGeom>
            <a:solidFill>
              <a:srgbClr val="67CBEF"/>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1" name="MH_Other_4"/>
            <p:cNvSpPr>
              <a:spLocks noChangeArrowheads="1"/>
            </p:cNvSpPr>
            <p:nvPr>
              <p:custDataLst>
                <p:tags r:id="rId15"/>
              </p:custDataLst>
            </p:nvPr>
          </p:nvSpPr>
          <p:spPr bwMode="auto">
            <a:xfrm>
              <a:off x="2019578" y="2772281"/>
              <a:ext cx="673100" cy="333375"/>
            </a:xfrm>
            <a:prstGeom prst="rect">
              <a:avLst/>
            </a:prstGeom>
            <a:solidFill>
              <a:srgbClr val="D9F2FB"/>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2" name="MH_SubTitle_1"/>
            <p:cNvSpPr/>
            <p:nvPr>
              <p:custDataLst>
                <p:tags r:id="rId16"/>
              </p:custDataLst>
            </p:nvPr>
          </p:nvSpPr>
          <p:spPr>
            <a:xfrm>
              <a:off x="2974192" y="2294442"/>
              <a:ext cx="7712857" cy="812800"/>
            </a:xfrm>
            <a:prstGeom prst="rect">
              <a:avLst/>
            </a:prstGeom>
          </p:spPr>
          <p:txBody>
            <a:bodyPr lIns="0" tIns="0" rIns="0" bIns="0" anchor="ctr">
              <a:noAutofit/>
            </a:bodyPr>
            <a:lstStyle/>
            <a:p>
              <a:pPr>
                <a:lnSpc>
                  <a:spcPct val="140000"/>
                </a:lnSpc>
                <a:defRPr/>
              </a:pPr>
              <a:r>
                <a:rPr lang="zh-CN" altLang="en-US" sz="1600" dirty="0" smtClean="0">
                  <a:solidFill>
                    <a:srgbClr val="000000"/>
                  </a:solidFill>
                  <a:latin typeface="微软雅黑" panose="020B0503020204020204" charset="-122"/>
                  <a:ea typeface="微软雅黑" panose="020B0503020204020204" charset="-122"/>
                  <a:sym typeface="+mn-ea"/>
                </a:rPr>
                <a:t>       （1）内容测试试图发现内容方面的错误，如静态内容的错误，包括排字错误、语法错误、内容一致性错误、图形表示错误、交叉引用错误等。此外，还应检测从数据库系统所维护的数据中导出的动态内容。</a:t>
              </a:r>
            </a:p>
          </p:txBody>
        </p:sp>
      </p:grpSp>
      <p:grpSp>
        <p:nvGrpSpPr>
          <p:cNvPr id="24" name="组合 23"/>
          <p:cNvGrpSpPr/>
          <p:nvPr/>
        </p:nvGrpSpPr>
        <p:grpSpPr>
          <a:xfrm>
            <a:off x="1308378" y="5073606"/>
            <a:ext cx="9454871" cy="923926"/>
            <a:chOff x="4652711" y="4806906"/>
            <a:chExt cx="9454871" cy="923926"/>
          </a:xfrm>
        </p:grpSpPr>
        <p:sp>
          <p:nvSpPr>
            <p:cNvPr id="13" name="MH_Other_5"/>
            <p:cNvSpPr>
              <a:spLocks noChangeArrowheads="1"/>
            </p:cNvSpPr>
            <p:nvPr>
              <p:custDataLst>
                <p:tags r:id="rId7"/>
              </p:custDataLst>
            </p:nvPr>
          </p:nvSpPr>
          <p:spPr bwMode="auto">
            <a:xfrm>
              <a:off x="4652711" y="4806907"/>
              <a:ext cx="673100" cy="504825"/>
            </a:xfrm>
            <a:prstGeom prst="rect">
              <a:avLst/>
            </a:prstGeom>
            <a:solidFill>
              <a:srgbClr val="4FB469"/>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03</a:t>
              </a:r>
              <a:endParaRPr lang="zh-CN" altLang="en-US" sz="2400" b="1">
                <a:solidFill>
                  <a:srgbClr val="FFFFFF"/>
                </a:solidFill>
                <a:ea typeface="微软雅黑" panose="020B0503020204020204" charset="-122"/>
              </a:endParaRPr>
            </a:p>
          </p:txBody>
        </p:sp>
        <p:sp>
          <p:nvSpPr>
            <p:cNvPr id="14" name="MH_Other_6"/>
            <p:cNvSpPr>
              <a:spLocks noChangeArrowheads="1"/>
            </p:cNvSpPr>
            <p:nvPr>
              <p:custDataLst>
                <p:tags r:id="rId8"/>
              </p:custDataLst>
            </p:nvPr>
          </p:nvSpPr>
          <p:spPr bwMode="auto">
            <a:xfrm>
              <a:off x="5363911" y="4911681"/>
              <a:ext cx="533400" cy="400050"/>
            </a:xfrm>
            <a:prstGeom prst="rect">
              <a:avLst/>
            </a:prstGeom>
            <a:solidFill>
              <a:srgbClr val="B6E0C1"/>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5" name="MH_Other_7"/>
            <p:cNvSpPr>
              <a:spLocks noChangeArrowheads="1"/>
            </p:cNvSpPr>
            <p:nvPr>
              <p:custDataLst>
                <p:tags r:id="rId9"/>
              </p:custDataLst>
            </p:nvPr>
          </p:nvSpPr>
          <p:spPr bwMode="auto">
            <a:xfrm>
              <a:off x="4805111" y="5340307"/>
              <a:ext cx="520700" cy="390525"/>
            </a:xfrm>
            <a:prstGeom prst="rect">
              <a:avLst/>
            </a:prstGeom>
            <a:solidFill>
              <a:srgbClr val="8DCF9E"/>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6" name="MH_Other_8"/>
            <p:cNvSpPr>
              <a:spLocks noChangeArrowheads="1"/>
            </p:cNvSpPr>
            <p:nvPr>
              <p:custDataLst>
                <p:tags r:id="rId10"/>
              </p:custDataLst>
            </p:nvPr>
          </p:nvSpPr>
          <p:spPr bwMode="auto">
            <a:xfrm>
              <a:off x="5363911" y="5340307"/>
              <a:ext cx="673100" cy="333375"/>
            </a:xfrm>
            <a:prstGeom prst="rect">
              <a:avLst/>
            </a:prstGeom>
            <a:solidFill>
              <a:srgbClr val="E1F3E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7" name="MH_SubTitle_3"/>
            <p:cNvSpPr/>
            <p:nvPr>
              <p:custDataLst>
                <p:tags r:id="rId11"/>
              </p:custDataLst>
            </p:nvPr>
          </p:nvSpPr>
          <p:spPr>
            <a:xfrm>
              <a:off x="6301593" y="4806906"/>
              <a:ext cx="7805989" cy="812800"/>
            </a:xfrm>
            <a:prstGeom prst="rect">
              <a:avLst/>
            </a:prstGeom>
          </p:spPr>
          <p:txBody>
            <a:bodyPr lIns="0" tIns="0" rIns="0" bIns="0" anchor="ctr">
              <a:noAutofit/>
            </a:bodyPr>
            <a:lstStyle/>
            <a:p>
              <a:pPr>
                <a:lnSpc>
                  <a:spcPct val="130000"/>
                </a:lnSpc>
                <a:defRPr/>
              </a:pPr>
              <a:r>
                <a:rPr lang="zh-CN" altLang="en-US" sz="1600" dirty="0" smtClean="0">
                  <a:solidFill>
                    <a:srgbClr val="000000"/>
                  </a:solidFill>
                  <a:latin typeface="微软雅黑" panose="020B0503020204020204" charset="-122"/>
                  <a:ea typeface="微软雅黑" panose="020B0503020204020204" charset="-122"/>
                  <a:sym typeface="+mn-ea"/>
                </a:rPr>
                <a:t>       （3）导航测试时，对照导航设计检查每一个使用场景，识别并改正用例完成时的错误。</a:t>
              </a:r>
            </a:p>
          </p:txBody>
        </p:sp>
      </p:grpSp>
      <p:grpSp>
        <p:nvGrpSpPr>
          <p:cNvPr id="23" name="组合 22"/>
          <p:cNvGrpSpPr/>
          <p:nvPr/>
        </p:nvGrpSpPr>
        <p:grpSpPr>
          <a:xfrm>
            <a:off x="1308378" y="3964581"/>
            <a:ext cx="9407246" cy="923926"/>
            <a:chOff x="2997478" y="3535956"/>
            <a:chExt cx="9407246" cy="923926"/>
          </a:xfrm>
        </p:grpSpPr>
        <p:sp>
          <p:nvSpPr>
            <p:cNvPr id="18" name="MH_Other_9"/>
            <p:cNvSpPr>
              <a:spLocks noChangeArrowheads="1"/>
            </p:cNvSpPr>
            <p:nvPr>
              <p:custDataLst>
                <p:tags r:id="rId2"/>
              </p:custDataLst>
            </p:nvPr>
          </p:nvSpPr>
          <p:spPr bwMode="auto">
            <a:xfrm>
              <a:off x="2997478" y="3535956"/>
              <a:ext cx="673100" cy="504825"/>
            </a:xfrm>
            <a:prstGeom prst="rect">
              <a:avLst/>
            </a:prstGeom>
            <a:solidFill>
              <a:schemeClr val="accent5">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02</a:t>
              </a:r>
              <a:endParaRPr lang="zh-CN" altLang="en-US" sz="2400" b="1">
                <a:solidFill>
                  <a:srgbClr val="FFFFFF"/>
                </a:solidFill>
                <a:ea typeface="微软雅黑" panose="020B0503020204020204" charset="-122"/>
              </a:endParaRPr>
            </a:p>
          </p:txBody>
        </p:sp>
        <p:sp>
          <p:nvSpPr>
            <p:cNvPr id="19" name="MH_Other_10"/>
            <p:cNvSpPr>
              <a:spLocks noChangeArrowheads="1"/>
            </p:cNvSpPr>
            <p:nvPr>
              <p:custDataLst>
                <p:tags r:id="rId3"/>
              </p:custDataLst>
            </p:nvPr>
          </p:nvSpPr>
          <p:spPr bwMode="auto">
            <a:xfrm>
              <a:off x="3708677" y="3640731"/>
              <a:ext cx="533400" cy="400050"/>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0" name="MH_Other_11"/>
            <p:cNvSpPr>
              <a:spLocks noChangeArrowheads="1"/>
            </p:cNvSpPr>
            <p:nvPr>
              <p:custDataLst>
                <p:tags r:id="rId4"/>
              </p:custDataLst>
            </p:nvPr>
          </p:nvSpPr>
          <p:spPr bwMode="auto">
            <a:xfrm>
              <a:off x="3149878" y="4069357"/>
              <a:ext cx="520700" cy="390525"/>
            </a:xfrm>
            <a:prstGeom prst="rect">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1" name="MH_Other_12"/>
            <p:cNvSpPr>
              <a:spLocks noChangeArrowheads="1"/>
            </p:cNvSpPr>
            <p:nvPr>
              <p:custDataLst>
                <p:tags r:id="rId5"/>
              </p:custDataLst>
            </p:nvPr>
          </p:nvSpPr>
          <p:spPr bwMode="auto">
            <a:xfrm>
              <a:off x="3708678" y="4069356"/>
              <a:ext cx="673100" cy="333375"/>
            </a:xfrm>
            <a:prstGeom prst="rect">
              <a:avLst/>
            </a:prstGeom>
            <a:solidFill>
              <a:schemeClr val="accent5">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2" name="MH_SubTitle_2"/>
            <p:cNvSpPr/>
            <p:nvPr>
              <p:custDataLst>
                <p:tags r:id="rId6"/>
              </p:custDataLst>
            </p:nvPr>
          </p:nvSpPr>
          <p:spPr>
            <a:xfrm>
              <a:off x="4629149" y="3536315"/>
              <a:ext cx="7775575" cy="922655"/>
            </a:xfrm>
            <a:prstGeom prst="rect">
              <a:avLst/>
            </a:prstGeom>
          </p:spPr>
          <p:txBody>
            <a:bodyPr lIns="0" tIns="0" rIns="0" bIns="0" anchor="ctr">
              <a:noAutofit/>
            </a:bodyPr>
            <a:lstStyle/>
            <a:p>
              <a:pPr lvl="0" algn="just" fontAlgn="auto">
                <a:lnSpc>
                  <a:spcPct val="130000"/>
                </a:lnSpc>
                <a:spcBef>
                  <a:spcPct val="0"/>
                </a:spcBef>
              </a:pPr>
              <a:r>
                <a:rPr lang="zh-CN" altLang="en-US" sz="1600" dirty="0" smtClean="0">
                  <a:solidFill>
                    <a:srgbClr val="000000"/>
                  </a:solidFill>
                  <a:latin typeface="微软雅黑" panose="020B0503020204020204" charset="-122"/>
                  <a:ea typeface="微软雅黑" panose="020B0503020204020204" charset="-122"/>
                  <a:sym typeface="+mn-ea"/>
                </a:rPr>
                <a:t>      （2）界面测试验证用户界面的交互机制及美学方面，目的是发现由于实现错误的交互机制而产生的错误，或者由于粗心而产生的遗漏、不一致或歧义性。</a:t>
              </a:r>
            </a:p>
          </p:txBody>
        </p:sp>
      </p:grpSp>
      <p:sp>
        <p:nvSpPr>
          <p:cNvPr id="26" name="文本框 4"/>
          <p:cNvSpPr txBox="1"/>
          <p:nvPr/>
        </p:nvSpPr>
        <p:spPr>
          <a:xfrm>
            <a:off x="923925" y="2017395"/>
            <a:ext cx="9951720" cy="646331"/>
          </a:xfrm>
          <a:prstGeom prst="rect">
            <a:avLst/>
          </a:prstGeom>
          <a:noFill/>
        </p:spPr>
        <p:txBody>
          <a:bodyPr wrap="square" rtlCol="0" anchor="t">
            <a:spAutoFit/>
          </a:bodyPr>
          <a:lstStyle/>
          <a:p>
            <a:pPr marL="285750" indent="-285750"/>
            <a:r>
              <a:rPr lang="en-US" altLang="zh-CN" dirty="0" smtClean="0"/>
              <a:t>            </a:t>
            </a:r>
            <a:r>
              <a:rPr lang="zh-CN" altLang="zh-CN" dirty="0" smtClean="0"/>
              <a:t>在对</a:t>
            </a:r>
            <a:r>
              <a:rPr lang="en-US" altLang="zh-CN" dirty="0" smtClean="0"/>
              <a:t>Web</a:t>
            </a:r>
            <a:r>
              <a:rPr lang="zh-CN" altLang="zh-CN" dirty="0" smtClean="0"/>
              <a:t>工程进行测试时，首先测试最终用户能够看到的内容和界面，再对体系结构及导航设计的各个方面进行测试。</a:t>
            </a:r>
          </a:p>
        </p:txBody>
      </p:sp>
    </p:spTree>
    <p:custDataLst>
      <p:tags r:id="rId1"/>
    </p:custDataLst>
  </p:cSld>
  <p:clrMapOvr>
    <a:masterClrMapping/>
  </p:clrMapOvr>
  <p:transition>
    <p:comb dir="vert"/>
  </p:transition>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8.7 </a:t>
            </a:r>
            <a:r>
              <a:rPr lang="en-US" altLang="zh-CN" dirty="0" smtClean="0">
                <a:solidFill>
                  <a:srgbClr val="FF0000"/>
                </a:solidFill>
                <a:sym typeface="+mn-ea"/>
              </a:rPr>
              <a:t>WebApp</a:t>
            </a:r>
            <a:r>
              <a:rPr lang="zh-CN" altLang="en-US" dirty="0" smtClean="0">
                <a:solidFill>
                  <a:srgbClr val="FF0000"/>
                </a:solidFill>
                <a:sym typeface="+mn-ea"/>
              </a:rPr>
              <a:t>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8.7.1 </a:t>
            </a:r>
            <a:r>
              <a:rPr sz="2400" dirty="0" smtClean="0">
                <a:solidFill>
                  <a:schemeClr val="tx1"/>
                </a:solidFill>
              </a:rPr>
              <a:t>测试过程概述</a:t>
            </a:r>
          </a:p>
        </p:txBody>
      </p:sp>
      <p:grpSp>
        <p:nvGrpSpPr>
          <p:cNvPr id="5" name="组合 4"/>
          <p:cNvGrpSpPr/>
          <p:nvPr/>
        </p:nvGrpSpPr>
        <p:grpSpPr>
          <a:xfrm>
            <a:off x="1238528" y="2250311"/>
            <a:ext cx="9886687" cy="1573659"/>
            <a:chOff x="2060" y="3526"/>
            <a:chExt cx="15570" cy="2478"/>
          </a:xfrm>
        </p:grpSpPr>
        <p:sp>
          <p:nvSpPr>
            <p:cNvPr id="8" name="MH_Other_1"/>
            <p:cNvSpPr>
              <a:spLocks noChangeArrowheads="1"/>
            </p:cNvSpPr>
            <p:nvPr>
              <p:custDataLst>
                <p:tags r:id="rId12"/>
              </p:custDataLst>
            </p:nvPr>
          </p:nvSpPr>
          <p:spPr bwMode="auto">
            <a:xfrm>
              <a:off x="2060" y="3526"/>
              <a:ext cx="1060" cy="795"/>
            </a:xfrm>
            <a:prstGeom prst="rect">
              <a:avLst/>
            </a:prstGeom>
            <a:solidFill>
              <a:schemeClr val="accent6">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a:t>
              </a:r>
              <a:r>
                <a:rPr lang="en-US" sz="2400" b="1">
                  <a:solidFill>
                    <a:srgbClr val="FFFFFF"/>
                  </a:solidFill>
                  <a:ea typeface="微软雅黑" panose="020B0503020204020204" charset="-122"/>
                </a:rPr>
                <a:t>4</a:t>
              </a:r>
            </a:p>
          </p:txBody>
        </p:sp>
        <p:sp>
          <p:nvSpPr>
            <p:cNvPr id="9" name="MH_Other_2"/>
            <p:cNvSpPr>
              <a:spLocks noChangeArrowheads="1"/>
            </p:cNvSpPr>
            <p:nvPr>
              <p:custDataLst>
                <p:tags r:id="rId13"/>
              </p:custDataLst>
            </p:nvPr>
          </p:nvSpPr>
          <p:spPr bwMode="auto">
            <a:xfrm>
              <a:off x="3180" y="3691"/>
              <a:ext cx="840" cy="630"/>
            </a:xfrm>
            <a:prstGeom prst="rect">
              <a:avLst/>
            </a:prstGeom>
            <a:solidFill>
              <a:schemeClr val="accent6">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0" name="MH_Other_3"/>
            <p:cNvSpPr>
              <a:spLocks noChangeArrowheads="1"/>
            </p:cNvSpPr>
            <p:nvPr>
              <p:custDataLst>
                <p:tags r:id="rId14"/>
              </p:custDataLst>
            </p:nvPr>
          </p:nvSpPr>
          <p:spPr bwMode="auto">
            <a:xfrm>
              <a:off x="2300" y="4366"/>
              <a:ext cx="820" cy="615"/>
            </a:xfrm>
            <a:prstGeom prst="rect">
              <a:avLst/>
            </a:prstGeom>
            <a:solidFill>
              <a:schemeClr val="accent6">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1" name="MH_Other_4"/>
            <p:cNvSpPr>
              <a:spLocks noChangeArrowheads="1"/>
            </p:cNvSpPr>
            <p:nvPr>
              <p:custDataLst>
                <p:tags r:id="rId15"/>
              </p:custDataLst>
            </p:nvPr>
          </p:nvSpPr>
          <p:spPr bwMode="auto">
            <a:xfrm>
              <a:off x="3180" y="4366"/>
              <a:ext cx="1060" cy="525"/>
            </a:xfrm>
            <a:prstGeom prst="rect">
              <a:avLst/>
            </a:prstGeom>
            <a:solidFill>
              <a:schemeClr val="accent6">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2" name="MH_SubTitle_1"/>
            <p:cNvSpPr/>
            <p:nvPr>
              <p:custDataLst>
                <p:tags r:id="rId16"/>
              </p:custDataLst>
            </p:nvPr>
          </p:nvSpPr>
          <p:spPr>
            <a:xfrm>
              <a:off x="4684" y="3613"/>
              <a:ext cx="12946" cy="2391"/>
            </a:xfrm>
            <a:prstGeom prst="rect">
              <a:avLst/>
            </a:prstGeom>
          </p:spPr>
          <p:txBody>
            <a:bodyPr lIns="0" tIns="0" rIns="0" bIns="0" anchor="ctr">
              <a:noAutofit/>
            </a:bodyPr>
            <a:lstStyle/>
            <a:p>
              <a:pPr>
                <a:lnSpc>
                  <a:spcPct val="140000"/>
                </a:lnSpc>
                <a:defRPr/>
              </a:pPr>
              <a:r>
                <a:rPr lang="zh-CN" altLang="en-US" sz="1600" dirty="0" smtClean="0">
                  <a:solidFill>
                    <a:srgbClr val="000000"/>
                  </a:solidFill>
                  <a:latin typeface="微软雅黑" panose="020B0503020204020204" charset="-122"/>
                  <a:ea typeface="微软雅黑" panose="020B0503020204020204" charset="-122"/>
                  <a:sym typeface="+mn-ea"/>
                </a:rPr>
                <a:t>       （4）构件测试用于检查WebApp中的内容及功能单元，以及对数据能力进行测试。可以是单元（即Web页面，每一个Web页包括内容、链接、表单、脚本、Java等），也可以是定义的功能构件（直接向最终用户提供服务）或基础结构构件（使得WebApp达到它的所有能力）。每一个构件的测试方法与传统软件中单个模块的测试方法是一样的，使用面向黑盒的测试。如果处理程序复杂也可使用白盒测试。</a:t>
              </a:r>
            </a:p>
          </p:txBody>
        </p:sp>
      </p:grpSp>
      <p:grpSp>
        <p:nvGrpSpPr>
          <p:cNvPr id="3" name="组合 2"/>
          <p:cNvGrpSpPr/>
          <p:nvPr/>
        </p:nvGrpSpPr>
        <p:grpSpPr>
          <a:xfrm>
            <a:off x="1238316" y="5128852"/>
            <a:ext cx="10440604" cy="923925"/>
            <a:chOff x="7327" y="7570"/>
            <a:chExt cx="16442" cy="1455"/>
          </a:xfrm>
        </p:grpSpPr>
        <p:sp>
          <p:nvSpPr>
            <p:cNvPr id="13" name="MH_Other_5"/>
            <p:cNvSpPr>
              <a:spLocks noChangeArrowheads="1"/>
            </p:cNvSpPr>
            <p:nvPr>
              <p:custDataLst>
                <p:tags r:id="rId7"/>
              </p:custDataLst>
            </p:nvPr>
          </p:nvSpPr>
          <p:spPr bwMode="auto">
            <a:xfrm>
              <a:off x="7327" y="7570"/>
              <a:ext cx="1060" cy="795"/>
            </a:xfrm>
            <a:prstGeom prst="rect">
              <a:avLst/>
            </a:prstGeom>
            <a:solidFill>
              <a:schemeClr val="accent2">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a:t>
              </a:r>
              <a:r>
                <a:rPr lang="en-US" sz="2400" b="1">
                  <a:solidFill>
                    <a:srgbClr val="FFFFFF"/>
                  </a:solidFill>
                  <a:ea typeface="微软雅黑" panose="020B0503020204020204" charset="-122"/>
                </a:rPr>
                <a:t>6</a:t>
              </a:r>
            </a:p>
          </p:txBody>
        </p:sp>
        <p:sp>
          <p:nvSpPr>
            <p:cNvPr id="14" name="MH_Other_6"/>
            <p:cNvSpPr>
              <a:spLocks noChangeArrowheads="1"/>
            </p:cNvSpPr>
            <p:nvPr>
              <p:custDataLst>
                <p:tags r:id="rId8"/>
              </p:custDataLst>
            </p:nvPr>
          </p:nvSpPr>
          <p:spPr bwMode="auto">
            <a:xfrm>
              <a:off x="8447" y="7735"/>
              <a:ext cx="840" cy="630"/>
            </a:xfrm>
            <a:prstGeom prst="rect">
              <a:avLst/>
            </a:prstGeom>
            <a:solidFill>
              <a:schemeClr val="accent2">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5" name="MH_Other_7"/>
            <p:cNvSpPr>
              <a:spLocks noChangeArrowheads="1"/>
            </p:cNvSpPr>
            <p:nvPr>
              <p:custDataLst>
                <p:tags r:id="rId9"/>
              </p:custDataLst>
            </p:nvPr>
          </p:nvSpPr>
          <p:spPr bwMode="auto">
            <a:xfrm>
              <a:off x="7567" y="8410"/>
              <a:ext cx="820" cy="615"/>
            </a:xfrm>
            <a:prstGeom prst="rect">
              <a:avLst/>
            </a:prstGeom>
            <a:solidFill>
              <a:schemeClr val="accent2">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6" name="MH_Other_8"/>
            <p:cNvSpPr>
              <a:spLocks noChangeArrowheads="1"/>
            </p:cNvSpPr>
            <p:nvPr>
              <p:custDataLst>
                <p:tags r:id="rId10"/>
              </p:custDataLst>
            </p:nvPr>
          </p:nvSpPr>
          <p:spPr bwMode="auto">
            <a:xfrm>
              <a:off x="8447" y="8410"/>
              <a:ext cx="1060" cy="525"/>
            </a:xfrm>
            <a:prstGeom prst="rect">
              <a:avLst/>
            </a:prstGeom>
            <a:solidFill>
              <a:schemeClr val="accent2">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7" name="MH_SubTitle_3"/>
            <p:cNvSpPr/>
            <p:nvPr>
              <p:custDataLst>
                <p:tags r:id="rId11"/>
              </p:custDataLst>
            </p:nvPr>
          </p:nvSpPr>
          <p:spPr>
            <a:xfrm>
              <a:off x="9924" y="7570"/>
              <a:ext cx="13845" cy="1280"/>
            </a:xfrm>
            <a:prstGeom prst="rect">
              <a:avLst/>
            </a:prstGeom>
          </p:spPr>
          <p:txBody>
            <a:bodyPr lIns="0" tIns="0" rIns="0" bIns="0" anchor="ctr">
              <a:noAutofit/>
            </a:bodyPr>
            <a:lstStyle/>
            <a:p>
              <a:pPr>
                <a:lnSpc>
                  <a:spcPct val="130000"/>
                </a:lnSpc>
                <a:defRPr/>
              </a:pPr>
              <a:r>
                <a:rPr lang="zh-CN" altLang="en-US" sz="1600" dirty="0" smtClean="0">
                  <a:solidFill>
                    <a:srgbClr val="000000"/>
                  </a:solidFill>
                  <a:latin typeface="微软雅黑" panose="020B0503020204020204" charset="-122"/>
                  <a:ea typeface="微软雅黑" panose="020B0503020204020204" charset="-122"/>
                  <a:sym typeface="+mn-ea"/>
                </a:rPr>
                <a:t>       （6）安全性测试。考虑WebApp及其环境中的弱点，测试是否有可能产生安全性破环。</a:t>
              </a:r>
            </a:p>
          </p:txBody>
        </p:sp>
      </p:grpSp>
      <p:grpSp>
        <p:nvGrpSpPr>
          <p:cNvPr id="4" name="组合 3"/>
          <p:cNvGrpSpPr/>
          <p:nvPr/>
        </p:nvGrpSpPr>
        <p:grpSpPr>
          <a:xfrm>
            <a:off x="1238528" y="3965851"/>
            <a:ext cx="9867637" cy="923926"/>
            <a:chOff x="1954" y="5504"/>
            <a:chExt cx="15540" cy="1455"/>
          </a:xfrm>
        </p:grpSpPr>
        <p:sp>
          <p:nvSpPr>
            <p:cNvPr id="18" name="MH_Other_9"/>
            <p:cNvSpPr>
              <a:spLocks noChangeArrowheads="1"/>
            </p:cNvSpPr>
            <p:nvPr>
              <p:custDataLst>
                <p:tags r:id="rId2"/>
              </p:custDataLst>
            </p:nvPr>
          </p:nvSpPr>
          <p:spPr bwMode="auto">
            <a:xfrm>
              <a:off x="1954" y="5504"/>
              <a:ext cx="1060" cy="795"/>
            </a:xfrm>
            <a:prstGeom prst="rect">
              <a:avLst/>
            </a:prstGeom>
            <a:solidFill>
              <a:schemeClr val="accent4">
                <a:lumMod val="75000"/>
              </a:schemeClr>
            </a:solidFill>
            <a:ln w="9525">
              <a:noFill/>
              <a:miter lim="800000"/>
            </a:ln>
          </p:spPr>
          <p:txBody>
            <a:bodyPr anchor="ctr"/>
            <a:lstStyle/>
            <a:p>
              <a:pPr algn="ctr" eaLnBrk="1" hangingPunct="1"/>
              <a:r>
                <a:rPr lang="en-US" altLang="zh-CN" sz="2400" b="1">
                  <a:solidFill>
                    <a:srgbClr val="FFFFFF"/>
                  </a:solidFill>
                  <a:ea typeface="微软雅黑" panose="020B0503020204020204" charset="-122"/>
                </a:rPr>
                <a:t>05</a:t>
              </a:r>
              <a:endParaRPr lang="zh-CN" altLang="en-US" sz="2400" b="1">
                <a:solidFill>
                  <a:srgbClr val="FFFFFF"/>
                </a:solidFill>
                <a:ea typeface="微软雅黑" panose="020B0503020204020204" charset="-122"/>
              </a:endParaRPr>
            </a:p>
          </p:txBody>
        </p:sp>
        <p:sp>
          <p:nvSpPr>
            <p:cNvPr id="19" name="MH_Other_10"/>
            <p:cNvSpPr>
              <a:spLocks noChangeArrowheads="1"/>
            </p:cNvSpPr>
            <p:nvPr>
              <p:custDataLst>
                <p:tags r:id="rId3"/>
              </p:custDataLst>
            </p:nvPr>
          </p:nvSpPr>
          <p:spPr bwMode="auto">
            <a:xfrm>
              <a:off x="3074" y="5669"/>
              <a:ext cx="840" cy="630"/>
            </a:xfrm>
            <a:prstGeom prst="rect">
              <a:avLst/>
            </a:prstGeom>
            <a:solidFill>
              <a:schemeClr val="accent4">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0" name="MH_Other_11"/>
            <p:cNvSpPr>
              <a:spLocks noChangeArrowheads="1"/>
            </p:cNvSpPr>
            <p:nvPr>
              <p:custDataLst>
                <p:tags r:id="rId4"/>
              </p:custDataLst>
            </p:nvPr>
          </p:nvSpPr>
          <p:spPr bwMode="auto">
            <a:xfrm>
              <a:off x="2194" y="6344"/>
              <a:ext cx="820" cy="615"/>
            </a:xfrm>
            <a:prstGeom prst="rect">
              <a:avLst/>
            </a:prstGeom>
            <a:solidFill>
              <a:schemeClr val="accent4">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1" name="MH_Other_12"/>
            <p:cNvSpPr>
              <a:spLocks noChangeArrowheads="1"/>
            </p:cNvSpPr>
            <p:nvPr>
              <p:custDataLst>
                <p:tags r:id="rId5"/>
              </p:custDataLst>
            </p:nvPr>
          </p:nvSpPr>
          <p:spPr bwMode="auto">
            <a:xfrm>
              <a:off x="3074" y="6344"/>
              <a:ext cx="1060" cy="525"/>
            </a:xfrm>
            <a:prstGeom prst="rect">
              <a:avLst/>
            </a:prstGeom>
            <a:solidFill>
              <a:schemeClr val="accent4">
                <a:lumMod val="20000"/>
                <a:lumOff val="8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2" name="MH_SubTitle_2"/>
            <p:cNvSpPr/>
            <p:nvPr>
              <p:custDataLst>
                <p:tags r:id="rId6"/>
              </p:custDataLst>
            </p:nvPr>
          </p:nvSpPr>
          <p:spPr>
            <a:xfrm>
              <a:off x="4524" y="5505"/>
              <a:ext cx="12970" cy="1453"/>
            </a:xfrm>
            <a:prstGeom prst="rect">
              <a:avLst/>
            </a:prstGeom>
          </p:spPr>
          <p:txBody>
            <a:bodyPr lIns="0" tIns="0" rIns="0" bIns="0" anchor="ctr">
              <a:noAutofit/>
            </a:bodyPr>
            <a:lstStyle/>
            <a:p>
              <a:pPr lvl="0" algn="just" fontAlgn="auto">
                <a:lnSpc>
                  <a:spcPct val="130000"/>
                </a:lnSpc>
                <a:spcBef>
                  <a:spcPct val="0"/>
                </a:spcBef>
              </a:pPr>
              <a:r>
                <a:rPr lang="en-US" altLang="zh-CN" sz="1600" dirty="0" smtClean="0">
                  <a:solidFill>
                    <a:srgbClr val="000000"/>
                  </a:solidFill>
                  <a:latin typeface="微软雅黑" panose="020B0503020204020204" charset="-122"/>
                  <a:ea typeface="微软雅黑" panose="020B0503020204020204" charset="-122"/>
                  <a:sym typeface="+mn-ea"/>
                </a:rPr>
                <a:t>       </a:t>
              </a:r>
              <a:r>
                <a:rPr lang="zh-CN" altLang="en-US" sz="1600" dirty="0" smtClean="0">
                  <a:solidFill>
                    <a:srgbClr val="000000"/>
                  </a:solidFill>
                  <a:latin typeface="微软雅黑" panose="020B0503020204020204" charset="-122"/>
                  <a:ea typeface="微软雅黑" panose="020B0503020204020204" charset="-122"/>
                  <a:sym typeface="+mn-ea"/>
                </a:rPr>
                <a:t>（5）配置测试用于发现特定的客户或服务器环境中的错误。发现应用的操作系统、浏览器、硬件平台及通信协议等，每一种可能配置的错误。</a:t>
              </a:r>
            </a:p>
          </p:txBody>
        </p:sp>
      </p:grpSp>
    </p:spTree>
    <p:custDataLst>
      <p:tags r:id="rId1"/>
    </p:custDataLst>
  </p:cSld>
  <p:clrMapOvr>
    <a:masterClrMapping/>
  </p:clrMapOvr>
  <p:transition>
    <p:comb dir="vert"/>
  </p:transition>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8.7 </a:t>
            </a:r>
            <a:r>
              <a:rPr lang="en-US" altLang="zh-CN" dirty="0" smtClean="0">
                <a:solidFill>
                  <a:srgbClr val="FF0000"/>
                </a:solidFill>
                <a:sym typeface="+mn-ea"/>
              </a:rPr>
              <a:t>WebApp</a:t>
            </a:r>
            <a:r>
              <a:rPr lang="zh-CN" altLang="en-US" dirty="0" smtClean="0">
                <a:solidFill>
                  <a:srgbClr val="FF0000"/>
                </a:solidFill>
                <a:sym typeface="+mn-ea"/>
              </a:rPr>
              <a:t>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8.7.2 </a:t>
            </a:r>
            <a:r>
              <a:rPr sz="2400" dirty="0" smtClean="0">
                <a:solidFill>
                  <a:schemeClr val="tx1"/>
                </a:solidFill>
              </a:rPr>
              <a:t>内容测试</a:t>
            </a:r>
          </a:p>
        </p:txBody>
      </p:sp>
      <p:grpSp>
        <p:nvGrpSpPr>
          <p:cNvPr id="3" name="组合 2"/>
          <p:cNvGrpSpPr/>
          <p:nvPr/>
        </p:nvGrpSpPr>
        <p:grpSpPr>
          <a:xfrm>
            <a:off x="1331595" y="2456198"/>
            <a:ext cx="9299575" cy="3014980"/>
            <a:chOff x="2172" y="3247"/>
            <a:chExt cx="14645" cy="4748"/>
          </a:xfrm>
        </p:grpSpPr>
        <p:sp>
          <p:nvSpPr>
            <p:cNvPr id="12" name="任意多边形 11"/>
            <p:cNvSpPr/>
            <p:nvPr>
              <p:custDataLst>
                <p:tags r:id="rId5"/>
              </p:custDataLst>
            </p:nvPr>
          </p:nvSpPr>
          <p:spPr>
            <a:xfrm>
              <a:off x="2172" y="3247"/>
              <a:ext cx="2587" cy="4748"/>
            </a:xfrm>
            <a:custGeom>
              <a:avLst/>
              <a:gdLst>
                <a:gd name="connsiteX0" fmla="*/ 2075543 w 2194909"/>
                <a:gd name="connsiteY0" fmla="*/ 0 h 4151086"/>
                <a:gd name="connsiteX1" fmla="*/ 2194909 w 2194909"/>
                <a:gd name="connsiteY1" fmla="*/ 6028 h 4151086"/>
                <a:gd name="connsiteX2" fmla="*/ 2102063 w 2194909"/>
                <a:gd name="connsiteY2" fmla="*/ 10716 h 4151086"/>
                <a:gd name="connsiteX3" fmla="*/ 238732 w 2194909"/>
                <a:gd name="connsiteY3" fmla="*/ 2075543 h 4151086"/>
                <a:gd name="connsiteX4" fmla="*/ 2102063 w 2194909"/>
                <a:gd name="connsiteY4" fmla="*/ 4140370 h 4151086"/>
                <a:gd name="connsiteX5" fmla="*/ 2194909 w 2194909"/>
                <a:gd name="connsiteY5" fmla="*/ 4145059 h 4151086"/>
                <a:gd name="connsiteX6" fmla="*/ 2075543 w 2194909"/>
                <a:gd name="connsiteY6" fmla="*/ 4151086 h 4151086"/>
                <a:gd name="connsiteX7" fmla="*/ 0 w 2194909"/>
                <a:gd name="connsiteY7" fmla="*/ 2075543 h 4151086"/>
                <a:gd name="connsiteX8" fmla="*/ 2075543 w 2194909"/>
                <a:gd name="connsiteY8" fmla="*/ 0 h 4151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4909" h="4151086">
                  <a:moveTo>
                    <a:pt x="2075543" y="0"/>
                  </a:moveTo>
                  <a:lnTo>
                    <a:pt x="2194909" y="6028"/>
                  </a:lnTo>
                  <a:lnTo>
                    <a:pt x="2102063" y="10716"/>
                  </a:lnTo>
                  <a:cubicBezTo>
                    <a:pt x="1055458" y="117004"/>
                    <a:pt x="238732" y="1000895"/>
                    <a:pt x="238732" y="2075543"/>
                  </a:cubicBezTo>
                  <a:cubicBezTo>
                    <a:pt x="238732" y="3150191"/>
                    <a:pt x="1055458" y="4034082"/>
                    <a:pt x="2102063" y="4140370"/>
                  </a:cubicBezTo>
                  <a:lnTo>
                    <a:pt x="2194909" y="4145059"/>
                  </a:lnTo>
                  <a:lnTo>
                    <a:pt x="2075543" y="4151086"/>
                  </a:lnTo>
                  <a:cubicBezTo>
                    <a:pt x="929252" y="4151086"/>
                    <a:pt x="0" y="3221834"/>
                    <a:pt x="0" y="2075543"/>
                  </a:cubicBezTo>
                  <a:cubicBezTo>
                    <a:pt x="0" y="929252"/>
                    <a:pt x="929252" y="0"/>
                    <a:pt x="2075543" y="0"/>
                  </a:cubicBez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14" name="圆角矩形 13"/>
            <p:cNvSpPr/>
            <p:nvPr>
              <p:custDataLst>
                <p:tags r:id="rId6"/>
              </p:custDataLst>
            </p:nvPr>
          </p:nvSpPr>
          <p:spPr>
            <a:xfrm>
              <a:off x="4126" y="3757"/>
              <a:ext cx="12479" cy="774"/>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lnSpcReduction="10000"/>
            </a:bodyPr>
            <a:lstStyle/>
            <a:p>
              <a:pPr algn="ctr" eaLnBrk="1" hangingPunct="1">
                <a:spcBef>
                  <a:spcPts val="0"/>
                </a:spcBef>
                <a:spcAft>
                  <a:spcPts val="0"/>
                </a:spcAft>
                <a:defRPr/>
              </a:pPr>
              <a:endParaRPr lang="zh-CN" altLang="en-US" sz="1800">
                <a:solidFill>
                  <a:schemeClr val="tx1"/>
                </a:solidFill>
              </a:endParaRPr>
            </a:p>
          </p:txBody>
        </p:sp>
        <p:sp>
          <p:nvSpPr>
            <p:cNvPr id="15" name="椭圆 14"/>
            <p:cNvSpPr/>
            <p:nvPr>
              <p:custDataLst>
                <p:tags r:id="rId7"/>
              </p:custDataLst>
            </p:nvPr>
          </p:nvSpPr>
          <p:spPr>
            <a:xfrm>
              <a:off x="4126" y="3692"/>
              <a:ext cx="1017" cy="90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47" name="文本框 54"/>
            <p:cNvSpPr txBox="1">
              <a:spLocks noChangeArrowheads="1"/>
            </p:cNvSpPr>
            <p:nvPr>
              <p:custDataLst>
                <p:tags r:id="rId8"/>
              </p:custDataLst>
            </p:nvPr>
          </p:nvSpPr>
          <p:spPr bwMode="auto">
            <a:xfrm>
              <a:off x="5410" y="3853"/>
              <a:ext cx="10850" cy="56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a:latin typeface="+mn-lt"/>
                  <a:ea typeface="+mn-ea"/>
                </a:rPr>
                <a:t>发现基于文本的文档、图形表示和其他媒体中的语法错误。</a:t>
              </a:r>
            </a:p>
          </p:txBody>
        </p:sp>
        <p:sp>
          <p:nvSpPr>
            <p:cNvPr id="16" name="圆角矩形 15"/>
            <p:cNvSpPr/>
            <p:nvPr>
              <p:custDataLst>
                <p:tags r:id="rId9"/>
              </p:custDataLst>
            </p:nvPr>
          </p:nvSpPr>
          <p:spPr>
            <a:xfrm>
              <a:off x="2901" y="5334"/>
              <a:ext cx="13703" cy="774"/>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lnSpcReduction="10000"/>
            </a:bodyPr>
            <a:lstStyle/>
            <a:p>
              <a:pPr algn="ctr" eaLnBrk="1" hangingPunct="1">
                <a:spcBef>
                  <a:spcPts val="0"/>
                </a:spcBef>
                <a:spcAft>
                  <a:spcPts val="0"/>
                </a:spcAft>
                <a:defRPr/>
              </a:pPr>
              <a:endParaRPr lang="zh-CN" altLang="en-US" sz="1800">
                <a:solidFill>
                  <a:schemeClr val="tx1"/>
                </a:solidFill>
              </a:endParaRPr>
            </a:p>
          </p:txBody>
        </p:sp>
        <p:sp>
          <p:nvSpPr>
            <p:cNvPr id="17" name="椭圆 16"/>
            <p:cNvSpPr/>
            <p:nvPr>
              <p:custDataLst>
                <p:tags r:id="rId10"/>
              </p:custDataLst>
            </p:nvPr>
          </p:nvSpPr>
          <p:spPr>
            <a:xfrm>
              <a:off x="2871" y="5272"/>
              <a:ext cx="1017" cy="90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48" name="文本框 55"/>
            <p:cNvSpPr txBox="1">
              <a:spLocks noChangeArrowheads="1"/>
            </p:cNvSpPr>
            <p:nvPr>
              <p:custDataLst>
                <p:tags r:id="rId11"/>
              </p:custDataLst>
            </p:nvPr>
          </p:nvSpPr>
          <p:spPr bwMode="auto">
            <a:xfrm>
              <a:off x="3888" y="5454"/>
              <a:ext cx="12929" cy="61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dirty="0">
                  <a:latin typeface="+mn-lt"/>
                  <a:ea typeface="+mn-ea"/>
                </a:rPr>
                <a:t>发现导航时的语义错误，即信息的精确性和完备性方面的错误。</a:t>
              </a:r>
            </a:p>
          </p:txBody>
        </p:sp>
        <p:sp>
          <p:nvSpPr>
            <p:cNvPr id="18" name="圆角矩形 17"/>
            <p:cNvSpPr/>
            <p:nvPr>
              <p:custDataLst>
                <p:tags r:id="rId12"/>
              </p:custDataLst>
            </p:nvPr>
          </p:nvSpPr>
          <p:spPr>
            <a:xfrm>
              <a:off x="4163" y="6869"/>
              <a:ext cx="12442" cy="776"/>
            </a:xfrm>
            <a:prstGeom prst="roundRect">
              <a:avLst>
                <a:gd name="adj" fmla="val 50000"/>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normAutofit lnSpcReduction="10000"/>
            </a:bodyPr>
            <a:lstStyle/>
            <a:p>
              <a:pPr algn="ctr" eaLnBrk="1" hangingPunct="1">
                <a:spcBef>
                  <a:spcPts val="0"/>
                </a:spcBef>
                <a:spcAft>
                  <a:spcPts val="0"/>
                </a:spcAft>
                <a:defRPr/>
              </a:pPr>
              <a:endParaRPr lang="zh-CN" altLang="en-US" sz="1800">
                <a:solidFill>
                  <a:schemeClr val="tx1"/>
                </a:solidFill>
              </a:endParaRPr>
            </a:p>
          </p:txBody>
        </p:sp>
        <p:sp>
          <p:nvSpPr>
            <p:cNvPr id="19" name="椭圆 18"/>
            <p:cNvSpPr/>
            <p:nvPr>
              <p:custDataLst>
                <p:tags r:id="rId13"/>
              </p:custDataLst>
            </p:nvPr>
          </p:nvSpPr>
          <p:spPr>
            <a:xfrm>
              <a:off x="4129" y="6804"/>
              <a:ext cx="1017" cy="904"/>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eaLnBrk="1" hangingPunct="1">
                <a:spcBef>
                  <a:spcPts val="0"/>
                </a:spcBef>
                <a:spcAft>
                  <a:spcPts val="0"/>
                </a:spcAft>
                <a:defRPr/>
              </a:pPr>
              <a:endParaRPr lang="zh-CN" altLang="en-US" sz="1800">
                <a:solidFill>
                  <a:schemeClr val="tx1"/>
                </a:solidFill>
              </a:endParaRPr>
            </a:p>
          </p:txBody>
        </p:sp>
        <p:sp>
          <p:nvSpPr>
            <p:cNvPr id="49" name="文本框 56"/>
            <p:cNvSpPr txBox="1">
              <a:spLocks noChangeArrowheads="1"/>
            </p:cNvSpPr>
            <p:nvPr>
              <p:custDataLst>
                <p:tags r:id="rId14"/>
              </p:custDataLst>
            </p:nvPr>
          </p:nvSpPr>
          <p:spPr bwMode="auto">
            <a:xfrm>
              <a:off x="5410" y="6999"/>
              <a:ext cx="8587" cy="5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charset="0"/>
                  <a:ea typeface="宋体" panose="02010600030101010101" pitchFamily="2" charset="-122"/>
                </a:defRPr>
              </a:lvl9pPr>
            </a:lstStyle>
            <a:p>
              <a:pPr eaLnBrk="1" hangingPunct="1">
                <a:spcBef>
                  <a:spcPct val="0"/>
                </a:spcBef>
                <a:buFontTx/>
                <a:buNone/>
              </a:pPr>
              <a:r>
                <a:rPr lang="zh-CN" altLang="en-US" sz="1800" b="1">
                  <a:latin typeface="+mn-lt"/>
                  <a:ea typeface="+mn-ea"/>
                </a:rPr>
                <a:t>发现展示给用户的内容、组织、结构方面的错误。</a:t>
              </a:r>
            </a:p>
          </p:txBody>
        </p:sp>
        <p:sp>
          <p:nvSpPr>
            <p:cNvPr id="66" name="文本框 44"/>
            <p:cNvSpPr txBox="1"/>
            <p:nvPr/>
          </p:nvSpPr>
          <p:spPr>
            <a:xfrm>
              <a:off x="4394" y="3774"/>
              <a:ext cx="488"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1</a:t>
              </a:r>
              <a:endParaRPr lang="zh-CN" altLang="en-US" sz="2400" b="1" dirty="0">
                <a:solidFill>
                  <a:schemeClr val="bg1"/>
                </a:solidFill>
                <a:latin typeface="微软雅黑" panose="020B0503020204020204" charset="-122"/>
                <a:ea typeface="微软雅黑" panose="020B0503020204020204" charset="-122"/>
              </a:endParaRPr>
            </a:p>
          </p:txBody>
        </p:sp>
        <p:sp>
          <p:nvSpPr>
            <p:cNvPr id="23" name="文本框 44"/>
            <p:cNvSpPr txBox="1"/>
            <p:nvPr/>
          </p:nvSpPr>
          <p:spPr>
            <a:xfrm>
              <a:off x="3135" y="5340"/>
              <a:ext cx="488" cy="761"/>
            </a:xfrm>
            <a:prstGeom prst="rect">
              <a:avLst/>
            </a:prstGeom>
            <a:noFill/>
            <a:ln w="9525">
              <a:noFill/>
            </a:ln>
          </p:spPr>
          <p:txBody>
            <a:bodyPr wrap="square">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sz="2400" b="1" dirty="0">
                  <a:solidFill>
                    <a:schemeClr val="bg1"/>
                  </a:solidFill>
                  <a:latin typeface="微软雅黑" panose="020B0503020204020204" charset="-122"/>
                  <a:ea typeface="微软雅黑" panose="020B0503020204020204" charset="-122"/>
                </a:rPr>
                <a:t>2</a:t>
              </a:r>
            </a:p>
          </p:txBody>
        </p:sp>
        <p:sp>
          <p:nvSpPr>
            <p:cNvPr id="24" name="文本框 44"/>
            <p:cNvSpPr txBox="1"/>
            <p:nvPr/>
          </p:nvSpPr>
          <p:spPr>
            <a:xfrm>
              <a:off x="4394" y="6869"/>
              <a:ext cx="488" cy="761"/>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en-US" altLang="zh-CN" sz="2400" b="1" dirty="0">
                  <a:solidFill>
                    <a:schemeClr val="bg1"/>
                  </a:solidFill>
                  <a:latin typeface="微软雅黑" panose="020B0503020204020204" charset="-122"/>
                  <a:ea typeface="微软雅黑" panose="020B0503020204020204" charset="-122"/>
                </a:rPr>
                <a:t>3</a:t>
              </a:r>
              <a:endParaRPr lang="zh-CN" altLang="en-US" sz="2400" b="1" dirty="0">
                <a:solidFill>
                  <a:schemeClr val="bg1"/>
                </a:solidFill>
                <a:latin typeface="微软雅黑" panose="020B0503020204020204" charset="-122"/>
                <a:ea typeface="微软雅黑" panose="020B0503020204020204" charset="-122"/>
              </a:endParaRPr>
            </a:p>
          </p:txBody>
        </p:sp>
      </p:grpSp>
      <p:sp>
        <p:nvSpPr>
          <p:cNvPr id="35" name="文本框 34"/>
          <p:cNvSpPr txBox="1"/>
          <p:nvPr/>
        </p:nvSpPr>
        <p:spPr>
          <a:xfrm>
            <a:off x="1264284" y="5507355"/>
            <a:ext cx="9708516" cy="701731"/>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lang="en-US" altLang="zh-CN" sz="1600" dirty="0">
                <a:solidFill>
                  <a:schemeClr val="bg2">
                    <a:lumMod val="50000"/>
                  </a:schemeClr>
                </a:solidFill>
                <a:sym typeface="+mn-ea"/>
              </a:rPr>
              <a:t> </a:t>
            </a:r>
            <a:r>
              <a:rPr sz="1600" dirty="0">
                <a:latin typeface="微软雅黑" panose="020B0503020204020204" charset="-122"/>
                <a:ea typeface="微软雅黑" panose="020B0503020204020204" charset="-122"/>
                <a:sym typeface="+mn-ea"/>
              </a:rPr>
              <a:t> </a:t>
            </a:r>
            <a:r>
              <a:rPr lang="en-US" sz="1600" dirty="0">
                <a:latin typeface="微软雅黑" panose="020B0503020204020204" charset="-122"/>
                <a:ea typeface="微软雅黑" panose="020B0503020204020204" charset="-122"/>
                <a:sym typeface="+mn-ea"/>
              </a:rPr>
              <a:t> </a:t>
            </a:r>
            <a:r>
              <a:rPr dirty="0">
                <a:solidFill>
                  <a:schemeClr val="tx1"/>
                </a:solidFill>
                <a:latin typeface="微软雅黑" panose="020B0503020204020204" charset="-122"/>
                <a:ea typeface="微软雅黑" panose="020B0503020204020204" charset="-122"/>
                <a:sym typeface="+mn-ea"/>
              </a:rPr>
              <a:t>在内容测试期间，要对内容体系结构的结构及组织进行测试，以确保将所需要的内容以合适的顺序和关系展现给最终的用户。</a:t>
            </a:r>
          </a:p>
        </p:txBody>
      </p:sp>
      <p:sp>
        <p:nvSpPr>
          <p:cNvPr id="22" name="MH_SubTitle_2"/>
          <p:cNvSpPr/>
          <p:nvPr>
            <p:custDataLst>
              <p:tags r:id="rId2"/>
            </p:custDataLst>
          </p:nvPr>
        </p:nvSpPr>
        <p:spPr>
          <a:xfrm flipH="1">
            <a:off x="7211695" y="1849191"/>
            <a:ext cx="3511458"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smtClean="0">
                <a:solidFill>
                  <a:schemeClr val="bg1"/>
                </a:solidFill>
                <a:latin typeface="微软雅黑" panose="020B0503020204020204" charset="-122"/>
                <a:ea typeface="微软雅黑" panose="020B0503020204020204" charset="-122"/>
              </a:rPr>
              <a:t>内容测试</a:t>
            </a:r>
            <a:endParaRPr lang="zh-CN" altLang="en-US" sz="2400" b="1" dirty="0">
              <a:solidFill>
                <a:schemeClr val="bg1"/>
              </a:solidFill>
              <a:latin typeface="微软雅黑" panose="020B0503020204020204" charset="-122"/>
              <a:ea typeface="微软雅黑" panose="020B0503020204020204" charset="-122"/>
            </a:endParaRPr>
          </a:p>
        </p:txBody>
      </p:sp>
      <p:sp>
        <p:nvSpPr>
          <p:cNvPr id="25" name="MH_Other_5"/>
          <p:cNvSpPr/>
          <p:nvPr>
            <p:custDataLst>
              <p:tags r:id="rId3"/>
            </p:custDataLst>
          </p:nvPr>
        </p:nvSpPr>
        <p:spPr>
          <a:xfrm flipH="1">
            <a:off x="11218449" y="1727510"/>
            <a:ext cx="1006571" cy="971875"/>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smtClean="0">
                <a:solidFill>
                  <a:srgbClr val="FFFFFF"/>
                </a:solidFill>
                <a:latin typeface="Impact" panose="020B0806030902050204" pitchFamily="34" charset="0"/>
                <a:ea typeface="微软雅黑" panose="020B0503020204020204" charset="-122"/>
              </a:rPr>
              <a:t>0</a:t>
            </a:r>
            <a:r>
              <a:rPr lang="en-US" sz="3200" dirty="0" smtClean="0">
                <a:solidFill>
                  <a:srgbClr val="FFFFFF"/>
                </a:solidFill>
                <a:latin typeface="Impact" panose="020B0806030902050204" pitchFamily="34" charset="0"/>
                <a:ea typeface="微软雅黑" panose="020B0503020204020204" charset="-122"/>
              </a:rPr>
              <a:t>1</a:t>
            </a:r>
            <a:endParaRPr lang="en-US" sz="3200" dirty="0">
              <a:solidFill>
                <a:srgbClr val="FFFFFF"/>
              </a:solidFill>
              <a:latin typeface="Impact" panose="020B0806030902050204" pitchFamily="34" charset="0"/>
              <a:ea typeface="微软雅黑" panose="020B0503020204020204" charset="-122"/>
            </a:endParaRPr>
          </a:p>
        </p:txBody>
      </p:sp>
      <p:sp>
        <p:nvSpPr>
          <p:cNvPr id="26" name="MH_Other_6"/>
          <p:cNvSpPr/>
          <p:nvPr>
            <p:custDataLst>
              <p:tags r:id="rId4"/>
            </p:custDataLst>
          </p:nvPr>
        </p:nvSpPr>
        <p:spPr>
          <a:xfrm flipH="1">
            <a:off x="10721376" y="1725930"/>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Tree>
    <p:custDataLst>
      <p:tags r:id="rId1"/>
    </p:custDataLst>
  </p:cSld>
  <p:clrMapOvr>
    <a:masterClrMapping/>
  </p:clrMapOvr>
  <p:transition>
    <p:comb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to="" calcmode="lin" valueType="num">
                                      <p:cBhvr>
                                        <p:cTn id="7" dur="1" fill="hold"/>
                                        <p:tgtEl>
                                          <p:spTgt spid="3"/>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8.7 </a:t>
            </a:r>
            <a:r>
              <a:rPr lang="en-US" altLang="zh-CN" dirty="0" smtClean="0">
                <a:solidFill>
                  <a:srgbClr val="FF0000"/>
                </a:solidFill>
                <a:sym typeface="+mn-ea"/>
              </a:rPr>
              <a:t>WebApp</a:t>
            </a:r>
            <a:r>
              <a:rPr lang="zh-CN" altLang="en-US" dirty="0" smtClean="0">
                <a:solidFill>
                  <a:srgbClr val="FF0000"/>
                </a:solidFill>
                <a:sym typeface="+mn-ea"/>
              </a:rPr>
              <a:t>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8.7.2 </a:t>
            </a:r>
            <a:r>
              <a:rPr sz="2400" dirty="0" smtClean="0">
                <a:solidFill>
                  <a:schemeClr val="tx1"/>
                </a:solidFill>
              </a:rPr>
              <a:t>内容测试</a:t>
            </a:r>
          </a:p>
        </p:txBody>
      </p:sp>
      <p:grpSp>
        <p:nvGrpSpPr>
          <p:cNvPr id="5" name="组合 4"/>
          <p:cNvGrpSpPr/>
          <p:nvPr/>
        </p:nvGrpSpPr>
        <p:grpSpPr>
          <a:xfrm>
            <a:off x="15240" y="2698750"/>
            <a:ext cx="12026265" cy="3043555"/>
            <a:chOff x="0" y="2130426"/>
            <a:chExt cx="21645385" cy="3649762"/>
          </a:xfrm>
        </p:grpSpPr>
        <p:sp>
          <p:nvSpPr>
            <p:cNvPr id="6" name="MH_Other_1"/>
            <p:cNvSpPr/>
            <p:nvPr>
              <p:custDataLst>
                <p:tags r:id="rId5"/>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7" name="MH_Other_2"/>
            <p:cNvSpPr/>
            <p:nvPr>
              <p:custDataLst>
                <p:tags r:id="rId6"/>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1" name="MH_Other_3"/>
            <p:cNvSpPr/>
            <p:nvPr>
              <p:custDataLst>
                <p:tags r:id="rId7"/>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8" name="MH_Other_4"/>
            <p:cNvSpPr>
              <a:spLocks noChangeArrowheads="1"/>
            </p:cNvSpPr>
            <p:nvPr>
              <p:custDataLst>
                <p:tags r:id="rId8"/>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13" name="MH_Other_5"/>
            <p:cNvSpPr>
              <a:spLocks noChangeArrowheads="1"/>
            </p:cNvSpPr>
            <p:nvPr>
              <p:custDataLst>
                <p:tags r:id="rId9"/>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5" name="MH_Other_6"/>
            <p:cNvSpPr>
              <a:spLocks noChangeArrowheads="1"/>
            </p:cNvSpPr>
            <p:nvPr>
              <p:custDataLst>
                <p:tags r:id="rId10"/>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26" name="MH_Other_7"/>
            <p:cNvSpPr/>
            <p:nvPr>
              <p:custDataLst>
                <p:tags r:id="rId11"/>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27" name="MH_Text_1"/>
            <p:cNvSpPr/>
            <p:nvPr>
              <p:custDataLst>
                <p:tags r:id="rId12"/>
              </p:custDataLst>
            </p:nvPr>
          </p:nvSpPr>
          <p:spPr bwMode="auto">
            <a:xfrm>
              <a:off x="7402564" y="2238557"/>
              <a:ext cx="13383360" cy="2319461"/>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a:lnSpc>
                  <a:spcPct val="130000"/>
                </a:lnSpc>
                <a:defRPr/>
              </a:pPr>
              <a:r>
                <a:rPr lang="da-DK" altLang="zh-CN" dirty="0" smtClean="0">
                  <a:solidFill>
                    <a:schemeClr val="tx1"/>
                  </a:solidFill>
                  <a:latin typeface="微软雅黑" panose="020B0503020204020204" charset="-122"/>
                  <a:ea typeface="微软雅黑" panose="020B0503020204020204" charset="-122"/>
                </a:rPr>
                <a:t>在移动互联网上，很多数据库管理系统非常复杂，并且构建动态的内容对象。由于移动互联的特殊性，客户端请求的原始信息很少能够以能被输入到数据库管理系统（DBMS）中的形式表示出来。数据库可能离装载WebApp的服务器很远，而且从数据库中获取的原始数据一定要传递给WebApp服务器，并且这些原始数据要被正确地格式化，然后才能传递给客户端。并且动态内容对象要以能够显示给最终用户的形式传递给客户端。</a:t>
              </a:r>
            </a:p>
          </p:txBody>
        </p:sp>
      </p:grpSp>
      <p:sp>
        <p:nvSpPr>
          <p:cNvPr id="14" name="MH_SubTitle_2"/>
          <p:cNvSpPr/>
          <p:nvPr>
            <p:custDataLst>
              <p:tags r:id="rId2"/>
            </p:custDataLst>
          </p:nvPr>
        </p:nvSpPr>
        <p:spPr>
          <a:xfrm flipH="1">
            <a:off x="7211695" y="1849191"/>
            <a:ext cx="3511458"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smtClean="0">
                <a:solidFill>
                  <a:schemeClr val="bg1"/>
                </a:solidFill>
                <a:latin typeface="微软雅黑" panose="020B0503020204020204" charset="-122"/>
                <a:ea typeface="微软雅黑" panose="020B0503020204020204" charset="-122"/>
              </a:rPr>
              <a:t>数据库测试</a:t>
            </a:r>
            <a:endParaRPr lang="zh-CN" altLang="en-US" sz="2400" b="1" dirty="0">
              <a:solidFill>
                <a:schemeClr val="bg1"/>
              </a:solidFill>
              <a:latin typeface="微软雅黑" panose="020B0503020204020204" charset="-122"/>
              <a:ea typeface="微软雅黑" panose="020B0503020204020204" charset="-122"/>
            </a:endParaRPr>
          </a:p>
        </p:txBody>
      </p:sp>
      <p:sp>
        <p:nvSpPr>
          <p:cNvPr id="15" name="MH_Other_5"/>
          <p:cNvSpPr/>
          <p:nvPr>
            <p:custDataLst>
              <p:tags r:id="rId3"/>
            </p:custDataLst>
          </p:nvPr>
        </p:nvSpPr>
        <p:spPr>
          <a:xfrm flipH="1">
            <a:off x="11218449" y="1727510"/>
            <a:ext cx="1006571" cy="971875"/>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smtClean="0">
                <a:solidFill>
                  <a:srgbClr val="FFFFFF"/>
                </a:solidFill>
                <a:latin typeface="Impact" panose="020B0806030902050204" pitchFamily="34" charset="0"/>
                <a:ea typeface="微软雅黑" panose="020B0503020204020204" charset="-122"/>
              </a:rPr>
              <a:t>0</a:t>
            </a:r>
            <a:r>
              <a:rPr lang="en-US" sz="3200" dirty="0" smtClean="0">
                <a:solidFill>
                  <a:srgbClr val="FFFFFF"/>
                </a:solidFill>
                <a:latin typeface="Impact" panose="020B0806030902050204" pitchFamily="34" charset="0"/>
                <a:ea typeface="微软雅黑" panose="020B0503020204020204" charset="-122"/>
              </a:rPr>
              <a:t>2</a:t>
            </a:r>
            <a:endParaRPr lang="en-US" sz="3200" dirty="0">
              <a:solidFill>
                <a:srgbClr val="FFFFFF"/>
              </a:solidFill>
              <a:latin typeface="Impact" panose="020B0806030902050204" pitchFamily="34" charset="0"/>
              <a:ea typeface="微软雅黑" panose="020B0503020204020204" charset="-122"/>
            </a:endParaRPr>
          </a:p>
        </p:txBody>
      </p:sp>
      <p:sp>
        <p:nvSpPr>
          <p:cNvPr id="16" name="MH_Other_6"/>
          <p:cNvSpPr/>
          <p:nvPr>
            <p:custDataLst>
              <p:tags r:id="rId4"/>
            </p:custDataLst>
          </p:nvPr>
        </p:nvSpPr>
        <p:spPr>
          <a:xfrm flipH="1">
            <a:off x="10721376" y="1725930"/>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spTree>
    <p:custDataLst>
      <p:tags r:id="rId1"/>
    </p:custDataLst>
  </p:cSld>
  <p:clrMapOvr>
    <a:masterClrMapping/>
  </p:clrMapOvr>
  <p:transition>
    <p:comb dir="vert"/>
  </p:transition>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8.7 </a:t>
            </a:r>
            <a:r>
              <a:rPr lang="en-US" altLang="zh-CN" dirty="0" smtClean="0">
                <a:solidFill>
                  <a:srgbClr val="FF0000"/>
                </a:solidFill>
                <a:sym typeface="+mn-ea"/>
              </a:rPr>
              <a:t>WebApp</a:t>
            </a:r>
            <a:r>
              <a:rPr lang="zh-CN" altLang="en-US" dirty="0" smtClean="0">
                <a:solidFill>
                  <a:srgbClr val="FF0000"/>
                </a:solidFill>
                <a:sym typeface="+mn-ea"/>
              </a:rPr>
              <a:t>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8.7.2 </a:t>
            </a:r>
            <a:r>
              <a:rPr sz="2400" dirty="0" smtClean="0">
                <a:solidFill>
                  <a:schemeClr val="tx1"/>
                </a:solidFill>
              </a:rPr>
              <a:t>内容测试</a:t>
            </a:r>
          </a:p>
        </p:txBody>
      </p:sp>
      <p:sp>
        <p:nvSpPr>
          <p:cNvPr id="7" name="文本框 6"/>
          <p:cNvSpPr txBox="1"/>
          <p:nvPr/>
        </p:nvSpPr>
        <p:spPr>
          <a:xfrm>
            <a:off x="754380" y="3388360"/>
            <a:ext cx="476250" cy="183388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结构化程序设计</a:t>
            </a:r>
          </a:p>
        </p:txBody>
      </p:sp>
      <p:sp>
        <p:nvSpPr>
          <p:cNvPr id="71" name="文本框 70"/>
          <p:cNvSpPr txBox="1"/>
          <p:nvPr>
            <p:custDataLst>
              <p:tags r:id="rId2"/>
            </p:custDataLst>
          </p:nvPr>
        </p:nvSpPr>
        <p:spPr>
          <a:xfrm>
            <a:off x="6839585" y="4010660"/>
            <a:ext cx="458470" cy="584835"/>
          </a:xfrm>
          <a:prstGeom prst="rect">
            <a:avLst/>
          </a:prstGeom>
          <a:noFill/>
        </p:spPr>
        <p:txBody>
          <a:bodyPr wrap="none" rtlCol="0">
            <a:normAutofit/>
          </a:bodyPr>
          <a:lstStyle/>
          <a:p>
            <a:r>
              <a:rPr lang="en-US" altLang="zh-CN" sz="3200" smtClean="0">
                <a:solidFill>
                  <a:srgbClr val="FFFFFF"/>
                </a:solidFill>
                <a:sym typeface="Arial" panose="020B0604020202020204" pitchFamily="34" charset="0"/>
              </a:rPr>
              <a:t>B</a:t>
            </a:r>
            <a:endParaRPr lang="zh-CN" altLang="en-US" sz="3200">
              <a:solidFill>
                <a:srgbClr val="FFFFFF"/>
              </a:solidFill>
              <a:sym typeface="Arial" panose="020B0604020202020204" pitchFamily="34" charset="0"/>
            </a:endParaRPr>
          </a:p>
        </p:txBody>
      </p:sp>
      <p:sp>
        <p:nvSpPr>
          <p:cNvPr id="72" name="文本框 71"/>
          <p:cNvSpPr txBox="1"/>
          <p:nvPr>
            <p:custDataLst>
              <p:tags r:id="rId3"/>
            </p:custDataLst>
          </p:nvPr>
        </p:nvSpPr>
        <p:spPr>
          <a:xfrm>
            <a:off x="4968875" y="4010660"/>
            <a:ext cx="481330" cy="584835"/>
          </a:xfrm>
          <a:prstGeom prst="rect">
            <a:avLst/>
          </a:prstGeom>
          <a:noFill/>
        </p:spPr>
        <p:txBody>
          <a:bodyPr wrap="none" rtlCol="0">
            <a:normAutofit/>
          </a:bodyPr>
          <a:lstStyle>
            <a:defPPr>
              <a:defRPr lang="zh-CN"/>
            </a:defPPr>
            <a:lvl1pPr>
              <a:defRPr sz="3200">
                <a:solidFill>
                  <a:srgbClr val="FFFFFF"/>
                </a:solidFill>
              </a:defRPr>
            </a:lvl1pPr>
          </a:lstStyle>
          <a:p>
            <a:r>
              <a:rPr lang="en-US" altLang="zh-CN">
                <a:sym typeface="Arial" panose="020B0604020202020204" pitchFamily="34" charset="0"/>
              </a:rPr>
              <a:t>D</a:t>
            </a:r>
            <a:endParaRPr lang="zh-CN" altLang="en-US">
              <a:sym typeface="Arial" panose="020B0604020202020204" pitchFamily="34" charset="0"/>
            </a:endParaRPr>
          </a:p>
        </p:txBody>
      </p:sp>
      <p:sp>
        <p:nvSpPr>
          <p:cNvPr id="73" name="文本框 72"/>
          <p:cNvSpPr txBox="1"/>
          <p:nvPr>
            <p:custDataLst>
              <p:tags r:id="rId4"/>
            </p:custDataLst>
          </p:nvPr>
        </p:nvSpPr>
        <p:spPr>
          <a:xfrm>
            <a:off x="5854700" y="3209925"/>
            <a:ext cx="458470" cy="584835"/>
          </a:xfrm>
          <a:prstGeom prst="rect">
            <a:avLst/>
          </a:prstGeom>
          <a:noFill/>
        </p:spPr>
        <p:txBody>
          <a:bodyPr wrap="none" rtlCol="0">
            <a:normAutofit/>
          </a:bodyPr>
          <a:lstStyle/>
          <a:p>
            <a:r>
              <a:rPr lang="en-US" altLang="zh-CN" sz="3200" dirty="0" smtClean="0">
                <a:solidFill>
                  <a:srgbClr val="FFFFFF"/>
                </a:solidFill>
                <a:sym typeface="Arial" panose="020B0604020202020204" pitchFamily="34" charset="0"/>
              </a:rPr>
              <a:t>A</a:t>
            </a:r>
            <a:endParaRPr lang="zh-CN" altLang="en-US" sz="3200" dirty="0">
              <a:solidFill>
                <a:srgbClr val="FFFFFF"/>
              </a:solidFill>
              <a:sym typeface="Arial" panose="020B0604020202020204" pitchFamily="34" charset="0"/>
            </a:endParaRPr>
          </a:p>
        </p:txBody>
      </p:sp>
      <p:sp>
        <p:nvSpPr>
          <p:cNvPr id="74" name="文本框 73"/>
          <p:cNvSpPr txBox="1"/>
          <p:nvPr>
            <p:custDataLst>
              <p:tags r:id="rId5"/>
            </p:custDataLst>
          </p:nvPr>
        </p:nvSpPr>
        <p:spPr>
          <a:xfrm>
            <a:off x="5870575" y="4983480"/>
            <a:ext cx="481330" cy="584835"/>
          </a:xfrm>
          <a:prstGeom prst="rect">
            <a:avLst/>
          </a:prstGeom>
          <a:noFill/>
        </p:spPr>
        <p:txBody>
          <a:bodyPr wrap="none" rtlCol="0">
            <a:normAutofit/>
          </a:bodyPr>
          <a:lstStyle/>
          <a:p>
            <a:r>
              <a:rPr lang="en-US" altLang="zh-CN" sz="3200" smtClean="0">
                <a:solidFill>
                  <a:srgbClr val="FFFFFF"/>
                </a:solidFill>
                <a:sym typeface="Arial" panose="020B0604020202020204" pitchFamily="34" charset="0"/>
              </a:rPr>
              <a:t>C</a:t>
            </a:r>
            <a:endParaRPr lang="zh-CN" altLang="en-US" sz="3200">
              <a:solidFill>
                <a:srgbClr val="FFFFFF"/>
              </a:solidFill>
              <a:sym typeface="Arial" panose="020B0604020202020204" pitchFamily="34" charset="0"/>
            </a:endParaRPr>
          </a:p>
        </p:txBody>
      </p:sp>
      <p:sp>
        <p:nvSpPr>
          <p:cNvPr id="30" name="MH_SubTitle_2"/>
          <p:cNvSpPr/>
          <p:nvPr>
            <p:custDataLst>
              <p:tags r:id="rId6"/>
            </p:custDataLst>
          </p:nvPr>
        </p:nvSpPr>
        <p:spPr>
          <a:xfrm flipH="1">
            <a:off x="7211695" y="1849191"/>
            <a:ext cx="3511458" cy="733252"/>
          </a:xfrm>
          <a:prstGeom prst="homePlate">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2400" b="1" dirty="0" smtClean="0">
                <a:solidFill>
                  <a:schemeClr val="bg1"/>
                </a:solidFill>
                <a:latin typeface="微软雅黑" panose="020B0503020204020204" charset="-122"/>
                <a:ea typeface="微软雅黑" panose="020B0503020204020204" charset="-122"/>
              </a:rPr>
              <a:t>数据库测试</a:t>
            </a:r>
            <a:endParaRPr lang="zh-CN" altLang="en-US" sz="2400" b="1" dirty="0">
              <a:solidFill>
                <a:schemeClr val="bg1"/>
              </a:solidFill>
              <a:latin typeface="微软雅黑" panose="020B0503020204020204" charset="-122"/>
              <a:ea typeface="微软雅黑" panose="020B0503020204020204" charset="-122"/>
            </a:endParaRPr>
          </a:p>
        </p:txBody>
      </p:sp>
      <p:sp>
        <p:nvSpPr>
          <p:cNvPr id="31" name="MH_Other_5"/>
          <p:cNvSpPr/>
          <p:nvPr>
            <p:custDataLst>
              <p:tags r:id="rId7"/>
            </p:custDataLst>
          </p:nvPr>
        </p:nvSpPr>
        <p:spPr>
          <a:xfrm flipH="1">
            <a:off x="11218449" y="1727510"/>
            <a:ext cx="1006571" cy="971875"/>
          </a:xfrm>
          <a:prstGeom prst="rect">
            <a:avLst/>
          </a:prstGeom>
          <a:solidFill>
            <a:srgbClr val="C698E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altLang="zh-CN" sz="3200" dirty="0" smtClean="0">
                <a:solidFill>
                  <a:srgbClr val="FFFFFF"/>
                </a:solidFill>
                <a:latin typeface="Impact" panose="020B0806030902050204" pitchFamily="34" charset="0"/>
                <a:ea typeface="微软雅黑" panose="020B0503020204020204" charset="-122"/>
              </a:rPr>
              <a:t>0</a:t>
            </a:r>
            <a:r>
              <a:rPr lang="en-US" sz="3200" dirty="0" smtClean="0">
                <a:solidFill>
                  <a:srgbClr val="FFFFFF"/>
                </a:solidFill>
                <a:latin typeface="Impact" panose="020B0806030902050204" pitchFamily="34" charset="0"/>
                <a:ea typeface="微软雅黑" panose="020B0503020204020204" charset="-122"/>
              </a:rPr>
              <a:t>2</a:t>
            </a:r>
            <a:endParaRPr lang="en-US" sz="3200" dirty="0">
              <a:solidFill>
                <a:srgbClr val="FFFFFF"/>
              </a:solidFill>
              <a:latin typeface="Impact" panose="020B0806030902050204" pitchFamily="34" charset="0"/>
              <a:ea typeface="微软雅黑" panose="020B0503020204020204" charset="-122"/>
            </a:endParaRPr>
          </a:p>
        </p:txBody>
      </p:sp>
      <p:sp>
        <p:nvSpPr>
          <p:cNvPr id="32" name="MH_Other_6"/>
          <p:cNvSpPr/>
          <p:nvPr>
            <p:custDataLst>
              <p:tags r:id="rId8"/>
            </p:custDataLst>
          </p:nvPr>
        </p:nvSpPr>
        <p:spPr>
          <a:xfrm flipH="1">
            <a:off x="10721376" y="1725930"/>
            <a:ext cx="516601" cy="973455"/>
          </a:xfrm>
          <a:custGeom>
            <a:avLst/>
            <a:gdLst>
              <a:gd name="connsiteX0" fmla="*/ 2382 w 461963"/>
              <a:gd name="connsiteY0" fmla="*/ 0 h 1081088"/>
              <a:gd name="connsiteX1" fmla="*/ 461963 w 461963"/>
              <a:gd name="connsiteY1" fmla="*/ 138113 h 1081088"/>
              <a:gd name="connsiteX2" fmla="*/ 461963 w 461963"/>
              <a:gd name="connsiteY2" fmla="*/ 950119 h 1081088"/>
              <a:gd name="connsiteX3" fmla="*/ 0 w 461963"/>
              <a:gd name="connsiteY3" fmla="*/ 1081088 h 1081088"/>
              <a:gd name="connsiteX4" fmla="*/ 2382 w 461963"/>
              <a:gd name="connsiteY4" fmla="*/ 0 h 1081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1963" h="1081088">
                <a:moveTo>
                  <a:pt x="2382" y="0"/>
                </a:moveTo>
                <a:lnTo>
                  <a:pt x="461963" y="138113"/>
                </a:lnTo>
                <a:lnTo>
                  <a:pt x="461963" y="950119"/>
                </a:lnTo>
                <a:lnTo>
                  <a:pt x="0" y="1081088"/>
                </a:lnTo>
                <a:lnTo>
                  <a:pt x="2382" y="0"/>
                </a:lnTo>
                <a:close/>
              </a:path>
            </a:pathLst>
          </a:custGeom>
          <a:solidFill>
            <a:srgbClr val="A154C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solidFill>
                <a:srgbClr val="FFFFFF"/>
              </a:solidFill>
              <a:latin typeface="微软雅黑" panose="020B0503020204020204" charset="-122"/>
              <a:ea typeface="微软雅黑" panose="020B0503020204020204" charset="-122"/>
            </a:endParaRPr>
          </a:p>
        </p:txBody>
      </p:sp>
      <p:grpSp>
        <p:nvGrpSpPr>
          <p:cNvPr id="34" name="组合 33"/>
          <p:cNvGrpSpPr/>
          <p:nvPr/>
        </p:nvGrpSpPr>
        <p:grpSpPr>
          <a:xfrm>
            <a:off x="15240" y="2698750"/>
            <a:ext cx="12026265" cy="3043555"/>
            <a:chOff x="0" y="2130426"/>
            <a:chExt cx="21645385" cy="3649762"/>
          </a:xfrm>
        </p:grpSpPr>
        <p:sp>
          <p:nvSpPr>
            <p:cNvPr id="35" name="MH_Other_1"/>
            <p:cNvSpPr/>
            <p:nvPr>
              <p:custDataLst>
                <p:tags r:id="rId9"/>
              </p:custDataLst>
            </p:nvPr>
          </p:nvSpPr>
          <p:spPr bwMode="auto">
            <a:xfrm>
              <a:off x="0" y="2141539"/>
              <a:ext cx="5039784" cy="9683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36" name="MH_Other_2"/>
            <p:cNvSpPr/>
            <p:nvPr>
              <p:custDataLst>
                <p:tags r:id="rId10"/>
              </p:custDataLst>
            </p:nvPr>
          </p:nvSpPr>
          <p:spPr bwMode="auto">
            <a:xfrm>
              <a:off x="4083582" y="5593626"/>
              <a:ext cx="17561803" cy="186562"/>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37" name="MH_Other_3"/>
            <p:cNvSpPr/>
            <p:nvPr>
              <p:custDataLst>
                <p:tags r:id="rId11"/>
              </p:custDataLst>
            </p:nvPr>
          </p:nvSpPr>
          <p:spPr>
            <a:xfrm>
              <a:off x="4722938" y="2567755"/>
              <a:ext cx="1211685" cy="908764"/>
            </a:xfrm>
            <a:prstGeom prst="rect">
              <a:avLst/>
            </a:prstGeom>
            <a:solidFill>
              <a:srgbClr val="E97551"/>
            </a:solidFill>
            <a:ln w="3175">
              <a:solidFill>
                <a:srgbClr val="C34123"/>
              </a:solidFill>
            </a:ln>
            <a:scene3d>
              <a:camera prst="perspectiveRelaxed" fov="3000000">
                <a:rot lat="18926816" lon="4332277" rev="17844000"/>
              </a:camera>
              <a:lightRig rig="flat" dir="t">
                <a:rot lat="0" lon="0" rev="2700000"/>
              </a:lightRig>
            </a:scene3d>
            <a:sp3d extrusionH="971550" contourW="6350">
              <a:bevelT w="0" h="0"/>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38" name="MH_Other_4"/>
            <p:cNvSpPr>
              <a:spLocks noChangeArrowheads="1"/>
            </p:cNvSpPr>
            <p:nvPr>
              <p:custDataLst>
                <p:tags r:id="rId12"/>
              </p:custDataLst>
            </p:nvPr>
          </p:nvSpPr>
          <p:spPr bwMode="gray">
            <a:xfrm rot="15266332" flipV="1">
              <a:off x="4754828" y="2519099"/>
              <a:ext cx="900113" cy="122767"/>
            </a:xfrm>
            <a:prstGeom prst="roundRect">
              <a:avLst>
                <a:gd name="adj" fmla="val 16750"/>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39" name="MH_Other_5"/>
            <p:cNvSpPr>
              <a:spLocks noChangeArrowheads="1"/>
            </p:cNvSpPr>
            <p:nvPr>
              <p:custDataLst>
                <p:tags r:id="rId13"/>
              </p:custDataLst>
            </p:nvPr>
          </p:nvSpPr>
          <p:spPr bwMode="gray">
            <a:xfrm rot="15334360" flipV="1">
              <a:off x="3736446" y="5312305"/>
              <a:ext cx="612775" cy="135467"/>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40" name="MH_Other_6"/>
            <p:cNvSpPr>
              <a:spLocks noChangeArrowheads="1"/>
            </p:cNvSpPr>
            <p:nvPr>
              <p:custDataLst>
                <p:tags r:id="rId14"/>
              </p:custDataLst>
            </p:nvPr>
          </p:nvSpPr>
          <p:spPr bwMode="gray">
            <a:xfrm rot="19641219">
              <a:off x="4099984" y="3881439"/>
              <a:ext cx="1090083" cy="98425"/>
            </a:xfrm>
            <a:prstGeom prst="rect">
              <a:avLst/>
            </a:prstGeom>
            <a:gradFill rotWithShape="1">
              <a:gsLst>
                <a:gs pos="833">
                  <a:srgbClr val="A9A9A9"/>
                </a:gs>
                <a:gs pos="31000">
                  <a:srgbClr val="F9F9F9"/>
                </a:gs>
                <a:gs pos="100000">
                  <a:srgbClr val="5F5F5F"/>
                </a:gs>
              </a:gsLst>
              <a:lin ang="5400000" scaled="1"/>
            </a:gradFill>
            <a:ln>
              <a:noFill/>
            </a:ln>
          </p:spPr>
          <p:txBody>
            <a:bodyPr wrap="none" anchor="ctr"/>
            <a:lstStyle/>
            <a:p>
              <a:pPr eaLnBrk="1" fontAlgn="auto" hangingPunct="1">
                <a:spcBef>
                  <a:spcPts val="0"/>
                </a:spcBef>
                <a:spcAft>
                  <a:spcPts val="0"/>
                </a:spcAft>
                <a:defRPr/>
              </a:pPr>
              <a:endParaRPr lang="zh-CN" altLang="en-US" sz="1350" dirty="0">
                <a:latin typeface="+mn-lt"/>
                <a:ea typeface="微软雅黑" panose="020B0503020204020204" charset="-122"/>
              </a:endParaRPr>
            </a:p>
          </p:txBody>
        </p:sp>
        <p:sp>
          <p:nvSpPr>
            <p:cNvPr id="41" name="MH_Other_7"/>
            <p:cNvSpPr/>
            <p:nvPr>
              <p:custDataLst>
                <p:tags r:id="rId15"/>
              </p:custDataLst>
            </p:nvPr>
          </p:nvSpPr>
          <p:spPr>
            <a:xfrm>
              <a:off x="3010443" y="3593924"/>
              <a:ext cx="1211685" cy="908764"/>
            </a:xfrm>
            <a:prstGeom prst="rect">
              <a:avLst/>
            </a:prstGeom>
            <a:solidFill>
              <a:srgbClr val="D7D7D7"/>
            </a:solidFill>
            <a:ln w="3175">
              <a:solidFill>
                <a:srgbClr val="DDDDDD"/>
              </a:solidFill>
            </a:ln>
            <a:scene3d>
              <a:camera prst="perspectiveRelaxed" fov="3000000">
                <a:rot lat="18926816" lon="4332277" rev="17844000"/>
              </a:camera>
              <a:lightRig rig="flat" dir="t">
                <a:rot lat="0" lon="0" rev="2700000"/>
              </a:lightRig>
            </a:scene3d>
            <a:sp3d extrusionH="984250" contourW="6350">
              <a:bevelT w="0" h="0"/>
              <a:contourClr>
                <a:srgbClr val="B2B2B2"/>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p>
          </p:txBody>
        </p:sp>
        <p:sp>
          <p:nvSpPr>
            <p:cNvPr id="42" name="MH_Text_1"/>
            <p:cNvSpPr/>
            <p:nvPr>
              <p:custDataLst>
                <p:tags r:id="rId16"/>
              </p:custDataLst>
            </p:nvPr>
          </p:nvSpPr>
          <p:spPr bwMode="auto">
            <a:xfrm>
              <a:off x="7299703" y="2512688"/>
              <a:ext cx="13383360" cy="2846402"/>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a:lnSpc>
                  <a:spcPct val="130000"/>
                </a:lnSpc>
              </a:pPr>
              <a:r>
                <a:rPr lang="zh-CN" altLang="zh-CN" dirty="0" smtClean="0">
                  <a:solidFill>
                    <a:schemeClr val="tx1"/>
                  </a:solidFill>
                  <a:latin typeface="微软雅黑" panose="020B0503020204020204" charset="-122"/>
                  <a:ea typeface="微软雅黑" panose="020B0503020204020204" charset="-122"/>
                </a:rPr>
                <a:t>测试应该保证：</a:t>
              </a:r>
            </a:p>
            <a:p>
              <a:pPr>
                <a:lnSpc>
                  <a:spcPct val="130000"/>
                </a:lnSpc>
              </a:pPr>
              <a:r>
                <a:rPr lang="zh-CN" altLang="zh-CN" dirty="0" smtClean="0">
                  <a:solidFill>
                    <a:schemeClr val="tx1"/>
                  </a:solidFill>
                  <a:latin typeface="微软雅黑" panose="020B0503020204020204" charset="-122"/>
                  <a:ea typeface="微软雅黑" panose="020B0503020204020204" charset="-122"/>
                </a:rPr>
                <a:t>（</a:t>
              </a:r>
              <a:r>
                <a:rPr lang="en-US" altLang="zh-CN" dirty="0" smtClean="0">
                  <a:solidFill>
                    <a:schemeClr val="tx1"/>
                  </a:solidFill>
                  <a:latin typeface="微软雅黑" panose="020B0503020204020204" charset="-122"/>
                  <a:ea typeface="微软雅黑" panose="020B0503020204020204" charset="-122"/>
                </a:rPr>
                <a:t>1</a:t>
              </a:r>
              <a:r>
                <a:rPr lang="zh-CN" altLang="zh-CN" dirty="0" smtClean="0">
                  <a:solidFill>
                    <a:schemeClr val="tx1"/>
                  </a:solidFill>
                  <a:latin typeface="微软雅黑" panose="020B0503020204020204" charset="-122"/>
                  <a:ea typeface="微软雅黑" panose="020B0503020204020204" charset="-122"/>
                </a:rPr>
                <a:t>）有效信息通过界面层在客户机与服务器之间传递。</a:t>
              </a:r>
            </a:p>
            <a:p>
              <a:pPr>
                <a:lnSpc>
                  <a:spcPct val="130000"/>
                </a:lnSpc>
              </a:pPr>
              <a:r>
                <a:rPr lang="zh-CN" altLang="zh-CN" dirty="0" smtClean="0">
                  <a:solidFill>
                    <a:schemeClr val="tx1"/>
                  </a:solidFill>
                  <a:latin typeface="微软雅黑" panose="020B0503020204020204" charset="-122"/>
                  <a:ea typeface="微软雅黑" panose="020B0503020204020204" charset="-122"/>
                </a:rPr>
                <a:t>（</a:t>
              </a:r>
              <a:r>
                <a:rPr lang="en-US" altLang="zh-CN" dirty="0" smtClean="0">
                  <a:solidFill>
                    <a:schemeClr val="tx1"/>
                  </a:solidFill>
                  <a:latin typeface="微软雅黑" panose="020B0503020204020204" charset="-122"/>
                  <a:ea typeface="微软雅黑" panose="020B0503020204020204" charset="-122"/>
                </a:rPr>
                <a:t>2</a:t>
              </a:r>
              <a:r>
                <a:rPr lang="zh-CN" altLang="zh-CN" dirty="0" smtClean="0">
                  <a:solidFill>
                    <a:schemeClr val="tx1"/>
                  </a:solidFill>
                  <a:latin typeface="微软雅黑" panose="020B0503020204020204" charset="-122"/>
                  <a:ea typeface="微软雅黑" panose="020B0503020204020204" charset="-122"/>
                </a:rPr>
                <a:t>）</a:t>
              </a:r>
              <a:r>
                <a:rPr lang="en-US" altLang="zh-CN" dirty="0" err="1" smtClean="0">
                  <a:solidFill>
                    <a:schemeClr val="tx1"/>
                  </a:solidFill>
                  <a:latin typeface="微软雅黑" panose="020B0503020204020204" charset="-122"/>
                  <a:ea typeface="微软雅黑" panose="020B0503020204020204" charset="-122"/>
                </a:rPr>
                <a:t>WebApp</a:t>
              </a:r>
              <a:r>
                <a:rPr lang="zh-CN" altLang="zh-CN" dirty="0" smtClean="0">
                  <a:solidFill>
                    <a:schemeClr val="tx1"/>
                  </a:solidFill>
                  <a:latin typeface="微软雅黑" panose="020B0503020204020204" charset="-122"/>
                  <a:ea typeface="微软雅黑" panose="020B0503020204020204" charset="-122"/>
                </a:rPr>
                <a:t>正确地处理脚本，并且正确地抽取或格式化用户数据。</a:t>
              </a:r>
            </a:p>
            <a:p>
              <a:pPr>
                <a:lnSpc>
                  <a:spcPct val="130000"/>
                </a:lnSpc>
              </a:pPr>
              <a:r>
                <a:rPr lang="zh-CN" altLang="zh-CN" dirty="0" smtClean="0">
                  <a:solidFill>
                    <a:schemeClr val="tx1"/>
                  </a:solidFill>
                  <a:latin typeface="微软雅黑" panose="020B0503020204020204" charset="-122"/>
                  <a:ea typeface="微软雅黑" panose="020B0503020204020204" charset="-122"/>
                </a:rPr>
                <a:t>（</a:t>
              </a:r>
              <a:r>
                <a:rPr lang="en-US" altLang="zh-CN" dirty="0" smtClean="0">
                  <a:solidFill>
                    <a:schemeClr val="tx1"/>
                  </a:solidFill>
                  <a:latin typeface="微软雅黑" panose="020B0503020204020204" charset="-122"/>
                  <a:ea typeface="微软雅黑" panose="020B0503020204020204" charset="-122"/>
                </a:rPr>
                <a:t>3</a:t>
              </a:r>
              <a:r>
                <a:rPr lang="zh-CN" altLang="zh-CN" dirty="0" smtClean="0">
                  <a:solidFill>
                    <a:schemeClr val="tx1"/>
                  </a:solidFill>
                  <a:latin typeface="微软雅黑" panose="020B0503020204020204" charset="-122"/>
                  <a:ea typeface="微软雅黑" panose="020B0503020204020204" charset="-122"/>
                </a:rPr>
                <a:t>）用户数据被正确地传递给服务器端的数据转换功能。</a:t>
              </a:r>
            </a:p>
            <a:p>
              <a:pPr>
                <a:lnSpc>
                  <a:spcPct val="130000"/>
                </a:lnSpc>
              </a:pPr>
              <a:r>
                <a:rPr lang="zh-CN" altLang="zh-CN" dirty="0" smtClean="0">
                  <a:solidFill>
                    <a:schemeClr val="tx1"/>
                  </a:solidFill>
                  <a:latin typeface="微软雅黑" panose="020B0503020204020204" charset="-122"/>
                  <a:ea typeface="微软雅黑" panose="020B0503020204020204" charset="-122"/>
                </a:rPr>
                <a:t>（</a:t>
              </a:r>
              <a:r>
                <a:rPr lang="en-US" altLang="zh-CN" dirty="0" smtClean="0">
                  <a:solidFill>
                    <a:schemeClr val="tx1"/>
                  </a:solidFill>
                  <a:latin typeface="微软雅黑" panose="020B0503020204020204" charset="-122"/>
                  <a:ea typeface="微软雅黑" panose="020B0503020204020204" charset="-122"/>
                </a:rPr>
                <a:t>4</a:t>
              </a:r>
              <a:r>
                <a:rPr lang="zh-CN" altLang="zh-CN" dirty="0" smtClean="0">
                  <a:solidFill>
                    <a:schemeClr val="tx1"/>
                  </a:solidFill>
                  <a:latin typeface="微软雅黑" panose="020B0503020204020204" charset="-122"/>
                  <a:ea typeface="微软雅黑" panose="020B0503020204020204" charset="-122"/>
                </a:rPr>
                <a:t>）查询被传递到数据管理层，数据管理层与数据访问程序正确地通信。</a:t>
              </a:r>
            </a:p>
            <a:p>
              <a:pPr indent="457200">
                <a:lnSpc>
                  <a:spcPct val="130000"/>
                </a:lnSpc>
                <a:defRPr/>
              </a:pPr>
              <a:endParaRPr lang="da-DK" altLang="zh-CN" dirty="0" smtClean="0">
                <a:solidFill>
                  <a:schemeClr val="tx1"/>
                </a:solidFill>
                <a:latin typeface="微软雅黑" panose="020B0503020204020204" charset="-122"/>
                <a:ea typeface="微软雅黑" panose="020B0503020204020204" charset="-122"/>
              </a:endParaRPr>
            </a:p>
          </p:txBody>
        </p:sp>
      </p:grpSp>
    </p:spTree>
    <p:custDataLst>
      <p:tags r:id="rId1"/>
    </p:custDataLst>
  </p:cSld>
  <p:clrMapOvr>
    <a:masterClrMapping/>
  </p:clrMapOvr>
  <p:transition>
    <p:comb dir="vert"/>
  </p:transition>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8.7 </a:t>
            </a:r>
            <a:r>
              <a:rPr lang="en-US" altLang="zh-CN" dirty="0" smtClean="0">
                <a:solidFill>
                  <a:srgbClr val="FF0000"/>
                </a:solidFill>
                <a:sym typeface="+mn-ea"/>
              </a:rPr>
              <a:t>WebApp</a:t>
            </a:r>
            <a:r>
              <a:rPr lang="zh-CN" altLang="en-US" dirty="0" smtClean="0">
                <a:solidFill>
                  <a:srgbClr val="FF0000"/>
                </a:solidFill>
                <a:sym typeface="+mn-ea"/>
              </a:rPr>
              <a:t>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8.7.3 </a:t>
            </a:r>
            <a:r>
              <a:rPr sz="2400" dirty="0" smtClean="0">
                <a:solidFill>
                  <a:schemeClr val="tx1"/>
                </a:solidFill>
              </a:rPr>
              <a:t>界面测试</a:t>
            </a:r>
          </a:p>
        </p:txBody>
      </p:sp>
      <p:grpSp>
        <p:nvGrpSpPr>
          <p:cNvPr id="35" name="组合 34"/>
          <p:cNvGrpSpPr/>
          <p:nvPr/>
        </p:nvGrpSpPr>
        <p:grpSpPr>
          <a:xfrm>
            <a:off x="883920" y="4410075"/>
            <a:ext cx="10621645" cy="1981200"/>
            <a:chOff x="964" y="3475"/>
            <a:chExt cx="16727" cy="3120"/>
          </a:xfrm>
        </p:grpSpPr>
        <p:sp>
          <p:nvSpPr>
            <p:cNvPr id="18" name="MH_SubTitle_1"/>
            <p:cNvSpPr/>
            <p:nvPr>
              <p:custDataLst>
                <p:tags r:id="rId9"/>
              </p:custDataLst>
            </p:nvPr>
          </p:nvSpPr>
          <p:spPr>
            <a:xfrm>
              <a:off x="3287" y="3675"/>
              <a:ext cx="3747" cy="847"/>
            </a:xfrm>
            <a:prstGeom prst="rect">
              <a:avLst/>
            </a:prstGeom>
          </p:spPr>
          <p:txBody>
            <a:bodyPr anchor="b">
              <a:normAutofit/>
            </a:bodyPr>
            <a:lstStyle/>
            <a:p>
              <a:r>
                <a:rPr lang="zh-CN" altLang="en-US" b="1" dirty="0" smtClean="0">
                  <a:solidFill>
                    <a:schemeClr val="accent6">
                      <a:lumMod val="75000"/>
                    </a:schemeClr>
                  </a:solidFill>
                </a:rPr>
                <a:t>文件操作和计算</a:t>
              </a:r>
            </a:p>
          </p:txBody>
        </p:sp>
        <p:grpSp>
          <p:nvGrpSpPr>
            <p:cNvPr id="34" name="组合 33"/>
            <p:cNvGrpSpPr/>
            <p:nvPr/>
          </p:nvGrpSpPr>
          <p:grpSpPr>
            <a:xfrm>
              <a:off x="964" y="3475"/>
              <a:ext cx="16727" cy="3120"/>
              <a:chOff x="1628" y="3271"/>
              <a:chExt cx="16727" cy="3120"/>
            </a:xfrm>
          </p:grpSpPr>
          <p:sp>
            <p:nvSpPr>
              <p:cNvPr id="4" name="MH_Text_1"/>
              <p:cNvSpPr/>
              <p:nvPr>
                <p:custDataLst>
                  <p:tags r:id="rId10"/>
                </p:custDataLst>
              </p:nvPr>
            </p:nvSpPr>
            <p:spPr>
              <a:xfrm>
                <a:off x="3951" y="4318"/>
                <a:ext cx="14404" cy="2073"/>
              </a:xfrm>
              <a:prstGeom prst="rect">
                <a:avLst/>
              </a:prstGeom>
            </p:spPr>
            <p:txBody>
              <a:bodyPr>
                <a:normAutofit lnSpcReduction="10000"/>
              </a:bodyPr>
              <a:lstStyle/>
              <a:p>
                <a:pPr indent="457200">
                  <a:lnSpc>
                    <a:spcPct val="150000"/>
                  </a:lnSpc>
                </a:pPr>
                <a:r>
                  <a:rPr lang="zh-CN" altLang="en-US" dirty="0" smtClean="0">
                    <a:latin typeface="+mn-ea"/>
                  </a:rPr>
                  <a:t>这其中涉及图像和文档的上传、编辑、计算功能和正确的输出值。首先，要确保会有多少用户使用你的应用，并尽可能地调试。另外，要考虑一下如何使系统WebApp更有效地计算并显示出结果，给用户提供一个更加流畅的用户体验。</a:t>
                </a:r>
              </a:p>
            </p:txBody>
          </p:sp>
          <p:sp>
            <p:nvSpPr>
              <p:cNvPr id="25" name="MH_Other_11"/>
              <p:cNvSpPr>
                <a:spLocks noChangeArrowheads="1"/>
              </p:cNvSpPr>
              <p:nvPr>
                <p:custDataLst>
                  <p:tags r:id="rId11"/>
                </p:custDataLst>
              </p:nvPr>
            </p:nvSpPr>
            <p:spPr bwMode="auto">
              <a:xfrm>
                <a:off x="2495" y="3471"/>
                <a:ext cx="747" cy="560"/>
              </a:xfrm>
              <a:prstGeom prst="diamond">
                <a:avLst/>
              </a:prstGeom>
              <a:solidFill>
                <a:schemeClr val="accent6">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6" name="MH_Other_12"/>
              <p:cNvSpPr>
                <a:spLocks noChangeArrowheads="1"/>
              </p:cNvSpPr>
              <p:nvPr>
                <p:custDataLst>
                  <p:tags r:id="rId12"/>
                </p:custDataLst>
              </p:nvPr>
            </p:nvSpPr>
            <p:spPr bwMode="auto">
              <a:xfrm>
                <a:off x="2495" y="4111"/>
                <a:ext cx="747" cy="560"/>
              </a:xfrm>
              <a:prstGeom prst="diamond">
                <a:avLst/>
              </a:prstGeom>
              <a:solidFill>
                <a:schemeClr val="accent6">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7" name="MH_Other_13"/>
              <p:cNvSpPr>
                <a:spLocks noChangeArrowheads="1"/>
              </p:cNvSpPr>
              <p:nvPr>
                <p:custDataLst>
                  <p:tags r:id="rId13"/>
                </p:custDataLst>
              </p:nvPr>
            </p:nvSpPr>
            <p:spPr bwMode="auto">
              <a:xfrm>
                <a:off x="2925" y="3791"/>
                <a:ext cx="747" cy="560"/>
              </a:xfrm>
              <a:prstGeom prst="diamond">
                <a:avLst/>
              </a:prstGeom>
              <a:solidFill>
                <a:schemeClr val="accent6">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8" name="MH_Other_14"/>
              <p:cNvSpPr/>
              <p:nvPr>
                <p:custDataLst>
                  <p:tags r:id="rId14"/>
                </p:custDataLst>
              </p:nvPr>
            </p:nvSpPr>
            <p:spPr>
              <a:xfrm>
                <a:off x="1685" y="3271"/>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30" name="MH_Other_15"/>
              <p:cNvSpPr/>
              <p:nvPr>
                <p:custDataLst>
                  <p:tags r:id="rId15"/>
                </p:custDataLst>
              </p:nvPr>
            </p:nvSpPr>
            <p:spPr bwMode="auto">
              <a:xfrm>
                <a:off x="1628" y="3271"/>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chemeClr val="accent6">
                  <a:lumMod val="75000"/>
                </a:schemeClr>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grpSp>
      <p:grpSp>
        <p:nvGrpSpPr>
          <p:cNvPr id="5" name="组合 4"/>
          <p:cNvGrpSpPr/>
          <p:nvPr/>
        </p:nvGrpSpPr>
        <p:grpSpPr>
          <a:xfrm>
            <a:off x="845820" y="2931795"/>
            <a:ext cx="10659110" cy="1840865"/>
            <a:chOff x="1021" y="3475"/>
            <a:chExt cx="16786" cy="2899"/>
          </a:xfrm>
        </p:grpSpPr>
        <p:sp>
          <p:nvSpPr>
            <p:cNvPr id="6" name="MH_SubTitle_1"/>
            <p:cNvSpPr/>
            <p:nvPr>
              <p:custDataLst>
                <p:tags r:id="rId2"/>
              </p:custDataLst>
            </p:nvPr>
          </p:nvSpPr>
          <p:spPr>
            <a:xfrm>
              <a:off x="3287" y="3675"/>
              <a:ext cx="3747" cy="847"/>
            </a:xfrm>
            <a:prstGeom prst="rect">
              <a:avLst/>
            </a:prstGeom>
          </p:spPr>
          <p:txBody>
            <a:bodyPr anchor="b">
              <a:normAutofit/>
            </a:bodyPr>
            <a:lstStyle/>
            <a:p>
              <a:r>
                <a:rPr lang="zh-CN" altLang="en-US" b="1" dirty="0" smtClean="0">
                  <a:solidFill>
                    <a:srgbClr val="FF7C80"/>
                  </a:solidFill>
                </a:rPr>
                <a:t>表单</a:t>
              </a:r>
            </a:p>
          </p:txBody>
        </p:sp>
        <p:grpSp>
          <p:nvGrpSpPr>
            <p:cNvPr id="7" name="组合 6"/>
            <p:cNvGrpSpPr/>
            <p:nvPr/>
          </p:nvGrpSpPr>
          <p:grpSpPr>
            <a:xfrm>
              <a:off x="1021" y="3475"/>
              <a:ext cx="16786" cy="2899"/>
              <a:chOff x="1685" y="3271"/>
              <a:chExt cx="16786" cy="2899"/>
            </a:xfrm>
          </p:grpSpPr>
          <p:sp>
            <p:nvSpPr>
              <p:cNvPr id="8" name="MH_Text_1"/>
              <p:cNvSpPr/>
              <p:nvPr>
                <p:custDataLst>
                  <p:tags r:id="rId3"/>
                </p:custDataLst>
              </p:nvPr>
            </p:nvSpPr>
            <p:spPr>
              <a:xfrm>
                <a:off x="4228" y="4232"/>
                <a:ext cx="14243" cy="1938"/>
              </a:xfrm>
              <a:prstGeom prst="rect">
                <a:avLst/>
              </a:prstGeom>
            </p:spPr>
            <p:txBody>
              <a:bodyPr>
                <a:normAutofit/>
              </a:bodyPr>
              <a:lstStyle/>
              <a:p>
                <a:pPr indent="457200">
                  <a:lnSpc>
                    <a:spcPct val="150000"/>
                  </a:lnSpc>
                </a:pPr>
                <a:r>
                  <a:rPr lang="zh-CN" altLang="en-US" dirty="0" smtClean="0">
                    <a:latin typeface="+mn-ea"/>
                  </a:rPr>
                  <a:t>无论是反馈调查、创建任务计划，还是订阅新闻，都需要用到表单。需要检查提交操作是否正常，是否能够提交链接并提交到数据中，所有字段是否能够接收输入的内容。</a:t>
                </a:r>
              </a:p>
            </p:txBody>
          </p:sp>
          <p:sp>
            <p:nvSpPr>
              <p:cNvPr id="9" name="MH_Other_11"/>
              <p:cNvSpPr>
                <a:spLocks noChangeArrowheads="1"/>
              </p:cNvSpPr>
              <p:nvPr>
                <p:custDataLst>
                  <p:tags r:id="rId4"/>
                </p:custDataLst>
              </p:nvPr>
            </p:nvSpPr>
            <p:spPr bwMode="auto">
              <a:xfrm>
                <a:off x="2495" y="3471"/>
                <a:ext cx="747" cy="560"/>
              </a:xfrm>
              <a:prstGeom prst="diamond">
                <a:avLst/>
              </a:prstGeom>
              <a:solidFill>
                <a:srgbClr val="FFDAD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0" name="MH_Other_12"/>
              <p:cNvSpPr>
                <a:spLocks noChangeArrowheads="1"/>
              </p:cNvSpPr>
              <p:nvPr>
                <p:custDataLst>
                  <p:tags r:id="rId5"/>
                </p:custDataLst>
              </p:nvPr>
            </p:nvSpPr>
            <p:spPr bwMode="auto">
              <a:xfrm>
                <a:off x="2495" y="4111"/>
                <a:ext cx="747" cy="560"/>
              </a:xfrm>
              <a:prstGeom prst="diamond">
                <a:avLst/>
              </a:prstGeom>
              <a:solidFill>
                <a:srgbClr val="FFDAD5"/>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9" name="MH_Other_13"/>
              <p:cNvSpPr>
                <a:spLocks noChangeArrowheads="1"/>
              </p:cNvSpPr>
              <p:nvPr>
                <p:custDataLst>
                  <p:tags r:id="rId6"/>
                </p:custDataLst>
              </p:nvPr>
            </p:nvSpPr>
            <p:spPr bwMode="auto">
              <a:xfrm>
                <a:off x="2925" y="3791"/>
                <a:ext cx="747" cy="560"/>
              </a:xfrm>
              <a:prstGeom prst="diamond">
                <a:avLst/>
              </a:prstGeom>
              <a:solidFill>
                <a:srgbClr val="FFA093"/>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0" name="MH_Other_14"/>
              <p:cNvSpPr/>
              <p:nvPr>
                <p:custDataLst>
                  <p:tags r:id="rId7"/>
                </p:custDataLst>
              </p:nvPr>
            </p:nvSpPr>
            <p:spPr>
              <a:xfrm>
                <a:off x="1685" y="3271"/>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21" name="MH_Other_15"/>
              <p:cNvSpPr/>
              <p:nvPr>
                <p:custDataLst>
                  <p:tags r:id="rId8"/>
                </p:custDataLst>
              </p:nvPr>
            </p:nvSpPr>
            <p:spPr bwMode="auto">
              <a:xfrm>
                <a:off x="1745" y="3271"/>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rgbClr val="FF6B55"/>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grpSp>
      <p:sp>
        <p:nvSpPr>
          <p:cNvPr id="11" name="文本框 10"/>
          <p:cNvSpPr txBox="1"/>
          <p:nvPr/>
        </p:nvSpPr>
        <p:spPr>
          <a:xfrm>
            <a:off x="1285875" y="2125980"/>
            <a:ext cx="9791700" cy="701731"/>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lang="en-US" altLang="zh-CN" sz="1600" dirty="0">
                <a:solidFill>
                  <a:schemeClr val="bg2">
                    <a:lumMod val="50000"/>
                  </a:schemeClr>
                </a:solidFill>
                <a:sym typeface="+mn-ea"/>
              </a:rPr>
              <a:t> </a:t>
            </a:r>
            <a:r>
              <a:rPr sz="1600" dirty="0">
                <a:latin typeface="微软雅黑" panose="020B0503020204020204" charset="-122"/>
                <a:ea typeface="微软雅黑" panose="020B0503020204020204" charset="-122"/>
                <a:sym typeface="+mn-ea"/>
              </a:rPr>
              <a:t> </a:t>
            </a:r>
            <a:r>
              <a:rPr lang="en-US" sz="1600" dirty="0">
                <a:latin typeface="微软雅黑" panose="020B0503020204020204" charset="-122"/>
                <a:ea typeface="微软雅黑" panose="020B0503020204020204" charset="-122"/>
                <a:sym typeface="+mn-ea"/>
              </a:rPr>
              <a:t> </a:t>
            </a:r>
            <a:r>
              <a:rPr dirty="0">
                <a:solidFill>
                  <a:schemeClr val="tx1"/>
                </a:solidFill>
                <a:latin typeface="微软雅黑" panose="020B0503020204020204" charset="-122"/>
                <a:ea typeface="微软雅黑" panose="020B0503020204020204" charset="-122"/>
                <a:sym typeface="+mn-ea"/>
              </a:rPr>
              <a:t>当用户与WebApp交互时，通过一种或多种界面机制发生交互，下面是做界面测试时要检查的内容。</a:t>
            </a:r>
          </a:p>
        </p:txBody>
      </p:sp>
    </p:spTree>
    <p:custDataLst>
      <p:tags r:id="rId1"/>
    </p:custDataLst>
  </p:cSld>
  <p:clrMapOvr>
    <a:masterClrMapping/>
  </p:clrMapOvr>
  <p:transition>
    <p:comb dir="vert"/>
  </p:transition>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8.7 </a:t>
            </a:r>
            <a:r>
              <a:rPr lang="en-US" altLang="zh-CN" dirty="0" smtClean="0">
                <a:solidFill>
                  <a:srgbClr val="FF0000"/>
                </a:solidFill>
                <a:sym typeface="+mn-ea"/>
              </a:rPr>
              <a:t>WebApp</a:t>
            </a:r>
            <a:r>
              <a:rPr lang="zh-CN" altLang="en-US" dirty="0" smtClean="0">
                <a:solidFill>
                  <a:srgbClr val="FF0000"/>
                </a:solidFill>
                <a:sym typeface="+mn-ea"/>
              </a:rPr>
              <a:t>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8.7.3 </a:t>
            </a:r>
            <a:r>
              <a:rPr sz="2400" dirty="0" smtClean="0">
                <a:solidFill>
                  <a:schemeClr val="tx1"/>
                </a:solidFill>
              </a:rPr>
              <a:t>界面测试</a:t>
            </a:r>
          </a:p>
        </p:txBody>
      </p:sp>
      <p:grpSp>
        <p:nvGrpSpPr>
          <p:cNvPr id="35" name="组合 34"/>
          <p:cNvGrpSpPr/>
          <p:nvPr/>
        </p:nvGrpSpPr>
        <p:grpSpPr>
          <a:xfrm>
            <a:off x="883920" y="4029075"/>
            <a:ext cx="10193655" cy="2292350"/>
            <a:chOff x="964" y="3475"/>
            <a:chExt cx="16053" cy="3610"/>
          </a:xfrm>
        </p:grpSpPr>
        <p:sp>
          <p:nvSpPr>
            <p:cNvPr id="18" name="MH_SubTitle_1"/>
            <p:cNvSpPr/>
            <p:nvPr>
              <p:custDataLst>
                <p:tags r:id="rId9"/>
              </p:custDataLst>
            </p:nvPr>
          </p:nvSpPr>
          <p:spPr>
            <a:xfrm>
              <a:off x="3287" y="3675"/>
              <a:ext cx="3747" cy="847"/>
            </a:xfrm>
            <a:prstGeom prst="rect">
              <a:avLst/>
            </a:prstGeom>
          </p:spPr>
          <p:txBody>
            <a:bodyPr anchor="b">
              <a:normAutofit/>
            </a:bodyPr>
            <a:lstStyle/>
            <a:p>
              <a:r>
                <a:rPr lang="zh-CN" altLang="en-US" b="1" dirty="0" smtClean="0">
                  <a:solidFill>
                    <a:schemeClr val="accent3">
                      <a:lumMod val="75000"/>
                    </a:schemeClr>
                  </a:solidFill>
                </a:rPr>
                <a:t>媒体播放组件</a:t>
              </a:r>
            </a:p>
          </p:txBody>
        </p:sp>
        <p:grpSp>
          <p:nvGrpSpPr>
            <p:cNvPr id="34" name="组合 33"/>
            <p:cNvGrpSpPr/>
            <p:nvPr/>
          </p:nvGrpSpPr>
          <p:grpSpPr>
            <a:xfrm>
              <a:off x="964" y="3475"/>
              <a:ext cx="16053" cy="3610"/>
              <a:chOff x="1628" y="3271"/>
              <a:chExt cx="16053" cy="3610"/>
            </a:xfrm>
          </p:grpSpPr>
          <p:sp>
            <p:nvSpPr>
              <p:cNvPr id="4" name="MH_Text_1"/>
              <p:cNvSpPr/>
              <p:nvPr>
                <p:custDataLst>
                  <p:tags r:id="rId10"/>
                </p:custDataLst>
              </p:nvPr>
            </p:nvSpPr>
            <p:spPr>
              <a:xfrm>
                <a:off x="3951" y="4318"/>
                <a:ext cx="13730" cy="2563"/>
              </a:xfrm>
              <a:prstGeom prst="rect">
                <a:avLst/>
              </a:prstGeom>
            </p:spPr>
            <p:txBody>
              <a:bodyPr>
                <a:normAutofit/>
              </a:bodyPr>
              <a:lstStyle/>
              <a:p>
                <a:pPr indent="457200">
                  <a:lnSpc>
                    <a:spcPct val="150000"/>
                  </a:lnSpc>
                </a:pPr>
                <a:r>
                  <a:rPr lang="zh-CN" altLang="en-US" dirty="0" smtClean="0">
                    <a:latin typeface="+mn-ea"/>
                  </a:rPr>
                  <a:t>测试音频、视频、动画和互动媒体播放组件（如游戏和图形工具）的时候，这些组件应该像预期的功能效果一样，在加载和运行的时候不能影响（暂停或减缓）其他应用的运行。</a:t>
                </a:r>
              </a:p>
            </p:txBody>
          </p:sp>
          <p:sp>
            <p:nvSpPr>
              <p:cNvPr id="25" name="MH_Other_11"/>
              <p:cNvSpPr>
                <a:spLocks noChangeArrowheads="1"/>
              </p:cNvSpPr>
              <p:nvPr>
                <p:custDataLst>
                  <p:tags r:id="rId11"/>
                </p:custDataLst>
              </p:nvPr>
            </p:nvSpPr>
            <p:spPr bwMode="auto">
              <a:xfrm>
                <a:off x="2495" y="3471"/>
                <a:ext cx="747" cy="560"/>
              </a:xfrm>
              <a:prstGeom prst="diamond">
                <a:avLst/>
              </a:prstGeom>
              <a:solidFill>
                <a:schemeClr val="accent3">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6" name="MH_Other_12"/>
              <p:cNvSpPr>
                <a:spLocks noChangeArrowheads="1"/>
              </p:cNvSpPr>
              <p:nvPr>
                <p:custDataLst>
                  <p:tags r:id="rId12"/>
                </p:custDataLst>
              </p:nvPr>
            </p:nvSpPr>
            <p:spPr bwMode="auto">
              <a:xfrm>
                <a:off x="2495" y="4111"/>
                <a:ext cx="747" cy="560"/>
              </a:xfrm>
              <a:prstGeom prst="diamond">
                <a:avLst/>
              </a:prstGeom>
              <a:solidFill>
                <a:schemeClr val="accent3">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7" name="MH_Other_13"/>
              <p:cNvSpPr>
                <a:spLocks noChangeArrowheads="1"/>
              </p:cNvSpPr>
              <p:nvPr>
                <p:custDataLst>
                  <p:tags r:id="rId13"/>
                </p:custDataLst>
              </p:nvPr>
            </p:nvSpPr>
            <p:spPr bwMode="auto">
              <a:xfrm>
                <a:off x="2925" y="3791"/>
                <a:ext cx="747" cy="560"/>
              </a:xfrm>
              <a:prstGeom prst="diamond">
                <a:avLst/>
              </a:prstGeom>
              <a:solidFill>
                <a:schemeClr val="accent3">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8" name="MH_Other_14"/>
              <p:cNvSpPr/>
              <p:nvPr>
                <p:custDataLst>
                  <p:tags r:id="rId14"/>
                </p:custDataLst>
              </p:nvPr>
            </p:nvSpPr>
            <p:spPr>
              <a:xfrm>
                <a:off x="1685" y="3271"/>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30" name="MH_Other_15"/>
              <p:cNvSpPr/>
              <p:nvPr>
                <p:custDataLst>
                  <p:tags r:id="rId15"/>
                </p:custDataLst>
              </p:nvPr>
            </p:nvSpPr>
            <p:spPr bwMode="auto">
              <a:xfrm>
                <a:off x="1628" y="3271"/>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chemeClr val="accent3">
                  <a:lumMod val="75000"/>
                </a:schemeClr>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grpSp>
      <p:grpSp>
        <p:nvGrpSpPr>
          <p:cNvPr id="5" name="组合 4"/>
          <p:cNvGrpSpPr/>
          <p:nvPr/>
        </p:nvGrpSpPr>
        <p:grpSpPr>
          <a:xfrm>
            <a:off x="845820" y="2265045"/>
            <a:ext cx="10174605" cy="1978025"/>
            <a:chOff x="1021" y="3475"/>
            <a:chExt cx="16023" cy="3115"/>
          </a:xfrm>
        </p:grpSpPr>
        <p:sp>
          <p:nvSpPr>
            <p:cNvPr id="6" name="MH_SubTitle_1"/>
            <p:cNvSpPr/>
            <p:nvPr>
              <p:custDataLst>
                <p:tags r:id="rId2"/>
              </p:custDataLst>
            </p:nvPr>
          </p:nvSpPr>
          <p:spPr>
            <a:xfrm>
              <a:off x="3287" y="3675"/>
              <a:ext cx="3747" cy="847"/>
            </a:xfrm>
            <a:prstGeom prst="rect">
              <a:avLst/>
            </a:prstGeom>
          </p:spPr>
          <p:txBody>
            <a:bodyPr anchor="b">
              <a:normAutofit/>
            </a:bodyPr>
            <a:lstStyle/>
            <a:p>
              <a:r>
                <a:rPr lang="zh-CN" altLang="en-US" b="1" dirty="0" smtClean="0">
                  <a:solidFill>
                    <a:schemeClr val="accent2">
                      <a:lumMod val="75000"/>
                    </a:schemeClr>
                  </a:solidFill>
                </a:rPr>
                <a:t>搜索</a:t>
              </a:r>
            </a:p>
          </p:txBody>
        </p:sp>
        <p:grpSp>
          <p:nvGrpSpPr>
            <p:cNvPr id="7" name="组合 6"/>
            <p:cNvGrpSpPr/>
            <p:nvPr/>
          </p:nvGrpSpPr>
          <p:grpSpPr>
            <a:xfrm>
              <a:off x="1021" y="3475"/>
              <a:ext cx="16023" cy="3115"/>
              <a:chOff x="1685" y="3271"/>
              <a:chExt cx="16023" cy="3115"/>
            </a:xfrm>
          </p:grpSpPr>
          <p:sp>
            <p:nvSpPr>
              <p:cNvPr id="8" name="MH_Text_1"/>
              <p:cNvSpPr/>
              <p:nvPr>
                <p:custDataLst>
                  <p:tags r:id="rId3"/>
                </p:custDataLst>
              </p:nvPr>
            </p:nvSpPr>
            <p:spPr>
              <a:xfrm>
                <a:off x="3968" y="4448"/>
                <a:ext cx="13740" cy="1938"/>
              </a:xfrm>
              <a:prstGeom prst="rect">
                <a:avLst/>
              </a:prstGeom>
            </p:spPr>
            <p:txBody>
              <a:bodyPr>
                <a:normAutofit/>
              </a:bodyPr>
              <a:lstStyle/>
              <a:p>
                <a:pPr indent="457200">
                  <a:lnSpc>
                    <a:spcPct val="150000"/>
                  </a:lnSpc>
                </a:pPr>
                <a:r>
                  <a:rPr lang="zh-CN" altLang="en-US" dirty="0" smtClean="0">
                    <a:latin typeface="+mn-ea"/>
                  </a:rPr>
                  <a:t>要保证WebApp系统搜索引擎能够索引这些信息，并定期更新，以便能够让用户实现快速查找，并根据查找条件快速显示相关结果。</a:t>
                </a:r>
              </a:p>
            </p:txBody>
          </p:sp>
          <p:sp>
            <p:nvSpPr>
              <p:cNvPr id="9" name="MH_Other_11"/>
              <p:cNvSpPr>
                <a:spLocks noChangeArrowheads="1"/>
              </p:cNvSpPr>
              <p:nvPr>
                <p:custDataLst>
                  <p:tags r:id="rId4"/>
                </p:custDataLst>
              </p:nvPr>
            </p:nvSpPr>
            <p:spPr bwMode="auto">
              <a:xfrm>
                <a:off x="2495" y="3471"/>
                <a:ext cx="747" cy="560"/>
              </a:xfrm>
              <a:prstGeom prst="diamond">
                <a:avLst/>
              </a:prstGeom>
              <a:solidFill>
                <a:schemeClr val="accent2">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0" name="MH_Other_12"/>
              <p:cNvSpPr>
                <a:spLocks noChangeArrowheads="1"/>
              </p:cNvSpPr>
              <p:nvPr>
                <p:custDataLst>
                  <p:tags r:id="rId5"/>
                </p:custDataLst>
              </p:nvPr>
            </p:nvSpPr>
            <p:spPr bwMode="auto">
              <a:xfrm>
                <a:off x="2495" y="4111"/>
                <a:ext cx="747" cy="560"/>
              </a:xfrm>
              <a:prstGeom prst="diamond">
                <a:avLst/>
              </a:prstGeom>
              <a:solidFill>
                <a:schemeClr val="accent2">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19" name="MH_Other_13"/>
              <p:cNvSpPr>
                <a:spLocks noChangeArrowheads="1"/>
              </p:cNvSpPr>
              <p:nvPr>
                <p:custDataLst>
                  <p:tags r:id="rId6"/>
                </p:custDataLst>
              </p:nvPr>
            </p:nvSpPr>
            <p:spPr bwMode="auto">
              <a:xfrm>
                <a:off x="2925" y="3791"/>
                <a:ext cx="747" cy="560"/>
              </a:xfrm>
              <a:prstGeom prst="diamond">
                <a:avLst/>
              </a:prstGeom>
              <a:solidFill>
                <a:schemeClr val="accent2">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0" name="MH_Other_14"/>
              <p:cNvSpPr/>
              <p:nvPr>
                <p:custDataLst>
                  <p:tags r:id="rId7"/>
                </p:custDataLst>
              </p:nvPr>
            </p:nvSpPr>
            <p:spPr>
              <a:xfrm>
                <a:off x="1685" y="3271"/>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21" name="MH_Other_15"/>
              <p:cNvSpPr/>
              <p:nvPr>
                <p:custDataLst>
                  <p:tags r:id="rId8"/>
                </p:custDataLst>
              </p:nvPr>
            </p:nvSpPr>
            <p:spPr bwMode="auto">
              <a:xfrm>
                <a:off x="1745" y="3271"/>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chemeClr val="accent2">
                  <a:lumMod val="75000"/>
                </a:schemeClr>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grpSp>
    </p:spTree>
    <p:custDataLst>
      <p:tags r:id="rId1"/>
    </p:custDataLst>
  </p:cSld>
  <p:clrMapOvr>
    <a:masterClrMapping/>
  </p:clrMapOvr>
  <p:transition>
    <p:comb dir="vert"/>
  </p:transition>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8.7 </a:t>
            </a:r>
            <a:r>
              <a:rPr lang="en-US" altLang="zh-CN" dirty="0" smtClean="0">
                <a:solidFill>
                  <a:srgbClr val="FF0000"/>
                </a:solidFill>
                <a:sym typeface="+mn-ea"/>
              </a:rPr>
              <a:t>WebApp</a:t>
            </a:r>
            <a:r>
              <a:rPr lang="zh-CN" altLang="en-US" dirty="0" smtClean="0">
                <a:solidFill>
                  <a:srgbClr val="FF0000"/>
                </a:solidFill>
                <a:sym typeface="+mn-ea"/>
              </a:rPr>
              <a:t>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8.7.3 </a:t>
            </a:r>
            <a:r>
              <a:rPr sz="2400" dirty="0" smtClean="0">
                <a:solidFill>
                  <a:schemeClr val="tx1"/>
                </a:solidFill>
              </a:rPr>
              <a:t>界面测试</a:t>
            </a:r>
          </a:p>
        </p:txBody>
      </p:sp>
      <p:grpSp>
        <p:nvGrpSpPr>
          <p:cNvPr id="35" name="组合 34"/>
          <p:cNvGrpSpPr/>
          <p:nvPr/>
        </p:nvGrpSpPr>
        <p:grpSpPr>
          <a:xfrm>
            <a:off x="809625" y="2282825"/>
            <a:ext cx="10621645" cy="2292350"/>
            <a:chOff x="964" y="3475"/>
            <a:chExt cx="16727" cy="3610"/>
          </a:xfrm>
        </p:grpSpPr>
        <p:sp>
          <p:nvSpPr>
            <p:cNvPr id="18" name="MH_SubTitle_1"/>
            <p:cNvSpPr/>
            <p:nvPr>
              <p:custDataLst>
                <p:tags r:id="rId2"/>
              </p:custDataLst>
            </p:nvPr>
          </p:nvSpPr>
          <p:spPr>
            <a:xfrm>
              <a:off x="3287" y="3675"/>
              <a:ext cx="3747" cy="847"/>
            </a:xfrm>
            <a:prstGeom prst="rect">
              <a:avLst/>
            </a:prstGeom>
          </p:spPr>
          <p:txBody>
            <a:bodyPr anchor="b">
              <a:normAutofit/>
            </a:bodyPr>
            <a:lstStyle/>
            <a:p>
              <a:r>
                <a:rPr lang="zh-CN" altLang="en-US" b="1" dirty="0" smtClean="0">
                  <a:solidFill>
                    <a:schemeClr val="accent5">
                      <a:lumMod val="75000"/>
                    </a:schemeClr>
                  </a:solidFill>
                </a:rPr>
                <a:t>脚本和类库</a:t>
              </a:r>
            </a:p>
          </p:txBody>
        </p:sp>
        <p:grpSp>
          <p:nvGrpSpPr>
            <p:cNvPr id="34" name="组合 33"/>
            <p:cNvGrpSpPr/>
            <p:nvPr/>
          </p:nvGrpSpPr>
          <p:grpSpPr>
            <a:xfrm>
              <a:off x="964" y="3475"/>
              <a:ext cx="16727" cy="3610"/>
              <a:chOff x="1628" y="3271"/>
              <a:chExt cx="16727" cy="3610"/>
            </a:xfrm>
          </p:grpSpPr>
          <p:sp>
            <p:nvSpPr>
              <p:cNvPr id="4" name="MH_Text_1"/>
              <p:cNvSpPr/>
              <p:nvPr>
                <p:custDataLst>
                  <p:tags r:id="rId3"/>
                </p:custDataLst>
              </p:nvPr>
            </p:nvSpPr>
            <p:spPr>
              <a:xfrm>
                <a:off x="3951" y="4318"/>
                <a:ext cx="14404" cy="2563"/>
              </a:xfrm>
              <a:prstGeom prst="rect">
                <a:avLst/>
              </a:prstGeom>
            </p:spPr>
            <p:txBody>
              <a:bodyPr>
                <a:noAutofit/>
              </a:bodyPr>
              <a:lstStyle/>
              <a:p>
                <a:pPr indent="457200">
                  <a:lnSpc>
                    <a:spcPct val="150000"/>
                  </a:lnSpc>
                </a:pPr>
                <a:r>
                  <a:rPr lang="zh-CN" altLang="en-US" dirty="0" smtClean="0">
                    <a:latin typeface="+mn-ea"/>
                  </a:rPr>
                  <a:t>确保WebApp系统的脚本（比如图像显示或AJAX页面加载）在各种浏览器之间是相互兼容的，因为不同的用户可能会使用不同的浏览器访问系统应用，同时可以通过测试不同浏览器的加载时间来进行性能优化。如果系统的脚本只能和某些浏览器相互兼容，那么就要确保应用中的其他组件有更好的性能，这样所有的用户都能得到最好的应用体验。</a:t>
                </a:r>
              </a:p>
            </p:txBody>
          </p:sp>
          <p:sp>
            <p:nvSpPr>
              <p:cNvPr id="25" name="MH_Other_11"/>
              <p:cNvSpPr>
                <a:spLocks noChangeArrowheads="1"/>
              </p:cNvSpPr>
              <p:nvPr>
                <p:custDataLst>
                  <p:tags r:id="rId4"/>
                </p:custDataLst>
              </p:nvPr>
            </p:nvSpPr>
            <p:spPr bwMode="auto">
              <a:xfrm>
                <a:off x="2495" y="3471"/>
                <a:ext cx="747" cy="560"/>
              </a:xfrm>
              <a:prstGeom prst="diamond">
                <a:avLst/>
              </a:prstGeom>
              <a:solidFill>
                <a:schemeClr val="accent5">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6" name="MH_Other_12"/>
              <p:cNvSpPr>
                <a:spLocks noChangeArrowheads="1"/>
              </p:cNvSpPr>
              <p:nvPr>
                <p:custDataLst>
                  <p:tags r:id="rId5"/>
                </p:custDataLst>
              </p:nvPr>
            </p:nvSpPr>
            <p:spPr bwMode="auto">
              <a:xfrm>
                <a:off x="2495" y="4111"/>
                <a:ext cx="747" cy="560"/>
              </a:xfrm>
              <a:prstGeom prst="diamond">
                <a:avLst/>
              </a:prstGeom>
              <a:solidFill>
                <a:schemeClr val="accent5">
                  <a:lumMod val="40000"/>
                  <a:lumOff val="6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7" name="MH_Other_13"/>
              <p:cNvSpPr>
                <a:spLocks noChangeArrowheads="1"/>
              </p:cNvSpPr>
              <p:nvPr>
                <p:custDataLst>
                  <p:tags r:id="rId6"/>
                </p:custDataLst>
              </p:nvPr>
            </p:nvSpPr>
            <p:spPr bwMode="auto">
              <a:xfrm>
                <a:off x="2925" y="3791"/>
                <a:ext cx="747" cy="560"/>
              </a:xfrm>
              <a:prstGeom prst="diamond">
                <a:avLst/>
              </a:prstGeom>
              <a:solidFill>
                <a:schemeClr val="accent5">
                  <a:lumMod val="60000"/>
                  <a:lumOff val="40000"/>
                </a:schemeClr>
              </a:solidFill>
              <a:ln w="9525">
                <a:noFill/>
                <a:miter lim="800000"/>
              </a:ln>
            </p:spPr>
            <p:txBody>
              <a:bodyPr anchor="ctr"/>
              <a:lstStyle/>
              <a:p>
                <a:pPr algn="just" eaLnBrk="1" hangingPunct="1">
                  <a:lnSpc>
                    <a:spcPct val="130000"/>
                  </a:lnSpc>
                </a:pPr>
                <a:endParaRPr lang="zh-CN" altLang="en-US">
                  <a:solidFill>
                    <a:srgbClr val="FFFFFF"/>
                  </a:solidFill>
                  <a:ea typeface="微软雅黑" panose="020B0503020204020204" charset="-122"/>
                </a:endParaRPr>
              </a:p>
            </p:txBody>
          </p:sp>
          <p:sp>
            <p:nvSpPr>
              <p:cNvPr id="28" name="MH_Other_14"/>
              <p:cNvSpPr/>
              <p:nvPr>
                <p:custDataLst>
                  <p:tags r:id="rId7"/>
                </p:custDataLst>
              </p:nvPr>
            </p:nvSpPr>
            <p:spPr>
              <a:xfrm>
                <a:off x="1685" y="3271"/>
                <a:ext cx="1127" cy="1602"/>
              </a:xfrm>
              <a:custGeom>
                <a:avLst/>
                <a:gdLst>
                  <a:gd name="connsiteX0" fmla="*/ 96494 w 1902905"/>
                  <a:gd name="connsiteY0" fmla="*/ 0 h 3612822"/>
                  <a:gd name="connsiteX1" fmla="*/ 1902905 w 1902905"/>
                  <a:gd name="connsiteY1" fmla="*/ 1806411 h 3612822"/>
                  <a:gd name="connsiteX2" fmla="*/ 96494 w 1902905"/>
                  <a:gd name="connsiteY2" fmla="*/ 3612822 h 3612822"/>
                  <a:gd name="connsiteX3" fmla="*/ 0 w 1902905"/>
                  <a:gd name="connsiteY3" fmla="*/ 3516328 h 3612822"/>
                  <a:gd name="connsiteX4" fmla="*/ 1709917 w 1902905"/>
                  <a:gd name="connsiteY4" fmla="*/ 1806411 h 3612822"/>
                  <a:gd name="connsiteX5" fmla="*/ 0 w 1902905"/>
                  <a:gd name="connsiteY5" fmla="*/ 96494 h 361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02905" h="3612822">
                    <a:moveTo>
                      <a:pt x="96494" y="0"/>
                    </a:moveTo>
                    <a:lnTo>
                      <a:pt x="1902905" y="1806411"/>
                    </a:lnTo>
                    <a:lnTo>
                      <a:pt x="96494" y="3612822"/>
                    </a:lnTo>
                    <a:lnTo>
                      <a:pt x="0" y="3516328"/>
                    </a:lnTo>
                    <a:lnTo>
                      <a:pt x="1709917" y="1806411"/>
                    </a:lnTo>
                    <a:lnTo>
                      <a:pt x="0" y="96494"/>
                    </a:lnTo>
                    <a:close/>
                  </a:path>
                </a:pathLst>
              </a:custGeom>
              <a:solidFill>
                <a:schemeClr val="accent2">
                  <a:lumMod val="20000"/>
                  <a:lumOff val="80000"/>
                </a:schemeClr>
              </a:solidFill>
            </p:spPr>
            <p:txBody>
              <a:bodyPr anchor="ctr"/>
              <a:lstStyle/>
              <a:p>
                <a:pPr algn="just" eaLnBrk="1" fontAlgn="auto" hangingPunct="1">
                  <a:lnSpc>
                    <a:spcPct val="130000"/>
                  </a:lnSpc>
                  <a:spcBef>
                    <a:spcPts val="0"/>
                  </a:spcBef>
                  <a:spcAft>
                    <a:spcPts val="0"/>
                  </a:spcAft>
                  <a:defRPr/>
                </a:pPr>
                <a:endParaRPr lang="zh-CN" altLang="en-US" dirty="0" err="1">
                  <a:solidFill>
                    <a:srgbClr val="FFFFFF"/>
                  </a:solidFill>
                  <a:ea typeface="微软雅黑" panose="020B0503020204020204" charset="-122"/>
                </a:endParaRPr>
              </a:p>
            </p:txBody>
          </p:sp>
          <p:sp>
            <p:nvSpPr>
              <p:cNvPr id="30" name="MH_Other_15"/>
              <p:cNvSpPr/>
              <p:nvPr>
                <p:custDataLst>
                  <p:tags r:id="rId8"/>
                </p:custDataLst>
              </p:nvPr>
            </p:nvSpPr>
            <p:spPr bwMode="auto">
              <a:xfrm>
                <a:off x="1628" y="3271"/>
                <a:ext cx="1067" cy="1602"/>
              </a:xfrm>
              <a:custGeom>
                <a:avLst/>
                <a:gdLst>
                  <a:gd name="T0" fmla="*/ 36 w 1806862"/>
                  <a:gd name="T1" fmla="*/ 0 h 3612822"/>
                  <a:gd name="T2" fmla="*/ 143133 w 1806862"/>
                  <a:gd name="T3" fmla="*/ 143356 h 3612822"/>
                  <a:gd name="T4" fmla="*/ 36 w 1806862"/>
                  <a:gd name="T5" fmla="*/ 286713 h 3612822"/>
                  <a:gd name="T6" fmla="*/ 0 w 1806862"/>
                  <a:gd name="T7" fmla="*/ 286677 h 3612822"/>
                  <a:gd name="T8" fmla="*/ 0 w 1806862"/>
                  <a:gd name="T9" fmla="*/ 36 h 3612822"/>
                  <a:gd name="T10" fmla="*/ 0 60000 65536"/>
                  <a:gd name="T11" fmla="*/ 0 60000 65536"/>
                  <a:gd name="T12" fmla="*/ 0 60000 65536"/>
                  <a:gd name="T13" fmla="*/ 0 60000 65536"/>
                  <a:gd name="T14" fmla="*/ 0 60000 65536"/>
                  <a:gd name="T15" fmla="*/ 0 w 1806862"/>
                  <a:gd name="T16" fmla="*/ 0 h 3612822"/>
                  <a:gd name="T17" fmla="*/ 1806862 w 1806862"/>
                  <a:gd name="T18" fmla="*/ 3612822 h 3612822"/>
                </a:gdLst>
                <a:ahLst/>
                <a:cxnLst>
                  <a:cxn ang="T10">
                    <a:pos x="T0" y="T1"/>
                  </a:cxn>
                  <a:cxn ang="T11">
                    <a:pos x="T2" y="T3"/>
                  </a:cxn>
                  <a:cxn ang="T12">
                    <a:pos x="T4" y="T5"/>
                  </a:cxn>
                  <a:cxn ang="T13">
                    <a:pos x="T6" y="T7"/>
                  </a:cxn>
                  <a:cxn ang="T14">
                    <a:pos x="T8" y="T9"/>
                  </a:cxn>
                </a:cxnLst>
                <a:rect l="T15" t="T16" r="T17" b="T18"/>
                <a:pathLst>
                  <a:path w="1806862" h="3612822">
                    <a:moveTo>
                      <a:pt x="451" y="0"/>
                    </a:moveTo>
                    <a:lnTo>
                      <a:pt x="1806862" y="1806411"/>
                    </a:lnTo>
                    <a:lnTo>
                      <a:pt x="451" y="3612822"/>
                    </a:lnTo>
                    <a:lnTo>
                      <a:pt x="0" y="3612371"/>
                    </a:lnTo>
                    <a:lnTo>
                      <a:pt x="0" y="451"/>
                    </a:lnTo>
                    <a:lnTo>
                      <a:pt x="451" y="0"/>
                    </a:lnTo>
                    <a:close/>
                  </a:path>
                </a:pathLst>
              </a:custGeom>
              <a:solidFill>
                <a:schemeClr val="accent5">
                  <a:lumMod val="75000"/>
                </a:schemeClr>
              </a:solidFill>
              <a:ln w="9525">
                <a:noFill/>
                <a:miter lim="800000"/>
              </a:ln>
            </p:spPr>
            <p:txBody>
              <a:bodyPr lIns="0" tIns="0" rIns="144000" bIns="0" anchor="ctr"/>
              <a:lstStyle/>
              <a:p>
                <a:pPr algn="ctr" eaLnBrk="1" hangingPunct="1"/>
                <a:endParaRPr lang="zh-CN" altLang="en-US" sz="2400" b="1" dirty="0">
                  <a:solidFill>
                    <a:srgbClr val="FFFFFF"/>
                  </a:solidFill>
                  <a:ea typeface="微软雅黑" panose="020B0503020204020204" charset="-122"/>
                </a:endParaRPr>
              </a:p>
            </p:txBody>
          </p:sp>
        </p:grpSp>
      </p:grpSp>
    </p:spTree>
    <p:custDataLst>
      <p:tags r:id="rId1"/>
    </p:custDataLst>
  </p:cSld>
  <p:clrMapOvr>
    <a:masterClrMapping/>
  </p:clrMapOvr>
  <p:transition>
    <p:comb dir="vert"/>
  </p:transition>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8.7 </a:t>
            </a:r>
            <a:r>
              <a:rPr lang="en-US" altLang="zh-CN" dirty="0" smtClean="0">
                <a:solidFill>
                  <a:srgbClr val="FF0000"/>
                </a:solidFill>
                <a:sym typeface="+mn-ea"/>
              </a:rPr>
              <a:t>WebApp</a:t>
            </a:r>
            <a:r>
              <a:rPr lang="zh-CN" altLang="en-US" dirty="0" smtClean="0">
                <a:solidFill>
                  <a:srgbClr val="FF0000"/>
                </a:solidFill>
                <a:sym typeface="+mn-ea"/>
              </a:rPr>
              <a:t>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8.7.3 </a:t>
            </a:r>
            <a:r>
              <a:rPr sz="2400" dirty="0" smtClean="0">
                <a:solidFill>
                  <a:schemeClr val="tx1"/>
                </a:solidFill>
              </a:rPr>
              <a:t>界面测试</a:t>
            </a:r>
          </a:p>
        </p:txBody>
      </p:sp>
      <p:sp>
        <p:nvSpPr>
          <p:cNvPr id="11" name="文本框 10"/>
          <p:cNvSpPr txBox="1"/>
          <p:nvPr/>
        </p:nvSpPr>
        <p:spPr>
          <a:xfrm>
            <a:off x="876301" y="2097405"/>
            <a:ext cx="10360660" cy="701731"/>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lang="en-US" altLang="zh-CN" sz="1600" dirty="0">
                <a:solidFill>
                  <a:schemeClr val="bg2">
                    <a:lumMod val="50000"/>
                  </a:schemeClr>
                </a:solidFill>
                <a:sym typeface="+mn-ea"/>
              </a:rPr>
              <a:t> </a:t>
            </a:r>
            <a:r>
              <a:rPr sz="1600" dirty="0">
                <a:latin typeface="微软雅黑" panose="020B0503020204020204" charset="-122"/>
                <a:ea typeface="微软雅黑" panose="020B0503020204020204" charset="-122"/>
                <a:sym typeface="+mn-ea"/>
              </a:rPr>
              <a:t> </a:t>
            </a:r>
            <a:r>
              <a:rPr lang="en-US" sz="1600" dirty="0">
                <a:latin typeface="微软雅黑" panose="020B0503020204020204" charset="-122"/>
                <a:ea typeface="微软雅黑" panose="020B0503020204020204" charset="-122"/>
                <a:sym typeface="+mn-ea"/>
              </a:rPr>
              <a:t> </a:t>
            </a:r>
            <a:r>
              <a:rPr dirty="0">
                <a:solidFill>
                  <a:schemeClr val="tx1"/>
                </a:solidFill>
                <a:latin typeface="微软雅黑" panose="020B0503020204020204" charset="-122"/>
                <a:ea typeface="微软雅黑" panose="020B0503020204020204" charset="-122"/>
                <a:sym typeface="+mn-ea"/>
              </a:rPr>
              <a:t>为了使页面显示更加流畅，还需要检测视觉和文本元素方面的问题，在Web应用发布之前，应尽可能地测试这些元素，以确保它们正确而有效地显示。</a:t>
            </a:r>
          </a:p>
        </p:txBody>
      </p:sp>
      <p:grpSp>
        <p:nvGrpSpPr>
          <p:cNvPr id="12" name="组合 11"/>
          <p:cNvGrpSpPr/>
          <p:nvPr/>
        </p:nvGrpSpPr>
        <p:grpSpPr>
          <a:xfrm>
            <a:off x="754380" y="2924175"/>
            <a:ext cx="5169888" cy="1311275"/>
            <a:chOff x="1188" y="3092"/>
            <a:chExt cx="7644" cy="2065"/>
          </a:xfrm>
        </p:grpSpPr>
        <p:grpSp>
          <p:nvGrpSpPr>
            <p:cNvPr id="13" name="组合 12"/>
            <p:cNvGrpSpPr/>
            <p:nvPr/>
          </p:nvGrpSpPr>
          <p:grpSpPr>
            <a:xfrm>
              <a:off x="1188" y="3092"/>
              <a:ext cx="6974" cy="930"/>
              <a:chOff x="508000" y="3196191"/>
              <a:chExt cx="4428470" cy="590550"/>
            </a:xfrm>
          </p:grpSpPr>
          <p:sp>
            <p:nvSpPr>
              <p:cNvPr id="32"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1</a:t>
                </a:r>
              </a:p>
            </p:txBody>
          </p:sp>
          <p:cxnSp>
            <p:nvCxnSpPr>
              <p:cNvPr id="14" name="直接连接符 13"/>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5" name="矩形 14"/>
              <p:cNvSpPr>
                <a:spLocks noChangeArrowheads="1"/>
              </p:cNvSpPr>
              <p:nvPr/>
            </p:nvSpPr>
            <p:spPr bwMode="auto">
              <a:xfrm>
                <a:off x="960505" y="3291441"/>
                <a:ext cx="3975965" cy="3848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导航</a:t>
                </a:r>
              </a:p>
            </p:txBody>
          </p:sp>
        </p:grpSp>
        <p:sp>
          <p:nvSpPr>
            <p:cNvPr id="16" name="矩形 15"/>
            <p:cNvSpPr>
              <a:spLocks noChangeArrowheads="1"/>
            </p:cNvSpPr>
            <p:nvPr/>
          </p:nvSpPr>
          <p:spPr bwMode="auto">
            <a:xfrm>
              <a:off x="1893" y="3848"/>
              <a:ext cx="6939" cy="130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主页面上的导航链接以及返回主页面的链接都应该明显地突出出来，并指向正确的目标页面。</a:t>
              </a:r>
            </a:p>
          </p:txBody>
        </p:sp>
      </p:grpSp>
      <p:grpSp>
        <p:nvGrpSpPr>
          <p:cNvPr id="36" name="组合 35"/>
          <p:cNvGrpSpPr/>
          <p:nvPr/>
        </p:nvGrpSpPr>
        <p:grpSpPr>
          <a:xfrm>
            <a:off x="765175" y="4338955"/>
            <a:ext cx="5235316" cy="1680210"/>
            <a:chOff x="1188" y="3092"/>
            <a:chExt cx="7741" cy="2646"/>
          </a:xfrm>
        </p:grpSpPr>
        <p:grpSp>
          <p:nvGrpSpPr>
            <p:cNvPr id="37" name="组合 36"/>
            <p:cNvGrpSpPr/>
            <p:nvPr/>
          </p:nvGrpSpPr>
          <p:grpSpPr>
            <a:xfrm>
              <a:off x="1188" y="3092"/>
              <a:ext cx="7741" cy="930"/>
              <a:chOff x="508000" y="3196191"/>
              <a:chExt cx="4915730" cy="590550"/>
            </a:xfrm>
          </p:grpSpPr>
          <p:sp>
            <p:nvSpPr>
              <p:cNvPr id="38"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2</a:t>
                </a:r>
              </a:p>
            </p:txBody>
          </p:sp>
          <p:cxnSp>
            <p:nvCxnSpPr>
              <p:cNvPr id="39" name="直接连接符 38"/>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0" name="矩形 39"/>
              <p:cNvSpPr>
                <a:spLocks noChangeArrowheads="1"/>
              </p:cNvSpPr>
              <p:nvPr/>
            </p:nvSpPr>
            <p:spPr bwMode="auto">
              <a:xfrm>
                <a:off x="960521" y="3291441"/>
                <a:ext cx="4463209" cy="3848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可访问性</a:t>
                </a:r>
              </a:p>
            </p:txBody>
          </p:sp>
        </p:grpSp>
        <p:sp>
          <p:nvSpPr>
            <p:cNvPr id="41" name="矩形 40"/>
            <p:cNvSpPr>
              <a:spLocks noChangeArrowheads="1"/>
            </p:cNvSpPr>
            <p:nvPr/>
          </p:nvSpPr>
          <p:spPr bwMode="auto">
            <a:xfrm>
              <a:off x="1893" y="3848"/>
              <a:ext cx="6727" cy="189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尽最大可能地确保你的Web应用易于操作、使用，哪怕是对那些有视力障碍或行为障碍的人来说，简易的使用步骤都是最受欢迎的。</a:t>
              </a:r>
            </a:p>
          </p:txBody>
        </p:sp>
      </p:grpSp>
      <p:grpSp>
        <p:nvGrpSpPr>
          <p:cNvPr id="17" name="组合 16"/>
          <p:cNvGrpSpPr/>
          <p:nvPr/>
        </p:nvGrpSpPr>
        <p:grpSpPr>
          <a:xfrm>
            <a:off x="6059805" y="2924175"/>
            <a:ext cx="5122546" cy="2419350"/>
            <a:chOff x="1188" y="3092"/>
            <a:chExt cx="7574" cy="3810"/>
          </a:xfrm>
        </p:grpSpPr>
        <p:grpSp>
          <p:nvGrpSpPr>
            <p:cNvPr id="22" name="组合 21"/>
            <p:cNvGrpSpPr/>
            <p:nvPr/>
          </p:nvGrpSpPr>
          <p:grpSpPr>
            <a:xfrm>
              <a:off x="1188" y="3092"/>
              <a:ext cx="6974" cy="930"/>
              <a:chOff x="508000" y="3196191"/>
              <a:chExt cx="4428470" cy="590550"/>
            </a:xfrm>
          </p:grpSpPr>
          <p:sp>
            <p:nvSpPr>
              <p:cNvPr id="23"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3</a:t>
                </a:r>
              </a:p>
            </p:txBody>
          </p:sp>
          <p:cxnSp>
            <p:nvCxnSpPr>
              <p:cNvPr id="24" name="直接连接符 23"/>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31" name="矩形 30"/>
              <p:cNvSpPr>
                <a:spLocks noChangeArrowheads="1"/>
              </p:cNvSpPr>
              <p:nvPr/>
            </p:nvSpPr>
            <p:spPr bwMode="auto">
              <a:xfrm>
                <a:off x="960505" y="3291441"/>
                <a:ext cx="3975965" cy="3848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跨浏览器测试</a:t>
                </a:r>
              </a:p>
            </p:txBody>
          </p:sp>
        </p:grpSp>
        <p:sp>
          <p:nvSpPr>
            <p:cNvPr id="42" name="矩形 41"/>
            <p:cNvSpPr>
              <a:spLocks noChangeArrowheads="1"/>
            </p:cNvSpPr>
            <p:nvPr/>
          </p:nvSpPr>
          <p:spPr bwMode="auto">
            <a:xfrm>
              <a:off x="1907" y="3848"/>
              <a:ext cx="6855" cy="305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用户很有可能会从多种浏览器和操作系统中访问你的站点，不要让你的应用在不同的环境下无法显示同样的效果，所以需要尽可能多地测试这些浏览器和操作系统组合，以确保WebApp应用能够按照计划运行，为用户提供一致的体验。</a:t>
              </a:r>
            </a:p>
          </p:txBody>
        </p:sp>
      </p:grpSp>
    </p:spTree>
    <p:custDataLst>
      <p:tags r:id="rId1"/>
    </p:custDataLst>
  </p:cSld>
  <p:clrMapOvr>
    <a:masterClrMapping/>
  </p:clrMapOvr>
  <p:transition>
    <p:comb dir="vert"/>
  </p:transition>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8.7 </a:t>
            </a:r>
            <a:r>
              <a:rPr lang="en-US" altLang="zh-CN" dirty="0" smtClean="0">
                <a:solidFill>
                  <a:srgbClr val="FF0000"/>
                </a:solidFill>
                <a:sym typeface="+mn-ea"/>
              </a:rPr>
              <a:t>WebApp</a:t>
            </a:r>
            <a:r>
              <a:rPr lang="zh-CN" altLang="en-US" dirty="0" smtClean="0">
                <a:solidFill>
                  <a:srgbClr val="FF0000"/>
                </a:solidFill>
                <a:sym typeface="+mn-ea"/>
              </a:rPr>
              <a:t>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8.7.3 </a:t>
            </a:r>
            <a:r>
              <a:rPr sz="2400" dirty="0" smtClean="0">
                <a:solidFill>
                  <a:schemeClr val="tx1"/>
                </a:solidFill>
              </a:rPr>
              <a:t>界面测试</a:t>
            </a:r>
          </a:p>
        </p:txBody>
      </p:sp>
      <p:grpSp>
        <p:nvGrpSpPr>
          <p:cNvPr id="12" name="组合 11"/>
          <p:cNvGrpSpPr/>
          <p:nvPr/>
        </p:nvGrpSpPr>
        <p:grpSpPr>
          <a:xfrm>
            <a:off x="754380" y="2124075"/>
            <a:ext cx="5049502" cy="2034540"/>
            <a:chOff x="1188" y="3092"/>
            <a:chExt cx="7466" cy="3204"/>
          </a:xfrm>
        </p:grpSpPr>
        <p:grpSp>
          <p:nvGrpSpPr>
            <p:cNvPr id="13" name="组合 12"/>
            <p:cNvGrpSpPr/>
            <p:nvPr/>
          </p:nvGrpSpPr>
          <p:grpSpPr>
            <a:xfrm>
              <a:off x="1188" y="3092"/>
              <a:ext cx="6974" cy="930"/>
              <a:chOff x="508000" y="3196191"/>
              <a:chExt cx="4428470" cy="590550"/>
            </a:xfrm>
          </p:grpSpPr>
          <p:sp>
            <p:nvSpPr>
              <p:cNvPr id="32"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4</a:t>
                </a:r>
              </a:p>
            </p:txBody>
          </p:sp>
          <p:cxnSp>
            <p:nvCxnSpPr>
              <p:cNvPr id="14" name="直接连接符 13"/>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5" name="矩形 14"/>
              <p:cNvSpPr>
                <a:spLocks noChangeArrowheads="1"/>
              </p:cNvSpPr>
              <p:nvPr/>
            </p:nvSpPr>
            <p:spPr bwMode="auto">
              <a:xfrm>
                <a:off x="960505" y="3291441"/>
                <a:ext cx="3975965" cy="3848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错误消息和警告信息</a:t>
                </a:r>
              </a:p>
            </p:txBody>
          </p:sp>
        </p:grpSp>
        <p:sp>
          <p:nvSpPr>
            <p:cNvPr id="16" name="矩形 15"/>
            <p:cNvSpPr>
              <a:spLocks noChangeArrowheads="1"/>
            </p:cNvSpPr>
            <p:nvPr/>
          </p:nvSpPr>
          <p:spPr bwMode="auto">
            <a:xfrm>
              <a:off x="1893" y="3848"/>
              <a:ext cx="6761" cy="24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在很多情况下，WebApp应用程序会出错，当用户遇到问题时，要确保应用程序中显示的提示消息是描述性的，这些提示信息对用户解决问题来说是很有帮助的。</a:t>
              </a:r>
            </a:p>
          </p:txBody>
        </p:sp>
      </p:grpSp>
      <p:grpSp>
        <p:nvGrpSpPr>
          <p:cNvPr id="36" name="组合 35"/>
          <p:cNvGrpSpPr/>
          <p:nvPr/>
        </p:nvGrpSpPr>
        <p:grpSpPr>
          <a:xfrm>
            <a:off x="6242050" y="1969770"/>
            <a:ext cx="5235316" cy="2400300"/>
            <a:chOff x="1188" y="3092"/>
            <a:chExt cx="7741" cy="3780"/>
          </a:xfrm>
        </p:grpSpPr>
        <p:grpSp>
          <p:nvGrpSpPr>
            <p:cNvPr id="37" name="组合 36"/>
            <p:cNvGrpSpPr/>
            <p:nvPr/>
          </p:nvGrpSpPr>
          <p:grpSpPr>
            <a:xfrm>
              <a:off x="1188" y="3092"/>
              <a:ext cx="7741" cy="930"/>
              <a:chOff x="508000" y="3196191"/>
              <a:chExt cx="4915730" cy="590550"/>
            </a:xfrm>
          </p:grpSpPr>
          <p:sp>
            <p:nvSpPr>
              <p:cNvPr id="38"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5</a:t>
                </a:r>
              </a:p>
            </p:txBody>
          </p:sp>
          <p:cxnSp>
            <p:nvCxnSpPr>
              <p:cNvPr id="39" name="直接连接符 38"/>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0" name="矩形 39"/>
              <p:cNvSpPr>
                <a:spLocks noChangeArrowheads="1"/>
              </p:cNvSpPr>
              <p:nvPr/>
            </p:nvSpPr>
            <p:spPr bwMode="auto">
              <a:xfrm>
                <a:off x="960521" y="3291441"/>
                <a:ext cx="4463209" cy="3848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帮助和文档</a:t>
                </a:r>
              </a:p>
            </p:txBody>
          </p:sp>
        </p:grpSp>
        <p:sp>
          <p:nvSpPr>
            <p:cNvPr id="41" name="矩形 40"/>
            <p:cNvSpPr>
              <a:spLocks noChangeArrowheads="1"/>
            </p:cNvSpPr>
            <p:nvPr/>
          </p:nvSpPr>
          <p:spPr bwMode="auto">
            <a:xfrm>
              <a:off x="1893" y="3848"/>
              <a:ext cx="7036" cy="30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并不是所有的用户在使用你的Web应用时都能感觉很顺畅，有些用户在刚开始的几次可能需要帮助或者在使用过程中会遇到一些问题，应该在设计WebApp时确保在任何模块或页面中都有渠道让用户快速获得帮助信息。</a:t>
              </a:r>
            </a:p>
          </p:txBody>
        </p:sp>
      </p:grpSp>
      <p:grpSp>
        <p:nvGrpSpPr>
          <p:cNvPr id="17" name="组合 16"/>
          <p:cNvGrpSpPr/>
          <p:nvPr/>
        </p:nvGrpSpPr>
        <p:grpSpPr>
          <a:xfrm>
            <a:off x="754380" y="4370070"/>
            <a:ext cx="4716746" cy="1668780"/>
            <a:chOff x="1188" y="3092"/>
            <a:chExt cx="6974" cy="2628"/>
          </a:xfrm>
        </p:grpSpPr>
        <p:grpSp>
          <p:nvGrpSpPr>
            <p:cNvPr id="22" name="组合 21"/>
            <p:cNvGrpSpPr/>
            <p:nvPr/>
          </p:nvGrpSpPr>
          <p:grpSpPr>
            <a:xfrm>
              <a:off x="1188" y="3092"/>
              <a:ext cx="6974" cy="930"/>
              <a:chOff x="508000" y="3196191"/>
              <a:chExt cx="4428470" cy="590550"/>
            </a:xfrm>
          </p:grpSpPr>
          <p:sp>
            <p:nvSpPr>
              <p:cNvPr id="23"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6</a:t>
                </a:r>
              </a:p>
            </p:txBody>
          </p:sp>
          <p:cxnSp>
            <p:nvCxnSpPr>
              <p:cNvPr id="24" name="直接连接符 23"/>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31" name="矩形 30"/>
              <p:cNvSpPr>
                <a:spLocks noChangeArrowheads="1"/>
              </p:cNvSpPr>
              <p:nvPr/>
            </p:nvSpPr>
            <p:spPr bwMode="auto">
              <a:xfrm>
                <a:off x="960505" y="3291441"/>
                <a:ext cx="3975965" cy="3848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布局</a:t>
                </a:r>
              </a:p>
            </p:txBody>
          </p:sp>
        </p:grpSp>
        <p:sp>
          <p:nvSpPr>
            <p:cNvPr id="42" name="矩形 41"/>
            <p:cNvSpPr>
              <a:spLocks noChangeArrowheads="1"/>
            </p:cNvSpPr>
            <p:nvPr/>
          </p:nvSpPr>
          <p:spPr bwMode="auto">
            <a:xfrm>
              <a:off x="1893" y="3848"/>
              <a:ext cx="5931" cy="18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测试WebApp以确保它能够在尽可能多的浏览器和不同分辨率的屏幕中正确、一致地显示。</a:t>
              </a:r>
            </a:p>
          </p:txBody>
        </p:sp>
      </p:grpSp>
      <p:grpSp>
        <p:nvGrpSpPr>
          <p:cNvPr id="4" name="组合 3"/>
          <p:cNvGrpSpPr/>
          <p:nvPr/>
        </p:nvGrpSpPr>
        <p:grpSpPr>
          <a:xfrm>
            <a:off x="6242050" y="4465320"/>
            <a:ext cx="5235493" cy="1668780"/>
            <a:chOff x="1188" y="3092"/>
            <a:chExt cx="7741" cy="2628"/>
          </a:xfrm>
        </p:grpSpPr>
        <p:grpSp>
          <p:nvGrpSpPr>
            <p:cNvPr id="5" name="组合 4"/>
            <p:cNvGrpSpPr/>
            <p:nvPr/>
          </p:nvGrpSpPr>
          <p:grpSpPr>
            <a:xfrm>
              <a:off x="1188" y="3092"/>
              <a:ext cx="6974" cy="930"/>
              <a:chOff x="508000" y="3196191"/>
              <a:chExt cx="4428470" cy="590550"/>
            </a:xfrm>
          </p:grpSpPr>
          <p:sp>
            <p:nvSpPr>
              <p:cNvPr id="6"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7</a:t>
                </a:r>
              </a:p>
            </p:txBody>
          </p:sp>
          <p:cxnSp>
            <p:nvCxnSpPr>
              <p:cNvPr id="7" name="直接连接符 6"/>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8" name="矩形 7"/>
              <p:cNvSpPr>
                <a:spLocks noChangeArrowheads="1"/>
              </p:cNvSpPr>
              <p:nvPr/>
            </p:nvSpPr>
            <p:spPr bwMode="auto">
              <a:xfrm>
                <a:off x="960505" y="3291441"/>
                <a:ext cx="3975965" cy="3848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其他</a:t>
                </a:r>
              </a:p>
            </p:txBody>
          </p:sp>
        </p:grpSp>
        <p:sp>
          <p:nvSpPr>
            <p:cNvPr id="9" name="矩形 8"/>
            <p:cNvSpPr>
              <a:spLocks noChangeArrowheads="1"/>
            </p:cNvSpPr>
            <p:nvPr/>
          </p:nvSpPr>
          <p:spPr bwMode="auto">
            <a:xfrm>
              <a:off x="1893" y="3848"/>
              <a:ext cx="7036" cy="187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动画和交互操作（例如拖放特性）、字体和字形（尤其是Web字体）等都要测试，以保证系统的正确性。</a:t>
              </a:r>
            </a:p>
          </p:txBody>
        </p:sp>
      </p:grpSp>
    </p:spTree>
    <p:custDataLst>
      <p:tags r:id="rId1"/>
    </p:custDataLst>
  </p:cSld>
  <p:clrMapOvr>
    <a:masterClrMapping/>
  </p:clrMapOvr>
  <p:transition>
    <p:comb dir="vert"/>
  </p:transition>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8.7 </a:t>
            </a:r>
            <a:r>
              <a:rPr lang="en-US" altLang="zh-CN" dirty="0" smtClean="0">
                <a:solidFill>
                  <a:srgbClr val="FF0000"/>
                </a:solidFill>
                <a:sym typeface="+mn-ea"/>
              </a:rPr>
              <a:t>WebApp</a:t>
            </a:r>
            <a:r>
              <a:rPr lang="zh-CN" altLang="en-US" dirty="0" smtClean="0">
                <a:solidFill>
                  <a:srgbClr val="FF0000"/>
                </a:solidFill>
                <a:sym typeface="+mn-ea"/>
              </a:rPr>
              <a:t>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8.7.4 </a:t>
            </a:r>
            <a:r>
              <a:rPr sz="2400" dirty="0" smtClean="0">
                <a:solidFill>
                  <a:schemeClr val="tx1"/>
                </a:solidFill>
              </a:rPr>
              <a:t>导航测试</a:t>
            </a:r>
          </a:p>
        </p:txBody>
      </p:sp>
      <p:sp>
        <p:nvSpPr>
          <p:cNvPr id="11" name="文本框 10"/>
          <p:cNvSpPr txBox="1"/>
          <p:nvPr/>
        </p:nvSpPr>
        <p:spPr>
          <a:xfrm>
            <a:off x="1133474" y="2068830"/>
            <a:ext cx="10163175" cy="397032"/>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lang="en-US" altLang="zh-CN" sz="1600" dirty="0">
                <a:solidFill>
                  <a:schemeClr val="bg2">
                    <a:lumMod val="50000"/>
                  </a:schemeClr>
                </a:solidFill>
                <a:sym typeface="+mn-ea"/>
              </a:rPr>
              <a:t> </a:t>
            </a:r>
            <a:r>
              <a:rPr sz="1600" dirty="0">
                <a:latin typeface="微软雅黑" panose="020B0503020204020204" charset="-122"/>
                <a:ea typeface="微软雅黑" panose="020B0503020204020204" charset="-122"/>
                <a:sym typeface="+mn-ea"/>
              </a:rPr>
              <a:t> </a:t>
            </a:r>
            <a:r>
              <a:rPr lang="en-US" sz="1600" dirty="0">
                <a:latin typeface="微软雅黑" panose="020B0503020204020204" charset="-122"/>
                <a:ea typeface="微软雅黑" panose="020B0503020204020204" charset="-122"/>
                <a:sym typeface="+mn-ea"/>
              </a:rPr>
              <a:t> </a:t>
            </a:r>
            <a:r>
              <a:rPr dirty="0">
                <a:solidFill>
                  <a:schemeClr val="tx1"/>
                </a:solidFill>
                <a:latin typeface="微软雅黑" panose="020B0503020204020204" charset="-122"/>
                <a:ea typeface="微软雅黑" panose="020B0503020204020204" charset="-122"/>
                <a:sym typeface="+mn-ea"/>
              </a:rPr>
              <a:t>导航测试的第一个阶段在界面测试期间就开始了，对每一个导航应该在以下各方面进行测试。</a:t>
            </a:r>
          </a:p>
        </p:txBody>
      </p:sp>
      <p:grpSp>
        <p:nvGrpSpPr>
          <p:cNvPr id="6" name="组合 5"/>
          <p:cNvGrpSpPr/>
          <p:nvPr/>
        </p:nvGrpSpPr>
        <p:grpSpPr>
          <a:xfrm>
            <a:off x="980440" y="2653665"/>
            <a:ext cx="10036810" cy="1130935"/>
            <a:chOff x="1145" y="3666"/>
            <a:chExt cx="15806" cy="1781"/>
          </a:xfrm>
        </p:grpSpPr>
        <p:sp>
          <p:nvSpPr>
            <p:cNvPr id="7" name="Oval 5"/>
            <p:cNvSpPr/>
            <p:nvPr/>
          </p:nvSpPr>
          <p:spPr>
            <a:xfrm>
              <a:off x="1145" y="3736"/>
              <a:ext cx="1223" cy="1220"/>
            </a:xfrm>
            <a:prstGeom prst="ellipse">
              <a:avLst/>
            </a:prstGeom>
            <a:solidFill>
              <a:srgbClr val="58BDA8"/>
            </a:solidFill>
            <a:ln w="25400" cap="flat" cmpd="sng" algn="ctr">
              <a:noFill/>
              <a:prstDash val="solid"/>
            </a:ln>
            <a:effectLst/>
          </p:spPr>
          <p:txBody>
            <a:bodyPr anchor="ctr"/>
            <a:lstStyle/>
            <a:p>
              <a:pPr marL="0" marR="0" lvl="0" indent="0" algn="ctr"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prstClr val="white"/>
                </a:solidFill>
                <a:effectLst/>
                <a:uLnTx/>
                <a:uFillTx/>
                <a:latin typeface="微软雅黑" panose="020B0503020204020204" charset="-122"/>
                <a:ea typeface="+mn-ea"/>
                <a:cs typeface="+mn-cs"/>
              </a:endParaRPr>
            </a:p>
          </p:txBody>
        </p:sp>
        <p:sp>
          <p:nvSpPr>
            <p:cNvPr id="9" name="Freeform 7"/>
            <p:cNvSpPr>
              <a:spLocks noEditPoints="1"/>
            </p:cNvSpPr>
            <p:nvPr/>
          </p:nvSpPr>
          <p:spPr bwMode="auto">
            <a:xfrm>
              <a:off x="1437" y="4026"/>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ysClr val="window" lastClr="FFFFFF"/>
            </a:solidFill>
            <a:ln>
              <a:noFill/>
            </a:ln>
          </p:spPr>
          <p:txBody>
            <a:bodyPr lIns="121682" tIns="60841" rIns="121682" bIns="60841"/>
            <a:lstStyle/>
            <a:p>
              <a:pPr marL="0" marR="0" lvl="0" indent="0" algn="l"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srgbClr val="5C5C5C"/>
                </a:solidFill>
                <a:effectLst/>
                <a:uLnTx/>
                <a:uFillTx/>
                <a:latin typeface="微软雅黑" panose="020B0503020204020204" charset="-122"/>
                <a:ea typeface="+mn-ea"/>
                <a:cs typeface="+mn-cs"/>
              </a:endParaRPr>
            </a:p>
          </p:txBody>
        </p:sp>
        <p:sp>
          <p:nvSpPr>
            <p:cNvPr id="18" name="矩形 17"/>
            <p:cNvSpPr/>
            <p:nvPr/>
          </p:nvSpPr>
          <p:spPr>
            <a:xfrm>
              <a:off x="2562" y="4181"/>
              <a:ext cx="14389" cy="1266"/>
            </a:xfrm>
            <a:prstGeom prst="rect">
              <a:avLst/>
            </a:prstGeom>
          </p:spPr>
          <p:txBody>
            <a:bodyPr wrap="square">
              <a:spAutoFit/>
            </a:bodyPr>
            <a:lstStyle/>
            <a:p>
              <a:pPr marL="0" marR="0" lvl="0" indent="0" algn="l" defTabSz="914400" rtl="0" fontAlgn="auto">
                <a:lnSpc>
                  <a:spcPct val="130000"/>
                </a:lnSpc>
                <a:spcBef>
                  <a:spcPts val="0"/>
                </a:spcBef>
                <a:spcAft>
                  <a:spcPts val="0"/>
                </a:spcAft>
                <a:buClrTx/>
                <a:buSzTx/>
                <a:buFontTx/>
                <a:buNone/>
                <a:defRPr/>
              </a:pPr>
              <a:r>
                <a:rPr kumimoji="0" lang="en-US"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        </a:t>
              </a:r>
              <a:r>
                <a:rPr kumimoji="0"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WebApp的内部链接、外部链接及网页中的锚都应该被测试，确保选择链接时，能够获得正确的内容和功能。</a:t>
              </a:r>
            </a:p>
          </p:txBody>
        </p:sp>
        <p:sp>
          <p:nvSpPr>
            <p:cNvPr id="35857" name="文本框 18"/>
            <p:cNvSpPr txBox="1"/>
            <p:nvPr/>
          </p:nvSpPr>
          <p:spPr>
            <a:xfrm>
              <a:off x="2562" y="3666"/>
              <a:ext cx="3745" cy="606"/>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solidFill>
                    <a:srgbClr val="7E7E7D"/>
                  </a:solidFill>
                  <a:latin typeface="微软雅黑" panose="020B0503020204020204" charset="-122"/>
                  <a:ea typeface="微软雅黑" panose="020B0503020204020204" charset="-122"/>
                </a:rPr>
                <a:t>导航链接</a:t>
              </a:r>
            </a:p>
          </p:txBody>
        </p:sp>
      </p:grpSp>
      <p:grpSp>
        <p:nvGrpSpPr>
          <p:cNvPr id="12" name="组合 11"/>
          <p:cNvGrpSpPr/>
          <p:nvPr/>
        </p:nvGrpSpPr>
        <p:grpSpPr>
          <a:xfrm>
            <a:off x="980440" y="5301615"/>
            <a:ext cx="4540885" cy="813435"/>
            <a:chOff x="6622" y="7984"/>
            <a:chExt cx="7151" cy="1281"/>
          </a:xfrm>
        </p:grpSpPr>
        <p:grpSp>
          <p:nvGrpSpPr>
            <p:cNvPr id="4" name="组合 3"/>
            <p:cNvGrpSpPr/>
            <p:nvPr/>
          </p:nvGrpSpPr>
          <p:grpSpPr>
            <a:xfrm>
              <a:off x="6622" y="7984"/>
              <a:ext cx="7151" cy="1281"/>
              <a:chOff x="1145" y="5803"/>
              <a:chExt cx="7151" cy="1281"/>
            </a:xfrm>
          </p:grpSpPr>
          <p:sp>
            <p:nvSpPr>
              <p:cNvPr id="10" name="Oval 21"/>
              <p:cNvSpPr/>
              <p:nvPr/>
            </p:nvSpPr>
            <p:spPr>
              <a:xfrm>
                <a:off x="1145" y="5861"/>
                <a:ext cx="1223" cy="1223"/>
              </a:xfrm>
              <a:prstGeom prst="ellipse">
                <a:avLst/>
              </a:prstGeom>
              <a:solidFill>
                <a:srgbClr val="EF4150"/>
              </a:solidFill>
              <a:ln w="25400" cap="flat" cmpd="sng" algn="ctr">
                <a:noFill/>
                <a:prstDash val="solid"/>
              </a:ln>
              <a:effectLst/>
            </p:spPr>
            <p:txBody>
              <a:bodyPr anchor="ctr"/>
              <a:lstStyle/>
              <a:p>
                <a:pPr marL="0" marR="0" lvl="0" indent="0" algn="ctr"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prstClr val="white"/>
                  </a:solidFill>
                  <a:effectLst/>
                  <a:uLnTx/>
                  <a:uFillTx/>
                  <a:latin typeface="微软雅黑" panose="020B0503020204020204" charset="-122"/>
                  <a:ea typeface="+mn-ea"/>
                  <a:cs typeface="+mn-cs"/>
                </a:endParaRPr>
              </a:p>
            </p:txBody>
          </p:sp>
          <p:sp>
            <p:nvSpPr>
              <p:cNvPr id="20" name="矩形 19"/>
              <p:cNvSpPr/>
              <p:nvPr/>
            </p:nvSpPr>
            <p:spPr>
              <a:xfrm>
                <a:off x="2562" y="6318"/>
                <a:ext cx="5734" cy="705"/>
              </a:xfrm>
              <a:prstGeom prst="rect">
                <a:avLst/>
              </a:prstGeom>
            </p:spPr>
            <p:txBody>
              <a:bodyPr wrap="square">
                <a:spAutoFit/>
              </a:bodyPr>
              <a:lstStyle/>
              <a:p>
                <a:pPr marL="0" marR="0" lvl="0" indent="0" algn="l" defTabSz="914400" rtl="0" fontAlgn="auto">
                  <a:lnSpc>
                    <a:spcPct val="130000"/>
                  </a:lnSpc>
                  <a:spcBef>
                    <a:spcPts val="0"/>
                  </a:spcBef>
                  <a:spcAft>
                    <a:spcPts val="0"/>
                  </a:spcAft>
                  <a:buClrTx/>
                  <a:buSzTx/>
                  <a:buFontTx/>
                  <a:buNone/>
                  <a:defRPr/>
                </a:pPr>
                <a:r>
                  <a:rPr kumimoji="0" lang="en-US"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       </a:t>
                </a:r>
                <a:r>
                  <a:rPr kumimoji="0"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确保创建的书签是正常的。</a:t>
                </a:r>
              </a:p>
            </p:txBody>
          </p:sp>
          <p:sp>
            <p:nvSpPr>
              <p:cNvPr id="35859" name="文本框 20"/>
              <p:cNvSpPr txBox="1"/>
              <p:nvPr/>
            </p:nvSpPr>
            <p:spPr>
              <a:xfrm>
                <a:off x="2562" y="5803"/>
                <a:ext cx="3745" cy="606"/>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solidFill>
                      <a:srgbClr val="7E7E7D"/>
                    </a:solidFill>
                    <a:latin typeface="微软雅黑" panose="020B0503020204020204" charset="-122"/>
                    <a:ea typeface="微软雅黑" panose="020B0503020204020204" charset="-122"/>
                  </a:rPr>
                  <a:t>书签</a:t>
                </a:r>
              </a:p>
            </p:txBody>
          </p:sp>
        </p:grpSp>
        <p:sp>
          <p:nvSpPr>
            <p:cNvPr id="5" name="Freeform 7"/>
            <p:cNvSpPr>
              <a:spLocks noEditPoints="1"/>
            </p:cNvSpPr>
            <p:nvPr/>
          </p:nvSpPr>
          <p:spPr bwMode="auto">
            <a:xfrm>
              <a:off x="6915" y="8333"/>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ysClr val="window" lastClr="FFFFFF"/>
            </a:solidFill>
            <a:ln>
              <a:noFill/>
            </a:ln>
          </p:spPr>
          <p:txBody>
            <a:bodyPr lIns="121682" tIns="60841" rIns="121682" bIns="60841"/>
            <a:lstStyle/>
            <a:p>
              <a:pPr marL="0" marR="0" lvl="0" indent="0" algn="l"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srgbClr val="5C5C5C"/>
                </a:solidFill>
                <a:effectLst/>
                <a:uLnTx/>
                <a:uFillTx/>
                <a:latin typeface="微软雅黑" panose="020B0503020204020204" charset="-122"/>
                <a:ea typeface="+mn-ea"/>
                <a:cs typeface="+mn-cs"/>
              </a:endParaRPr>
            </a:p>
          </p:txBody>
        </p:sp>
      </p:grpSp>
      <p:grpSp>
        <p:nvGrpSpPr>
          <p:cNvPr id="8" name="组合 7"/>
          <p:cNvGrpSpPr/>
          <p:nvPr/>
        </p:nvGrpSpPr>
        <p:grpSpPr>
          <a:xfrm>
            <a:off x="980440" y="3931285"/>
            <a:ext cx="9859010" cy="1141730"/>
            <a:chOff x="10037" y="3658"/>
            <a:chExt cx="15526" cy="1798"/>
          </a:xfrm>
        </p:grpSpPr>
        <p:sp>
          <p:nvSpPr>
            <p:cNvPr id="16" name="Oval 26"/>
            <p:cNvSpPr/>
            <p:nvPr/>
          </p:nvSpPr>
          <p:spPr>
            <a:xfrm>
              <a:off x="10037" y="3727"/>
              <a:ext cx="1223" cy="1223"/>
            </a:xfrm>
            <a:prstGeom prst="ellipse">
              <a:avLst/>
            </a:prstGeom>
            <a:solidFill>
              <a:schemeClr val="accent2"/>
            </a:solidFill>
            <a:ln w="25400" cap="flat" cmpd="sng" algn="ctr">
              <a:noFill/>
              <a:prstDash val="solid"/>
            </a:ln>
            <a:effectLst/>
          </p:spPr>
          <p:txBody>
            <a:bodyPr anchor="ctr"/>
            <a:lstStyle/>
            <a:p>
              <a:pPr marL="0" marR="0" lvl="0" indent="0" algn="ctr"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prstClr val="white"/>
                </a:solidFill>
                <a:effectLst/>
                <a:uLnTx/>
                <a:uFillTx/>
                <a:latin typeface="微软雅黑" panose="020B0503020204020204" charset="-122"/>
                <a:ea typeface="+mn-ea"/>
                <a:cs typeface="+mn-cs"/>
              </a:endParaRPr>
            </a:p>
          </p:txBody>
        </p:sp>
        <p:sp>
          <p:nvSpPr>
            <p:cNvPr id="24" name="矩形 23"/>
            <p:cNvSpPr/>
            <p:nvPr/>
          </p:nvSpPr>
          <p:spPr>
            <a:xfrm>
              <a:off x="11427" y="4176"/>
              <a:ext cx="14136" cy="1280"/>
            </a:xfrm>
            <a:prstGeom prst="rect">
              <a:avLst/>
            </a:prstGeom>
          </p:spPr>
          <p:txBody>
            <a:bodyPr wrap="square">
              <a:spAutoFit/>
            </a:bodyPr>
            <a:lstStyle/>
            <a:p>
              <a:pPr marL="0" marR="0" lvl="0" indent="0" algn="l" defTabSz="914400" rtl="0" fontAlgn="auto">
                <a:lnSpc>
                  <a:spcPct val="130000"/>
                </a:lnSpc>
                <a:spcBef>
                  <a:spcPts val="0"/>
                </a:spcBef>
                <a:spcAft>
                  <a:spcPts val="0"/>
                </a:spcAft>
                <a:buClrTx/>
                <a:buSzTx/>
                <a:buFontTx/>
                <a:buNone/>
                <a:defRPr/>
              </a:pPr>
              <a:r>
                <a:rPr kumimoji="0" lang="en-US"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       </a:t>
              </a:r>
              <a:r>
                <a:rPr kumimoji="0"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当用户请求一个不存在的URL，或者选择一个已经被移走的目标地址的链接时，系统应该给用户显示一条提示信息，并且将导航重定向到另一页。</a:t>
              </a:r>
            </a:p>
          </p:txBody>
        </p:sp>
        <p:sp>
          <p:nvSpPr>
            <p:cNvPr id="35863" name="文本框 24"/>
            <p:cNvSpPr txBox="1"/>
            <p:nvPr/>
          </p:nvSpPr>
          <p:spPr>
            <a:xfrm>
              <a:off x="11427" y="3658"/>
              <a:ext cx="3745" cy="606"/>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solidFill>
                    <a:srgbClr val="7E7E7D"/>
                  </a:solidFill>
                  <a:latin typeface="微软雅黑" panose="020B0503020204020204" charset="-122"/>
                  <a:ea typeface="微软雅黑" panose="020B0503020204020204" charset="-122"/>
                </a:rPr>
                <a:t>重定向</a:t>
              </a:r>
            </a:p>
          </p:txBody>
        </p:sp>
        <p:sp>
          <p:nvSpPr>
            <p:cNvPr id="13" name="Freeform 7"/>
            <p:cNvSpPr>
              <a:spLocks noEditPoints="1"/>
            </p:cNvSpPr>
            <p:nvPr/>
          </p:nvSpPr>
          <p:spPr bwMode="auto">
            <a:xfrm>
              <a:off x="10330" y="4018"/>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ysClr val="window" lastClr="FFFFFF"/>
            </a:solidFill>
            <a:ln>
              <a:noFill/>
            </a:ln>
          </p:spPr>
          <p:txBody>
            <a:bodyPr lIns="121682" tIns="60841" rIns="121682" bIns="60841"/>
            <a:lstStyle/>
            <a:p>
              <a:pPr marL="0" marR="0" lvl="0" indent="0" algn="l"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srgbClr val="5C5C5C"/>
                </a:solidFill>
                <a:effectLst/>
                <a:uLnTx/>
                <a:uFillTx/>
                <a:latin typeface="微软雅黑" panose="020B0503020204020204" charset="-122"/>
                <a:ea typeface="+mn-ea"/>
                <a:cs typeface="+mn-cs"/>
              </a:endParaRPr>
            </a:p>
          </p:txBody>
        </p:sp>
      </p:grpSp>
    </p:spTree>
    <p:custDataLst>
      <p:tags r:id="rId1"/>
    </p:custDataLst>
  </p:cSld>
  <p:clrMapOvr>
    <a:masterClrMapping/>
  </p:clrMapOvr>
  <p:transition>
    <p:comb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to="" calcmode="lin" valueType="num">
                                      <p:cBhvr>
                                        <p:cTn id="7" dur="1" fill="hold"/>
                                        <p:tgtEl>
                                          <p:spTgt spid="6"/>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 to="" calcmode="lin" valueType="num">
                                      <p:cBhvr>
                                        <p:cTn id="12" dur="1" fill="hold"/>
                                        <p:tgtEl>
                                          <p:spTgt spid="8"/>
                                        </p:tgtEl>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 to="" calcmode="lin" valueType="num">
                                      <p:cBhvr>
                                        <p:cTn id="17" dur="1" fill="hold"/>
                                        <p:tgtEl>
                                          <p:spTgt spid="12"/>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8.7 </a:t>
            </a:r>
            <a:r>
              <a:rPr lang="en-US" altLang="zh-CN" dirty="0" smtClean="0">
                <a:solidFill>
                  <a:srgbClr val="FF0000"/>
                </a:solidFill>
                <a:sym typeface="+mn-ea"/>
              </a:rPr>
              <a:t>WebApp</a:t>
            </a:r>
            <a:r>
              <a:rPr lang="zh-CN" altLang="en-US" dirty="0" smtClean="0">
                <a:solidFill>
                  <a:srgbClr val="FF0000"/>
                </a:solidFill>
                <a:sym typeface="+mn-ea"/>
              </a:rPr>
              <a:t>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8.7.4 </a:t>
            </a:r>
            <a:r>
              <a:rPr sz="2400" dirty="0" smtClean="0">
                <a:solidFill>
                  <a:schemeClr val="tx1"/>
                </a:solidFill>
              </a:rPr>
              <a:t>导航测试</a:t>
            </a:r>
          </a:p>
        </p:txBody>
      </p:sp>
      <p:sp>
        <p:nvSpPr>
          <p:cNvPr id="11" name="文本框 10"/>
          <p:cNvSpPr txBox="1"/>
          <p:nvPr/>
        </p:nvSpPr>
        <p:spPr>
          <a:xfrm>
            <a:off x="1028701" y="5556250"/>
            <a:ext cx="10086974" cy="701731"/>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lang="en-US" altLang="zh-CN" sz="1600" dirty="0">
                <a:solidFill>
                  <a:schemeClr val="bg2">
                    <a:lumMod val="50000"/>
                  </a:schemeClr>
                </a:solidFill>
                <a:sym typeface="+mn-ea"/>
              </a:rPr>
              <a:t> </a:t>
            </a:r>
            <a:r>
              <a:rPr sz="1600" dirty="0">
                <a:latin typeface="微软雅黑" panose="020B0503020204020204" charset="-122"/>
                <a:ea typeface="微软雅黑" panose="020B0503020204020204" charset="-122"/>
                <a:sym typeface="+mn-ea"/>
              </a:rPr>
              <a:t> </a:t>
            </a:r>
            <a:r>
              <a:rPr lang="en-US" sz="1600" dirty="0">
                <a:latin typeface="微软雅黑" panose="020B0503020204020204" charset="-122"/>
                <a:ea typeface="微软雅黑" panose="020B0503020204020204" charset="-122"/>
                <a:sym typeface="+mn-ea"/>
              </a:rPr>
              <a:t> </a:t>
            </a:r>
            <a:r>
              <a:rPr dirty="0">
                <a:solidFill>
                  <a:schemeClr val="tx1"/>
                </a:solidFill>
                <a:latin typeface="微软雅黑" panose="020B0503020204020204" charset="-122"/>
                <a:ea typeface="微软雅黑" panose="020B0503020204020204" charset="-122"/>
                <a:sym typeface="+mn-ea"/>
              </a:rPr>
              <a:t>导航测试应尽可能地让不同用户进行，早期测试可以由Web工程师进行，但后来的测试应该由独立的测试团队进行，最后还要由非技术用户进行，目的是彻底检查WebApp导航。</a:t>
            </a:r>
          </a:p>
        </p:txBody>
      </p:sp>
      <p:grpSp>
        <p:nvGrpSpPr>
          <p:cNvPr id="6" name="组合 5"/>
          <p:cNvGrpSpPr/>
          <p:nvPr/>
        </p:nvGrpSpPr>
        <p:grpSpPr>
          <a:xfrm>
            <a:off x="942340" y="2186940"/>
            <a:ext cx="10627360" cy="1139825"/>
            <a:chOff x="1145" y="3666"/>
            <a:chExt cx="16736" cy="1795"/>
          </a:xfrm>
        </p:grpSpPr>
        <p:sp>
          <p:nvSpPr>
            <p:cNvPr id="7" name="Oval 5"/>
            <p:cNvSpPr/>
            <p:nvPr/>
          </p:nvSpPr>
          <p:spPr>
            <a:xfrm>
              <a:off x="1145" y="3736"/>
              <a:ext cx="1223" cy="1220"/>
            </a:xfrm>
            <a:prstGeom prst="ellipse">
              <a:avLst/>
            </a:prstGeom>
            <a:solidFill>
              <a:schemeClr val="accent5">
                <a:lumMod val="75000"/>
              </a:schemeClr>
            </a:solidFill>
            <a:ln w="25400" cap="flat" cmpd="sng" algn="ctr">
              <a:noFill/>
              <a:prstDash val="solid"/>
            </a:ln>
            <a:effectLst/>
          </p:spPr>
          <p:txBody>
            <a:bodyPr anchor="ctr"/>
            <a:lstStyle/>
            <a:p>
              <a:pPr marL="0" marR="0" lvl="0" indent="0" algn="ctr"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prstClr val="white"/>
                </a:solidFill>
                <a:effectLst/>
                <a:uLnTx/>
                <a:uFillTx/>
                <a:latin typeface="微软雅黑" panose="020B0503020204020204" charset="-122"/>
                <a:ea typeface="+mn-ea"/>
                <a:cs typeface="+mn-cs"/>
              </a:endParaRPr>
            </a:p>
          </p:txBody>
        </p:sp>
        <p:sp>
          <p:nvSpPr>
            <p:cNvPr id="9" name="Freeform 7"/>
            <p:cNvSpPr>
              <a:spLocks noEditPoints="1"/>
            </p:cNvSpPr>
            <p:nvPr/>
          </p:nvSpPr>
          <p:spPr bwMode="auto">
            <a:xfrm>
              <a:off x="1437" y="4026"/>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ysClr val="window" lastClr="FFFFFF"/>
            </a:solidFill>
            <a:ln>
              <a:noFill/>
            </a:ln>
          </p:spPr>
          <p:txBody>
            <a:bodyPr lIns="121682" tIns="60841" rIns="121682" bIns="60841"/>
            <a:lstStyle/>
            <a:p>
              <a:pPr marL="0" marR="0" lvl="0" indent="0" algn="l"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srgbClr val="5C5C5C"/>
                </a:solidFill>
                <a:effectLst/>
                <a:uLnTx/>
                <a:uFillTx/>
                <a:latin typeface="微软雅黑" panose="020B0503020204020204" charset="-122"/>
                <a:ea typeface="+mn-ea"/>
                <a:cs typeface="+mn-cs"/>
              </a:endParaRPr>
            </a:p>
          </p:txBody>
        </p:sp>
        <p:sp>
          <p:nvSpPr>
            <p:cNvPr id="18" name="矩形 17"/>
            <p:cNvSpPr/>
            <p:nvPr/>
          </p:nvSpPr>
          <p:spPr>
            <a:xfrm>
              <a:off x="2562" y="4181"/>
              <a:ext cx="15319" cy="1280"/>
            </a:xfrm>
            <a:prstGeom prst="rect">
              <a:avLst/>
            </a:prstGeom>
          </p:spPr>
          <p:txBody>
            <a:bodyPr wrap="square">
              <a:spAutoFit/>
            </a:bodyPr>
            <a:lstStyle/>
            <a:p>
              <a:pPr marL="0" marR="0" lvl="0" indent="0" algn="l" defTabSz="914400" rtl="0" fontAlgn="auto">
                <a:lnSpc>
                  <a:spcPct val="130000"/>
                </a:lnSpc>
                <a:spcBef>
                  <a:spcPts val="0"/>
                </a:spcBef>
                <a:spcAft>
                  <a:spcPts val="0"/>
                </a:spcAft>
                <a:buClrTx/>
                <a:buSzTx/>
                <a:buFontTx/>
                <a:buNone/>
                <a:defRPr/>
              </a:pPr>
              <a:r>
                <a:rPr kumimoji="0" lang="en-US" b="0" i="0" u="none" strike="noStrike" kern="1200" cap="none" spc="0" normalizeH="0" noProof="0" dirty="0" smtClean="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       </a:t>
              </a:r>
              <a:r>
                <a:rPr kumimoji="0" b="0" i="0" u="none" strike="noStrike" kern="1200" cap="none" spc="0" normalizeH="0" baseline="0" noProof="0" dirty="0" smtClean="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每一个框架包含特定的网页内容</a:t>
              </a:r>
              <a:r>
                <a:rPr kumimoji="0"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；一个框架集包含多个框架，并且应测试是否能够多个网页同时显示。同时，还要进行选择合适的布局和大小、下载性能和浏览器性能方面的测试。</a:t>
              </a:r>
            </a:p>
          </p:txBody>
        </p:sp>
        <p:sp>
          <p:nvSpPr>
            <p:cNvPr id="35857" name="文本框 18"/>
            <p:cNvSpPr txBox="1"/>
            <p:nvPr/>
          </p:nvSpPr>
          <p:spPr>
            <a:xfrm>
              <a:off x="2562" y="3666"/>
              <a:ext cx="3745" cy="606"/>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solidFill>
                    <a:srgbClr val="7E7E7D"/>
                  </a:solidFill>
                  <a:latin typeface="微软雅黑" panose="020B0503020204020204" charset="-122"/>
                  <a:ea typeface="微软雅黑" panose="020B0503020204020204" charset="-122"/>
                </a:rPr>
                <a:t>框架和框架集</a:t>
              </a:r>
            </a:p>
          </p:txBody>
        </p:sp>
      </p:grpSp>
      <p:grpSp>
        <p:nvGrpSpPr>
          <p:cNvPr id="12" name="组合 11"/>
          <p:cNvGrpSpPr/>
          <p:nvPr/>
        </p:nvGrpSpPr>
        <p:grpSpPr>
          <a:xfrm>
            <a:off x="941705" y="4582160"/>
            <a:ext cx="10227310" cy="813435"/>
            <a:chOff x="6622" y="7984"/>
            <a:chExt cx="16106" cy="1281"/>
          </a:xfrm>
        </p:grpSpPr>
        <p:grpSp>
          <p:nvGrpSpPr>
            <p:cNvPr id="4" name="组合 3"/>
            <p:cNvGrpSpPr/>
            <p:nvPr/>
          </p:nvGrpSpPr>
          <p:grpSpPr>
            <a:xfrm>
              <a:off x="6622" y="7984"/>
              <a:ext cx="16106" cy="1281"/>
              <a:chOff x="1145" y="5803"/>
              <a:chExt cx="16106" cy="1281"/>
            </a:xfrm>
          </p:grpSpPr>
          <p:sp>
            <p:nvSpPr>
              <p:cNvPr id="10" name="Oval 21"/>
              <p:cNvSpPr/>
              <p:nvPr/>
            </p:nvSpPr>
            <p:spPr>
              <a:xfrm>
                <a:off x="1145" y="5861"/>
                <a:ext cx="1223" cy="1223"/>
              </a:xfrm>
              <a:prstGeom prst="ellipse">
                <a:avLst/>
              </a:prstGeom>
              <a:solidFill>
                <a:schemeClr val="accent1">
                  <a:lumMod val="60000"/>
                  <a:lumOff val="40000"/>
                </a:schemeClr>
              </a:solidFill>
              <a:ln w="25400" cap="flat" cmpd="sng" algn="ctr">
                <a:noFill/>
                <a:prstDash val="solid"/>
              </a:ln>
              <a:effectLst/>
            </p:spPr>
            <p:txBody>
              <a:bodyPr anchor="ctr"/>
              <a:lstStyle/>
              <a:p>
                <a:pPr marL="0" marR="0" lvl="0" indent="0" algn="ctr"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prstClr val="white"/>
                  </a:solidFill>
                  <a:effectLst/>
                  <a:uLnTx/>
                  <a:uFillTx/>
                  <a:latin typeface="微软雅黑" panose="020B0503020204020204" charset="-122"/>
                  <a:ea typeface="+mn-ea"/>
                  <a:cs typeface="+mn-cs"/>
                </a:endParaRPr>
              </a:p>
            </p:txBody>
          </p:sp>
          <p:sp>
            <p:nvSpPr>
              <p:cNvPr id="20" name="矩形 19"/>
              <p:cNvSpPr/>
              <p:nvPr/>
            </p:nvSpPr>
            <p:spPr>
              <a:xfrm>
                <a:off x="2562" y="6318"/>
                <a:ext cx="14689" cy="705"/>
              </a:xfrm>
              <a:prstGeom prst="rect">
                <a:avLst/>
              </a:prstGeom>
            </p:spPr>
            <p:txBody>
              <a:bodyPr wrap="square">
                <a:spAutoFit/>
              </a:bodyPr>
              <a:lstStyle/>
              <a:p>
                <a:pPr marL="0" marR="0" lvl="0" indent="0" algn="l" defTabSz="914400" rtl="0" fontAlgn="auto">
                  <a:lnSpc>
                    <a:spcPct val="130000"/>
                  </a:lnSpc>
                  <a:spcBef>
                    <a:spcPts val="0"/>
                  </a:spcBef>
                  <a:spcAft>
                    <a:spcPts val="0"/>
                  </a:spcAft>
                  <a:buClrTx/>
                  <a:buSzTx/>
                  <a:buFontTx/>
                  <a:buNone/>
                  <a:defRPr/>
                </a:pPr>
                <a:r>
                  <a:rPr kumimoji="0" lang="en-US"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       </a:t>
                </a:r>
                <a:r>
                  <a:rPr kumimoji="0"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内部引擎测试要确认搜索的精确性，还要注意在搜索中的复合索引的搜索。</a:t>
                </a:r>
              </a:p>
            </p:txBody>
          </p:sp>
          <p:sp>
            <p:nvSpPr>
              <p:cNvPr id="35859" name="文本框 20"/>
              <p:cNvSpPr txBox="1"/>
              <p:nvPr/>
            </p:nvSpPr>
            <p:spPr>
              <a:xfrm>
                <a:off x="2562" y="5803"/>
                <a:ext cx="3745" cy="606"/>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solidFill>
                      <a:srgbClr val="7E7E7D"/>
                    </a:solidFill>
                    <a:latin typeface="微软雅黑" panose="020B0503020204020204" charset="-122"/>
                    <a:ea typeface="微软雅黑" panose="020B0503020204020204" charset="-122"/>
                  </a:rPr>
                  <a:t>内部搜索引擎</a:t>
                </a:r>
              </a:p>
            </p:txBody>
          </p:sp>
        </p:grpSp>
        <p:sp>
          <p:nvSpPr>
            <p:cNvPr id="5" name="Freeform 7"/>
            <p:cNvSpPr>
              <a:spLocks noEditPoints="1"/>
            </p:cNvSpPr>
            <p:nvPr/>
          </p:nvSpPr>
          <p:spPr bwMode="auto">
            <a:xfrm>
              <a:off x="6915" y="8333"/>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ysClr val="window" lastClr="FFFFFF"/>
            </a:solidFill>
            <a:ln>
              <a:noFill/>
            </a:ln>
          </p:spPr>
          <p:txBody>
            <a:bodyPr lIns="121682" tIns="60841" rIns="121682" bIns="60841"/>
            <a:lstStyle/>
            <a:p>
              <a:pPr marL="0" marR="0" lvl="0" indent="0" algn="l"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srgbClr val="5C5C5C"/>
                </a:solidFill>
                <a:effectLst/>
                <a:uLnTx/>
                <a:uFillTx/>
                <a:latin typeface="微软雅黑" panose="020B0503020204020204" charset="-122"/>
                <a:ea typeface="+mn-ea"/>
                <a:cs typeface="+mn-cs"/>
              </a:endParaRPr>
            </a:p>
          </p:txBody>
        </p:sp>
      </p:grpSp>
      <p:grpSp>
        <p:nvGrpSpPr>
          <p:cNvPr id="8" name="组合 7"/>
          <p:cNvGrpSpPr/>
          <p:nvPr/>
        </p:nvGrpSpPr>
        <p:grpSpPr>
          <a:xfrm>
            <a:off x="941705" y="3602355"/>
            <a:ext cx="10414000" cy="820420"/>
            <a:chOff x="10037" y="3658"/>
            <a:chExt cx="16400" cy="1292"/>
          </a:xfrm>
        </p:grpSpPr>
        <p:sp>
          <p:nvSpPr>
            <p:cNvPr id="16" name="Oval 26"/>
            <p:cNvSpPr/>
            <p:nvPr/>
          </p:nvSpPr>
          <p:spPr>
            <a:xfrm>
              <a:off x="10037" y="3727"/>
              <a:ext cx="1223" cy="1223"/>
            </a:xfrm>
            <a:prstGeom prst="ellipse">
              <a:avLst/>
            </a:prstGeom>
            <a:solidFill>
              <a:schemeClr val="accent6">
                <a:lumMod val="75000"/>
              </a:schemeClr>
            </a:solidFill>
            <a:ln w="25400" cap="flat" cmpd="sng" algn="ctr">
              <a:noFill/>
              <a:prstDash val="solid"/>
            </a:ln>
            <a:effectLst/>
          </p:spPr>
          <p:txBody>
            <a:bodyPr anchor="ctr"/>
            <a:lstStyle/>
            <a:p>
              <a:pPr marL="0" marR="0" lvl="0" indent="0" algn="ctr"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prstClr val="white"/>
                </a:solidFill>
                <a:effectLst/>
                <a:uLnTx/>
                <a:uFillTx/>
                <a:latin typeface="微软雅黑" panose="020B0503020204020204" charset="-122"/>
                <a:ea typeface="+mn-ea"/>
                <a:cs typeface="+mn-cs"/>
              </a:endParaRPr>
            </a:p>
          </p:txBody>
        </p:sp>
        <p:sp>
          <p:nvSpPr>
            <p:cNvPr id="24" name="矩形 23"/>
            <p:cNvSpPr/>
            <p:nvPr/>
          </p:nvSpPr>
          <p:spPr>
            <a:xfrm>
              <a:off x="11427" y="4176"/>
              <a:ext cx="15010" cy="705"/>
            </a:xfrm>
            <a:prstGeom prst="rect">
              <a:avLst/>
            </a:prstGeom>
          </p:spPr>
          <p:txBody>
            <a:bodyPr wrap="square">
              <a:spAutoFit/>
            </a:bodyPr>
            <a:lstStyle/>
            <a:p>
              <a:pPr marL="0" marR="0" lvl="0" indent="0" algn="l" defTabSz="914400" rtl="0" fontAlgn="auto">
                <a:lnSpc>
                  <a:spcPct val="130000"/>
                </a:lnSpc>
                <a:spcBef>
                  <a:spcPts val="0"/>
                </a:spcBef>
                <a:spcAft>
                  <a:spcPts val="0"/>
                </a:spcAft>
                <a:buClrTx/>
                <a:buSzTx/>
                <a:buFontTx/>
                <a:buNone/>
                <a:defRPr/>
              </a:pPr>
              <a:r>
                <a:rPr kumimoji="0" lang="en-US"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       </a:t>
              </a:r>
              <a:r>
                <a:rPr kumimoji="0" b="0" i="0" u="none" strike="noStrike" kern="1200" cap="none" spc="0" normalizeH="0" baseline="0" noProof="0" dirty="0">
                  <a:ln>
                    <a:noFill/>
                  </a:ln>
                  <a:solidFill>
                    <a:schemeClr val="tx1">
                      <a:lumMod val="85000"/>
                      <a:lumOff val="15000"/>
                    </a:schemeClr>
                  </a:solidFill>
                  <a:effectLst/>
                  <a:uLnTx/>
                  <a:uFillTx/>
                  <a:latin typeface="微软雅黑" panose="020B0503020204020204" charset="-122"/>
                  <a:ea typeface="微软雅黑" panose="020B0503020204020204" charset="-122"/>
                  <a:cs typeface="+mn-cs"/>
                </a:rPr>
                <a:t>对入口进行测试，确保链接能引导用户到达合适的内容和功能。</a:t>
              </a:r>
            </a:p>
          </p:txBody>
        </p:sp>
        <p:sp>
          <p:nvSpPr>
            <p:cNvPr id="35863" name="文本框 24"/>
            <p:cNvSpPr txBox="1"/>
            <p:nvPr/>
          </p:nvSpPr>
          <p:spPr>
            <a:xfrm>
              <a:off x="11427" y="3658"/>
              <a:ext cx="3745" cy="606"/>
            </a:xfrm>
            <a:prstGeom prst="rect">
              <a:avLst/>
            </a:prstGeom>
            <a:noFill/>
            <a:ln w="9525">
              <a:noFill/>
            </a:ln>
          </p:spPr>
          <p:txBody>
            <a:bodyPr>
              <a:spAutoFit/>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00000"/>
                </a:lnSpc>
                <a:spcBef>
                  <a:spcPct val="0"/>
                </a:spcBef>
                <a:buNone/>
              </a:pPr>
              <a:r>
                <a:rPr lang="zh-CN" altLang="en-US" sz="1800" b="1" dirty="0">
                  <a:solidFill>
                    <a:srgbClr val="7E7E7D"/>
                  </a:solidFill>
                  <a:latin typeface="微软雅黑" panose="020B0503020204020204" charset="-122"/>
                  <a:ea typeface="微软雅黑" panose="020B0503020204020204" charset="-122"/>
                </a:rPr>
                <a:t>站点地图</a:t>
              </a:r>
            </a:p>
          </p:txBody>
        </p:sp>
        <p:sp>
          <p:nvSpPr>
            <p:cNvPr id="13" name="Freeform 7"/>
            <p:cNvSpPr>
              <a:spLocks noEditPoints="1"/>
            </p:cNvSpPr>
            <p:nvPr/>
          </p:nvSpPr>
          <p:spPr bwMode="auto">
            <a:xfrm>
              <a:off x="10330" y="4018"/>
              <a:ext cx="638" cy="640"/>
            </a:xfrm>
            <a:custGeom>
              <a:avLst/>
              <a:gdLst>
                <a:gd name="T0" fmla="*/ 347 w 376"/>
                <a:gd name="T1" fmla="*/ 284 h 376"/>
                <a:gd name="T2" fmla="*/ 347 w 376"/>
                <a:gd name="T3" fmla="*/ 238 h 376"/>
                <a:gd name="T4" fmla="*/ 278 w 376"/>
                <a:gd name="T5" fmla="*/ 169 h 376"/>
                <a:gd name="T6" fmla="*/ 238 w 376"/>
                <a:gd name="T7" fmla="*/ 169 h 376"/>
                <a:gd name="T8" fmla="*/ 207 w 376"/>
                <a:gd name="T9" fmla="*/ 148 h 376"/>
                <a:gd name="T10" fmla="*/ 207 w 376"/>
                <a:gd name="T11" fmla="*/ 92 h 376"/>
                <a:gd name="T12" fmla="*/ 236 w 376"/>
                <a:gd name="T13" fmla="*/ 48 h 376"/>
                <a:gd name="T14" fmla="*/ 188 w 376"/>
                <a:gd name="T15" fmla="*/ 0 h 376"/>
                <a:gd name="T16" fmla="*/ 140 w 376"/>
                <a:gd name="T17" fmla="*/ 48 h 376"/>
                <a:gd name="T18" fmla="*/ 169 w 376"/>
                <a:gd name="T19" fmla="*/ 92 h 376"/>
                <a:gd name="T20" fmla="*/ 169 w 376"/>
                <a:gd name="T21" fmla="*/ 148 h 376"/>
                <a:gd name="T22" fmla="*/ 138 w 376"/>
                <a:gd name="T23" fmla="*/ 169 h 376"/>
                <a:gd name="T24" fmla="*/ 98 w 376"/>
                <a:gd name="T25" fmla="*/ 169 h 376"/>
                <a:gd name="T26" fmla="*/ 29 w 376"/>
                <a:gd name="T27" fmla="*/ 238 h 376"/>
                <a:gd name="T28" fmla="*/ 29 w 376"/>
                <a:gd name="T29" fmla="*/ 284 h 376"/>
                <a:gd name="T30" fmla="*/ 0 w 376"/>
                <a:gd name="T31" fmla="*/ 328 h 376"/>
                <a:gd name="T32" fmla="*/ 48 w 376"/>
                <a:gd name="T33" fmla="*/ 376 h 376"/>
                <a:gd name="T34" fmla="*/ 96 w 376"/>
                <a:gd name="T35" fmla="*/ 328 h 376"/>
                <a:gd name="T36" fmla="*/ 67 w 376"/>
                <a:gd name="T37" fmla="*/ 284 h 376"/>
                <a:gd name="T38" fmla="*/ 67 w 376"/>
                <a:gd name="T39" fmla="*/ 238 h 376"/>
                <a:gd name="T40" fmla="*/ 98 w 376"/>
                <a:gd name="T41" fmla="*/ 207 h 376"/>
                <a:gd name="T42" fmla="*/ 138 w 376"/>
                <a:gd name="T43" fmla="*/ 207 h 376"/>
                <a:gd name="T44" fmla="*/ 169 w 376"/>
                <a:gd name="T45" fmla="*/ 202 h 376"/>
                <a:gd name="T46" fmla="*/ 169 w 376"/>
                <a:gd name="T47" fmla="*/ 284 h 376"/>
                <a:gd name="T48" fmla="*/ 140 w 376"/>
                <a:gd name="T49" fmla="*/ 328 h 376"/>
                <a:gd name="T50" fmla="*/ 188 w 376"/>
                <a:gd name="T51" fmla="*/ 376 h 376"/>
                <a:gd name="T52" fmla="*/ 236 w 376"/>
                <a:gd name="T53" fmla="*/ 328 h 376"/>
                <a:gd name="T54" fmla="*/ 207 w 376"/>
                <a:gd name="T55" fmla="*/ 284 h 376"/>
                <a:gd name="T56" fmla="*/ 207 w 376"/>
                <a:gd name="T57" fmla="*/ 202 h 376"/>
                <a:gd name="T58" fmla="*/ 238 w 376"/>
                <a:gd name="T59" fmla="*/ 207 h 376"/>
                <a:gd name="T60" fmla="*/ 278 w 376"/>
                <a:gd name="T61" fmla="*/ 207 h 376"/>
                <a:gd name="T62" fmla="*/ 309 w 376"/>
                <a:gd name="T63" fmla="*/ 238 h 376"/>
                <a:gd name="T64" fmla="*/ 309 w 376"/>
                <a:gd name="T65" fmla="*/ 284 h 376"/>
                <a:gd name="T66" fmla="*/ 280 w 376"/>
                <a:gd name="T67" fmla="*/ 328 h 376"/>
                <a:gd name="T68" fmla="*/ 328 w 376"/>
                <a:gd name="T69" fmla="*/ 376 h 376"/>
                <a:gd name="T70" fmla="*/ 376 w 376"/>
                <a:gd name="T71" fmla="*/ 328 h 376"/>
                <a:gd name="T72" fmla="*/ 347 w 376"/>
                <a:gd name="T73" fmla="*/ 284 h 376"/>
                <a:gd name="T74" fmla="*/ 75 w 376"/>
                <a:gd name="T75" fmla="*/ 328 h 376"/>
                <a:gd name="T76" fmla="*/ 48 w 376"/>
                <a:gd name="T77" fmla="*/ 356 h 376"/>
                <a:gd name="T78" fmla="*/ 20 w 376"/>
                <a:gd name="T79" fmla="*/ 328 h 376"/>
                <a:gd name="T80" fmla="*/ 48 w 376"/>
                <a:gd name="T81" fmla="*/ 300 h 376"/>
                <a:gd name="T82" fmla="*/ 75 w 376"/>
                <a:gd name="T83" fmla="*/ 328 h 376"/>
                <a:gd name="T84" fmla="*/ 160 w 376"/>
                <a:gd name="T85" fmla="*/ 48 h 376"/>
                <a:gd name="T86" fmla="*/ 188 w 376"/>
                <a:gd name="T87" fmla="*/ 20 h 376"/>
                <a:gd name="T88" fmla="*/ 215 w 376"/>
                <a:gd name="T89" fmla="*/ 48 h 376"/>
                <a:gd name="T90" fmla="*/ 188 w 376"/>
                <a:gd name="T91" fmla="*/ 76 h 376"/>
                <a:gd name="T92" fmla="*/ 160 w 376"/>
                <a:gd name="T93" fmla="*/ 48 h 376"/>
                <a:gd name="T94" fmla="*/ 215 w 376"/>
                <a:gd name="T95" fmla="*/ 328 h 376"/>
                <a:gd name="T96" fmla="*/ 188 w 376"/>
                <a:gd name="T97" fmla="*/ 356 h 376"/>
                <a:gd name="T98" fmla="*/ 160 w 376"/>
                <a:gd name="T99" fmla="*/ 328 h 376"/>
                <a:gd name="T100" fmla="*/ 188 w 376"/>
                <a:gd name="T101" fmla="*/ 300 h 376"/>
                <a:gd name="T102" fmla="*/ 215 w 376"/>
                <a:gd name="T103" fmla="*/ 328 h 376"/>
                <a:gd name="T104" fmla="*/ 328 w 376"/>
                <a:gd name="T105" fmla="*/ 356 h 376"/>
                <a:gd name="T106" fmla="*/ 300 w 376"/>
                <a:gd name="T107" fmla="*/ 328 h 376"/>
                <a:gd name="T108" fmla="*/ 328 w 376"/>
                <a:gd name="T109" fmla="*/ 300 h 376"/>
                <a:gd name="T110" fmla="*/ 355 w 376"/>
                <a:gd name="T111" fmla="*/ 328 h 376"/>
                <a:gd name="T112" fmla="*/ 328 w 376"/>
                <a:gd name="T113" fmla="*/ 35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6" h="376">
                  <a:moveTo>
                    <a:pt x="347" y="284"/>
                  </a:moveTo>
                  <a:cubicBezTo>
                    <a:pt x="347" y="238"/>
                    <a:pt x="347" y="238"/>
                    <a:pt x="347" y="238"/>
                  </a:cubicBezTo>
                  <a:cubicBezTo>
                    <a:pt x="347" y="210"/>
                    <a:pt x="328" y="169"/>
                    <a:pt x="278" y="169"/>
                  </a:cubicBezTo>
                  <a:cubicBezTo>
                    <a:pt x="238" y="169"/>
                    <a:pt x="238" y="169"/>
                    <a:pt x="238" y="169"/>
                  </a:cubicBezTo>
                  <a:cubicBezTo>
                    <a:pt x="210" y="169"/>
                    <a:pt x="207" y="155"/>
                    <a:pt x="207" y="148"/>
                  </a:cubicBezTo>
                  <a:cubicBezTo>
                    <a:pt x="207" y="92"/>
                    <a:pt x="207" y="92"/>
                    <a:pt x="207" y="92"/>
                  </a:cubicBezTo>
                  <a:cubicBezTo>
                    <a:pt x="224" y="85"/>
                    <a:pt x="236" y="68"/>
                    <a:pt x="236" y="48"/>
                  </a:cubicBezTo>
                  <a:cubicBezTo>
                    <a:pt x="236" y="21"/>
                    <a:pt x="214" y="0"/>
                    <a:pt x="188" y="0"/>
                  </a:cubicBezTo>
                  <a:cubicBezTo>
                    <a:pt x="161" y="0"/>
                    <a:pt x="140" y="21"/>
                    <a:pt x="140" y="48"/>
                  </a:cubicBezTo>
                  <a:cubicBezTo>
                    <a:pt x="140" y="68"/>
                    <a:pt x="152" y="85"/>
                    <a:pt x="169" y="92"/>
                  </a:cubicBezTo>
                  <a:cubicBezTo>
                    <a:pt x="169" y="148"/>
                    <a:pt x="169" y="148"/>
                    <a:pt x="169" y="148"/>
                  </a:cubicBezTo>
                  <a:cubicBezTo>
                    <a:pt x="169" y="153"/>
                    <a:pt x="167" y="169"/>
                    <a:pt x="138" y="169"/>
                  </a:cubicBezTo>
                  <a:cubicBezTo>
                    <a:pt x="98" y="169"/>
                    <a:pt x="98" y="169"/>
                    <a:pt x="98" y="169"/>
                  </a:cubicBezTo>
                  <a:cubicBezTo>
                    <a:pt x="47" y="169"/>
                    <a:pt x="29" y="210"/>
                    <a:pt x="29" y="238"/>
                  </a:cubicBezTo>
                  <a:cubicBezTo>
                    <a:pt x="29" y="284"/>
                    <a:pt x="29" y="284"/>
                    <a:pt x="29" y="284"/>
                  </a:cubicBezTo>
                  <a:cubicBezTo>
                    <a:pt x="12" y="291"/>
                    <a:pt x="0" y="308"/>
                    <a:pt x="0" y="328"/>
                  </a:cubicBezTo>
                  <a:cubicBezTo>
                    <a:pt x="0" y="354"/>
                    <a:pt x="21" y="376"/>
                    <a:pt x="48" y="376"/>
                  </a:cubicBezTo>
                  <a:cubicBezTo>
                    <a:pt x="74" y="376"/>
                    <a:pt x="96" y="354"/>
                    <a:pt x="96" y="328"/>
                  </a:cubicBezTo>
                  <a:cubicBezTo>
                    <a:pt x="96" y="308"/>
                    <a:pt x="84" y="291"/>
                    <a:pt x="67" y="284"/>
                  </a:cubicBezTo>
                  <a:cubicBezTo>
                    <a:pt x="67" y="238"/>
                    <a:pt x="67" y="238"/>
                    <a:pt x="67" y="238"/>
                  </a:cubicBezTo>
                  <a:cubicBezTo>
                    <a:pt x="67" y="233"/>
                    <a:pt x="68" y="207"/>
                    <a:pt x="98" y="207"/>
                  </a:cubicBezTo>
                  <a:cubicBezTo>
                    <a:pt x="138" y="207"/>
                    <a:pt x="138" y="207"/>
                    <a:pt x="138" y="207"/>
                  </a:cubicBezTo>
                  <a:cubicBezTo>
                    <a:pt x="150" y="207"/>
                    <a:pt x="160" y="205"/>
                    <a:pt x="169" y="202"/>
                  </a:cubicBezTo>
                  <a:cubicBezTo>
                    <a:pt x="169" y="284"/>
                    <a:pt x="169" y="284"/>
                    <a:pt x="169" y="284"/>
                  </a:cubicBezTo>
                  <a:cubicBezTo>
                    <a:pt x="152" y="291"/>
                    <a:pt x="140" y="308"/>
                    <a:pt x="140" y="328"/>
                  </a:cubicBezTo>
                  <a:cubicBezTo>
                    <a:pt x="140" y="354"/>
                    <a:pt x="161" y="376"/>
                    <a:pt x="188" y="376"/>
                  </a:cubicBezTo>
                  <a:cubicBezTo>
                    <a:pt x="214" y="376"/>
                    <a:pt x="236" y="354"/>
                    <a:pt x="236" y="328"/>
                  </a:cubicBezTo>
                  <a:cubicBezTo>
                    <a:pt x="236" y="308"/>
                    <a:pt x="224" y="291"/>
                    <a:pt x="207" y="284"/>
                  </a:cubicBezTo>
                  <a:cubicBezTo>
                    <a:pt x="207" y="202"/>
                    <a:pt x="207" y="202"/>
                    <a:pt x="207" y="202"/>
                  </a:cubicBezTo>
                  <a:cubicBezTo>
                    <a:pt x="215" y="205"/>
                    <a:pt x="226" y="207"/>
                    <a:pt x="238" y="207"/>
                  </a:cubicBezTo>
                  <a:cubicBezTo>
                    <a:pt x="278" y="207"/>
                    <a:pt x="278" y="207"/>
                    <a:pt x="278" y="207"/>
                  </a:cubicBezTo>
                  <a:cubicBezTo>
                    <a:pt x="306" y="207"/>
                    <a:pt x="309" y="231"/>
                    <a:pt x="309" y="238"/>
                  </a:cubicBezTo>
                  <a:cubicBezTo>
                    <a:pt x="309" y="284"/>
                    <a:pt x="309" y="284"/>
                    <a:pt x="309" y="284"/>
                  </a:cubicBezTo>
                  <a:cubicBezTo>
                    <a:pt x="292" y="291"/>
                    <a:pt x="280" y="308"/>
                    <a:pt x="280" y="328"/>
                  </a:cubicBezTo>
                  <a:cubicBezTo>
                    <a:pt x="280" y="354"/>
                    <a:pt x="301" y="376"/>
                    <a:pt x="328" y="376"/>
                  </a:cubicBezTo>
                  <a:cubicBezTo>
                    <a:pt x="354" y="376"/>
                    <a:pt x="376" y="354"/>
                    <a:pt x="376" y="328"/>
                  </a:cubicBezTo>
                  <a:cubicBezTo>
                    <a:pt x="376" y="308"/>
                    <a:pt x="364" y="291"/>
                    <a:pt x="347" y="284"/>
                  </a:cubicBezTo>
                  <a:close/>
                  <a:moveTo>
                    <a:pt x="75" y="328"/>
                  </a:moveTo>
                  <a:cubicBezTo>
                    <a:pt x="75" y="343"/>
                    <a:pt x="63" y="356"/>
                    <a:pt x="48" y="356"/>
                  </a:cubicBezTo>
                  <a:cubicBezTo>
                    <a:pt x="32" y="356"/>
                    <a:pt x="20" y="343"/>
                    <a:pt x="20" y="328"/>
                  </a:cubicBezTo>
                  <a:cubicBezTo>
                    <a:pt x="20" y="313"/>
                    <a:pt x="32" y="300"/>
                    <a:pt x="48" y="300"/>
                  </a:cubicBezTo>
                  <a:cubicBezTo>
                    <a:pt x="63" y="300"/>
                    <a:pt x="75" y="313"/>
                    <a:pt x="75" y="328"/>
                  </a:cubicBezTo>
                  <a:close/>
                  <a:moveTo>
                    <a:pt x="160" y="48"/>
                  </a:moveTo>
                  <a:cubicBezTo>
                    <a:pt x="160" y="33"/>
                    <a:pt x="172" y="20"/>
                    <a:pt x="188" y="20"/>
                  </a:cubicBezTo>
                  <a:cubicBezTo>
                    <a:pt x="203" y="20"/>
                    <a:pt x="215" y="33"/>
                    <a:pt x="215" y="48"/>
                  </a:cubicBezTo>
                  <a:cubicBezTo>
                    <a:pt x="215" y="63"/>
                    <a:pt x="203" y="76"/>
                    <a:pt x="188" y="76"/>
                  </a:cubicBezTo>
                  <a:cubicBezTo>
                    <a:pt x="172" y="76"/>
                    <a:pt x="160" y="63"/>
                    <a:pt x="160" y="48"/>
                  </a:cubicBezTo>
                  <a:close/>
                  <a:moveTo>
                    <a:pt x="215" y="328"/>
                  </a:moveTo>
                  <a:cubicBezTo>
                    <a:pt x="215" y="343"/>
                    <a:pt x="203" y="356"/>
                    <a:pt x="188" y="356"/>
                  </a:cubicBezTo>
                  <a:cubicBezTo>
                    <a:pt x="172" y="356"/>
                    <a:pt x="160" y="343"/>
                    <a:pt x="160" y="328"/>
                  </a:cubicBezTo>
                  <a:cubicBezTo>
                    <a:pt x="160" y="313"/>
                    <a:pt x="172" y="300"/>
                    <a:pt x="188" y="300"/>
                  </a:cubicBezTo>
                  <a:cubicBezTo>
                    <a:pt x="203" y="300"/>
                    <a:pt x="215" y="313"/>
                    <a:pt x="215" y="328"/>
                  </a:cubicBezTo>
                  <a:close/>
                  <a:moveTo>
                    <a:pt x="328" y="356"/>
                  </a:moveTo>
                  <a:cubicBezTo>
                    <a:pt x="312" y="356"/>
                    <a:pt x="300" y="343"/>
                    <a:pt x="300" y="328"/>
                  </a:cubicBezTo>
                  <a:cubicBezTo>
                    <a:pt x="300" y="313"/>
                    <a:pt x="312" y="300"/>
                    <a:pt x="328" y="300"/>
                  </a:cubicBezTo>
                  <a:cubicBezTo>
                    <a:pt x="343" y="300"/>
                    <a:pt x="355" y="313"/>
                    <a:pt x="355" y="328"/>
                  </a:cubicBezTo>
                  <a:cubicBezTo>
                    <a:pt x="355" y="343"/>
                    <a:pt x="343" y="356"/>
                    <a:pt x="328" y="356"/>
                  </a:cubicBezTo>
                  <a:close/>
                </a:path>
              </a:pathLst>
            </a:custGeom>
            <a:solidFill>
              <a:sysClr val="window" lastClr="FFFFFF"/>
            </a:solidFill>
            <a:ln>
              <a:noFill/>
            </a:ln>
          </p:spPr>
          <p:txBody>
            <a:bodyPr lIns="121682" tIns="60841" rIns="121682" bIns="60841"/>
            <a:lstStyle/>
            <a:p>
              <a:pPr marL="0" marR="0" lvl="0" indent="0" algn="l" defTabSz="1217295" rtl="0" eaLnBrk="1" fontAlgn="auto" latinLnBrk="0" hangingPunct="1">
                <a:lnSpc>
                  <a:spcPct val="100000"/>
                </a:lnSpc>
                <a:spcBef>
                  <a:spcPts val="0"/>
                </a:spcBef>
                <a:spcAft>
                  <a:spcPts val="0"/>
                </a:spcAft>
                <a:buClrTx/>
                <a:buSzTx/>
                <a:buFontTx/>
                <a:buNone/>
                <a:defRPr/>
              </a:pPr>
              <a:endParaRPr kumimoji="0" lang="en-US" sz="3190" b="0" i="0" u="none" strike="noStrike" kern="0" cap="none" spc="0" normalizeH="0" baseline="0" noProof="0" dirty="0">
                <a:ln>
                  <a:noFill/>
                </a:ln>
                <a:solidFill>
                  <a:srgbClr val="5C5C5C"/>
                </a:solidFill>
                <a:effectLst/>
                <a:uLnTx/>
                <a:uFillTx/>
                <a:latin typeface="微软雅黑" panose="020B0503020204020204" charset="-122"/>
                <a:ea typeface="+mn-ea"/>
                <a:cs typeface="+mn-cs"/>
              </a:endParaRPr>
            </a:p>
          </p:txBody>
        </p:sp>
      </p:grpSp>
    </p:spTree>
    <p:custDataLst>
      <p:tags r:id="rId1"/>
    </p:custDataLst>
  </p:cSld>
  <p:clrMapOvr>
    <a:masterClrMapping/>
  </p:clrMapOvr>
  <p:transition>
    <p:comb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to="" calcmode="lin" valueType="num">
                                      <p:cBhvr>
                                        <p:cTn id="7" dur="1" fill="hold"/>
                                        <p:tgtEl>
                                          <p:spTgt spid="6"/>
                                        </p:tgtEl>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 to="" calcmode="lin" valueType="num">
                                      <p:cBhvr>
                                        <p:cTn id="12" dur="1" fill="hold"/>
                                        <p:tgtEl>
                                          <p:spTgt spid="8"/>
                                        </p:tgtEl>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 to="" calcmode="lin" valueType="num">
                                      <p:cBhvr>
                                        <p:cTn id="17" dur="1" fill="hold"/>
                                        <p:tgtEl>
                                          <p:spTgt spid="12"/>
                                        </p:tgtEl>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8.7 </a:t>
            </a:r>
            <a:r>
              <a:rPr lang="en-US" altLang="zh-CN" dirty="0" smtClean="0">
                <a:solidFill>
                  <a:srgbClr val="FF0000"/>
                </a:solidFill>
                <a:sym typeface="+mn-ea"/>
              </a:rPr>
              <a:t>WebApp</a:t>
            </a:r>
            <a:r>
              <a:rPr lang="zh-CN" altLang="en-US" dirty="0" smtClean="0">
                <a:solidFill>
                  <a:srgbClr val="FF0000"/>
                </a:solidFill>
                <a:sym typeface="+mn-ea"/>
              </a:rPr>
              <a:t>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8.7.5 </a:t>
            </a:r>
            <a:r>
              <a:rPr sz="2400" dirty="0" smtClean="0">
                <a:solidFill>
                  <a:schemeClr val="tx1"/>
                </a:solidFill>
              </a:rPr>
              <a:t>配置测试</a:t>
            </a:r>
          </a:p>
        </p:txBody>
      </p:sp>
      <p:grpSp>
        <p:nvGrpSpPr>
          <p:cNvPr id="3" name="组合 2"/>
          <p:cNvGrpSpPr/>
          <p:nvPr/>
        </p:nvGrpSpPr>
        <p:grpSpPr>
          <a:xfrm>
            <a:off x="957930" y="2251623"/>
            <a:ext cx="10137227" cy="3583850"/>
            <a:chOff x="1097936" y="1053613"/>
            <a:chExt cx="12671722" cy="4397599"/>
          </a:xfrm>
        </p:grpSpPr>
        <p:sp>
          <p:nvSpPr>
            <p:cNvPr id="4" name="MH_Other_1"/>
            <p:cNvSpPr/>
            <p:nvPr>
              <p:custDataLst>
                <p:tags r:id="rId2"/>
              </p:custDataLst>
            </p:nvPr>
          </p:nvSpPr>
          <p:spPr bwMode="auto">
            <a:xfrm>
              <a:off x="1097936" y="3285887"/>
              <a:ext cx="4125915" cy="2147458"/>
            </a:xfrm>
            <a:custGeom>
              <a:avLst/>
              <a:gdLst>
                <a:gd name="T0" fmla="*/ 10025 w 1781"/>
                <a:gd name="T1" fmla="*/ 745 h 1235"/>
                <a:gd name="T2" fmla="*/ 12527 w 1781"/>
                <a:gd name="T3" fmla="*/ 16196 h 1235"/>
                <a:gd name="T4" fmla="*/ 31328 w 1781"/>
                <a:gd name="T5" fmla="*/ 7497 h 1235"/>
                <a:gd name="T6" fmla="*/ 36630 w 1781"/>
                <a:gd name="T7" fmla="*/ 9158 h 1235"/>
                <a:gd name="T8" fmla="*/ 9297 w 1781"/>
                <a:gd name="T9" fmla="*/ 20594 h 1235"/>
                <a:gd name="T10" fmla="*/ 7651 w 1781"/>
                <a:gd name="T11" fmla="*/ 0 h 1235"/>
                <a:gd name="T12" fmla="*/ 10025 w 1781"/>
                <a:gd name="T13" fmla="*/ 745 h 1235"/>
                <a:gd name="T14" fmla="*/ 0 60000 65536"/>
                <a:gd name="T15" fmla="*/ 0 60000 65536"/>
                <a:gd name="T16" fmla="*/ 0 60000 65536"/>
                <a:gd name="T17" fmla="*/ 0 60000 65536"/>
                <a:gd name="T18" fmla="*/ 0 60000 65536"/>
                <a:gd name="T19" fmla="*/ 0 60000 65536"/>
                <a:gd name="T20" fmla="*/ 0 60000 65536"/>
                <a:gd name="T21" fmla="*/ 0 w 1781"/>
                <a:gd name="T22" fmla="*/ 0 h 1235"/>
                <a:gd name="T23" fmla="*/ 1781 w 1781"/>
                <a:gd name="T24" fmla="*/ 1235 h 123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81" h="1235">
                  <a:moveTo>
                    <a:pt x="487" y="36"/>
                  </a:moveTo>
                  <a:cubicBezTo>
                    <a:pt x="412" y="169"/>
                    <a:pt x="208" y="597"/>
                    <a:pt x="609" y="785"/>
                  </a:cubicBezTo>
                  <a:cubicBezTo>
                    <a:pt x="830" y="873"/>
                    <a:pt x="1204" y="807"/>
                    <a:pt x="1523" y="363"/>
                  </a:cubicBezTo>
                  <a:cubicBezTo>
                    <a:pt x="1586" y="379"/>
                    <a:pt x="1709" y="419"/>
                    <a:pt x="1781" y="444"/>
                  </a:cubicBezTo>
                  <a:cubicBezTo>
                    <a:pt x="1502" y="949"/>
                    <a:pt x="806" y="1235"/>
                    <a:pt x="452" y="998"/>
                  </a:cubicBezTo>
                  <a:cubicBezTo>
                    <a:pt x="0" y="701"/>
                    <a:pt x="278" y="135"/>
                    <a:pt x="372" y="0"/>
                  </a:cubicBezTo>
                  <a:cubicBezTo>
                    <a:pt x="430" y="17"/>
                    <a:pt x="411" y="11"/>
                    <a:pt x="487" y="36"/>
                  </a:cubicBezTo>
                  <a:close/>
                </a:path>
              </a:pathLst>
            </a:custGeom>
            <a:gradFill rotWithShape="1">
              <a:gsLst>
                <a:gs pos="0">
                  <a:srgbClr val="DDDDDD"/>
                </a:gs>
                <a:gs pos="50000">
                  <a:srgbClr val="F6F6F6"/>
                </a:gs>
                <a:gs pos="100000">
                  <a:srgbClr val="DDDDDD"/>
                </a:gs>
              </a:gsLst>
              <a:lin ang="0" scaled="1"/>
            </a:gradFill>
            <a:ln>
              <a:noFill/>
            </a:ln>
            <a:extLst>
              <a:ext uri="{91240B29-F687-4F45-9708-019B960494DF}">
                <a14:hiddenLine xmlns="" xmlns:a14="http://schemas.microsoft.com/office/drawing/2010/main" w="9525">
                  <a:solidFill>
                    <a:srgbClr val="000000"/>
                  </a:solidFill>
                  <a:round/>
                </a14:hiddenLine>
              </a:ext>
            </a:extLst>
          </p:spPr>
          <p:txBody>
            <a:bodyPr/>
            <a:lstStyle/>
            <a:p>
              <a:endParaRPr lang="zh-CN" altLang="en-US" sz="1350" dirty="0">
                <a:latin typeface="Impact" panose="020B0806030902050204" pitchFamily="34" charset="0"/>
                <a:ea typeface="微软雅黑" panose="020B0503020204020204" charset="-122"/>
              </a:endParaRPr>
            </a:p>
          </p:txBody>
        </p:sp>
        <p:sp>
          <p:nvSpPr>
            <p:cNvPr id="20" name="MH_Other_2"/>
            <p:cNvSpPr/>
            <p:nvPr>
              <p:custDataLst>
                <p:tags r:id="rId3"/>
              </p:custDataLst>
            </p:nvPr>
          </p:nvSpPr>
          <p:spPr bwMode="auto">
            <a:xfrm>
              <a:off x="2285387" y="4055305"/>
              <a:ext cx="3040064" cy="1395907"/>
            </a:xfrm>
            <a:custGeom>
              <a:avLst/>
              <a:gdLst>
                <a:gd name="T0" fmla="*/ 0 w 1312"/>
                <a:gd name="T1" fmla="*/ 12136 h 803"/>
                <a:gd name="T2" fmla="*/ 20383 w 1312"/>
                <a:gd name="T3" fmla="*/ 6902 h 803"/>
                <a:gd name="T4" fmla="*/ 26093 w 1312"/>
                <a:gd name="T5" fmla="*/ 0 h 803"/>
                <a:gd name="T6" fmla="*/ 27029 w 1312"/>
                <a:gd name="T7" fmla="*/ 1298 h 803"/>
                <a:gd name="T8" fmla="*/ 8242 w 1312"/>
                <a:gd name="T9" fmla="*/ 13966 h 803"/>
                <a:gd name="T10" fmla="*/ 0 w 1312"/>
                <a:gd name="T11" fmla="*/ 12136 h 803"/>
                <a:gd name="T12" fmla="*/ 0 60000 65536"/>
                <a:gd name="T13" fmla="*/ 0 60000 65536"/>
                <a:gd name="T14" fmla="*/ 0 60000 65536"/>
                <a:gd name="T15" fmla="*/ 0 60000 65536"/>
                <a:gd name="T16" fmla="*/ 0 60000 65536"/>
                <a:gd name="T17" fmla="*/ 0 60000 65536"/>
                <a:gd name="T18" fmla="*/ 0 w 1312"/>
                <a:gd name="T19" fmla="*/ 0 h 803"/>
                <a:gd name="T20" fmla="*/ 1312 w 1312"/>
                <a:gd name="T21" fmla="*/ 803 h 803"/>
              </a:gdLst>
              <a:ahLst/>
              <a:cxnLst>
                <a:cxn ang="T12">
                  <a:pos x="T0" y="T1"/>
                </a:cxn>
                <a:cxn ang="T13">
                  <a:pos x="T2" y="T3"/>
                </a:cxn>
                <a:cxn ang="T14">
                  <a:pos x="T4" y="T5"/>
                </a:cxn>
                <a:cxn ang="T15">
                  <a:pos x="T6" y="T7"/>
                </a:cxn>
                <a:cxn ang="T16">
                  <a:pos x="T8" y="T9"/>
                </a:cxn>
                <a:cxn ang="T17">
                  <a:pos x="T10" y="T11"/>
                </a:cxn>
              </a:cxnLst>
              <a:rect l="T18" t="T19" r="T20" b="T21"/>
              <a:pathLst>
                <a:path w="1312" h="803">
                  <a:moveTo>
                    <a:pt x="0" y="589"/>
                  </a:moveTo>
                  <a:cubicBezTo>
                    <a:pt x="0" y="589"/>
                    <a:pt x="399" y="803"/>
                    <a:pt x="989" y="335"/>
                  </a:cubicBezTo>
                  <a:cubicBezTo>
                    <a:pt x="1163" y="189"/>
                    <a:pt x="1267" y="0"/>
                    <a:pt x="1267" y="0"/>
                  </a:cubicBezTo>
                  <a:cubicBezTo>
                    <a:pt x="1312" y="63"/>
                    <a:pt x="1312" y="63"/>
                    <a:pt x="1312" y="63"/>
                  </a:cubicBezTo>
                  <a:cubicBezTo>
                    <a:pt x="1312" y="63"/>
                    <a:pt x="999" y="633"/>
                    <a:pt x="400" y="678"/>
                  </a:cubicBezTo>
                  <a:cubicBezTo>
                    <a:pt x="148" y="694"/>
                    <a:pt x="0" y="589"/>
                    <a:pt x="0" y="589"/>
                  </a:cubicBezTo>
                  <a:close/>
                </a:path>
              </a:pathLst>
            </a:custGeom>
            <a:solidFill>
              <a:schemeClr val="bg1">
                <a:lumMod val="75000"/>
              </a:schemeClr>
            </a:solidFill>
            <a:ln>
              <a:noFill/>
            </a:ln>
          </p:spPr>
          <p:txBody>
            <a:bodyPr/>
            <a:lstStyle/>
            <a:p>
              <a:endParaRPr lang="zh-CN" altLang="en-US" sz="1350" dirty="0">
                <a:latin typeface="Impact" panose="020B0806030902050204" pitchFamily="34" charset="0"/>
                <a:ea typeface="微软雅黑" panose="020B0503020204020204" charset="-122"/>
              </a:endParaRPr>
            </a:p>
          </p:txBody>
        </p:sp>
        <p:sp>
          <p:nvSpPr>
            <p:cNvPr id="21" name="MH_Other_3"/>
            <p:cNvSpPr/>
            <p:nvPr>
              <p:custDataLst>
                <p:tags r:id="rId4"/>
              </p:custDataLst>
            </p:nvPr>
          </p:nvSpPr>
          <p:spPr bwMode="auto">
            <a:xfrm>
              <a:off x="1751988" y="3349014"/>
              <a:ext cx="617537" cy="1241071"/>
            </a:xfrm>
            <a:custGeom>
              <a:avLst/>
              <a:gdLst>
                <a:gd name="T0" fmla="*/ 4168 w 267"/>
                <a:gd name="T1" fmla="*/ 0 h 714"/>
                <a:gd name="T2" fmla="*/ 5297 w 267"/>
                <a:gd name="T3" fmla="*/ 1035 h 714"/>
                <a:gd name="T4" fmla="*/ 5361 w 267"/>
                <a:gd name="T5" fmla="*/ 14696 h 714"/>
                <a:gd name="T6" fmla="*/ 1773 w 267"/>
                <a:gd name="T7" fmla="*/ 7465 h 714"/>
                <a:gd name="T8" fmla="*/ 4168 w 267"/>
                <a:gd name="T9" fmla="*/ 0 h 714"/>
                <a:gd name="T10" fmla="*/ 0 60000 65536"/>
                <a:gd name="T11" fmla="*/ 0 60000 65536"/>
                <a:gd name="T12" fmla="*/ 0 60000 65536"/>
                <a:gd name="T13" fmla="*/ 0 60000 65536"/>
                <a:gd name="T14" fmla="*/ 0 60000 65536"/>
                <a:gd name="T15" fmla="*/ 0 w 267"/>
                <a:gd name="T16" fmla="*/ 0 h 714"/>
                <a:gd name="T17" fmla="*/ 267 w 267"/>
                <a:gd name="T18" fmla="*/ 714 h 714"/>
              </a:gdLst>
              <a:ahLst/>
              <a:cxnLst>
                <a:cxn ang="T10">
                  <a:pos x="T0" y="T1"/>
                </a:cxn>
                <a:cxn ang="T11">
                  <a:pos x="T2" y="T3"/>
                </a:cxn>
                <a:cxn ang="T12">
                  <a:pos x="T4" y="T5"/>
                </a:cxn>
                <a:cxn ang="T13">
                  <a:pos x="T6" y="T7"/>
                </a:cxn>
                <a:cxn ang="T14">
                  <a:pos x="T8" y="T9"/>
                </a:cxn>
              </a:cxnLst>
              <a:rect l="T15" t="T16" r="T17" b="T18"/>
              <a:pathLst>
                <a:path w="267" h="714">
                  <a:moveTo>
                    <a:pt x="205" y="0"/>
                  </a:moveTo>
                  <a:cubicBezTo>
                    <a:pt x="205" y="0"/>
                    <a:pt x="254" y="45"/>
                    <a:pt x="261" y="50"/>
                  </a:cubicBezTo>
                  <a:cubicBezTo>
                    <a:pt x="267" y="61"/>
                    <a:pt x="0" y="424"/>
                    <a:pt x="264" y="714"/>
                  </a:cubicBezTo>
                  <a:cubicBezTo>
                    <a:pt x="69" y="593"/>
                    <a:pt x="85" y="409"/>
                    <a:pt x="87" y="363"/>
                  </a:cubicBezTo>
                  <a:cubicBezTo>
                    <a:pt x="88" y="197"/>
                    <a:pt x="205" y="0"/>
                    <a:pt x="205" y="0"/>
                  </a:cubicBezTo>
                  <a:close/>
                </a:path>
              </a:pathLst>
            </a:custGeom>
            <a:gradFill rotWithShape="1">
              <a:gsLst>
                <a:gs pos="0">
                  <a:srgbClr val="DDDDDD"/>
                </a:gs>
                <a:gs pos="50000">
                  <a:srgbClr val="B2B2B2"/>
                </a:gs>
                <a:gs pos="100000">
                  <a:srgbClr val="DDDDDD"/>
                </a:gs>
              </a:gsLst>
              <a:lin ang="18900000" scaled="1"/>
            </a:gradFill>
            <a:ln>
              <a:noFill/>
            </a:ln>
            <a:extLst>
              <a:ext uri="{91240B29-F687-4F45-9708-019B960494DF}">
                <a14:hiddenLine xmlns="" xmlns:a14="http://schemas.microsoft.com/office/drawing/2010/main" w="9525">
                  <a:solidFill>
                    <a:srgbClr val="000000"/>
                  </a:solidFill>
                  <a:round/>
                </a14:hiddenLine>
              </a:ext>
            </a:extLst>
          </p:spPr>
          <p:txBody>
            <a:bodyPr/>
            <a:lstStyle/>
            <a:p>
              <a:endParaRPr lang="zh-CN" altLang="en-US" sz="1350" dirty="0">
                <a:latin typeface="Impact" panose="020B0806030902050204" pitchFamily="34" charset="0"/>
                <a:ea typeface="微软雅黑" panose="020B0503020204020204" charset="-122"/>
              </a:endParaRPr>
            </a:p>
          </p:txBody>
        </p:sp>
        <p:sp>
          <p:nvSpPr>
            <p:cNvPr id="22" name="MH_Other_4"/>
            <p:cNvSpPr/>
            <p:nvPr>
              <p:custDataLst>
                <p:tags r:id="rId5"/>
              </p:custDataLst>
            </p:nvPr>
          </p:nvSpPr>
          <p:spPr bwMode="auto">
            <a:xfrm>
              <a:off x="2048850" y="2174640"/>
              <a:ext cx="3890964" cy="1754412"/>
            </a:xfrm>
            <a:custGeom>
              <a:avLst/>
              <a:gdLst>
                <a:gd name="T0" fmla="*/ 24075 w 1678"/>
                <a:gd name="T1" fmla="*/ 19158 h 1010"/>
                <a:gd name="T2" fmla="*/ 20411 w 1678"/>
                <a:gd name="T3" fmla="*/ 5169 h 1010"/>
                <a:gd name="T4" fmla="*/ 2400 w 1678"/>
                <a:gd name="T5" fmla="*/ 13038 h 1010"/>
                <a:gd name="T6" fmla="*/ 0 w 1678"/>
                <a:gd name="T7" fmla="*/ 12337 h 1010"/>
                <a:gd name="T8" fmla="*/ 22319 w 1678"/>
                <a:gd name="T9" fmla="*/ 1285 h 1010"/>
                <a:gd name="T10" fmla="*/ 29469 w 1678"/>
                <a:gd name="T11" fmla="*/ 20672 h 1010"/>
                <a:gd name="T12" fmla="*/ 24075 w 1678"/>
                <a:gd name="T13" fmla="*/ 19158 h 1010"/>
                <a:gd name="T14" fmla="*/ 0 60000 65536"/>
                <a:gd name="T15" fmla="*/ 0 60000 65536"/>
                <a:gd name="T16" fmla="*/ 0 60000 65536"/>
                <a:gd name="T17" fmla="*/ 0 60000 65536"/>
                <a:gd name="T18" fmla="*/ 0 60000 65536"/>
                <a:gd name="T19" fmla="*/ 0 60000 65536"/>
                <a:gd name="T20" fmla="*/ 0 60000 65536"/>
                <a:gd name="T21" fmla="*/ 0 w 1678"/>
                <a:gd name="T22" fmla="*/ 0 h 1010"/>
                <a:gd name="T23" fmla="*/ 1678 w 1678"/>
                <a:gd name="T24" fmla="*/ 1010 h 10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78" h="1010">
                  <a:moveTo>
                    <a:pt x="1162" y="936"/>
                  </a:moveTo>
                  <a:cubicBezTo>
                    <a:pt x="1222" y="836"/>
                    <a:pt x="1371" y="388"/>
                    <a:pt x="985" y="252"/>
                  </a:cubicBezTo>
                  <a:cubicBezTo>
                    <a:pt x="471" y="122"/>
                    <a:pt x="116" y="637"/>
                    <a:pt x="116" y="637"/>
                  </a:cubicBezTo>
                  <a:cubicBezTo>
                    <a:pt x="116" y="637"/>
                    <a:pt x="116" y="637"/>
                    <a:pt x="0" y="603"/>
                  </a:cubicBezTo>
                  <a:cubicBezTo>
                    <a:pt x="272" y="215"/>
                    <a:pt x="727" y="0"/>
                    <a:pt x="1077" y="63"/>
                  </a:cubicBezTo>
                  <a:cubicBezTo>
                    <a:pt x="1416" y="123"/>
                    <a:pt x="1678" y="452"/>
                    <a:pt x="1422" y="1010"/>
                  </a:cubicBezTo>
                  <a:cubicBezTo>
                    <a:pt x="1357" y="994"/>
                    <a:pt x="1209" y="950"/>
                    <a:pt x="1162" y="936"/>
                  </a:cubicBezTo>
                  <a:close/>
                </a:path>
              </a:pathLst>
            </a:custGeom>
            <a:gradFill rotWithShape="1">
              <a:gsLst>
                <a:gs pos="0">
                  <a:srgbClr val="CC99FF"/>
                </a:gs>
                <a:gs pos="50000">
                  <a:srgbClr val="E6CDFF"/>
                </a:gs>
                <a:gs pos="100000">
                  <a:srgbClr val="CC99FF"/>
                </a:gs>
              </a:gsLst>
              <a:lin ang="0" scaled="1"/>
            </a:gradFill>
            <a:ln>
              <a:noFill/>
            </a:ln>
          </p:spPr>
          <p:txBody>
            <a:bodyPr/>
            <a:lstStyle/>
            <a:p>
              <a:endParaRPr lang="zh-CN" altLang="en-US" sz="1350" dirty="0">
                <a:latin typeface="Impact" panose="020B0806030902050204" pitchFamily="34" charset="0"/>
                <a:ea typeface="微软雅黑" panose="020B0503020204020204" charset="-122"/>
              </a:endParaRPr>
            </a:p>
          </p:txBody>
        </p:sp>
        <p:sp>
          <p:nvSpPr>
            <p:cNvPr id="23" name="MH_Other_5"/>
            <p:cNvSpPr/>
            <p:nvPr>
              <p:custDataLst>
                <p:tags r:id="rId6"/>
              </p:custDataLst>
            </p:nvPr>
          </p:nvSpPr>
          <p:spPr bwMode="auto">
            <a:xfrm>
              <a:off x="5346089" y="2834480"/>
              <a:ext cx="414337" cy="1210104"/>
            </a:xfrm>
            <a:custGeom>
              <a:avLst/>
              <a:gdLst>
                <a:gd name="T0" fmla="*/ 0 w 179"/>
                <a:gd name="T1" fmla="*/ 12990 h 696"/>
                <a:gd name="T2" fmla="*/ 859 w 179"/>
                <a:gd name="T3" fmla="*/ 14350 h 696"/>
                <a:gd name="T4" fmla="*/ 2849 w 179"/>
                <a:gd name="T5" fmla="*/ 6497 h 696"/>
                <a:gd name="T6" fmla="*/ 1866 w 179"/>
                <a:gd name="T7" fmla="*/ 1298 h 696"/>
                <a:gd name="T8" fmla="*/ 1305 w 179"/>
                <a:gd name="T9" fmla="*/ 0 h 696"/>
                <a:gd name="T10" fmla="*/ 0 w 179"/>
                <a:gd name="T11" fmla="*/ 12990 h 696"/>
                <a:gd name="T12" fmla="*/ 0 60000 65536"/>
                <a:gd name="T13" fmla="*/ 0 60000 65536"/>
                <a:gd name="T14" fmla="*/ 0 60000 65536"/>
                <a:gd name="T15" fmla="*/ 0 60000 65536"/>
                <a:gd name="T16" fmla="*/ 0 60000 65536"/>
                <a:gd name="T17" fmla="*/ 0 60000 65536"/>
                <a:gd name="T18" fmla="*/ 0 w 179"/>
                <a:gd name="T19" fmla="*/ 0 h 696"/>
                <a:gd name="T20" fmla="*/ 179 w 179"/>
                <a:gd name="T21" fmla="*/ 696 h 696"/>
              </a:gdLst>
              <a:ahLst/>
              <a:cxnLst>
                <a:cxn ang="T12">
                  <a:pos x="T0" y="T1"/>
                </a:cxn>
                <a:cxn ang="T13">
                  <a:pos x="T2" y="T3"/>
                </a:cxn>
                <a:cxn ang="T14">
                  <a:pos x="T4" y="T5"/>
                </a:cxn>
                <a:cxn ang="T15">
                  <a:pos x="T6" y="T7"/>
                </a:cxn>
                <a:cxn ang="T16">
                  <a:pos x="T8" y="T9"/>
                </a:cxn>
                <a:cxn ang="T17">
                  <a:pos x="T10" y="T11"/>
                </a:cxn>
              </a:cxnLst>
              <a:rect l="T18" t="T19" r="T20" b="T21"/>
              <a:pathLst>
                <a:path w="179" h="696">
                  <a:moveTo>
                    <a:pt x="0" y="630"/>
                  </a:moveTo>
                  <a:cubicBezTo>
                    <a:pt x="19" y="659"/>
                    <a:pt x="42" y="696"/>
                    <a:pt x="42" y="696"/>
                  </a:cubicBezTo>
                  <a:cubicBezTo>
                    <a:pt x="42" y="696"/>
                    <a:pt x="134" y="518"/>
                    <a:pt x="139" y="315"/>
                  </a:cubicBezTo>
                  <a:cubicBezTo>
                    <a:pt x="146" y="172"/>
                    <a:pt x="91" y="63"/>
                    <a:pt x="91" y="63"/>
                  </a:cubicBezTo>
                  <a:cubicBezTo>
                    <a:pt x="64" y="0"/>
                    <a:pt x="64" y="0"/>
                    <a:pt x="64" y="0"/>
                  </a:cubicBezTo>
                  <a:cubicBezTo>
                    <a:pt x="64" y="0"/>
                    <a:pt x="179" y="245"/>
                    <a:pt x="0" y="630"/>
                  </a:cubicBezTo>
                  <a:close/>
                </a:path>
              </a:pathLst>
            </a:custGeom>
            <a:gradFill rotWithShape="1">
              <a:gsLst>
                <a:gs pos="0">
                  <a:srgbClr val="CC99FF"/>
                </a:gs>
                <a:gs pos="50000">
                  <a:srgbClr val="E6CDFF"/>
                </a:gs>
                <a:gs pos="100000">
                  <a:srgbClr val="CC99FF"/>
                </a:gs>
              </a:gsLst>
              <a:lin ang="2700000" scaled="1"/>
            </a:gradFill>
            <a:ln>
              <a:noFill/>
            </a:ln>
          </p:spPr>
          <p:txBody>
            <a:bodyPr/>
            <a:lstStyle/>
            <a:p>
              <a:endParaRPr lang="zh-CN" altLang="en-US" sz="1350" dirty="0">
                <a:latin typeface="Impact" panose="020B0806030902050204" pitchFamily="34" charset="0"/>
                <a:ea typeface="微软雅黑" panose="020B0503020204020204" charset="-122"/>
              </a:endParaRPr>
            </a:p>
          </p:txBody>
        </p:sp>
        <p:sp>
          <p:nvSpPr>
            <p:cNvPr id="24" name="MH_Other_6"/>
            <p:cNvSpPr/>
            <p:nvPr>
              <p:custDataLst>
                <p:tags r:id="rId7"/>
              </p:custDataLst>
            </p:nvPr>
          </p:nvSpPr>
          <p:spPr bwMode="auto">
            <a:xfrm>
              <a:off x="2317138" y="2385456"/>
              <a:ext cx="2549525" cy="983805"/>
            </a:xfrm>
            <a:custGeom>
              <a:avLst/>
              <a:gdLst>
                <a:gd name="T0" fmla="*/ 17943 w 1100"/>
                <a:gd name="T1" fmla="*/ 2712 h 565"/>
                <a:gd name="T2" fmla="*/ 0 w 1100"/>
                <a:gd name="T3" fmla="*/ 10753 h 565"/>
                <a:gd name="T4" fmla="*/ 1115 w 1100"/>
                <a:gd name="T5" fmla="*/ 11795 h 565"/>
                <a:gd name="T6" fmla="*/ 17869 w 1100"/>
                <a:gd name="T7" fmla="*/ 3887 h 565"/>
                <a:gd name="T8" fmla="*/ 22716 w 1100"/>
                <a:gd name="T9" fmla="*/ 7231 h 565"/>
                <a:gd name="T10" fmla="*/ 17943 w 1100"/>
                <a:gd name="T11" fmla="*/ 2712 h 565"/>
                <a:gd name="T12" fmla="*/ 0 60000 65536"/>
                <a:gd name="T13" fmla="*/ 0 60000 65536"/>
                <a:gd name="T14" fmla="*/ 0 60000 65536"/>
                <a:gd name="T15" fmla="*/ 0 60000 65536"/>
                <a:gd name="T16" fmla="*/ 0 60000 65536"/>
                <a:gd name="T17" fmla="*/ 0 60000 65536"/>
                <a:gd name="T18" fmla="*/ 0 w 1100"/>
                <a:gd name="T19" fmla="*/ 0 h 565"/>
                <a:gd name="T20" fmla="*/ 1100 w 1100"/>
                <a:gd name="T21" fmla="*/ 565 h 565"/>
              </a:gdLst>
              <a:ahLst/>
              <a:cxnLst>
                <a:cxn ang="T12">
                  <a:pos x="T0" y="T1"/>
                </a:cxn>
                <a:cxn ang="T13">
                  <a:pos x="T2" y="T3"/>
                </a:cxn>
                <a:cxn ang="T14">
                  <a:pos x="T4" y="T5"/>
                </a:cxn>
                <a:cxn ang="T15">
                  <a:pos x="T6" y="T7"/>
                </a:cxn>
                <a:cxn ang="T16">
                  <a:pos x="T8" y="T9"/>
                </a:cxn>
                <a:cxn ang="T17">
                  <a:pos x="T10" y="T11"/>
                </a:cxn>
              </a:cxnLst>
              <a:rect l="T18" t="T19" r="T20" b="T21"/>
              <a:pathLst>
                <a:path w="1100" h="565">
                  <a:moveTo>
                    <a:pt x="869" y="130"/>
                  </a:moveTo>
                  <a:cubicBezTo>
                    <a:pt x="355" y="0"/>
                    <a:pt x="0" y="515"/>
                    <a:pt x="0" y="515"/>
                  </a:cubicBezTo>
                  <a:cubicBezTo>
                    <a:pt x="0" y="515"/>
                    <a:pt x="0" y="515"/>
                    <a:pt x="54" y="565"/>
                  </a:cubicBezTo>
                  <a:cubicBezTo>
                    <a:pt x="279" y="285"/>
                    <a:pt x="580" y="120"/>
                    <a:pt x="866" y="186"/>
                  </a:cubicBezTo>
                  <a:cubicBezTo>
                    <a:pt x="1050" y="226"/>
                    <a:pt x="1100" y="347"/>
                    <a:pt x="1100" y="347"/>
                  </a:cubicBezTo>
                  <a:cubicBezTo>
                    <a:pt x="1084" y="303"/>
                    <a:pt x="1043" y="192"/>
                    <a:pt x="869" y="130"/>
                  </a:cubicBezTo>
                  <a:close/>
                </a:path>
              </a:pathLst>
            </a:custGeom>
            <a:gradFill rotWithShape="1">
              <a:gsLst>
                <a:gs pos="0">
                  <a:srgbClr val="F0E1FF"/>
                </a:gs>
                <a:gs pos="50000">
                  <a:srgbClr val="E6CDFF"/>
                </a:gs>
                <a:gs pos="100000">
                  <a:srgbClr val="CC99FF"/>
                </a:gs>
              </a:gsLst>
              <a:lin ang="2700000" scaled="1"/>
            </a:gradFill>
            <a:ln>
              <a:noFill/>
            </a:ln>
          </p:spPr>
          <p:txBody>
            <a:bodyPr/>
            <a:lstStyle/>
            <a:p>
              <a:endParaRPr lang="zh-CN" altLang="en-US" sz="1350" dirty="0">
                <a:latin typeface="Impact" panose="020B0806030902050204" pitchFamily="34" charset="0"/>
                <a:ea typeface="微软雅黑" panose="020B0503020204020204" charset="-122"/>
              </a:endParaRPr>
            </a:p>
          </p:txBody>
        </p:sp>
        <p:sp>
          <p:nvSpPr>
            <p:cNvPr id="25" name="MH_Other_7"/>
            <p:cNvSpPr/>
            <p:nvPr>
              <p:custDataLst>
                <p:tags r:id="rId8"/>
              </p:custDataLst>
            </p:nvPr>
          </p:nvSpPr>
          <p:spPr bwMode="auto">
            <a:xfrm>
              <a:off x="4742838" y="3801610"/>
              <a:ext cx="698500" cy="242974"/>
            </a:xfrm>
            <a:custGeom>
              <a:avLst/>
              <a:gdLst>
                <a:gd name="T0" fmla="*/ 0 w 469"/>
                <a:gd name="T1" fmla="*/ 0 h 218"/>
                <a:gd name="T2" fmla="*/ 243 w 469"/>
                <a:gd name="T3" fmla="*/ 68 h 218"/>
                <a:gd name="T4" fmla="*/ 281 w 469"/>
                <a:gd name="T5" fmla="*/ 129 h 218"/>
                <a:gd name="T6" fmla="*/ 44 w 469"/>
                <a:gd name="T7" fmla="*/ 59 h 218"/>
                <a:gd name="T8" fmla="*/ 0 w 469"/>
                <a:gd name="T9" fmla="*/ 0 h 218"/>
                <a:gd name="T10" fmla="*/ 0 60000 65536"/>
                <a:gd name="T11" fmla="*/ 0 60000 65536"/>
                <a:gd name="T12" fmla="*/ 0 60000 65536"/>
                <a:gd name="T13" fmla="*/ 0 60000 65536"/>
                <a:gd name="T14" fmla="*/ 0 60000 65536"/>
                <a:gd name="T15" fmla="*/ 0 w 469"/>
                <a:gd name="T16" fmla="*/ 0 h 218"/>
                <a:gd name="T17" fmla="*/ 469 w 469"/>
                <a:gd name="T18" fmla="*/ 218 h 218"/>
              </a:gdLst>
              <a:ahLst/>
              <a:cxnLst>
                <a:cxn ang="T10">
                  <a:pos x="T0" y="T1"/>
                </a:cxn>
                <a:cxn ang="T11">
                  <a:pos x="T2" y="T3"/>
                </a:cxn>
                <a:cxn ang="T12">
                  <a:pos x="T4" y="T5"/>
                </a:cxn>
                <a:cxn ang="T13">
                  <a:pos x="T6" y="T7"/>
                </a:cxn>
                <a:cxn ang="T14">
                  <a:pos x="T8" y="T9"/>
                </a:cxn>
              </a:cxnLst>
              <a:rect l="T15" t="T16" r="T17" b="T18"/>
              <a:pathLst>
                <a:path w="469" h="218">
                  <a:moveTo>
                    <a:pt x="0" y="0"/>
                  </a:moveTo>
                  <a:lnTo>
                    <a:pt x="404" y="115"/>
                  </a:lnTo>
                  <a:lnTo>
                    <a:pt x="469" y="218"/>
                  </a:lnTo>
                  <a:lnTo>
                    <a:pt x="73" y="100"/>
                  </a:lnTo>
                  <a:lnTo>
                    <a:pt x="0" y="0"/>
                  </a:lnTo>
                  <a:close/>
                </a:path>
              </a:pathLst>
            </a:custGeom>
            <a:solidFill>
              <a:srgbClr val="CC99FF"/>
            </a:solidFill>
            <a:ln>
              <a:noFill/>
            </a:ln>
          </p:spPr>
          <p:txBody>
            <a:bodyPr/>
            <a:lstStyle/>
            <a:p>
              <a:endParaRPr lang="zh-CN" altLang="en-US" sz="1350" dirty="0">
                <a:latin typeface="Impact" panose="020B0806030902050204" pitchFamily="34" charset="0"/>
                <a:ea typeface="微软雅黑" panose="020B0503020204020204" charset="-122"/>
              </a:endParaRPr>
            </a:p>
          </p:txBody>
        </p:sp>
        <p:sp>
          <p:nvSpPr>
            <p:cNvPr id="26" name="MH_Other_8"/>
            <p:cNvSpPr/>
            <p:nvPr>
              <p:custDataLst>
                <p:tags r:id="rId9"/>
              </p:custDataLst>
            </p:nvPr>
          </p:nvSpPr>
          <p:spPr bwMode="auto">
            <a:xfrm>
              <a:off x="2048849" y="3222762"/>
              <a:ext cx="395288" cy="146499"/>
            </a:xfrm>
            <a:custGeom>
              <a:avLst/>
              <a:gdLst>
                <a:gd name="T0" fmla="*/ 112 w 264"/>
                <a:gd name="T1" fmla="*/ 32 h 131"/>
                <a:gd name="T2" fmla="*/ 165 w 264"/>
                <a:gd name="T3" fmla="*/ 79 h 131"/>
                <a:gd name="T4" fmla="*/ 52 w 264"/>
                <a:gd name="T5" fmla="*/ 48 h 131"/>
                <a:gd name="T6" fmla="*/ 0 w 264"/>
                <a:gd name="T7" fmla="*/ 0 h 131"/>
                <a:gd name="T8" fmla="*/ 112 w 264"/>
                <a:gd name="T9" fmla="*/ 32 h 131"/>
                <a:gd name="T10" fmla="*/ 0 60000 65536"/>
                <a:gd name="T11" fmla="*/ 0 60000 65536"/>
                <a:gd name="T12" fmla="*/ 0 60000 65536"/>
                <a:gd name="T13" fmla="*/ 0 60000 65536"/>
                <a:gd name="T14" fmla="*/ 0 60000 65536"/>
                <a:gd name="T15" fmla="*/ 0 w 264"/>
                <a:gd name="T16" fmla="*/ 0 h 131"/>
                <a:gd name="T17" fmla="*/ 264 w 264"/>
                <a:gd name="T18" fmla="*/ 131 h 131"/>
              </a:gdLst>
              <a:ahLst/>
              <a:cxnLst>
                <a:cxn ang="T10">
                  <a:pos x="T0" y="T1"/>
                </a:cxn>
                <a:cxn ang="T11">
                  <a:pos x="T2" y="T3"/>
                </a:cxn>
                <a:cxn ang="T12">
                  <a:pos x="T4" y="T5"/>
                </a:cxn>
                <a:cxn ang="T13">
                  <a:pos x="T6" y="T7"/>
                </a:cxn>
                <a:cxn ang="T14">
                  <a:pos x="T8" y="T9"/>
                </a:cxn>
              </a:cxnLst>
              <a:rect l="T15" t="T16" r="T17" b="T18"/>
              <a:pathLst>
                <a:path w="264" h="131">
                  <a:moveTo>
                    <a:pt x="180" y="53"/>
                  </a:moveTo>
                  <a:lnTo>
                    <a:pt x="264" y="131"/>
                  </a:lnTo>
                  <a:lnTo>
                    <a:pt x="83" y="78"/>
                  </a:lnTo>
                  <a:lnTo>
                    <a:pt x="0" y="0"/>
                  </a:lnTo>
                  <a:lnTo>
                    <a:pt x="180" y="53"/>
                  </a:lnTo>
                  <a:close/>
                </a:path>
              </a:pathLst>
            </a:custGeom>
            <a:solidFill>
              <a:srgbClr val="CC99FF"/>
            </a:solidFill>
            <a:ln>
              <a:noFill/>
            </a:ln>
          </p:spPr>
          <p:txBody>
            <a:bodyPr/>
            <a:lstStyle/>
            <a:p>
              <a:endParaRPr lang="zh-CN" altLang="en-US" sz="1350" dirty="0">
                <a:latin typeface="Impact" panose="020B0806030902050204" pitchFamily="34" charset="0"/>
                <a:ea typeface="微软雅黑" panose="020B0503020204020204" charset="-122"/>
              </a:endParaRPr>
            </a:p>
          </p:txBody>
        </p:sp>
        <p:sp>
          <p:nvSpPr>
            <p:cNvPr id="27" name="MH_Other_9"/>
            <p:cNvSpPr/>
            <p:nvPr>
              <p:custDataLst>
                <p:tags r:id="rId10"/>
              </p:custDataLst>
            </p:nvPr>
          </p:nvSpPr>
          <p:spPr bwMode="auto">
            <a:xfrm>
              <a:off x="3276598" y="5191002"/>
              <a:ext cx="10493060" cy="14862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algn="ctr"/>
              <a:endParaRPr lang="zh-CN" altLang="en-US" sz="1350" kern="10" dirty="0" smtClean="0">
                <a:solidFill>
                  <a:schemeClr val="bg1"/>
                </a:solidFill>
                <a:latin typeface="微软雅黑" panose="020B0503020204020204" charset="-122"/>
                <a:ea typeface="微软雅黑" panose="020B0503020204020204" charset="-122"/>
              </a:endParaRPr>
            </a:p>
          </p:txBody>
        </p:sp>
        <p:sp>
          <p:nvSpPr>
            <p:cNvPr id="28" name="MH_Other_10"/>
            <p:cNvSpPr>
              <a:spLocks noChangeShapeType="1"/>
            </p:cNvSpPr>
            <p:nvPr>
              <p:custDataLst>
                <p:tags r:id="rId11"/>
              </p:custDataLst>
            </p:nvPr>
          </p:nvSpPr>
          <p:spPr bwMode="auto">
            <a:xfrm rot="21307710" flipH="1">
              <a:off x="2830255" y="4022472"/>
              <a:ext cx="465139" cy="470297"/>
            </a:xfrm>
            <a:prstGeom prst="line">
              <a:avLst/>
            </a:prstGeom>
            <a:noFill/>
            <a:ln w="76200">
              <a:solidFill>
                <a:schemeClr val="tx1">
                  <a:lumMod val="50000"/>
                  <a:lumOff val="50000"/>
                </a:schemeClr>
              </a:solidFill>
              <a:rou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sz="1350" dirty="0">
                <a:latin typeface="Impact" panose="020B0806030902050204" pitchFamily="34" charset="0"/>
                <a:ea typeface="微软雅黑" panose="020B0503020204020204" charset="-122"/>
              </a:endParaRPr>
            </a:p>
          </p:txBody>
        </p:sp>
        <p:sp>
          <p:nvSpPr>
            <p:cNvPr id="30" name="MH_Other_11"/>
            <p:cNvSpPr>
              <a:spLocks noChangeShapeType="1"/>
            </p:cNvSpPr>
            <p:nvPr>
              <p:custDataLst>
                <p:tags r:id="rId12"/>
              </p:custDataLst>
            </p:nvPr>
          </p:nvSpPr>
          <p:spPr bwMode="auto">
            <a:xfrm rot="21307710" flipV="1">
              <a:off x="3744657" y="2862803"/>
              <a:ext cx="392113" cy="438150"/>
            </a:xfrm>
            <a:prstGeom prst="line">
              <a:avLst/>
            </a:prstGeom>
            <a:noFill/>
            <a:ln w="76200">
              <a:solidFill>
                <a:srgbClr val="CC99FF"/>
              </a:solidFill>
              <a:rou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endParaRPr lang="zh-CN" altLang="en-US" sz="1350" dirty="0">
                <a:latin typeface="Impact" panose="020B0806030902050204" pitchFamily="34" charset="0"/>
                <a:ea typeface="微软雅黑" panose="020B0503020204020204" charset="-122"/>
              </a:endParaRPr>
            </a:p>
          </p:txBody>
        </p:sp>
        <p:sp>
          <p:nvSpPr>
            <p:cNvPr id="31" name="MH_Desc_1"/>
            <p:cNvSpPr/>
            <p:nvPr>
              <p:custDataLst>
                <p:tags r:id="rId13"/>
              </p:custDataLst>
            </p:nvPr>
          </p:nvSpPr>
          <p:spPr bwMode="auto">
            <a:xfrm>
              <a:off x="6240718" y="1053613"/>
              <a:ext cx="7415322" cy="4005001"/>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wrap="square" tIns="0" bIns="0" rtlCol="0" anchor="ctr">
              <a:noAutofit/>
            </a:bodyPr>
            <a:lstStyle/>
            <a:p>
              <a:pPr indent="457200">
                <a:lnSpc>
                  <a:spcPct val="130000"/>
                </a:lnSpc>
              </a:pPr>
              <a:r>
                <a:rPr sz="2000" dirty="0" err="1" smtClean="0">
                  <a:solidFill>
                    <a:schemeClr val="tx1"/>
                  </a:solidFill>
                  <a:latin typeface="+mn-ea"/>
                </a:rPr>
                <a:t>硬件、操作系统、浏览器、存储容量、网络的通信速率和其他的客户端等因素难以预料，这些都会导致WebApp运行失败</a:t>
              </a:r>
              <a:r>
                <a:rPr sz="2000" dirty="0" smtClean="0">
                  <a:solidFill>
                    <a:schemeClr val="tx1"/>
                  </a:solidFill>
                  <a:latin typeface="+mn-ea"/>
                </a:rPr>
                <a:t>。</a:t>
              </a:r>
              <a:r>
                <a:rPr sz="2000" dirty="0" err="1" smtClean="0">
                  <a:solidFill>
                    <a:schemeClr val="tx1"/>
                  </a:solidFill>
                  <a:latin typeface="+mn-ea"/>
                </a:rPr>
                <a:t>配置测试的工作不是去检查每一个可能的客户端配置，而是测试一组可能的客户端和服务器端配置，确保用户在所有配置中的运行情况</a:t>
              </a:r>
              <a:r>
                <a:rPr sz="2000" dirty="0" smtClean="0">
                  <a:solidFill>
                    <a:schemeClr val="tx1"/>
                  </a:solidFill>
                  <a:latin typeface="+mn-ea"/>
                </a:rPr>
                <a:t>。</a:t>
              </a:r>
            </a:p>
          </p:txBody>
        </p:sp>
      </p:grpSp>
    </p:spTree>
    <p:custDataLst>
      <p:tags r:id="rId1"/>
    </p:custDataLst>
  </p:cSld>
  <p:clrMapOvr>
    <a:masterClrMapping/>
  </p:clrMapOvr>
  <p:transition>
    <p:comb dir="vert"/>
  </p:transition>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8.7 </a:t>
            </a:r>
            <a:r>
              <a:rPr lang="en-US" altLang="zh-CN" dirty="0" smtClean="0">
                <a:solidFill>
                  <a:srgbClr val="FF0000"/>
                </a:solidFill>
                <a:sym typeface="+mn-ea"/>
              </a:rPr>
              <a:t>WebApp</a:t>
            </a:r>
            <a:r>
              <a:rPr lang="zh-CN" altLang="en-US" dirty="0" smtClean="0">
                <a:solidFill>
                  <a:srgbClr val="FF0000"/>
                </a:solidFill>
                <a:sym typeface="+mn-ea"/>
              </a:rPr>
              <a:t>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8.7.5 </a:t>
            </a:r>
            <a:r>
              <a:rPr sz="2400" dirty="0" smtClean="0">
                <a:solidFill>
                  <a:schemeClr val="tx1"/>
                </a:solidFill>
              </a:rPr>
              <a:t>配置测试</a:t>
            </a:r>
          </a:p>
        </p:txBody>
      </p:sp>
      <p:grpSp>
        <p:nvGrpSpPr>
          <p:cNvPr id="23" name="组合 22"/>
          <p:cNvGrpSpPr/>
          <p:nvPr/>
        </p:nvGrpSpPr>
        <p:grpSpPr>
          <a:xfrm>
            <a:off x="634869" y="1969463"/>
            <a:ext cx="11069320" cy="2583815"/>
            <a:chOff x="1840" y="2871"/>
            <a:chExt cx="17432" cy="4069"/>
          </a:xfrm>
        </p:grpSpPr>
        <p:cxnSp>
          <p:nvCxnSpPr>
            <p:cNvPr id="24" name="MH_Other_4"/>
            <p:cNvCxnSpPr/>
            <p:nvPr/>
          </p:nvCxnSpPr>
          <p:spPr>
            <a:xfrm flipH="1">
              <a:off x="2680" y="3183"/>
              <a:ext cx="1545" cy="1450"/>
            </a:xfrm>
            <a:prstGeom prst="line">
              <a:avLst/>
            </a:prstGeom>
            <a:ln w="38100">
              <a:solidFill>
                <a:srgbClr val="58B933"/>
              </a:solidFill>
            </a:ln>
          </p:spPr>
          <p:style>
            <a:lnRef idx="1">
              <a:schemeClr val="accent1"/>
            </a:lnRef>
            <a:fillRef idx="0">
              <a:schemeClr val="accent1"/>
            </a:fillRef>
            <a:effectRef idx="0">
              <a:schemeClr val="accent1"/>
            </a:effectRef>
            <a:fontRef idx="minor">
              <a:schemeClr val="tx1"/>
            </a:fontRef>
          </p:style>
        </p:cxnSp>
        <p:sp>
          <p:nvSpPr>
            <p:cNvPr id="25"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58B93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26" name="MH_SubTitle_2"/>
            <p:cNvSpPr txBox="1">
              <a:spLocks noChangeArrowheads="1"/>
            </p:cNvSpPr>
            <p:nvPr/>
          </p:nvSpPr>
          <p:spPr bwMode="auto">
            <a:xfrm>
              <a:off x="3035" y="3518"/>
              <a:ext cx="16237" cy="3422"/>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92D050"/>
                  </a:solidFill>
                  <a:ea typeface="微软雅黑" panose="020B0503020204020204" charset="-122"/>
                </a:rPr>
                <a:t>服务器端</a:t>
              </a:r>
            </a:p>
            <a:p>
              <a:pPr indent="457200" fontAlgn="auto">
                <a:lnSpc>
                  <a:spcPct val="130000"/>
                </a:lnSpc>
              </a:pPr>
              <a:r>
                <a:rPr lang="zh-CN" altLang="en-US" dirty="0">
                  <a:solidFill>
                    <a:schemeClr val="tx1"/>
                  </a:solidFill>
                  <a:ea typeface="微软雅黑" panose="020B0503020204020204" charset="-122"/>
                </a:rPr>
                <a:t>在服务器端，要设计配置测试用例来验证所计划的服务器配置（包括WebApp服务器、数据库服务器、操作系统、防火墙软件、并发应用系统在内），都能支持WebApp，并且不会发生错误。验证WebApp与服务器操作系统是否兼容；验证WebApp是否与数据库软件进行适当的集成；是否支持不同版本的数据库；验证服务器端的WebApp脚本运行是否正常等内容。</a:t>
              </a:r>
            </a:p>
          </p:txBody>
        </p:sp>
        <p:sp>
          <p:nvSpPr>
            <p:cNvPr id="27"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58B933"/>
                  </a:solidFill>
                  <a:latin typeface="Agency FB" panose="020B0503020202020204" pitchFamily="34" charset="0"/>
                  <a:ea typeface="微软雅黑" panose="020B0503020204020204" charset="-122"/>
                </a:rPr>
                <a:t>1</a:t>
              </a:r>
            </a:p>
          </p:txBody>
        </p:sp>
      </p:grpSp>
      <p:grpSp>
        <p:nvGrpSpPr>
          <p:cNvPr id="8" name="组合 7"/>
          <p:cNvGrpSpPr/>
          <p:nvPr/>
        </p:nvGrpSpPr>
        <p:grpSpPr>
          <a:xfrm>
            <a:off x="658999" y="4553278"/>
            <a:ext cx="10912475" cy="1456690"/>
            <a:chOff x="1840" y="2871"/>
            <a:chExt cx="17185" cy="2294"/>
          </a:xfrm>
        </p:grpSpPr>
        <p:cxnSp>
          <p:nvCxnSpPr>
            <p:cNvPr id="9" name="MH_Other_4"/>
            <p:cNvCxnSpPr/>
            <p:nvPr/>
          </p:nvCxnSpPr>
          <p:spPr>
            <a:xfrm flipH="1">
              <a:off x="2680" y="3183"/>
              <a:ext cx="1545" cy="145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sp>
          <p:nvSpPr>
            <p:cNvPr id="10" name="MH_Other_5"/>
            <p:cNvSpPr/>
            <p:nvPr/>
          </p:nvSpPr>
          <p:spPr>
            <a:xfrm>
              <a:off x="1878" y="4033"/>
              <a:ext cx="1127" cy="510"/>
            </a:xfrm>
            <a:custGeom>
              <a:avLst/>
              <a:gdLst>
                <a:gd name="connsiteX0" fmla="*/ 0 w 928918"/>
                <a:gd name="connsiteY0" fmla="*/ 0 h 459023"/>
                <a:gd name="connsiteX1" fmla="*/ 928918 w 928918"/>
                <a:gd name="connsiteY1" fmla="*/ 0 h 459023"/>
                <a:gd name="connsiteX2" fmla="*/ 464459 w 928918"/>
                <a:gd name="connsiteY2" fmla="*/ 459023 h 459023"/>
              </a:gdLst>
              <a:ahLst/>
              <a:cxnLst>
                <a:cxn ang="0">
                  <a:pos x="connsiteX0" y="connsiteY0"/>
                </a:cxn>
                <a:cxn ang="0">
                  <a:pos x="connsiteX1" y="connsiteY1"/>
                </a:cxn>
                <a:cxn ang="0">
                  <a:pos x="connsiteX2" y="connsiteY2"/>
                </a:cxn>
              </a:cxnLst>
              <a:rect l="l" t="t" r="r" b="b"/>
              <a:pathLst>
                <a:path w="928918" h="459023">
                  <a:moveTo>
                    <a:pt x="0" y="0"/>
                  </a:moveTo>
                  <a:lnTo>
                    <a:pt x="928918" y="0"/>
                  </a:lnTo>
                  <a:lnTo>
                    <a:pt x="464459" y="459023"/>
                  </a:lnTo>
                  <a:close/>
                </a:path>
              </a:pathLst>
            </a:cu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5400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eaLnBrk="1" fontAlgn="auto" hangingPunct="1">
                <a:spcBef>
                  <a:spcPts val="0"/>
                </a:spcBef>
                <a:spcAft>
                  <a:spcPts val="0"/>
                </a:spcAft>
                <a:defRPr/>
              </a:pPr>
              <a:endParaRPr lang="zh-CN" altLang="en-US" sz="2800" b="1">
                <a:solidFill>
                  <a:schemeClr val="accent1">
                    <a:lumMod val="50000"/>
                  </a:schemeClr>
                </a:solidFill>
                <a:latin typeface="Agency FB" panose="020B0503020202020204" pitchFamily="34" charset="0"/>
                <a:ea typeface="微软雅黑" panose="020B0503020204020204" charset="-122"/>
              </a:endParaRPr>
            </a:p>
          </p:txBody>
        </p:sp>
        <p:sp>
          <p:nvSpPr>
            <p:cNvPr id="11" name="MH_SubTitle_2"/>
            <p:cNvSpPr txBox="1">
              <a:spLocks noChangeArrowheads="1"/>
            </p:cNvSpPr>
            <p:nvPr/>
          </p:nvSpPr>
          <p:spPr bwMode="auto">
            <a:xfrm>
              <a:off x="3455" y="3183"/>
              <a:ext cx="15570" cy="1982"/>
            </a:xfrm>
            <a:prstGeom prst="rect">
              <a:avLst/>
            </a:prstGeom>
            <a:noFill/>
            <a:ln w="9525">
              <a:noFill/>
              <a:miter lim="800000"/>
            </a:ln>
          </p:spPr>
          <p:txBody>
            <a:bodyPr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indent="457200" fontAlgn="auto">
                <a:lnSpc>
                  <a:spcPct val="120000"/>
                </a:lnSpc>
              </a:pPr>
              <a:r>
                <a:rPr lang="zh-CN" altLang="en-US" sz="2000" b="1" dirty="0">
                  <a:solidFill>
                    <a:srgbClr val="C00000"/>
                  </a:solidFill>
                  <a:ea typeface="微软雅黑" panose="020B0503020204020204" charset="-122"/>
                </a:rPr>
                <a:t>客户端</a:t>
              </a:r>
            </a:p>
            <a:p>
              <a:pPr indent="457200" fontAlgn="auto">
                <a:lnSpc>
                  <a:spcPct val="130000"/>
                </a:lnSpc>
              </a:pPr>
              <a:r>
                <a:rPr lang="zh-CN" altLang="en-US" dirty="0">
                  <a:solidFill>
                    <a:schemeClr val="tx1"/>
                  </a:solidFill>
                  <a:ea typeface="微软雅黑" panose="020B0503020204020204" charset="-122"/>
                </a:rPr>
                <a:t>客户端不同的硬件（包括CPU、内存、存储器、打印设备）、操作系统、浏览器软件、用户界面构件、插件等，都有可能会影响WebApp的运行。应该对不同类的用户预测构件组合，预测用户可能遇到的配置，然后对每一类用户进行评估，测试WebApp的运行。</a:t>
              </a:r>
            </a:p>
          </p:txBody>
        </p:sp>
        <p:sp>
          <p:nvSpPr>
            <p:cNvPr id="12" name="MH_Other_6"/>
            <p:cNvSpPr txBox="1">
              <a:spLocks noChangeArrowheads="1"/>
            </p:cNvSpPr>
            <p:nvPr/>
          </p:nvSpPr>
          <p:spPr bwMode="auto">
            <a:xfrm>
              <a:off x="1840" y="2871"/>
              <a:ext cx="1195" cy="1163"/>
            </a:xfrm>
            <a:prstGeom prst="rect">
              <a:avLst/>
            </a:prstGeom>
            <a:noFill/>
            <a:ln w="9525">
              <a:noFill/>
              <a:miter lim="800000"/>
            </a:ln>
          </p:spPr>
          <p:txBody>
            <a:bodyPr lIns="0" tIns="0" rIns="0" bIns="0" anchor="b"/>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r>
                <a:rPr lang="en-US" sz="3600" b="1">
                  <a:solidFill>
                    <a:srgbClr val="C00000"/>
                  </a:solidFill>
                  <a:latin typeface="Agency FB" panose="020B0503020202020204" pitchFamily="34" charset="0"/>
                  <a:ea typeface="微软雅黑" panose="020B0503020204020204" charset="-122"/>
                </a:rPr>
                <a:t>2</a:t>
              </a:r>
            </a:p>
          </p:txBody>
        </p:sp>
      </p:grpSp>
    </p:spTree>
    <p:custDataLst>
      <p:tags r:id="rId1"/>
    </p:custDataLst>
  </p:cSld>
  <p:clrMapOvr>
    <a:masterClrMapping/>
  </p:clrMapOvr>
  <p:transition>
    <p:comb dir="vert"/>
  </p:transition>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8.7 </a:t>
            </a:r>
            <a:r>
              <a:rPr lang="en-US" altLang="zh-CN" dirty="0" smtClean="0">
                <a:solidFill>
                  <a:srgbClr val="FF0000"/>
                </a:solidFill>
                <a:sym typeface="+mn-ea"/>
              </a:rPr>
              <a:t>WebApp</a:t>
            </a:r>
            <a:r>
              <a:rPr lang="zh-CN" altLang="en-US" dirty="0" smtClean="0">
                <a:solidFill>
                  <a:srgbClr val="FF0000"/>
                </a:solidFill>
                <a:sym typeface="+mn-ea"/>
              </a:rPr>
              <a:t>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8.7.6 </a:t>
            </a:r>
            <a:r>
              <a:rPr sz="2400" dirty="0" smtClean="0">
                <a:solidFill>
                  <a:schemeClr val="tx1"/>
                </a:solidFill>
              </a:rPr>
              <a:t>安全性测试</a:t>
            </a:r>
          </a:p>
        </p:txBody>
      </p:sp>
      <p:pic>
        <p:nvPicPr>
          <p:cNvPr id="3" name="图片 2"/>
          <p:cNvPicPr>
            <a:picLocks noChangeAspect="1"/>
          </p:cNvPicPr>
          <p:nvPr/>
        </p:nvPicPr>
        <p:blipFill>
          <a:blip r:embed="rId4" cstate="print"/>
          <a:stretch>
            <a:fillRect/>
          </a:stretch>
        </p:blipFill>
        <p:spPr>
          <a:xfrm>
            <a:off x="6352536" y="1116264"/>
            <a:ext cx="5873122" cy="2322262"/>
          </a:xfrm>
          <a:prstGeom prst="rect">
            <a:avLst/>
          </a:prstGeom>
        </p:spPr>
      </p:pic>
      <p:sp>
        <p:nvSpPr>
          <p:cNvPr id="4" name="文本框 3"/>
          <p:cNvSpPr txBox="1"/>
          <p:nvPr/>
        </p:nvSpPr>
        <p:spPr>
          <a:xfrm>
            <a:off x="1610995" y="4572000"/>
            <a:ext cx="7159625" cy="1338828"/>
          </a:xfrm>
          <a:prstGeom prst="rect">
            <a:avLst/>
          </a:prstGeom>
          <a:noFill/>
        </p:spPr>
        <p:txBody>
          <a:bodyPr wrap="square" rtlCol="0" anchor="t">
            <a:spAutoFit/>
          </a:bodyPr>
          <a:lstStyle/>
          <a:p>
            <a:pPr marL="285750" indent="-285750" fontAlgn="auto">
              <a:lnSpc>
                <a:spcPct val="150000"/>
              </a:lnSpc>
              <a:buFont typeface="Wingdings" panose="05000000000000000000" charset="0"/>
              <a:buChar char="Ø"/>
            </a:pPr>
            <a:r>
              <a:rPr lang="zh-CN" altLang="en-US">
                <a:latin typeface="微软雅黑" panose="020B0503020204020204" charset="-122"/>
                <a:ea typeface="微软雅黑" panose="020B0503020204020204" charset="-122"/>
              </a:rPr>
              <a:t>对私人数据进行加密。</a:t>
            </a:r>
          </a:p>
          <a:p>
            <a:pPr marL="285750" indent="-285750" fontAlgn="auto">
              <a:lnSpc>
                <a:spcPct val="150000"/>
              </a:lnSpc>
              <a:buFont typeface="Wingdings" panose="05000000000000000000" charset="0"/>
              <a:buChar char="Ø"/>
            </a:pPr>
            <a:r>
              <a:rPr lang="zh-CN" altLang="en-US">
                <a:latin typeface="微软雅黑" panose="020B0503020204020204" charset="-122"/>
                <a:ea typeface="微软雅黑" panose="020B0503020204020204" charset="-122"/>
              </a:rPr>
              <a:t>在授予访问权限之前坚持进行身份验证，并对数据访问进行限制。</a:t>
            </a:r>
          </a:p>
          <a:p>
            <a:pPr marL="285750" indent="-285750" fontAlgn="auto">
              <a:lnSpc>
                <a:spcPct val="150000"/>
              </a:lnSpc>
              <a:buFont typeface="Wingdings" panose="05000000000000000000" charset="0"/>
              <a:buChar char="Ø"/>
            </a:pPr>
            <a:r>
              <a:rPr lang="zh-CN" altLang="en-US">
                <a:latin typeface="微软雅黑" panose="020B0503020204020204" charset="-122"/>
                <a:ea typeface="微软雅黑" panose="020B0503020204020204" charset="-122"/>
              </a:rPr>
              <a:t>确保数据完整性，尊重用户的要求。</a:t>
            </a:r>
          </a:p>
        </p:txBody>
      </p:sp>
      <p:sp>
        <p:nvSpPr>
          <p:cNvPr id="5" name="文本框 4"/>
          <p:cNvSpPr txBox="1"/>
          <p:nvPr/>
        </p:nvSpPr>
        <p:spPr>
          <a:xfrm>
            <a:off x="1163320" y="3333115"/>
            <a:ext cx="9865360" cy="1160145"/>
          </a:xfrm>
          <a:prstGeom prst="rect">
            <a:avLst/>
          </a:prstGeom>
          <a:noFill/>
        </p:spPr>
        <p:txBody>
          <a:bodyPr wrap="square" rtlCol="0" anchor="t">
            <a:spAutoFit/>
          </a:bodyPr>
          <a:lstStyle/>
          <a:p>
            <a:pPr fontAlgn="auto">
              <a:lnSpc>
                <a:spcPct val="130000"/>
              </a:lnSpc>
            </a:pPr>
            <a:r>
              <a:rPr lang="en-US" altLang="zh-CN" dirty="0">
                <a:latin typeface="微软雅黑" panose="020B0503020204020204" charset="-122"/>
                <a:ea typeface="微软雅黑" panose="020B0503020204020204" charset="-122"/>
              </a:rPr>
              <a:t>       </a:t>
            </a:r>
            <a:r>
              <a:rPr lang="zh-CN" altLang="en-US" dirty="0">
                <a:latin typeface="微软雅黑" panose="020B0503020204020204" charset="-122"/>
                <a:ea typeface="微软雅黑" panose="020B0503020204020204" charset="-122"/>
              </a:rPr>
              <a:t>大多数WebApp会从用户那里获取并储存数据，包括用户的个人信息、计费信息和工作及个人文件——这些数据都是用户在信任你的应用安全性的基础上才会输入的，所以WebApp应该做到下面这几点</a:t>
            </a:r>
            <a:r>
              <a:rPr lang="zh-CN" altLang="en-US" dirty="0"/>
              <a:t>。</a:t>
            </a:r>
          </a:p>
        </p:txBody>
      </p:sp>
    </p:spTree>
    <p:custDataLst>
      <p:tags r:id="rId1"/>
    </p:custDataLst>
  </p:cSld>
  <p:clrMapOvr>
    <a:masterClrMapping/>
  </p:clrMapOvr>
  <p:transition>
    <p:comb dir="vert"/>
  </p:transition>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8.7 </a:t>
            </a:r>
            <a:r>
              <a:rPr lang="en-US" altLang="zh-CN" dirty="0" smtClean="0">
                <a:solidFill>
                  <a:srgbClr val="FF0000"/>
                </a:solidFill>
                <a:sym typeface="+mn-ea"/>
              </a:rPr>
              <a:t>WebApp</a:t>
            </a:r>
            <a:r>
              <a:rPr lang="zh-CN" altLang="en-US" dirty="0" smtClean="0">
                <a:solidFill>
                  <a:srgbClr val="FF0000"/>
                </a:solidFill>
                <a:sym typeface="+mn-ea"/>
              </a:rPr>
              <a:t>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8.7.6 </a:t>
            </a:r>
            <a:r>
              <a:rPr sz="2400" dirty="0" smtClean="0">
                <a:solidFill>
                  <a:schemeClr val="tx1"/>
                </a:solidFill>
              </a:rPr>
              <a:t>安全性测试</a:t>
            </a:r>
          </a:p>
        </p:txBody>
      </p:sp>
      <p:sp>
        <p:nvSpPr>
          <p:cNvPr id="11" name="文本框 10"/>
          <p:cNvSpPr txBox="1"/>
          <p:nvPr/>
        </p:nvSpPr>
        <p:spPr>
          <a:xfrm>
            <a:off x="911225" y="2398395"/>
            <a:ext cx="10147300" cy="701731"/>
          </a:xfrm>
          <a:prstGeom prst="rect">
            <a:avLst/>
          </a:prstGeom>
          <a:noFill/>
        </p:spPr>
        <p:txBody>
          <a:bodyPr wrap="square" rtlCol="0">
            <a:spAutoFit/>
          </a:bodyPr>
          <a:lstStyle/>
          <a:p>
            <a:pPr marL="0" indent="0" algn="l" fontAlgn="auto">
              <a:lnSpc>
                <a:spcPct val="110000"/>
              </a:lnSpc>
            </a:pPr>
            <a:r>
              <a:rPr lang="en-US" altLang="zh-CN" dirty="0">
                <a:solidFill>
                  <a:schemeClr val="bg2">
                    <a:lumMod val="50000"/>
                  </a:schemeClr>
                </a:solidFill>
                <a:sym typeface="+mn-ea"/>
              </a:rPr>
              <a:t>    </a:t>
            </a:r>
            <a:r>
              <a:rPr lang="en-US" altLang="zh-CN" sz="1600" dirty="0">
                <a:solidFill>
                  <a:schemeClr val="bg2">
                    <a:lumMod val="50000"/>
                  </a:schemeClr>
                </a:solidFill>
                <a:sym typeface="+mn-ea"/>
              </a:rPr>
              <a:t> </a:t>
            </a:r>
            <a:r>
              <a:rPr sz="1600" dirty="0">
                <a:latin typeface="微软雅黑" panose="020B0503020204020204" charset="-122"/>
                <a:ea typeface="微软雅黑" panose="020B0503020204020204" charset="-122"/>
                <a:sym typeface="+mn-ea"/>
              </a:rPr>
              <a:t> </a:t>
            </a:r>
            <a:r>
              <a:rPr lang="en-US" sz="1600" dirty="0">
                <a:latin typeface="微软雅黑" panose="020B0503020204020204" charset="-122"/>
                <a:ea typeface="微软雅黑" panose="020B0503020204020204" charset="-122"/>
                <a:sym typeface="+mn-ea"/>
              </a:rPr>
              <a:t> </a:t>
            </a:r>
            <a:r>
              <a:rPr dirty="0">
                <a:solidFill>
                  <a:schemeClr val="tx1"/>
                </a:solidFill>
                <a:latin typeface="微软雅黑" panose="020B0503020204020204" charset="-122"/>
                <a:ea typeface="微软雅黑" panose="020B0503020204020204" charset="-122"/>
                <a:sym typeface="+mn-ea"/>
              </a:rPr>
              <a:t>黑客可以在任何时间、任何地方攻击系统，因此WebApp要预防被攻击。通常攻击Web站点和应用的方法包括：</a:t>
            </a:r>
          </a:p>
        </p:txBody>
      </p:sp>
      <p:grpSp>
        <p:nvGrpSpPr>
          <p:cNvPr id="12" name="组合 11"/>
          <p:cNvGrpSpPr/>
          <p:nvPr/>
        </p:nvGrpSpPr>
        <p:grpSpPr>
          <a:xfrm>
            <a:off x="1116330" y="3501390"/>
            <a:ext cx="4716746" cy="1680210"/>
            <a:chOff x="1188" y="3092"/>
            <a:chExt cx="6974" cy="2646"/>
          </a:xfrm>
        </p:grpSpPr>
        <p:grpSp>
          <p:nvGrpSpPr>
            <p:cNvPr id="13" name="组合 12"/>
            <p:cNvGrpSpPr/>
            <p:nvPr/>
          </p:nvGrpSpPr>
          <p:grpSpPr>
            <a:xfrm>
              <a:off x="1188" y="3092"/>
              <a:ext cx="6974" cy="930"/>
              <a:chOff x="508000" y="3196191"/>
              <a:chExt cx="4428470" cy="590550"/>
            </a:xfrm>
          </p:grpSpPr>
          <p:sp>
            <p:nvSpPr>
              <p:cNvPr id="32"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1</a:t>
                </a:r>
              </a:p>
            </p:txBody>
          </p:sp>
          <p:cxnSp>
            <p:nvCxnSpPr>
              <p:cNvPr id="14" name="直接连接符 13"/>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5" name="矩形 14"/>
              <p:cNvSpPr>
                <a:spLocks noChangeArrowheads="1"/>
              </p:cNvSpPr>
              <p:nvPr/>
            </p:nvSpPr>
            <p:spPr bwMode="auto">
              <a:xfrm>
                <a:off x="960505" y="3291441"/>
                <a:ext cx="3975965" cy="3848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跨站脚本</a:t>
                </a:r>
              </a:p>
            </p:txBody>
          </p:sp>
        </p:grpSp>
        <p:sp>
          <p:nvSpPr>
            <p:cNvPr id="16" name="矩形 15"/>
            <p:cNvSpPr>
              <a:spLocks noChangeArrowheads="1"/>
            </p:cNvSpPr>
            <p:nvPr/>
          </p:nvSpPr>
          <p:spPr bwMode="auto">
            <a:xfrm>
              <a:off x="1893" y="3848"/>
              <a:ext cx="5376" cy="189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当一个网站被以诱骗的方式接受了恶意代码时，它就会向用户传播这个恶意代码。</a:t>
              </a:r>
            </a:p>
          </p:txBody>
        </p:sp>
      </p:grpSp>
      <p:grpSp>
        <p:nvGrpSpPr>
          <p:cNvPr id="36" name="组合 35"/>
          <p:cNvGrpSpPr/>
          <p:nvPr/>
        </p:nvGrpSpPr>
        <p:grpSpPr>
          <a:xfrm>
            <a:off x="5858510" y="3501390"/>
            <a:ext cx="5238021" cy="2034540"/>
            <a:chOff x="1188" y="3092"/>
            <a:chExt cx="7745" cy="3204"/>
          </a:xfrm>
        </p:grpSpPr>
        <p:grpSp>
          <p:nvGrpSpPr>
            <p:cNvPr id="37" name="组合 36"/>
            <p:cNvGrpSpPr/>
            <p:nvPr/>
          </p:nvGrpSpPr>
          <p:grpSpPr>
            <a:xfrm>
              <a:off x="1188" y="3092"/>
              <a:ext cx="7741" cy="930"/>
              <a:chOff x="508000" y="3196191"/>
              <a:chExt cx="4915730" cy="590550"/>
            </a:xfrm>
          </p:grpSpPr>
          <p:sp>
            <p:nvSpPr>
              <p:cNvPr id="38"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2</a:t>
                </a:r>
              </a:p>
            </p:txBody>
          </p:sp>
          <p:cxnSp>
            <p:nvCxnSpPr>
              <p:cNvPr id="39" name="直接连接符 38"/>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40" name="矩形 39"/>
              <p:cNvSpPr>
                <a:spLocks noChangeArrowheads="1"/>
              </p:cNvSpPr>
              <p:nvPr/>
            </p:nvSpPr>
            <p:spPr bwMode="auto">
              <a:xfrm>
                <a:off x="960521" y="3291441"/>
                <a:ext cx="4463209" cy="3848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SQL注入</a:t>
                </a:r>
              </a:p>
            </p:txBody>
          </p:sp>
        </p:grpSp>
        <p:sp>
          <p:nvSpPr>
            <p:cNvPr id="41" name="矩形 40"/>
            <p:cNvSpPr>
              <a:spLocks noChangeArrowheads="1"/>
            </p:cNvSpPr>
            <p:nvPr/>
          </p:nvSpPr>
          <p:spPr bwMode="auto">
            <a:xfrm>
              <a:off x="1893" y="3848"/>
              <a:ext cx="7040" cy="244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如果黑客通过一个用户输入漏洞运行一段SQL命令，可能导致用户数据遭到损坏或被窃。通常这些情况发生的原因是：WebApp允许在SQL命令或系统命令中使用特殊元素。</a:t>
              </a:r>
            </a:p>
          </p:txBody>
        </p:sp>
      </p:grpSp>
    </p:spTree>
    <p:custDataLst>
      <p:tags r:id="rId1"/>
    </p:custDataLst>
  </p:cSld>
  <p:clrMapOvr>
    <a:masterClrMapping/>
  </p:clrMapOvr>
  <p:transition>
    <p:comb dir="vert"/>
  </p:transition>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8.7 </a:t>
            </a:r>
            <a:r>
              <a:rPr lang="en-US" altLang="zh-CN" dirty="0" smtClean="0">
                <a:solidFill>
                  <a:srgbClr val="FF0000"/>
                </a:solidFill>
                <a:sym typeface="+mn-ea"/>
              </a:rPr>
              <a:t>WebApp</a:t>
            </a:r>
            <a:r>
              <a:rPr lang="zh-CN" altLang="en-US" dirty="0" smtClean="0">
                <a:solidFill>
                  <a:srgbClr val="FF0000"/>
                </a:solidFill>
                <a:sym typeface="+mn-ea"/>
              </a:rPr>
              <a:t>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8.7.6 </a:t>
            </a:r>
            <a:r>
              <a:rPr sz="2400" dirty="0" smtClean="0">
                <a:solidFill>
                  <a:schemeClr val="tx1"/>
                </a:solidFill>
              </a:rPr>
              <a:t>安全性测试</a:t>
            </a:r>
          </a:p>
        </p:txBody>
      </p:sp>
      <p:sp>
        <p:nvSpPr>
          <p:cNvPr id="27" name="MH_Text_1"/>
          <p:cNvSpPr/>
          <p:nvPr>
            <p:custDataLst>
              <p:tags r:id="rId2"/>
            </p:custDataLst>
          </p:nvPr>
        </p:nvSpPr>
        <p:spPr bwMode="auto">
          <a:xfrm>
            <a:off x="904875" y="4892675"/>
            <a:ext cx="10344150" cy="946150"/>
          </a:xfrm>
          <a:prstGeom prst="rect">
            <a:avLst/>
          </a:prstGeom>
          <a:no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tIns="0" bIns="0">
            <a:noAutofit/>
          </a:bodyPr>
          <a:lstStyle/>
          <a:p>
            <a:pPr indent="457200" fontAlgn="auto">
              <a:lnSpc>
                <a:spcPct val="150000"/>
              </a:lnSpc>
              <a:defRPr/>
            </a:pPr>
            <a:r>
              <a:rPr lang="da-DK" altLang="zh-CN" dirty="0" smtClean="0">
                <a:solidFill>
                  <a:schemeClr val="tx1"/>
                </a:solidFill>
                <a:latin typeface="微软雅黑" panose="020B0503020204020204" charset="-122"/>
                <a:ea typeface="微软雅黑" panose="020B0503020204020204" charset="-122"/>
              </a:rPr>
              <a:t>要对常见的、容易引起安全漏洞的编程错误进行测试，常见的编程错误包括：缺少认证检查、没有加密敏感数据、没有锁定Web服务器目录访问等。这些错误可能会让你的Web应用存在潜在的危险。</a:t>
            </a:r>
          </a:p>
        </p:txBody>
      </p:sp>
      <p:grpSp>
        <p:nvGrpSpPr>
          <p:cNvPr id="14" name="组合 13"/>
          <p:cNvGrpSpPr/>
          <p:nvPr/>
        </p:nvGrpSpPr>
        <p:grpSpPr>
          <a:xfrm>
            <a:off x="754380" y="2354580"/>
            <a:ext cx="10652243" cy="2400300"/>
            <a:chOff x="1188" y="3092"/>
            <a:chExt cx="15750" cy="3780"/>
          </a:xfrm>
        </p:grpSpPr>
        <p:grpSp>
          <p:nvGrpSpPr>
            <p:cNvPr id="15" name="组合 21"/>
            <p:cNvGrpSpPr/>
            <p:nvPr/>
          </p:nvGrpSpPr>
          <p:grpSpPr>
            <a:xfrm>
              <a:off x="1188" y="3092"/>
              <a:ext cx="12764" cy="930"/>
              <a:chOff x="508000" y="3196191"/>
              <a:chExt cx="8105209" cy="590550"/>
            </a:xfrm>
          </p:grpSpPr>
          <p:sp>
            <p:nvSpPr>
              <p:cNvPr id="17" name="TextBox 1"/>
              <p:cNvSpPr txBox="1">
                <a:spLocks noChangeArrowheads="1"/>
              </p:cNvSpPr>
              <p:nvPr/>
            </p:nvSpPr>
            <p:spPr bwMode="auto">
              <a:xfrm>
                <a:off x="508000" y="3196191"/>
                <a:ext cx="371471" cy="52197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Calibri" panose="020F0502020204030204" charset="0"/>
                    <a:ea typeface="宋体" panose="02010600030101010101" pitchFamily="2" charset="-122"/>
                  </a:defRPr>
                </a:lvl1pPr>
                <a:lvl2pPr marL="742950" indent="-285750" eaLnBrk="0" hangingPunct="0">
                  <a:defRPr sz="2000">
                    <a:solidFill>
                      <a:schemeClr val="tx1"/>
                    </a:solidFill>
                    <a:latin typeface="Calibri" panose="020F0502020204030204" charset="0"/>
                    <a:ea typeface="宋体" panose="02010600030101010101" pitchFamily="2" charset="-122"/>
                  </a:defRPr>
                </a:lvl2pPr>
                <a:lvl3pPr marL="1143000" indent="-228600" eaLnBrk="0" hangingPunct="0">
                  <a:defRPr sz="2000">
                    <a:solidFill>
                      <a:schemeClr val="tx1"/>
                    </a:solidFill>
                    <a:latin typeface="Calibri" panose="020F0502020204030204" charset="0"/>
                    <a:ea typeface="宋体" panose="02010600030101010101" pitchFamily="2" charset="-122"/>
                  </a:defRPr>
                </a:lvl3pPr>
                <a:lvl4pPr marL="1600200" indent="-228600" eaLnBrk="0" hangingPunct="0">
                  <a:defRPr sz="2000">
                    <a:solidFill>
                      <a:schemeClr val="tx1"/>
                    </a:solidFill>
                    <a:latin typeface="Calibri" panose="020F0502020204030204" charset="0"/>
                    <a:ea typeface="宋体" panose="02010600030101010101" pitchFamily="2" charset="-122"/>
                  </a:defRPr>
                </a:lvl4pPr>
                <a:lvl5pPr eaLnBrk="0" hangingPunct="0">
                  <a:defRPr sz="2000">
                    <a:solidFill>
                      <a:schemeClr val="tx1"/>
                    </a:solidFill>
                    <a:latin typeface="Calibri" panose="020F0502020204030204" charset="0"/>
                    <a:ea typeface="宋体" panose="02010600030101010101" pitchFamily="2" charset="-122"/>
                  </a:defRPr>
                </a:lvl5pPr>
                <a:lvl6pPr marL="25146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6pPr>
                <a:lvl7pPr marL="29718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7pPr>
                <a:lvl8pPr marL="34290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8pPr>
                <a:lvl9pPr marL="3886200" indent="-228600" defTabSz="1028700" eaLnBrk="0" fontAlgn="base" hangingPunct="0">
                  <a:spcBef>
                    <a:spcPct val="0"/>
                  </a:spcBef>
                  <a:spcAft>
                    <a:spcPct val="0"/>
                  </a:spcAft>
                  <a:defRPr sz="2000">
                    <a:solidFill>
                      <a:schemeClr val="tx1"/>
                    </a:solidFill>
                    <a:latin typeface="Calibri" panose="020F0502020204030204" charset="0"/>
                    <a:ea typeface="宋体" panose="02010600030101010101" pitchFamily="2" charset="-122"/>
                  </a:defRPr>
                </a:lvl9pPr>
              </a:lstStyle>
              <a:p>
                <a:pPr eaLnBrk="1" hangingPunct="1"/>
                <a:r>
                  <a:rPr lang="en-US" sz="2800" dirty="0">
                    <a:solidFill>
                      <a:srgbClr val="E67819"/>
                    </a:solidFill>
                    <a:latin typeface="Impact" panose="020B0806030902050204" pitchFamily="34" charset="0"/>
                    <a:ea typeface="MS UI Gothic" panose="020B0600070205080204" pitchFamily="34" charset="-128"/>
                  </a:rPr>
                  <a:t>3</a:t>
                </a:r>
              </a:p>
            </p:txBody>
          </p:sp>
          <p:cxnSp>
            <p:nvCxnSpPr>
              <p:cNvPr id="18" name="直接连接符 17"/>
              <p:cNvCxnSpPr/>
              <p:nvPr/>
            </p:nvCxnSpPr>
            <p:spPr>
              <a:xfrm flipH="1">
                <a:off x="508000" y="3196191"/>
                <a:ext cx="590550" cy="590550"/>
              </a:xfrm>
              <a:prstGeom prst="line">
                <a:avLst/>
              </a:prstGeom>
              <a:ln>
                <a:solidFill>
                  <a:srgbClr val="E67819"/>
                </a:solidFill>
              </a:ln>
            </p:spPr>
            <p:style>
              <a:lnRef idx="1">
                <a:schemeClr val="accent1"/>
              </a:lnRef>
              <a:fillRef idx="0">
                <a:schemeClr val="accent1"/>
              </a:fillRef>
              <a:effectRef idx="0">
                <a:schemeClr val="accent1"/>
              </a:effectRef>
              <a:fontRef idx="minor">
                <a:schemeClr val="tx1"/>
              </a:fontRef>
            </p:style>
          </p:cxnSp>
          <p:sp>
            <p:nvSpPr>
              <p:cNvPr id="19" name="矩形 18"/>
              <p:cNvSpPr>
                <a:spLocks noChangeArrowheads="1"/>
              </p:cNvSpPr>
              <p:nvPr/>
            </p:nvSpPr>
            <p:spPr bwMode="auto">
              <a:xfrm>
                <a:off x="960509" y="3291441"/>
                <a:ext cx="7652700" cy="3848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r>
                  <a:rPr lang="zh-CN" altLang="en-US" b="1" dirty="0">
                    <a:solidFill>
                      <a:srgbClr val="E67819"/>
                    </a:solidFill>
                    <a:latin typeface="微软雅黑" panose="020B0503020204020204" charset="-122"/>
                    <a:ea typeface="微软雅黑" panose="020B0503020204020204" charset="-122"/>
                  </a:rPr>
                  <a:t>分布式拒绝服务（Distributed Denial of Service，DDoS）攻击</a:t>
                </a:r>
              </a:p>
            </p:txBody>
          </p:sp>
        </p:grpSp>
        <p:sp>
          <p:nvSpPr>
            <p:cNvPr id="16" name="矩形 15"/>
            <p:cNvSpPr>
              <a:spLocks noChangeArrowheads="1"/>
            </p:cNvSpPr>
            <p:nvPr/>
          </p:nvSpPr>
          <p:spPr bwMode="auto">
            <a:xfrm>
              <a:off x="1893" y="3848"/>
              <a:ext cx="15045" cy="30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sz="1600" dirty="0">
                  <a:latin typeface="微软雅黑" panose="020B0503020204020204" charset="-122"/>
                  <a:ea typeface="微软雅黑" panose="020B0503020204020204" charset="-122"/>
                </a:rPr>
                <a:t>       </a:t>
              </a:r>
              <a:r>
                <a:rPr sz="1600" dirty="0">
                  <a:latin typeface="微软雅黑" panose="020B0503020204020204" charset="-122"/>
                  <a:ea typeface="微软雅黑" panose="020B0503020204020204" charset="-122"/>
                </a:rPr>
                <a:t>很多DoS（拒绝服务）攻击源一起攻击某台服务器就组成了DDoS攻击。当一个Web应用无法呈现给用户的时候，通常它会向服务器发出大量请求，而DDoS会向受害主机发送大量看似合法的网络包，从而造成网络阻塞或服务器资源耗尽而导致拒绝服务。DDoS攻击一旦被实施，攻击网络包就会犹如洪水般涌向受害主机，从而把合法用户的网络包淹没，导致合法用户无法正常访问服务器的网络资源，并且会逐渐拖慢服务器并导致最终无法响应。</a:t>
              </a:r>
            </a:p>
          </p:txBody>
        </p:sp>
      </p:grpSp>
    </p:spTree>
    <p:custDataLst>
      <p:tags r:id="rId1"/>
    </p:custDataLst>
  </p:cSld>
  <p:clrMapOvr>
    <a:masterClrMapping/>
  </p:clrMapOvr>
  <p:transition>
    <p:comb dir="vert"/>
  </p:transition>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8.7 </a:t>
            </a:r>
            <a:r>
              <a:rPr lang="en-US" altLang="zh-CN" dirty="0" smtClean="0">
                <a:solidFill>
                  <a:srgbClr val="FF0000"/>
                </a:solidFill>
                <a:sym typeface="+mn-ea"/>
              </a:rPr>
              <a:t>WebApp</a:t>
            </a:r>
            <a:r>
              <a:rPr lang="zh-CN" altLang="en-US" dirty="0" smtClean="0">
                <a:solidFill>
                  <a:srgbClr val="FF0000"/>
                </a:solidFill>
                <a:sym typeface="+mn-ea"/>
              </a:rPr>
              <a:t>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8.7.7 </a:t>
            </a:r>
            <a:r>
              <a:rPr sz="2400" dirty="0" smtClean="0">
                <a:solidFill>
                  <a:schemeClr val="tx1"/>
                </a:solidFill>
              </a:rPr>
              <a:t>性能测试</a:t>
            </a:r>
          </a:p>
        </p:txBody>
      </p:sp>
      <p:grpSp>
        <p:nvGrpSpPr>
          <p:cNvPr id="4" name="组合 3"/>
          <p:cNvGrpSpPr/>
          <p:nvPr/>
        </p:nvGrpSpPr>
        <p:grpSpPr>
          <a:xfrm>
            <a:off x="1745615" y="2310130"/>
            <a:ext cx="8950325" cy="3681730"/>
            <a:chOff x="1337" y="3626"/>
            <a:chExt cx="14095" cy="5798"/>
          </a:xfrm>
        </p:grpSpPr>
        <p:sp>
          <p:nvSpPr>
            <p:cNvPr id="7" name="Oval 15"/>
            <p:cNvSpPr>
              <a:spLocks noChangeArrowheads="1"/>
            </p:cNvSpPr>
            <p:nvPr>
              <p:custDataLst>
                <p:tags r:id="rId2"/>
              </p:custDataLst>
            </p:nvPr>
          </p:nvSpPr>
          <p:spPr bwMode="auto">
            <a:xfrm>
              <a:off x="1609" y="3997"/>
              <a:ext cx="4966" cy="5012"/>
            </a:xfrm>
            <a:prstGeom prst="ellipse">
              <a:avLst/>
            </a:prstGeom>
            <a:noFill/>
            <a:ln w="19050">
              <a:solidFill>
                <a:srgbClr val="4F5A71">
                  <a:alpha val="50000"/>
                </a:srgbClr>
              </a:solidFill>
              <a:round/>
            </a:ln>
            <a:effectLst/>
            <a:extLst>
              <a:ext uri="{909E8E84-426E-40DD-AFC4-6F175D3DCCD1}">
                <a14:hiddenFill xmlns="" xmlns:a14="http://schemas.microsoft.com/office/drawing/2010/main">
                  <a:solidFill>
                    <a:srgbClr val="4F5A71"/>
                  </a:solidFill>
                </a14:hiddenFill>
              </a:ext>
              <a:ext uri="{AF507438-7753-43E0-B8FC-AC1667EBCBE1}">
                <a14:hiddenEffects xmln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8" name="Line 16"/>
            <p:cNvSpPr>
              <a:spLocks noChangeShapeType="1"/>
            </p:cNvSpPr>
            <p:nvPr>
              <p:custDataLst>
                <p:tags r:id="rId3"/>
              </p:custDataLst>
            </p:nvPr>
          </p:nvSpPr>
          <p:spPr bwMode="gray">
            <a:xfrm>
              <a:off x="1337" y="6514"/>
              <a:ext cx="5486" cy="0"/>
            </a:xfrm>
            <a:prstGeom prst="line">
              <a:avLst/>
            </a:prstGeom>
            <a:noFill/>
            <a:ln w="28575">
              <a:solidFill>
                <a:srgbClr val="4F5A71">
                  <a:alpha val="50000"/>
                </a:srgbClr>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9" name="Line 17"/>
            <p:cNvSpPr>
              <a:spLocks noChangeShapeType="1"/>
            </p:cNvSpPr>
            <p:nvPr>
              <p:custDataLst>
                <p:tags r:id="rId4"/>
              </p:custDataLst>
            </p:nvPr>
          </p:nvSpPr>
          <p:spPr bwMode="gray">
            <a:xfrm>
              <a:off x="4080" y="3627"/>
              <a:ext cx="0" cy="5770"/>
            </a:xfrm>
            <a:prstGeom prst="line">
              <a:avLst/>
            </a:prstGeom>
            <a:noFill/>
            <a:ln w="28575">
              <a:solidFill>
                <a:srgbClr val="4F5A71">
                  <a:alpha val="50000"/>
                </a:srgbClr>
              </a:solidFill>
              <a:rou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rgbClr val="FFFFFF"/>
                    </a:outerShdw>
                  </a:effectLst>
                </a14:hiddenEffects>
              </a:ext>
            </a:extLst>
          </p:spPr>
          <p:txBody>
            <a:bodyPr wrap="square">
              <a:normAutofit fontScale="25000" lnSpcReduction="20000"/>
            </a:bodyPr>
            <a:lstStyle/>
            <a:p>
              <a:pPr>
                <a:defRPr/>
              </a:pPr>
              <a:endParaRPr lang="zh-CN" altLang="en-US" sz="1350" kern="0" dirty="0">
                <a:solidFill>
                  <a:sysClr val="windowText" lastClr="000000"/>
                </a:solidFill>
              </a:endParaRPr>
            </a:p>
          </p:txBody>
        </p:sp>
        <p:sp>
          <p:nvSpPr>
            <p:cNvPr id="10" name="Oval 10"/>
            <p:cNvSpPr>
              <a:spLocks noChangeArrowheads="1"/>
            </p:cNvSpPr>
            <p:nvPr>
              <p:custDataLst>
                <p:tags r:id="rId5"/>
              </p:custDataLst>
            </p:nvPr>
          </p:nvSpPr>
          <p:spPr bwMode="gray">
            <a:xfrm>
              <a:off x="1881" y="4281"/>
              <a:ext cx="4393" cy="4427"/>
            </a:xfrm>
            <a:prstGeom prst="ellipse">
              <a:avLst/>
            </a:prstGeom>
            <a:noFill/>
            <a:ln w="9525">
              <a:solidFill>
                <a:srgbClr val="4F5A71">
                  <a:alpha val="50000"/>
                </a:srgbClr>
              </a:solidFill>
              <a:round/>
            </a:ln>
            <a:effectLst/>
            <a:extLst>
              <a:ext uri="{909E8E84-426E-40DD-AFC4-6F175D3DCCD1}">
                <a14:hiddenFill xmlns="" xmlns:a14="http://schemas.microsoft.com/office/drawing/2010/main">
                  <a:solidFill>
                    <a:srgbClr val="4F5A71">
                      <a:alpha val="64999"/>
                    </a:srgbClr>
                  </a:solidFill>
                </a14:hiddenFill>
              </a:ext>
              <a:ext uri="{AF507438-7753-43E0-B8FC-AC1667EBCBE1}">
                <a14:hiddenEffects xmlns="" xmlns:a14="http://schemas.microsoft.com/office/drawing/2010/main">
                  <a:effectLst>
                    <a:outerShdw dist="35921" dir="2700000" algn="ctr" rotWithShape="0">
                      <a:srgbClr val="FFFFFF"/>
                    </a:outerShdw>
                  </a:effectLst>
                </a14:hiddenEffects>
              </a:ext>
            </a:extLst>
          </p:spPr>
          <p:txBody>
            <a:bodyPr wrap="square" anchor="ctr">
              <a:normAutofit/>
            </a:bodyPr>
            <a:lstStyle/>
            <a:p>
              <a:pPr>
                <a:defRPr/>
              </a:pPr>
              <a:endParaRPr lang="zh-CN" altLang="en-US" sz="1350" kern="0" dirty="0">
                <a:solidFill>
                  <a:sysClr val="windowText" lastClr="000000"/>
                </a:solidFill>
              </a:endParaRPr>
            </a:p>
          </p:txBody>
        </p:sp>
        <p:sp>
          <p:nvSpPr>
            <p:cNvPr id="11" name="Oval 13"/>
            <p:cNvSpPr>
              <a:spLocks noChangeArrowheads="1"/>
            </p:cNvSpPr>
            <p:nvPr>
              <p:custDataLst>
                <p:tags r:id="rId6"/>
              </p:custDataLst>
            </p:nvPr>
          </p:nvSpPr>
          <p:spPr bwMode="gray">
            <a:xfrm>
              <a:off x="2383" y="4812"/>
              <a:ext cx="3366" cy="3436"/>
            </a:xfrm>
            <a:prstGeom prst="ellipse">
              <a:avLst/>
            </a:prstGeom>
            <a:solidFill>
              <a:srgbClr val="4F5A71">
                <a:lumMod val="60000"/>
                <a:lumOff val="40000"/>
              </a:srgbClr>
            </a:solidFill>
            <a:ln w="0">
              <a:noFill/>
            </a:ln>
            <a:effectLst/>
          </p:spPr>
          <p:txBody>
            <a:bodyPr wrap="square" anchor="ctr">
              <a:normAutofit/>
            </a:bodyPr>
            <a:lstStyle/>
            <a:p>
              <a:pPr>
                <a:defRPr/>
              </a:pPr>
              <a:endParaRPr lang="zh-CN" altLang="en-US" sz="1350" kern="0" dirty="0">
                <a:solidFill>
                  <a:sysClr val="windowText" lastClr="000000"/>
                </a:solidFill>
              </a:endParaRPr>
            </a:p>
          </p:txBody>
        </p:sp>
        <p:sp>
          <p:nvSpPr>
            <p:cNvPr id="12" name="KSO_GT1"/>
            <p:cNvSpPr>
              <a:spLocks noChangeArrowheads="1"/>
            </p:cNvSpPr>
            <p:nvPr>
              <p:custDataLst>
                <p:tags r:id="rId7"/>
              </p:custDataLst>
            </p:nvPr>
          </p:nvSpPr>
          <p:spPr bwMode="gray">
            <a:xfrm>
              <a:off x="2989" y="5430"/>
              <a:ext cx="2155" cy="2201"/>
            </a:xfrm>
            <a:prstGeom prst="ellipse">
              <a:avLst/>
            </a:prstGeom>
            <a:solidFill>
              <a:srgbClr val="4F5A71"/>
            </a:solidFill>
            <a:ln>
              <a:noFill/>
            </a:ln>
            <a:effectLst/>
          </p:spPr>
          <p:txBody>
            <a:bodyPr wrap="square" lIns="0" tIns="0" rIns="0" bIns="0" anchor="ctr">
              <a:normAutofit/>
            </a:bodyPr>
            <a:lstStyle/>
            <a:p>
              <a:pPr algn="ctr">
                <a:defRPr/>
              </a:pPr>
              <a:r>
                <a:rPr sz="2400" dirty="0" smtClean="0">
                  <a:solidFill>
                    <a:schemeClr val="bg1"/>
                  </a:solidFill>
                  <a:sym typeface="+mn-ea"/>
                </a:rPr>
                <a:t>性能</a:t>
              </a:r>
            </a:p>
            <a:p>
              <a:pPr algn="ctr">
                <a:defRPr/>
              </a:pPr>
              <a:r>
                <a:rPr sz="2400" dirty="0" smtClean="0">
                  <a:solidFill>
                    <a:schemeClr val="bg1"/>
                  </a:solidFill>
                  <a:sym typeface="+mn-ea"/>
                </a:rPr>
                <a:t>问题</a:t>
              </a:r>
            </a:p>
          </p:txBody>
        </p:sp>
        <p:sp>
          <p:nvSpPr>
            <p:cNvPr id="13" name="Oval 19"/>
            <p:cNvSpPr>
              <a:spLocks noChangeArrowheads="1"/>
            </p:cNvSpPr>
            <p:nvPr>
              <p:custDataLst>
                <p:tags r:id="rId8"/>
              </p:custDataLst>
            </p:nvPr>
          </p:nvSpPr>
          <p:spPr bwMode="gray">
            <a:xfrm>
              <a:off x="4744" y="3927"/>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4" name="文本框 13"/>
            <p:cNvSpPr txBox="1"/>
            <p:nvPr>
              <p:custDataLst>
                <p:tags r:id="rId9"/>
              </p:custDataLst>
            </p:nvPr>
          </p:nvSpPr>
          <p:spPr>
            <a:xfrm>
              <a:off x="5577" y="3626"/>
              <a:ext cx="6821" cy="655"/>
            </a:xfrm>
            <a:prstGeom prst="rect">
              <a:avLst/>
            </a:prstGeom>
            <a:noFill/>
          </p:spPr>
          <p:txBody>
            <a:bodyPr wrap="square" lIns="0" rIns="0">
              <a:normAutofit fontScale="92500" lnSpcReduction="10000"/>
            </a:bodyPr>
            <a:lstStyle/>
            <a:p>
              <a:pPr>
                <a:lnSpc>
                  <a:spcPct val="130000"/>
                </a:lnSpc>
                <a:spcBef>
                  <a:spcPts val="600"/>
                </a:spcBef>
                <a:defRPr/>
              </a:pPr>
              <a:r>
                <a:rPr dirty="0"/>
                <a:t>① 服务器端资源缺乏；</a:t>
              </a:r>
            </a:p>
          </p:txBody>
        </p:sp>
        <p:sp>
          <p:nvSpPr>
            <p:cNvPr id="15" name="Oval 19"/>
            <p:cNvSpPr>
              <a:spLocks noChangeArrowheads="1"/>
            </p:cNvSpPr>
            <p:nvPr>
              <p:custDataLst>
                <p:tags r:id="rId10"/>
              </p:custDataLst>
            </p:nvPr>
          </p:nvSpPr>
          <p:spPr bwMode="gray">
            <a:xfrm>
              <a:off x="5822" y="4710"/>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17" name="文本框 16"/>
            <p:cNvSpPr txBox="1"/>
            <p:nvPr>
              <p:custDataLst>
                <p:tags r:id="rId11"/>
              </p:custDataLst>
            </p:nvPr>
          </p:nvSpPr>
          <p:spPr>
            <a:xfrm>
              <a:off x="6829" y="4563"/>
              <a:ext cx="6836" cy="690"/>
            </a:xfrm>
            <a:prstGeom prst="rect">
              <a:avLst/>
            </a:prstGeom>
            <a:noFill/>
          </p:spPr>
          <p:txBody>
            <a:bodyPr wrap="square" lIns="0" rIns="0">
              <a:normAutofit lnSpcReduction="10000"/>
            </a:bodyPr>
            <a:lstStyle/>
            <a:p>
              <a:pPr>
                <a:lnSpc>
                  <a:spcPct val="130000"/>
                </a:lnSpc>
                <a:spcBef>
                  <a:spcPts val="600"/>
                </a:spcBef>
                <a:defRPr/>
              </a:pPr>
              <a:r>
                <a:rPr dirty="0"/>
                <a:t>② 不合适的网络带宽；</a:t>
              </a:r>
            </a:p>
          </p:txBody>
        </p:sp>
        <p:sp>
          <p:nvSpPr>
            <p:cNvPr id="18" name="Oval 19"/>
            <p:cNvSpPr>
              <a:spLocks noChangeArrowheads="1"/>
            </p:cNvSpPr>
            <p:nvPr>
              <p:custDataLst>
                <p:tags r:id="rId12"/>
              </p:custDataLst>
            </p:nvPr>
          </p:nvSpPr>
          <p:spPr bwMode="gray">
            <a:xfrm>
              <a:off x="6311" y="5745"/>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26" name="文本框 25"/>
            <p:cNvSpPr txBox="1"/>
            <p:nvPr>
              <p:custDataLst>
                <p:tags r:id="rId13"/>
              </p:custDataLst>
            </p:nvPr>
          </p:nvSpPr>
          <p:spPr>
            <a:xfrm>
              <a:off x="7709" y="5583"/>
              <a:ext cx="5763" cy="720"/>
            </a:xfrm>
            <a:prstGeom prst="rect">
              <a:avLst/>
            </a:prstGeom>
            <a:noFill/>
          </p:spPr>
          <p:txBody>
            <a:bodyPr wrap="square" lIns="0" rIns="0">
              <a:normAutofit/>
            </a:bodyPr>
            <a:lstStyle/>
            <a:p>
              <a:pPr>
                <a:lnSpc>
                  <a:spcPct val="130000"/>
                </a:lnSpc>
                <a:spcBef>
                  <a:spcPts val="600"/>
                </a:spcBef>
                <a:defRPr/>
              </a:pPr>
              <a:r>
                <a:rPr dirty="0"/>
                <a:t>③ 不适当的数据库容量；</a:t>
              </a:r>
            </a:p>
          </p:txBody>
        </p:sp>
        <p:sp>
          <p:nvSpPr>
            <p:cNvPr id="27" name="Oval 19"/>
            <p:cNvSpPr>
              <a:spLocks noChangeArrowheads="1"/>
            </p:cNvSpPr>
            <p:nvPr>
              <p:custDataLst>
                <p:tags r:id="rId14"/>
              </p:custDataLst>
            </p:nvPr>
          </p:nvSpPr>
          <p:spPr bwMode="gray">
            <a:xfrm>
              <a:off x="6325" y="6861"/>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28" name="文本框 27"/>
            <p:cNvSpPr txBox="1"/>
            <p:nvPr>
              <p:custDataLst>
                <p:tags r:id="rId15"/>
              </p:custDataLst>
            </p:nvPr>
          </p:nvSpPr>
          <p:spPr>
            <a:xfrm>
              <a:off x="7709" y="6699"/>
              <a:ext cx="7134" cy="720"/>
            </a:xfrm>
            <a:prstGeom prst="rect">
              <a:avLst/>
            </a:prstGeom>
            <a:noFill/>
          </p:spPr>
          <p:txBody>
            <a:bodyPr wrap="square" lIns="0" rIns="0">
              <a:normAutofit/>
            </a:bodyPr>
            <a:lstStyle/>
            <a:p>
              <a:pPr>
                <a:lnSpc>
                  <a:spcPct val="130000"/>
                </a:lnSpc>
                <a:spcBef>
                  <a:spcPts val="600"/>
                </a:spcBef>
                <a:defRPr/>
              </a:pPr>
              <a:r>
                <a:rPr dirty="0"/>
                <a:t>④ 不完善或不牢固的操作系统能力；</a:t>
              </a:r>
            </a:p>
          </p:txBody>
        </p:sp>
        <p:sp>
          <p:nvSpPr>
            <p:cNvPr id="31" name="Oval 19"/>
            <p:cNvSpPr>
              <a:spLocks noChangeArrowheads="1"/>
            </p:cNvSpPr>
            <p:nvPr>
              <p:custDataLst>
                <p:tags r:id="rId16"/>
              </p:custDataLst>
            </p:nvPr>
          </p:nvSpPr>
          <p:spPr bwMode="gray">
            <a:xfrm>
              <a:off x="5805" y="7926"/>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32" name="文本框 31"/>
            <p:cNvSpPr txBox="1"/>
            <p:nvPr>
              <p:custDataLst>
                <p:tags r:id="rId17"/>
              </p:custDataLst>
            </p:nvPr>
          </p:nvSpPr>
          <p:spPr>
            <a:xfrm>
              <a:off x="6829" y="7779"/>
              <a:ext cx="8292" cy="691"/>
            </a:xfrm>
            <a:prstGeom prst="rect">
              <a:avLst/>
            </a:prstGeom>
            <a:noFill/>
          </p:spPr>
          <p:txBody>
            <a:bodyPr wrap="square" lIns="0" rIns="0">
              <a:normAutofit lnSpcReduction="10000"/>
            </a:bodyPr>
            <a:lstStyle/>
            <a:p>
              <a:pPr>
                <a:lnSpc>
                  <a:spcPct val="130000"/>
                </a:lnSpc>
                <a:spcBef>
                  <a:spcPts val="600"/>
                </a:spcBef>
                <a:defRPr/>
              </a:pPr>
              <a:r>
                <a:rPr lang="zh-CN" altLang="en-US" dirty="0"/>
                <a:t>⑤ 设计的WebApp功能不好；</a:t>
              </a:r>
            </a:p>
          </p:txBody>
        </p:sp>
        <p:sp>
          <p:nvSpPr>
            <p:cNvPr id="36" name="Oval 19"/>
            <p:cNvSpPr>
              <a:spLocks noChangeArrowheads="1"/>
            </p:cNvSpPr>
            <p:nvPr>
              <p:custDataLst>
                <p:tags r:id="rId18"/>
              </p:custDataLst>
            </p:nvPr>
          </p:nvSpPr>
          <p:spPr bwMode="gray">
            <a:xfrm>
              <a:off x="4685" y="8682"/>
              <a:ext cx="396" cy="396"/>
            </a:xfrm>
            <a:prstGeom prst="ellipse">
              <a:avLst/>
            </a:prstGeom>
            <a:solidFill>
              <a:srgbClr val="4F5A71"/>
            </a:solidFill>
            <a:ln w="12700">
              <a:solidFill>
                <a:srgbClr val="FFFFFF"/>
              </a:solidFill>
              <a:round/>
            </a:ln>
            <a:effectLst/>
          </p:spPr>
          <p:txBody>
            <a:bodyPr wrap="square" anchor="ctr">
              <a:normAutofit fontScale="55000" lnSpcReduction="20000"/>
            </a:bodyPr>
            <a:lstStyle/>
            <a:p>
              <a:pPr>
                <a:defRPr/>
              </a:pPr>
              <a:endParaRPr lang="zh-CN" altLang="en-US" sz="1350" kern="0" dirty="0">
                <a:solidFill>
                  <a:sysClr val="windowText" lastClr="000000"/>
                </a:solidFill>
              </a:endParaRPr>
            </a:p>
          </p:txBody>
        </p:sp>
        <p:sp>
          <p:nvSpPr>
            <p:cNvPr id="40" name="文本框 39"/>
            <p:cNvSpPr txBox="1"/>
            <p:nvPr>
              <p:custDataLst>
                <p:tags r:id="rId19"/>
              </p:custDataLst>
            </p:nvPr>
          </p:nvSpPr>
          <p:spPr>
            <a:xfrm>
              <a:off x="5577" y="8708"/>
              <a:ext cx="9855" cy="716"/>
            </a:xfrm>
            <a:prstGeom prst="rect">
              <a:avLst/>
            </a:prstGeom>
            <a:noFill/>
          </p:spPr>
          <p:txBody>
            <a:bodyPr wrap="square" lIns="0" rIns="0">
              <a:normAutofit/>
            </a:bodyPr>
            <a:lstStyle/>
            <a:p>
              <a:pPr>
                <a:lnSpc>
                  <a:spcPct val="130000"/>
                </a:lnSpc>
                <a:spcBef>
                  <a:spcPts val="600"/>
                </a:spcBef>
                <a:defRPr/>
              </a:pPr>
              <a:r>
                <a:rPr lang="zh-CN" altLang="en-US" dirty="0"/>
                <a:t>⑥ 可能导致客户－服务器性能下降的其他硬件或软件问题。</a:t>
              </a:r>
            </a:p>
          </p:txBody>
        </p:sp>
      </p:grpSp>
    </p:spTree>
    <p:custDataLst>
      <p:tags r:id="rId1"/>
    </p:custDataLst>
  </p:cSld>
  <p:clrMapOvr>
    <a:masterClrMapping/>
  </p:clrMapOvr>
  <p:transition>
    <p:comb dir="vert"/>
  </p:transition>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8.7 </a:t>
            </a:r>
            <a:r>
              <a:rPr lang="en-US" altLang="zh-CN" dirty="0" smtClean="0">
                <a:solidFill>
                  <a:srgbClr val="FF0000"/>
                </a:solidFill>
                <a:sym typeface="+mn-ea"/>
              </a:rPr>
              <a:t>WebApp</a:t>
            </a:r>
            <a:r>
              <a:rPr lang="zh-CN" altLang="en-US" dirty="0" smtClean="0">
                <a:solidFill>
                  <a:srgbClr val="FF0000"/>
                </a:solidFill>
                <a:sym typeface="+mn-ea"/>
              </a:rPr>
              <a:t>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8.7.7 </a:t>
            </a:r>
            <a:r>
              <a:rPr sz="2400" dirty="0" smtClean="0">
                <a:solidFill>
                  <a:schemeClr val="tx1"/>
                </a:solidFill>
              </a:rPr>
              <a:t>性能测试</a:t>
            </a:r>
          </a:p>
        </p:txBody>
      </p:sp>
      <p:pic>
        <p:nvPicPr>
          <p:cNvPr id="28" name="图片 1" descr="问号16.jpg"/>
          <p:cNvPicPr>
            <a:picLocks noGrp="1" noChangeAspect="1"/>
          </p:cNvPicPr>
          <p:nvPr isPhoto="1"/>
        </p:nvPicPr>
        <p:blipFill>
          <a:blip r:embed="rId4" cstate="print">
            <a:clrChange>
              <a:clrFrom>
                <a:srgbClr val="FDFDFD"/>
              </a:clrFrom>
              <a:clrTo>
                <a:srgbClr val="FDFDFD">
                  <a:alpha val="0"/>
                </a:srgbClr>
              </a:clrTo>
            </a:clrChange>
          </a:blip>
          <a:srcRect l="8399" t="7668" r="1997" b="9265"/>
          <a:stretch>
            <a:fillRect/>
          </a:stretch>
        </p:blipFill>
        <p:spPr bwMode="auto">
          <a:xfrm>
            <a:off x="-13970" y="2606675"/>
            <a:ext cx="5391785" cy="3749040"/>
          </a:xfrm>
          <a:prstGeom prst="rect">
            <a:avLst/>
          </a:prstGeom>
          <a:noFill/>
          <a:ln w="9525">
            <a:noFill/>
            <a:miter lim="800000"/>
            <a:headEnd/>
            <a:tailEnd/>
          </a:ln>
        </p:spPr>
      </p:pic>
      <p:sp>
        <p:nvSpPr>
          <p:cNvPr id="3" name="文本框 2"/>
          <p:cNvSpPr txBox="1"/>
          <p:nvPr/>
        </p:nvSpPr>
        <p:spPr>
          <a:xfrm>
            <a:off x="5223510" y="2124710"/>
            <a:ext cx="6348095" cy="3794760"/>
          </a:xfrm>
          <a:prstGeom prst="rect">
            <a:avLst/>
          </a:prstGeom>
          <a:noFill/>
        </p:spPr>
        <p:txBody>
          <a:bodyPr wrap="square" rtlCol="0" anchor="t">
            <a:spAutoFit/>
          </a:bodyPr>
          <a:lstStyle/>
          <a:p>
            <a:pPr fontAlgn="auto">
              <a:lnSpc>
                <a:spcPct val="150000"/>
              </a:lnSpc>
            </a:pPr>
            <a:r>
              <a:rPr lang="zh-CN" altLang="en-US">
                <a:latin typeface="微软雅黑" panose="020B0503020204020204" charset="-122"/>
                <a:ea typeface="微软雅黑" panose="020B0503020204020204" charset="-122"/>
              </a:rPr>
              <a:t>通常会设置以下性能测试来检查系统性能。</a:t>
            </a:r>
          </a:p>
          <a:p>
            <a:pPr marL="285750" indent="-285750" fontAlgn="auto">
              <a:lnSpc>
                <a:spcPct val="150000"/>
              </a:lnSpc>
              <a:buFont typeface="Wingdings" panose="05000000000000000000" charset="0"/>
              <a:buChar char="Ø"/>
            </a:pPr>
            <a:r>
              <a:rPr lang="zh-CN" altLang="en-US">
                <a:latin typeface="微软雅黑" panose="020B0503020204020204" charset="-122"/>
                <a:ea typeface="微软雅黑" panose="020B0503020204020204" charset="-122"/>
              </a:rPr>
              <a:t>服务器响应时间是否降低到不可接受的程度？</a:t>
            </a:r>
          </a:p>
          <a:p>
            <a:pPr marL="285750" indent="-285750" fontAlgn="auto">
              <a:lnSpc>
                <a:spcPct val="150000"/>
              </a:lnSpc>
              <a:buFont typeface="Wingdings" panose="05000000000000000000" charset="0"/>
              <a:buChar char="Ø"/>
            </a:pPr>
            <a:r>
              <a:rPr lang="zh-CN" altLang="en-US">
                <a:latin typeface="微软雅黑" panose="020B0503020204020204" charset="-122"/>
                <a:ea typeface="微软雅黑" panose="020B0503020204020204" charset="-122"/>
              </a:rPr>
              <a:t>从用户、事务、数据负载等方面，观察系统在什么情况下性能不可以接受？</a:t>
            </a:r>
          </a:p>
          <a:p>
            <a:pPr marL="285750" indent="-285750" fontAlgn="auto">
              <a:lnSpc>
                <a:spcPct val="150000"/>
              </a:lnSpc>
              <a:buFont typeface="Wingdings" panose="05000000000000000000" charset="0"/>
              <a:buChar char="Ø"/>
            </a:pPr>
            <a:r>
              <a:rPr lang="zh-CN" altLang="en-US">
                <a:latin typeface="微软雅黑" panose="020B0503020204020204" charset="-122"/>
                <a:ea typeface="微软雅黑" panose="020B0503020204020204" charset="-122"/>
              </a:rPr>
              <a:t>在多种负载条件下，对用户的平均响应时间是多少？</a:t>
            </a:r>
          </a:p>
          <a:p>
            <a:pPr marL="285750" indent="-285750" fontAlgn="auto">
              <a:lnSpc>
                <a:spcPct val="150000"/>
              </a:lnSpc>
              <a:buFont typeface="Wingdings" panose="05000000000000000000" charset="0"/>
              <a:buChar char="Ø"/>
            </a:pPr>
            <a:r>
              <a:rPr lang="zh-CN" altLang="en-US">
                <a:latin typeface="微软雅黑" panose="020B0503020204020204" charset="-122"/>
                <a:ea typeface="微软雅黑" panose="020B0503020204020204" charset="-122"/>
              </a:rPr>
              <a:t>性能下降是否影响系统的安全性？</a:t>
            </a:r>
          </a:p>
          <a:p>
            <a:pPr marL="285750" indent="-285750" fontAlgn="auto">
              <a:lnSpc>
                <a:spcPct val="150000"/>
              </a:lnSpc>
              <a:buFont typeface="Wingdings" panose="05000000000000000000" charset="0"/>
              <a:buChar char="Ø"/>
            </a:pPr>
            <a:r>
              <a:rPr lang="zh-CN" altLang="en-US">
                <a:latin typeface="微软雅黑" panose="020B0503020204020204" charset="-122"/>
                <a:ea typeface="微软雅黑" panose="020B0503020204020204" charset="-122"/>
              </a:rPr>
              <a:t>当系统的负载增加时，WebApp的可靠性和精确性是否会受影响？</a:t>
            </a:r>
          </a:p>
          <a:p>
            <a:pPr marL="285750" indent="-285750" fontAlgn="auto">
              <a:lnSpc>
                <a:spcPct val="150000"/>
              </a:lnSpc>
              <a:buFont typeface="Wingdings" panose="05000000000000000000" charset="0"/>
              <a:buChar char="Ø"/>
            </a:pPr>
            <a:r>
              <a:rPr lang="zh-CN" altLang="en-US">
                <a:latin typeface="微软雅黑" panose="020B0503020204020204" charset="-122"/>
                <a:ea typeface="微软雅黑" panose="020B0503020204020204" charset="-122"/>
              </a:rPr>
              <a:t>当负载大于服务器容量的最大值时，会发生什么情况？</a:t>
            </a:r>
          </a:p>
        </p:txBody>
      </p:sp>
    </p:spTree>
    <p:custDataLst>
      <p:tags r:id="rId1"/>
    </p:custDataLst>
  </p:cSld>
  <p:clrMapOvr>
    <a:masterClrMapping/>
  </p:clrMapOvr>
  <p:transition>
    <p:comb dir="vert"/>
  </p:transition>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smtClean="0">
                <a:solidFill>
                  <a:srgbClr val="FF0000"/>
                </a:solidFill>
                <a:sym typeface="+mn-ea"/>
              </a:rPr>
              <a:t>8.7 </a:t>
            </a:r>
            <a:r>
              <a:rPr lang="en-US" altLang="zh-CN" dirty="0" smtClean="0">
                <a:solidFill>
                  <a:srgbClr val="FF0000"/>
                </a:solidFill>
                <a:sym typeface="+mn-ea"/>
              </a:rPr>
              <a:t>WebApp</a:t>
            </a:r>
            <a:r>
              <a:rPr lang="zh-CN" altLang="en-US" dirty="0" smtClean="0">
                <a:solidFill>
                  <a:srgbClr val="FF0000"/>
                </a:solidFill>
                <a:sym typeface="+mn-ea"/>
              </a:rPr>
              <a:t>测试</a:t>
            </a:r>
          </a:p>
        </p:txBody>
      </p:sp>
      <p:sp>
        <p:nvSpPr>
          <p:cNvPr id="29" name="TextBox 6"/>
          <p:cNvSpPr txBox="1"/>
          <p:nvPr/>
        </p:nvSpPr>
        <p:spPr>
          <a:xfrm>
            <a:off x="809625" y="1403350"/>
            <a:ext cx="5777230" cy="566420"/>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charset="-122"/>
                <a:ea typeface="微软雅黑" panose="020B0503020204020204" charset="-122"/>
              </a:defRPr>
            </a:lvl1pPr>
          </a:lstStyle>
          <a:p>
            <a:r>
              <a:rPr lang="en-US" sz="2400" dirty="0" smtClean="0">
                <a:solidFill>
                  <a:schemeClr val="tx1"/>
                </a:solidFill>
              </a:rPr>
              <a:t>8.7.7 </a:t>
            </a:r>
            <a:r>
              <a:rPr sz="2400" dirty="0" smtClean="0">
                <a:solidFill>
                  <a:schemeClr val="tx1"/>
                </a:solidFill>
              </a:rPr>
              <a:t>性能测试</a:t>
            </a:r>
          </a:p>
        </p:txBody>
      </p:sp>
      <p:grpSp>
        <p:nvGrpSpPr>
          <p:cNvPr id="3" name="组合 2"/>
          <p:cNvGrpSpPr/>
          <p:nvPr/>
        </p:nvGrpSpPr>
        <p:grpSpPr>
          <a:xfrm>
            <a:off x="925195" y="1969770"/>
            <a:ext cx="10586720" cy="3775075"/>
            <a:chOff x="696" y="2925"/>
            <a:chExt cx="16672" cy="5945"/>
          </a:xfrm>
        </p:grpSpPr>
        <p:sp>
          <p:nvSpPr>
            <p:cNvPr id="7" name="MH_Other_1"/>
            <p:cNvSpPr/>
            <p:nvPr>
              <p:custDataLst>
                <p:tags r:id="rId2"/>
              </p:custDataLst>
            </p:nvPr>
          </p:nvSpPr>
          <p:spPr>
            <a:xfrm>
              <a:off x="3621" y="4345"/>
              <a:ext cx="10704" cy="1405"/>
            </a:xfrm>
            <a:custGeom>
              <a:avLst/>
              <a:gdLst>
                <a:gd name="connsiteX0" fmla="*/ 0 w 6192688"/>
                <a:gd name="connsiteY0" fmla="*/ 0 h 1261899"/>
                <a:gd name="connsiteX1" fmla="*/ 1656183 w 6192688"/>
                <a:gd name="connsiteY1" fmla="*/ 0 h 1261899"/>
                <a:gd name="connsiteX2" fmla="*/ 4179979 w 6192688"/>
                <a:gd name="connsiteY2" fmla="*/ 0 h 1261899"/>
                <a:gd name="connsiteX3" fmla="*/ 6192688 w 6192688"/>
                <a:gd name="connsiteY3" fmla="*/ 0 h 1261899"/>
                <a:gd name="connsiteX4" fmla="*/ 6192688 w 6192688"/>
                <a:gd name="connsiteY4" fmla="*/ 72008 h 1261899"/>
                <a:gd name="connsiteX5" fmla="*/ 4176343 w 6192688"/>
                <a:gd name="connsiteY5" fmla="*/ 72008 h 1261899"/>
                <a:gd name="connsiteX6" fmla="*/ 2918081 w 6192688"/>
                <a:gd name="connsiteY6" fmla="*/ 1261899 h 1261899"/>
                <a:gd name="connsiteX7" fmla="*/ 1659819 w 6192688"/>
                <a:gd name="connsiteY7" fmla="*/ 72008 h 1261899"/>
                <a:gd name="connsiteX8" fmla="*/ 0 w 6192688"/>
                <a:gd name="connsiteY8" fmla="*/ 72008 h 1261899"/>
                <a:gd name="connsiteX9" fmla="*/ 91440 w 6192688"/>
                <a:gd name="connsiteY9" fmla="*/ 91440 h 1261899"/>
                <a:gd name="connsiteX0-1" fmla="*/ 1656183 w 6192688"/>
                <a:gd name="connsiteY0-2" fmla="*/ 0 h 1261899"/>
                <a:gd name="connsiteX1-3" fmla="*/ 4179979 w 6192688"/>
                <a:gd name="connsiteY1-4" fmla="*/ 0 h 1261899"/>
                <a:gd name="connsiteX2-5" fmla="*/ 6192688 w 6192688"/>
                <a:gd name="connsiteY2-6" fmla="*/ 0 h 1261899"/>
                <a:gd name="connsiteX3-7" fmla="*/ 6192688 w 6192688"/>
                <a:gd name="connsiteY3-8" fmla="*/ 72008 h 1261899"/>
                <a:gd name="connsiteX4-9" fmla="*/ 4176343 w 6192688"/>
                <a:gd name="connsiteY4-10" fmla="*/ 72008 h 1261899"/>
                <a:gd name="connsiteX5-11" fmla="*/ 2918081 w 6192688"/>
                <a:gd name="connsiteY5-12" fmla="*/ 1261899 h 1261899"/>
                <a:gd name="connsiteX6-13" fmla="*/ 1659819 w 6192688"/>
                <a:gd name="connsiteY6-14" fmla="*/ 72008 h 1261899"/>
                <a:gd name="connsiteX7-15" fmla="*/ 0 w 6192688"/>
                <a:gd name="connsiteY7-16" fmla="*/ 72008 h 1261899"/>
                <a:gd name="connsiteX8-17" fmla="*/ 91440 w 6192688"/>
                <a:gd name="connsiteY8-18" fmla="*/ 91440 h 1261899"/>
                <a:gd name="connsiteX0-19" fmla="*/ 4179979 w 6192688"/>
                <a:gd name="connsiteY0-20" fmla="*/ 0 h 1261899"/>
                <a:gd name="connsiteX1-21" fmla="*/ 6192688 w 6192688"/>
                <a:gd name="connsiteY1-22" fmla="*/ 0 h 1261899"/>
                <a:gd name="connsiteX2-23" fmla="*/ 6192688 w 6192688"/>
                <a:gd name="connsiteY2-24" fmla="*/ 72008 h 1261899"/>
                <a:gd name="connsiteX3-25" fmla="*/ 4176343 w 6192688"/>
                <a:gd name="connsiteY3-26" fmla="*/ 72008 h 1261899"/>
                <a:gd name="connsiteX4-27" fmla="*/ 2918081 w 6192688"/>
                <a:gd name="connsiteY4-28" fmla="*/ 1261899 h 1261899"/>
                <a:gd name="connsiteX5-29" fmla="*/ 1659819 w 6192688"/>
                <a:gd name="connsiteY5-30" fmla="*/ 72008 h 1261899"/>
                <a:gd name="connsiteX6-31" fmla="*/ 0 w 6192688"/>
                <a:gd name="connsiteY6-32" fmla="*/ 72008 h 1261899"/>
                <a:gd name="connsiteX7-33" fmla="*/ 91440 w 6192688"/>
                <a:gd name="connsiteY7-34" fmla="*/ 91440 h 1261899"/>
                <a:gd name="connsiteX0-35" fmla="*/ 6192688 w 6192688"/>
                <a:gd name="connsiteY0-36" fmla="*/ 0 h 1261899"/>
                <a:gd name="connsiteX1-37" fmla="*/ 6192688 w 6192688"/>
                <a:gd name="connsiteY1-38" fmla="*/ 72008 h 1261899"/>
                <a:gd name="connsiteX2-39" fmla="*/ 4176343 w 6192688"/>
                <a:gd name="connsiteY2-40" fmla="*/ 72008 h 1261899"/>
                <a:gd name="connsiteX3-41" fmla="*/ 2918081 w 6192688"/>
                <a:gd name="connsiteY3-42" fmla="*/ 1261899 h 1261899"/>
                <a:gd name="connsiteX4-43" fmla="*/ 1659819 w 6192688"/>
                <a:gd name="connsiteY4-44" fmla="*/ 72008 h 1261899"/>
                <a:gd name="connsiteX5-45" fmla="*/ 0 w 6192688"/>
                <a:gd name="connsiteY5-46" fmla="*/ 72008 h 1261899"/>
                <a:gd name="connsiteX6-47" fmla="*/ 91440 w 6192688"/>
                <a:gd name="connsiteY6-48" fmla="*/ 91440 h 1261899"/>
                <a:gd name="connsiteX0-49" fmla="*/ 6192688 w 6192688"/>
                <a:gd name="connsiteY0-50" fmla="*/ 7233 h 1197124"/>
                <a:gd name="connsiteX1-51" fmla="*/ 4176343 w 6192688"/>
                <a:gd name="connsiteY1-52" fmla="*/ 7233 h 1197124"/>
                <a:gd name="connsiteX2-53" fmla="*/ 2918081 w 6192688"/>
                <a:gd name="connsiteY2-54" fmla="*/ 1197124 h 1197124"/>
                <a:gd name="connsiteX3-55" fmla="*/ 1659819 w 6192688"/>
                <a:gd name="connsiteY3-56" fmla="*/ 7233 h 1197124"/>
                <a:gd name="connsiteX4-57" fmla="*/ 0 w 6192688"/>
                <a:gd name="connsiteY4-58" fmla="*/ 7233 h 1197124"/>
                <a:gd name="connsiteX5-59" fmla="*/ 91440 w 6192688"/>
                <a:gd name="connsiteY5-60" fmla="*/ 26665 h 1197124"/>
                <a:gd name="connsiteX0-61" fmla="*/ 6101248 w 6101248"/>
                <a:gd name="connsiteY0-62" fmla="*/ 0 h 1189891"/>
                <a:gd name="connsiteX1-63" fmla="*/ 4084903 w 6101248"/>
                <a:gd name="connsiteY1-64" fmla="*/ 0 h 1189891"/>
                <a:gd name="connsiteX2-65" fmla="*/ 2826641 w 6101248"/>
                <a:gd name="connsiteY2-66" fmla="*/ 1189891 h 1189891"/>
                <a:gd name="connsiteX3-67" fmla="*/ 1568379 w 6101248"/>
                <a:gd name="connsiteY3-68" fmla="*/ 0 h 1189891"/>
                <a:gd name="connsiteX4-69" fmla="*/ 0 w 6101248"/>
                <a:gd name="connsiteY4-70" fmla="*/ 19432 h 1189891"/>
                <a:gd name="connsiteX0-71" fmla="*/ 6144791 w 6144791"/>
                <a:gd name="connsiteY0-72" fmla="*/ 0 h 1189891"/>
                <a:gd name="connsiteX1-73" fmla="*/ 4128446 w 6144791"/>
                <a:gd name="connsiteY1-74" fmla="*/ 0 h 1189891"/>
                <a:gd name="connsiteX2-75" fmla="*/ 2870184 w 6144791"/>
                <a:gd name="connsiteY2-76" fmla="*/ 1189891 h 1189891"/>
                <a:gd name="connsiteX3-77" fmla="*/ 1611922 w 6144791"/>
                <a:gd name="connsiteY3-78" fmla="*/ 0 h 1189891"/>
                <a:gd name="connsiteX4-79" fmla="*/ 0 w 6144791"/>
                <a:gd name="connsiteY4-80" fmla="*/ 4918 h 1189891"/>
                <a:gd name="connsiteX0-81" fmla="*/ 9163763 w 9163763"/>
                <a:gd name="connsiteY0-82" fmla="*/ 14515 h 1189891"/>
                <a:gd name="connsiteX1-83" fmla="*/ 4128446 w 9163763"/>
                <a:gd name="connsiteY1-84" fmla="*/ 0 h 1189891"/>
                <a:gd name="connsiteX2-85" fmla="*/ 2870184 w 9163763"/>
                <a:gd name="connsiteY2-86" fmla="*/ 1189891 h 1189891"/>
                <a:gd name="connsiteX3-87" fmla="*/ 1611922 w 9163763"/>
                <a:gd name="connsiteY3-88" fmla="*/ 0 h 1189891"/>
                <a:gd name="connsiteX4-89" fmla="*/ 0 w 9163763"/>
                <a:gd name="connsiteY4-90" fmla="*/ 4918 h 1189891"/>
                <a:gd name="connsiteX0-91" fmla="*/ 5938570 w 5938570"/>
                <a:gd name="connsiteY0-92" fmla="*/ 14516 h 1189891"/>
                <a:gd name="connsiteX1-93" fmla="*/ 4128446 w 5938570"/>
                <a:gd name="connsiteY1-94" fmla="*/ 0 h 1189891"/>
                <a:gd name="connsiteX2-95" fmla="*/ 2870184 w 5938570"/>
                <a:gd name="connsiteY2-96" fmla="*/ 1189891 h 1189891"/>
                <a:gd name="connsiteX3-97" fmla="*/ 1611922 w 5938570"/>
                <a:gd name="connsiteY3-98" fmla="*/ 0 h 1189891"/>
                <a:gd name="connsiteX4-99" fmla="*/ 0 w 5938570"/>
                <a:gd name="connsiteY4-100" fmla="*/ 4918 h 118989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5938570" h="1189891">
                  <a:moveTo>
                    <a:pt x="5938570" y="14516"/>
                  </a:moveTo>
                  <a:lnTo>
                    <a:pt x="4128446" y="0"/>
                  </a:lnTo>
                  <a:cubicBezTo>
                    <a:pt x="4092690" y="663472"/>
                    <a:pt x="3542913" y="1189891"/>
                    <a:pt x="2870184" y="1189891"/>
                  </a:cubicBezTo>
                  <a:cubicBezTo>
                    <a:pt x="2197455" y="1189891"/>
                    <a:pt x="1647677" y="663471"/>
                    <a:pt x="1611922" y="0"/>
                  </a:cubicBezTo>
                  <a:lnTo>
                    <a:pt x="0" y="4918"/>
                  </a:lnTo>
                </a:path>
              </a:pathLst>
            </a:custGeom>
            <a:noFill/>
            <a:ln w="76200" cmpd="thinThick">
              <a:solidFill>
                <a:schemeClr val="accent3">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sz="1350">
                <a:solidFill>
                  <a:srgbClr val="FFFFFF"/>
                </a:solidFill>
              </a:endParaRPr>
            </a:p>
          </p:txBody>
        </p:sp>
        <p:sp>
          <p:nvSpPr>
            <p:cNvPr id="9" name="MH_Title_1"/>
            <p:cNvSpPr/>
            <p:nvPr>
              <p:custDataLst>
                <p:tags r:id="rId3"/>
              </p:custDataLst>
            </p:nvPr>
          </p:nvSpPr>
          <p:spPr>
            <a:xfrm>
              <a:off x="6953" y="2925"/>
              <a:ext cx="3772" cy="2465"/>
            </a:xfrm>
            <a:prstGeom prst="ellipse">
              <a:avLst/>
            </a:prstGeom>
            <a:solidFill>
              <a:schemeClr val="accent6">
                <a:lumMod val="40000"/>
                <a:lumOff val="60000"/>
              </a:schemeClr>
            </a:solidFill>
            <a:ln w="127000" cmpd="thinThick">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z="3200" b="1" dirty="0" smtClean="0">
                  <a:solidFill>
                    <a:schemeClr val="tx1"/>
                  </a:solidFill>
                  <a:latin typeface="微软雅黑" panose="020B0503020204020204" charset="-122"/>
                  <a:ea typeface="微软雅黑" panose="020B0503020204020204" charset="-122"/>
                </a:rPr>
                <a:t>性能测试</a:t>
              </a:r>
            </a:p>
          </p:txBody>
        </p:sp>
        <p:sp>
          <p:nvSpPr>
            <p:cNvPr id="10" name="MH_SubTitle_1"/>
            <p:cNvSpPr/>
            <p:nvPr>
              <p:custDataLst>
                <p:tags r:id="rId4"/>
              </p:custDataLst>
            </p:nvPr>
          </p:nvSpPr>
          <p:spPr>
            <a:xfrm>
              <a:off x="2175" y="3732"/>
              <a:ext cx="4060" cy="1118"/>
            </a:xfrm>
            <a:prstGeom prst="roundRect">
              <a:avLst>
                <a:gd name="adj" fmla="val 3013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z="2800" b="1" dirty="0" smtClean="0">
                  <a:solidFill>
                    <a:schemeClr val="tx2">
                      <a:lumMod val="75000"/>
                    </a:schemeClr>
                  </a:solidFill>
                  <a:latin typeface="微软雅黑" panose="020B0503020204020204" charset="-122"/>
                  <a:ea typeface="微软雅黑" panose="020B0503020204020204" charset="-122"/>
                </a:rPr>
                <a:t>负载测试</a:t>
              </a:r>
            </a:p>
          </p:txBody>
        </p:sp>
        <p:sp>
          <p:nvSpPr>
            <p:cNvPr id="11" name="MH_Text_1"/>
            <p:cNvSpPr txBox="1">
              <a:spLocks noChangeArrowheads="1"/>
            </p:cNvSpPr>
            <p:nvPr>
              <p:custDataLst>
                <p:tags r:id="rId5"/>
              </p:custDataLst>
            </p:nvPr>
          </p:nvSpPr>
          <p:spPr bwMode="auto">
            <a:xfrm>
              <a:off x="696" y="5782"/>
              <a:ext cx="6260" cy="288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normAutofit/>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fontAlgn="auto">
                <a:lnSpc>
                  <a:spcPct val="150000"/>
                </a:lnSpc>
                <a:defRPr/>
              </a:pPr>
              <a:r>
                <a:rPr lang="en-US" altLang="zh-CN" sz="2000" dirty="0" smtClean="0"/>
                <a:t>         </a:t>
              </a:r>
              <a:r>
                <a:rPr lang="zh-CN" altLang="en-US" sz="2000" dirty="0" smtClean="0"/>
                <a:t>负载测试是指在多种负载级别和多种负载组合下，在真实的环境中和负载下对WebApp进行测试。</a:t>
              </a:r>
            </a:p>
          </p:txBody>
        </p:sp>
        <p:sp>
          <p:nvSpPr>
            <p:cNvPr id="12" name="MH_SubTitle_1"/>
            <p:cNvSpPr/>
            <p:nvPr>
              <p:custDataLst>
                <p:tags r:id="rId6"/>
              </p:custDataLst>
            </p:nvPr>
          </p:nvSpPr>
          <p:spPr>
            <a:xfrm>
              <a:off x="11400" y="3732"/>
              <a:ext cx="4163" cy="1118"/>
            </a:xfrm>
            <a:prstGeom prst="roundRect">
              <a:avLst>
                <a:gd name="adj" fmla="val 36824"/>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rmAutofit/>
            </a:bodyPr>
            <a:lstStyle/>
            <a:p>
              <a:pPr algn="ctr">
                <a:defRPr/>
              </a:pPr>
              <a:r>
                <a:rPr lang="zh-CN" altLang="en-US" sz="2800" b="1" dirty="0" smtClean="0">
                  <a:solidFill>
                    <a:schemeClr val="tx2">
                      <a:lumMod val="75000"/>
                    </a:schemeClr>
                  </a:solidFill>
                  <a:latin typeface="微软雅黑" panose="020B0503020204020204" charset="-122"/>
                  <a:ea typeface="微软雅黑" panose="020B0503020204020204" charset="-122"/>
                </a:rPr>
                <a:t>压力测试</a:t>
              </a:r>
            </a:p>
          </p:txBody>
        </p:sp>
        <p:sp>
          <p:nvSpPr>
            <p:cNvPr id="13" name="MH_Text_1"/>
            <p:cNvSpPr txBox="1">
              <a:spLocks noChangeArrowheads="1"/>
            </p:cNvSpPr>
            <p:nvPr>
              <p:custDataLst>
                <p:tags r:id="rId7"/>
              </p:custDataLst>
            </p:nvPr>
          </p:nvSpPr>
          <p:spPr bwMode="auto">
            <a:xfrm>
              <a:off x="10725" y="5782"/>
              <a:ext cx="6643" cy="30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lIns="0" tIns="0" rIns="0" bIns="0">
              <a:noAutofit/>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fontAlgn="auto">
                <a:lnSpc>
                  <a:spcPct val="150000"/>
                </a:lnSpc>
              </a:pPr>
              <a:r>
                <a:rPr lang="en-US" sz="2000" dirty="0" smtClean="0"/>
                <a:t>         </a:t>
              </a:r>
              <a:r>
                <a:rPr sz="2000" dirty="0" smtClean="0"/>
                <a:t>压力测试是指将负载增加到强度的极限，来测试WebApp能够承受的最大负载容量。</a:t>
              </a:r>
            </a:p>
          </p:txBody>
        </p:sp>
      </p:grpSp>
    </p:spTree>
    <p:custDataLst>
      <p:tags r:id="rId1"/>
    </p:custDataLst>
  </p:cSld>
  <p:clrMapOvr>
    <a:masterClrMapping/>
  </p:clrMapOvr>
  <p:transition>
    <p:comb dir="vert"/>
  </p:transition>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rPr>
              <a:t>本章小结</a:t>
            </a:r>
          </a:p>
        </p:txBody>
      </p:sp>
      <p:sp>
        <p:nvSpPr>
          <p:cNvPr id="16" name="矩形 15"/>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本章小结</a:t>
            </a:r>
          </a:p>
        </p:txBody>
      </p:sp>
      <p:sp>
        <p:nvSpPr>
          <p:cNvPr id="100" name="文本框 99"/>
          <p:cNvSpPr txBox="1"/>
          <p:nvPr/>
        </p:nvSpPr>
        <p:spPr>
          <a:xfrm>
            <a:off x="1645920" y="2861310"/>
            <a:ext cx="9691370" cy="2228850"/>
          </a:xfrm>
          <a:prstGeom prst="rect">
            <a:avLst/>
          </a:prstGeom>
          <a:noFill/>
          <a:ln w="9525">
            <a:noFill/>
          </a:ln>
        </p:spPr>
        <p:txBody>
          <a:bodyPr wrap="square">
            <a:spAutoFit/>
          </a:bodyPr>
          <a:lstStyle/>
          <a:p>
            <a:pPr marL="285750" indent="-285750" algn="l" fontAlgn="auto">
              <a:lnSpc>
                <a:spcPct val="130000"/>
              </a:lnSpc>
              <a:buClrTx/>
              <a:buFont typeface="Wingdings" panose="05000000000000000000" charset="0"/>
              <a:buChar char="Ø"/>
            </a:pPr>
            <a:r>
              <a:rPr>
                <a:latin typeface="微软雅黑" panose="020B0503020204020204" charset="-122"/>
                <a:ea typeface="微软雅黑" panose="020B0503020204020204" charset="-122"/>
                <a:sym typeface="+mn-ea"/>
              </a:rPr>
              <a:t>本章首先介绍了Web软件工程的概况、特点以及Web的层次结构；客户端和服务器端常用的技术。目前基于Web的系统通常采用三层或三层以上结构：</a:t>
            </a:r>
            <a:r>
              <a:rPr>
                <a:solidFill>
                  <a:srgbClr val="C00000"/>
                </a:solidFill>
                <a:latin typeface="微软雅黑" panose="020B0503020204020204" charset="-122"/>
                <a:ea typeface="微软雅黑" panose="020B0503020204020204" charset="-122"/>
                <a:sym typeface="+mn-ea"/>
              </a:rPr>
              <a:t>Web客户端、Web服务器和数据库服务器</a:t>
            </a:r>
            <a:r>
              <a:rPr>
                <a:latin typeface="微软雅黑" panose="020B0503020204020204" charset="-122"/>
                <a:ea typeface="微软雅黑" panose="020B0503020204020204" charset="-122"/>
                <a:sym typeface="+mn-ea"/>
              </a:rPr>
              <a:t>，很多结构中会有应用服务器。客户端使用的技术有HTML、脚本语言、Applet和AJAX，服务器端采用Servlet和JSP技术。</a:t>
            </a:r>
          </a:p>
          <a:p>
            <a:pPr marL="285750" indent="-285750" algn="l" fontAlgn="auto">
              <a:lnSpc>
                <a:spcPct val="130000"/>
              </a:lnSpc>
              <a:buClrTx/>
              <a:buFont typeface="Wingdings" panose="05000000000000000000" charset="0"/>
              <a:buChar char="Ø"/>
            </a:pPr>
            <a:r>
              <a:rPr>
                <a:latin typeface="微软雅黑" panose="020B0503020204020204" charset="-122"/>
                <a:ea typeface="微软雅黑" panose="020B0503020204020204" charset="-122"/>
                <a:sym typeface="+mn-ea"/>
              </a:rPr>
              <a:t>随后介绍了WebApp的设计模式，包括</a:t>
            </a:r>
            <a:r>
              <a:rPr>
                <a:solidFill>
                  <a:srgbClr val="00B050"/>
                </a:solidFill>
                <a:latin typeface="微软雅黑" panose="020B0503020204020204" charset="-122"/>
                <a:ea typeface="微软雅黑" panose="020B0503020204020204" charset="-122"/>
                <a:sym typeface="+mn-ea"/>
              </a:rPr>
              <a:t>观察者模式、组合模式、工厂方法模式、策略模式、装饰者模式、模型－视图－控制器（MVC）模式</a:t>
            </a:r>
            <a:r>
              <a:rPr>
                <a:latin typeface="微软雅黑" panose="020B0503020204020204" charset="-122"/>
                <a:ea typeface="微软雅黑" panose="020B0503020204020204" charset="-122"/>
                <a:sym typeface="+mn-ea"/>
              </a:rPr>
              <a:t>。</a:t>
            </a:r>
          </a:p>
        </p:txBody>
      </p:sp>
      <p:sp>
        <p:nvSpPr>
          <p:cNvPr id="7" name="文本框 6"/>
          <p:cNvSpPr txBox="1"/>
          <p:nvPr/>
        </p:nvSpPr>
        <p:spPr>
          <a:xfrm>
            <a:off x="754380" y="3190240"/>
            <a:ext cx="476250" cy="108712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本章小结</a:t>
            </a:r>
          </a:p>
        </p:txBody>
      </p:sp>
    </p:spTree>
  </p:cSld>
  <p:clrMapOvr>
    <a:masterClrMapping/>
  </p:clrMapOvr>
  <p:transition>
    <p:randomBar dir="vert"/>
  </p:transition>
  <p:timing>
    <p:tnLst>
      <p:par>
        <p:cTn id="1" dur="indefinite" restart="never" nodeType="tmRoot"/>
      </p:par>
    </p:tn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rPr>
              <a:t>本章小结</a:t>
            </a:r>
          </a:p>
        </p:txBody>
      </p:sp>
      <p:sp>
        <p:nvSpPr>
          <p:cNvPr id="16" name="矩形 15"/>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本章小结</a:t>
            </a:r>
          </a:p>
        </p:txBody>
      </p:sp>
      <p:sp>
        <p:nvSpPr>
          <p:cNvPr id="100" name="文本框 99"/>
          <p:cNvSpPr txBox="1"/>
          <p:nvPr/>
        </p:nvSpPr>
        <p:spPr>
          <a:xfrm>
            <a:off x="1691005" y="2531110"/>
            <a:ext cx="9172614" cy="2973122"/>
          </a:xfrm>
          <a:prstGeom prst="rect">
            <a:avLst/>
          </a:prstGeom>
          <a:noFill/>
          <a:ln w="9525">
            <a:noFill/>
          </a:ln>
        </p:spPr>
        <p:txBody>
          <a:bodyPr wrap="square">
            <a:spAutoFit/>
          </a:bodyPr>
          <a:lstStyle/>
          <a:p>
            <a:pPr marL="285750" indent="-285750" algn="l" fontAlgn="auto">
              <a:lnSpc>
                <a:spcPct val="130000"/>
              </a:lnSpc>
              <a:buClrTx/>
              <a:buFont typeface="Wingdings" panose="05000000000000000000" charset="0"/>
              <a:buChar char="Ø"/>
            </a:pPr>
            <a:r>
              <a:rPr dirty="0">
                <a:latin typeface="微软雅黑" panose="020B0503020204020204" charset="-122"/>
                <a:ea typeface="微软雅黑" panose="020B0503020204020204" charset="-122"/>
                <a:sym typeface="+mn-ea"/>
              </a:rPr>
              <a:t>然后描述了WebApp的特点，介绍了分析模型的重要性。WebApp的需求分析包括3个主要任务：</a:t>
            </a:r>
            <a:r>
              <a:rPr dirty="0">
                <a:solidFill>
                  <a:srgbClr val="7030A0"/>
                </a:solidFill>
                <a:latin typeface="微软雅黑" panose="020B0503020204020204" charset="-122"/>
                <a:ea typeface="微软雅黑" panose="020B0503020204020204" charset="-122"/>
                <a:sym typeface="+mn-ea"/>
              </a:rPr>
              <a:t>表达、需求收集和分析建模</a:t>
            </a:r>
            <a:r>
              <a:rPr dirty="0">
                <a:latin typeface="微软雅黑" panose="020B0503020204020204" charset="-122"/>
                <a:ea typeface="微软雅黑" panose="020B0503020204020204" charset="-122"/>
                <a:sym typeface="+mn-ea"/>
              </a:rPr>
              <a:t>。在需求“表达”期间，确定WebApp的动机和目标；定义用户的种类；记录WebApp的内容和功能需求；初步了解为什么要构建WebApp，使用该WebApp的用户有哪些，WebApp为用户解决哪些问题。Web应用需求工程的活动一般也可以分为</a:t>
            </a:r>
            <a:r>
              <a:rPr dirty="0">
                <a:solidFill>
                  <a:schemeClr val="accent2">
                    <a:lumMod val="50000"/>
                  </a:schemeClr>
                </a:solidFill>
                <a:latin typeface="微软雅黑" panose="020B0503020204020204" charset="-122"/>
                <a:ea typeface="微软雅黑" panose="020B0503020204020204" charset="-122"/>
                <a:sym typeface="+mn-ea"/>
              </a:rPr>
              <a:t>需求获取、需求分析（建立模型）、需求文档编写、需求确认与验证、需求跟踪与需求复用</a:t>
            </a:r>
            <a:r>
              <a:rPr dirty="0">
                <a:latin typeface="微软雅黑" panose="020B0503020204020204" charset="-122"/>
                <a:ea typeface="微软雅黑" panose="020B0503020204020204" charset="-122"/>
                <a:sym typeface="+mn-ea"/>
              </a:rPr>
              <a:t>5个阶段。软件需求规格说明书（SRS）是软件分析的最终结果，用来描述系统应该表现出的行为，即描述设计决策，它是用来和开发团队中其他人员交流系统决策的有力工具。</a:t>
            </a:r>
          </a:p>
        </p:txBody>
      </p:sp>
      <p:sp>
        <p:nvSpPr>
          <p:cNvPr id="7" name="文本框 6"/>
          <p:cNvSpPr txBox="1"/>
          <p:nvPr/>
        </p:nvSpPr>
        <p:spPr>
          <a:xfrm>
            <a:off x="754380" y="3190240"/>
            <a:ext cx="476250" cy="108712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本章小结</a:t>
            </a:r>
          </a:p>
        </p:txBody>
      </p:sp>
    </p:spTree>
  </p:cSld>
  <p:clrMapOvr>
    <a:masterClrMapping/>
  </p:clrMapOvr>
  <p:transition>
    <p:randomBar dir="vert"/>
  </p:transition>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a:solidFill>
                  <a:srgbClr val="FF0000"/>
                </a:solidFill>
              </a:rPr>
              <a:t>本章小结</a:t>
            </a:r>
          </a:p>
        </p:txBody>
      </p:sp>
      <p:sp>
        <p:nvSpPr>
          <p:cNvPr id="16" name="矩形 15"/>
          <p:cNvSpPr/>
          <p:nvPr/>
        </p:nvSpPr>
        <p:spPr>
          <a:xfrm>
            <a:off x="10306050" y="665480"/>
            <a:ext cx="1283970" cy="964565"/>
          </a:xfrm>
          <a:prstGeom prst="rect">
            <a:avLst/>
          </a:prstGeom>
          <a:solidFill>
            <a:srgbClr val="FFFFFF">
              <a:alpha val="85098"/>
            </a:srgbClr>
          </a:solidFill>
          <a:ln w="3175" cap="flat" cmpd="sng" algn="ctr">
            <a:noFill/>
            <a:prstDash val="solid"/>
          </a:ln>
          <a:effectLst>
            <a:outerShdw blurRad="50800" dist="38100" dir="5400000" algn="t" rotWithShape="0">
              <a:prstClr val="black">
                <a:alpha val="40000"/>
              </a:prstClr>
            </a:outerShdw>
          </a:effectLst>
        </p:spPr>
        <p:txBody>
          <a:bodyPr anchor="ctr"/>
          <a:lstStyle/>
          <a:p>
            <a:pPr marR="0" lvl="0" indent="0" algn="ctr" defTabSz="-635" fontAlgn="auto">
              <a:lnSpc>
                <a:spcPct val="120000"/>
              </a:lnSpc>
              <a:spcBef>
                <a:spcPts val="0"/>
              </a:spcBef>
              <a:spcAft>
                <a:spcPts val="0"/>
              </a:spcAft>
              <a:buClrTx/>
              <a:buSzTx/>
              <a:buFontTx/>
              <a:buNone/>
            </a:pPr>
            <a:r>
              <a:rPr kumimoji="0" lang="zh-CN" altLang="en-US" sz="1800" b="1" i="0" u="none" strike="noStrike" kern="0" cap="none" spc="0" normalizeH="0" baseline="0">
                <a:ln>
                  <a:noFill/>
                </a:ln>
                <a:solidFill>
                  <a:schemeClr val="tx1"/>
                </a:solidFill>
                <a:effectLst/>
                <a:uLnTx/>
                <a:uFillTx/>
                <a:latin typeface="微软雅黑" panose="020B0503020204020204" charset="-122"/>
                <a:ea typeface="微软雅黑" panose="020B0503020204020204" charset="-122"/>
              </a:rPr>
              <a:t>本章小结</a:t>
            </a:r>
          </a:p>
        </p:txBody>
      </p:sp>
      <p:sp>
        <p:nvSpPr>
          <p:cNvPr id="100" name="文本框 99"/>
          <p:cNvSpPr txBox="1"/>
          <p:nvPr/>
        </p:nvSpPr>
        <p:spPr>
          <a:xfrm>
            <a:off x="1579246" y="2131060"/>
            <a:ext cx="9420850" cy="3693319"/>
          </a:xfrm>
          <a:prstGeom prst="rect">
            <a:avLst/>
          </a:prstGeom>
          <a:noFill/>
          <a:ln w="9525">
            <a:noFill/>
          </a:ln>
        </p:spPr>
        <p:txBody>
          <a:bodyPr wrap="square">
            <a:spAutoFit/>
          </a:bodyPr>
          <a:lstStyle/>
          <a:p>
            <a:pPr marL="285750" indent="-285750" algn="l" fontAlgn="auto">
              <a:lnSpc>
                <a:spcPct val="130000"/>
              </a:lnSpc>
              <a:buClrTx/>
              <a:buFont typeface="Wingdings" panose="05000000000000000000" charset="0"/>
              <a:buChar char="Ø"/>
            </a:pPr>
            <a:r>
              <a:rPr dirty="0">
                <a:latin typeface="微软雅黑" panose="020B0503020204020204" charset="-122"/>
                <a:ea typeface="微软雅黑" panose="020B0503020204020204" charset="-122"/>
                <a:sym typeface="+mn-ea"/>
              </a:rPr>
              <a:t>WebApp设计首先进行策划活动，然后通过对软件系统的高层分解确定其总体结构，从而为后续的每个软件模块的详细设计奠定基础，通常包括以下几个阶段：</a:t>
            </a:r>
            <a:r>
              <a:rPr dirty="0">
                <a:solidFill>
                  <a:srgbClr val="00B0F0"/>
                </a:solidFill>
                <a:latin typeface="微软雅黑" panose="020B0503020204020204" charset="-122"/>
                <a:ea typeface="微软雅黑" panose="020B0503020204020204" charset="-122"/>
                <a:sym typeface="+mn-ea"/>
              </a:rPr>
              <a:t>设计策划、体系结构设计、人机交互设计、详细设计、设计整合与验证、总结。</a:t>
            </a:r>
          </a:p>
          <a:p>
            <a:pPr marL="285750" indent="-285750" algn="l" fontAlgn="auto">
              <a:lnSpc>
                <a:spcPct val="130000"/>
              </a:lnSpc>
              <a:buClrTx/>
              <a:buFont typeface="Wingdings" panose="05000000000000000000" charset="0"/>
              <a:buChar char="Ø"/>
            </a:pPr>
            <a:r>
              <a:rPr dirty="0">
                <a:latin typeface="微软雅黑" panose="020B0503020204020204" charset="-122"/>
                <a:ea typeface="微软雅黑" panose="020B0503020204020204" charset="-122"/>
                <a:sym typeface="+mn-ea"/>
              </a:rPr>
              <a:t>WebApp工程的设计活动有：内容设计、美学设计、体系结构设计、界面设计、构件设计、导航设计。WebApp有4种不同的内容体系结构：</a:t>
            </a:r>
            <a:r>
              <a:rPr dirty="0">
                <a:solidFill>
                  <a:srgbClr val="0070C0"/>
                </a:solidFill>
                <a:latin typeface="微软雅黑" panose="020B0503020204020204" charset="-122"/>
                <a:ea typeface="微软雅黑" panose="020B0503020204020204" charset="-122"/>
                <a:sym typeface="+mn-ea"/>
              </a:rPr>
              <a:t>线性结构、网格结构、分层结构、网络结构，设计中也可以将这几种结构进行组合。</a:t>
            </a:r>
          </a:p>
          <a:p>
            <a:pPr marL="285750" indent="-285750" algn="l" fontAlgn="auto">
              <a:lnSpc>
                <a:spcPct val="130000"/>
              </a:lnSpc>
              <a:buClrTx/>
              <a:buFont typeface="Wingdings" panose="05000000000000000000" charset="0"/>
              <a:buChar char="Ø"/>
            </a:pPr>
            <a:r>
              <a:rPr dirty="0">
                <a:latin typeface="微软雅黑" panose="020B0503020204020204" charset="-122"/>
                <a:ea typeface="微软雅黑" panose="020B0503020204020204" charset="-122"/>
                <a:sym typeface="+mn-ea"/>
              </a:rPr>
              <a:t>本章最后介绍了WebApp的测试，通常有</a:t>
            </a:r>
            <a:r>
              <a:rPr dirty="0">
                <a:solidFill>
                  <a:srgbClr val="C00000"/>
                </a:solidFill>
                <a:latin typeface="微软雅黑" panose="020B0503020204020204" charset="-122"/>
                <a:ea typeface="微软雅黑" panose="020B0503020204020204" charset="-122"/>
                <a:sym typeface="+mn-ea"/>
              </a:rPr>
              <a:t>内容测试、界面测试、导航测试、构件测试、配置测试、安全性测试</a:t>
            </a:r>
            <a:r>
              <a:rPr dirty="0">
                <a:latin typeface="微软雅黑" panose="020B0503020204020204" charset="-122"/>
                <a:ea typeface="微软雅黑" panose="020B0503020204020204" charset="-122"/>
                <a:sym typeface="+mn-ea"/>
              </a:rPr>
              <a:t>几个部分。WebApp的测试是为了发现可能导致错误的问题，应该</a:t>
            </a:r>
            <a:r>
              <a:rPr dirty="0">
                <a:solidFill>
                  <a:srgbClr val="C00000"/>
                </a:solidFill>
                <a:latin typeface="微软雅黑" panose="020B0503020204020204" charset="-122"/>
                <a:ea typeface="微软雅黑" panose="020B0503020204020204" charset="-122"/>
                <a:sym typeface="+mn-ea"/>
              </a:rPr>
              <a:t>对内容、功能、结构、可用性、导航性、性能、兼容性、互操作性、容量和安全性等方面进行测试</a:t>
            </a:r>
            <a:r>
              <a:rPr dirty="0">
                <a:latin typeface="微软雅黑" panose="020B0503020204020204" charset="-122"/>
                <a:ea typeface="微软雅黑" panose="020B0503020204020204" charset="-122"/>
                <a:sym typeface="+mn-ea"/>
              </a:rPr>
              <a:t>，以确保系统运行正常。</a:t>
            </a:r>
          </a:p>
        </p:txBody>
      </p:sp>
      <p:sp>
        <p:nvSpPr>
          <p:cNvPr id="7" name="文本框 6"/>
          <p:cNvSpPr txBox="1"/>
          <p:nvPr/>
        </p:nvSpPr>
        <p:spPr>
          <a:xfrm>
            <a:off x="754380" y="3190240"/>
            <a:ext cx="476250" cy="1087120"/>
          </a:xfrm>
          <a:prstGeom prst="rect">
            <a:avLst/>
          </a:prstGeom>
          <a:noFill/>
        </p:spPr>
        <p:txBody>
          <a:bodyPr vert="eaVert" wrap="none" rtlCol="0">
            <a:spAutoFit/>
          </a:bodyPr>
          <a:lstStyle/>
          <a:p>
            <a:pPr algn="l"/>
            <a:r>
              <a:rPr lang="zh-CN" altLang="en-US" spc="160" dirty="0">
                <a:solidFill>
                  <a:schemeClr val="bg1"/>
                </a:solidFill>
                <a:latin typeface="微软雅黑" panose="020B0503020204020204" charset="-122"/>
                <a:ea typeface="微软雅黑" panose="020B0503020204020204" charset="-122"/>
              </a:rPr>
              <a:t>本章小结</a:t>
            </a:r>
          </a:p>
        </p:txBody>
      </p:sp>
    </p:spTree>
  </p:cSld>
  <p:clrMapOvr>
    <a:masterClrMapping/>
  </p:clrMapOvr>
  <p:transition>
    <p:randomBar dir="vert"/>
  </p:transition>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p:randomBar dir="vert"/>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H" val="20150911154116"/>
  <p:tag name="MH_LIBRARY" val="GRAPHIC"/>
  <p:tag name="MH_ORDER" val="矩形 2"/>
</p:tagLst>
</file>

<file path=ppt/tags/tag2.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2"/>
</p:tagLst>
</file>

<file path=ppt/tags/tag3.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3"/>
</p:tagLst>
</file>

<file path=ppt/tags/tag4.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TextBox 4"/>
</p:tagLst>
</file>

<file path=ppt/tags/tag5.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6"/>
</p:tagLst>
</file>

<file path=ppt/tags/tag6.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7"/>
</p:tagLst>
</file>

<file path=ppt/tags/tag7.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8"/>
</p:tagLst>
</file>

<file path=ppt/tags/tag8.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9"/>
</p:tagLst>
</file>

<file path=ppt/tags/tag9.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0"/>
</p:tagLst>
</file>

<file path=ppt/tags/tag10.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1"/>
</p:tagLst>
</file>

<file path=ppt/tags/tag11.xml><?xml version="1.0" encoding="utf-8"?>
<p:tagLst xmlns:a="http://schemas.openxmlformats.org/drawingml/2006/main" xmlns:r="http://schemas.openxmlformats.org/officeDocument/2006/relationships" xmlns:p="http://schemas.openxmlformats.org/presentationml/2006/main">
  <p:tag name="MH" val="20170216174430"/>
  <p:tag name="MH_LIBRARY" val="GRAPHIC"/>
  <p:tag name="MH_ORDER" val="直角三角形 12"/>
</p:tagLst>
</file>

<file path=ppt/tags/tag12.xml><?xml version="1.0" encoding="utf-8"?>
<p:tagLst xmlns:a="http://schemas.openxmlformats.org/drawingml/2006/main" xmlns:r="http://schemas.openxmlformats.org/officeDocument/2006/relationships" xmlns:p="http://schemas.openxmlformats.org/presentationml/2006/main">
  <p:tag name="MH_TYPE" val="#NeiR#"/>
  <p:tag name="MH_NUMBER" val="1"/>
  <p:tag name="MH_CATEGORY" val="#TuWHP#"/>
  <p:tag name="MH_LAYOUT" val="SubTitleText"/>
  <p:tag name="MH" val="20161213152808"/>
  <p:tag name="MH_LIBRARY" val="GRAPHIC"/>
</p:tagLst>
</file>

<file path=ppt/tags/tag13.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Picture"/>
  <p:tag name="MH_ORDER" val="1"/>
</p:tagLst>
</file>

<file path=ppt/tags/tag14.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Text"/>
  <p:tag name="MH_ORDER" val="1"/>
</p:tagLst>
</file>

<file path=ppt/tags/tag15.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Other"/>
  <p:tag name="MH_ORDER" val="2"/>
</p:tagLst>
</file>

<file path=ppt/tags/tag16.xml><?xml version="1.0" encoding="utf-8"?>
<p:tagLst xmlns:a="http://schemas.openxmlformats.org/drawingml/2006/main" xmlns:r="http://schemas.openxmlformats.org/officeDocument/2006/relationships" xmlns:p="http://schemas.openxmlformats.org/presentationml/2006/main">
  <p:tag name="MH" val="20161213152808"/>
  <p:tag name="MH_LIBRARY" val="GRAPHIC"/>
  <p:tag name="MH_TYPE" val="Other"/>
  <p:tag name="MH_ORDER" val="3"/>
</p:tagLst>
</file>

<file path=ppt/tags/tag1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9.xml><?xml version="1.0" encoding="utf-8"?>
<p:tagLst xmlns:a="http://schemas.openxmlformats.org/drawingml/2006/main" xmlns:r="http://schemas.openxmlformats.org/officeDocument/2006/relationships" xmlns:p="http://schemas.openxmlformats.org/presentationml/2006/main">
  <p:tag name="MH" val="20161213153337"/>
  <p:tag name="MH_LIBRARY" val="GRAPHIC"/>
</p:tagLst>
</file>

<file path=ppt/tags/tag20.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21.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Text Box 20"/>
</p:tagLst>
</file>

<file path=ppt/tags/tag22.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文本框 20"/>
</p:tagLst>
</file>

<file path=ppt/tags/tag23.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直接连接符 22"/>
</p:tagLst>
</file>

<file path=ppt/tags/tag24.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直接连接符 24"/>
</p:tagLst>
</file>

<file path=ppt/tags/tag25.xml><?xml version="1.0" encoding="utf-8"?>
<p:tagLst xmlns:a="http://schemas.openxmlformats.org/drawingml/2006/main" xmlns:r="http://schemas.openxmlformats.org/officeDocument/2006/relationships" xmlns:p="http://schemas.openxmlformats.org/presentationml/2006/main">
  <p:tag name="MH" val="20161213153337"/>
  <p:tag name="MH_LIBRARY" val="GRAPHIC"/>
</p:tagLst>
</file>

<file path=ppt/tags/tag26.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27.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Text Box 20"/>
</p:tagLst>
</file>

<file path=ppt/tags/tag28.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文本框 20"/>
</p:tagLst>
</file>

<file path=ppt/tags/tag29.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直接连接符 22"/>
</p:tagLst>
</file>

<file path=ppt/tags/tag30.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直接连接符 24"/>
</p:tagLst>
</file>

<file path=ppt/tags/tag31.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3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6.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3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0.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1"/>
</p:tagLst>
</file>

<file path=ppt/tags/tag41.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2"/>
</p:tagLst>
</file>

<file path=ppt/tags/tag42.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3"/>
</p:tagLst>
</file>

<file path=ppt/tags/tag43.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4"/>
</p:tagLst>
</file>

<file path=ppt/tags/tag44.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5"/>
</p:tagLst>
</file>

<file path=ppt/tags/tag45.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Text"/>
  <p:tag name="MH_ORDER" val="2"/>
</p:tagLst>
</file>

<file path=ppt/tags/tag46.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Text"/>
  <p:tag name="MH_ORDER" val="1"/>
</p:tagLst>
</file>

<file path=ppt/tags/tag4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4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5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5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5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5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5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5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5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5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6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6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6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6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7.xml><?xml version="1.0" encoding="utf-8"?>
<p:tagLst xmlns:a="http://schemas.openxmlformats.org/drawingml/2006/main" xmlns:r="http://schemas.openxmlformats.org/officeDocument/2006/relationships" xmlns:p="http://schemas.openxmlformats.org/presentationml/2006/main">
  <p:tag name="MH" val="20161214163846"/>
  <p:tag name="MH_LIBRARY" val="GRAPHIC"/>
  <p:tag name="MH_TYPE" val="Text"/>
  <p:tag name="MH_ORDER" val="1"/>
</p:tagLst>
</file>

<file path=ppt/tags/tag6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7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7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7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7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7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7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7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6"/>
</p:tagLst>
</file>

<file path=ppt/tags/tag7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7"/>
</p:tagLst>
</file>

<file path=ppt/tags/tag7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8"/>
</p:tagLst>
</file>

<file path=ppt/tags/tag7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9"/>
</p:tagLst>
</file>

<file path=ppt/tags/tag8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0"/>
</p:tagLst>
</file>

<file path=ppt/tags/tag8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3"/>
</p:tagLst>
</file>

<file path=ppt/tags/tag8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3"/>
</p:tagLst>
</file>

<file path=ppt/tags/tag8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
</p:tagLst>
</file>

<file path=ppt/tags/tag8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2"/>
</p:tagLst>
</file>

<file path=ppt/tags/tag8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3"/>
</p:tagLst>
</file>

<file path=ppt/tags/tag8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4"/>
</p:tagLst>
</file>

<file path=ppt/tags/tag8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5"/>
</p:tagLst>
</file>

<file path=ppt/tags/tag8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2"/>
</p:tagLst>
</file>

<file path=ppt/tags/tag9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2"/>
</p:tagLst>
</file>

<file path=ppt/tags/tag9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92.xml><?xml version="1.0" encoding="utf-8"?>
<p:tagLst xmlns:a="http://schemas.openxmlformats.org/drawingml/2006/main" xmlns:r="http://schemas.openxmlformats.org/officeDocument/2006/relationships" xmlns:p="http://schemas.openxmlformats.org/presentationml/2006/main">
  <p:tag name="MH" val="20170104170016"/>
  <p:tag name="MH_LIBRARY" val="GRAPHIC"/>
  <p:tag name="MH_TYPE" val="Text"/>
  <p:tag name="MH_ORDER" val="1"/>
</p:tagLst>
</file>

<file path=ppt/tags/tag9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9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9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7*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9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7*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9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7*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9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7*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9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7*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10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7*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10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7*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0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7*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0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7*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0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7*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0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8"/>
  <p:tag name="KSO_WM_UNIT_ID" val="custom160418_27*n_i*1_8"/>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0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3"/>
  <p:tag name="KSO_WM_UNIT_ID" val="custom160418_27*n_h_f*1_2_3"/>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0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9"/>
  <p:tag name="KSO_WM_UNIT_ID" val="custom160418_27*n_i*1_9"/>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0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7*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0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7*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7*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7*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7*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1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1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11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16.xml><?xml version="1.0" encoding="utf-8"?>
<p:tagLst xmlns:a="http://schemas.openxmlformats.org/drawingml/2006/main" xmlns:r="http://schemas.openxmlformats.org/officeDocument/2006/relationships" xmlns:p="http://schemas.openxmlformats.org/presentationml/2006/main">
  <p:tag name="MH" val="20170105130131"/>
  <p:tag name="MH_LIBRARY" val="GRAPHIC"/>
  <p:tag name="MH_TYPE" val="Picture"/>
  <p:tag name="MH_ORDER" val="1"/>
</p:tagLst>
</file>

<file path=ppt/tags/tag117.xml><?xml version="1.0" encoding="utf-8"?>
<p:tagLst xmlns:a="http://schemas.openxmlformats.org/drawingml/2006/main" xmlns:r="http://schemas.openxmlformats.org/officeDocument/2006/relationships" xmlns:p="http://schemas.openxmlformats.org/presentationml/2006/main">
  <p:tag name="MH" val="20170105130131"/>
  <p:tag name="MH_LIBRARY" val="GRAPHIC"/>
  <p:tag name="MH_TYPE" val="SubTitle"/>
  <p:tag name="MH_ORDER" val="1"/>
</p:tagLst>
</file>

<file path=ppt/tags/tag11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19.xml><?xml version="1.0" encoding="utf-8"?>
<p:tagLst xmlns:a="http://schemas.openxmlformats.org/drawingml/2006/main" xmlns:r="http://schemas.openxmlformats.org/officeDocument/2006/relationships" xmlns:p="http://schemas.openxmlformats.org/presentationml/2006/main">
  <p:tag name="MH" val="20161214163846"/>
  <p:tag name="MH_LIBRARY" val="GRAPHIC"/>
  <p:tag name="MH_TYPE" val="Text"/>
  <p:tag name="MH_ORDER" val="1"/>
</p:tagLst>
</file>

<file path=ppt/tags/tag12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2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2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23.xml><?xml version="1.0" encoding="utf-8"?>
<p:tagLst xmlns:a="http://schemas.openxmlformats.org/drawingml/2006/main" xmlns:r="http://schemas.openxmlformats.org/officeDocument/2006/relationships" xmlns:p="http://schemas.openxmlformats.org/presentationml/2006/main">
  <p:tag name="MH" val="20161214163846"/>
  <p:tag name="MH_LIBRARY" val="GRAPHIC"/>
  <p:tag name="MH_TYPE" val="Text"/>
  <p:tag name="MH_ORDER" val="1"/>
</p:tagLst>
</file>

<file path=ppt/tags/tag12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2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12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12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12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12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13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13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13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13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13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13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13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13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13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13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14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4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4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43.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14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45.xml><?xml version="1.0" encoding="utf-8"?>
<p:tagLst xmlns:a="http://schemas.openxmlformats.org/drawingml/2006/main" xmlns:r="http://schemas.openxmlformats.org/officeDocument/2006/relationships" xmlns:p="http://schemas.openxmlformats.org/presentationml/2006/main">
  <p:tag name="MH" val="20170105095805"/>
  <p:tag name="MH_LIBRARY" val="GRAPHIC"/>
  <p:tag name="MH_TYPE" val="Other"/>
  <p:tag name="MH_ORDER" val="1"/>
</p:tagLst>
</file>

<file path=ppt/tags/tag146.xml><?xml version="1.0" encoding="utf-8"?>
<p:tagLst xmlns:a="http://schemas.openxmlformats.org/drawingml/2006/main" xmlns:r="http://schemas.openxmlformats.org/officeDocument/2006/relationships" xmlns:p="http://schemas.openxmlformats.org/presentationml/2006/main">
  <p:tag name="MH" val="20170105095805"/>
  <p:tag name="MH_LIBRARY" val="GRAPHIC"/>
  <p:tag name="MH_TYPE" val="Picture"/>
  <p:tag name="MH_ORDER" val="1"/>
</p:tagLst>
</file>

<file path=ppt/tags/tag147.xml><?xml version="1.0" encoding="utf-8"?>
<p:tagLst xmlns:a="http://schemas.openxmlformats.org/drawingml/2006/main" xmlns:r="http://schemas.openxmlformats.org/officeDocument/2006/relationships" xmlns:p="http://schemas.openxmlformats.org/presentationml/2006/main">
  <p:tag name="MH" val="20170105095805"/>
  <p:tag name="MH_LIBRARY" val="GRAPHIC"/>
  <p:tag name="MH_TYPE" val="Other"/>
  <p:tag name="MH_ORDER" val="2"/>
</p:tagLst>
</file>

<file path=ppt/tags/tag148.xml><?xml version="1.0" encoding="utf-8"?>
<p:tagLst xmlns:a="http://schemas.openxmlformats.org/drawingml/2006/main" xmlns:r="http://schemas.openxmlformats.org/officeDocument/2006/relationships" xmlns:p="http://schemas.openxmlformats.org/presentationml/2006/main">
  <p:tag name="MH" val="20170105095805"/>
  <p:tag name="MH_LIBRARY" val="GRAPHIC"/>
  <p:tag name="MH_TYPE" val="Other"/>
  <p:tag name="MH_ORDER" val="3"/>
</p:tagLst>
</file>

<file path=ppt/tags/tag149.xml><?xml version="1.0" encoding="utf-8"?>
<p:tagLst xmlns:a="http://schemas.openxmlformats.org/drawingml/2006/main" xmlns:r="http://schemas.openxmlformats.org/officeDocument/2006/relationships" xmlns:p="http://schemas.openxmlformats.org/presentationml/2006/main">
  <p:tag name="MH" val="20170105095805"/>
  <p:tag name="MH_LIBRARY" val="GRAPHIC"/>
  <p:tag name="MH_TYPE" val="Desc"/>
  <p:tag name="MH_ORDER" val="1"/>
</p:tagLst>
</file>

<file path=ppt/tags/tag15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5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52.xml><?xml version="1.0" encoding="utf-8"?>
<p:tagLst xmlns:a="http://schemas.openxmlformats.org/drawingml/2006/main" xmlns:r="http://schemas.openxmlformats.org/officeDocument/2006/relationships" xmlns:p="http://schemas.openxmlformats.org/presentationml/2006/main">
  <p:tag name="MH" val="20170105130131"/>
  <p:tag name="MH_LIBRARY" val="GRAPHIC"/>
  <p:tag name="MH_TYPE" val="SubTitle"/>
  <p:tag name="MH_ORDER" val="1"/>
</p:tagLst>
</file>

<file path=ppt/tags/tag153.xml><?xml version="1.0" encoding="utf-8"?>
<p:tagLst xmlns:a="http://schemas.openxmlformats.org/drawingml/2006/main" xmlns:r="http://schemas.openxmlformats.org/officeDocument/2006/relationships" xmlns:p="http://schemas.openxmlformats.org/presentationml/2006/main">
  <p:tag name="MH" val="20170104161912"/>
  <p:tag name="MH_LIBRARY" val="GRAPHIC"/>
  <p:tag name="MH_TYPE" val="Other"/>
  <p:tag name="MH_ORDER" val="1"/>
</p:tagLst>
</file>

<file path=ppt/tags/tag15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55.xml><?xml version="1.0" encoding="utf-8"?>
<p:tagLst xmlns:a="http://schemas.openxmlformats.org/drawingml/2006/main" xmlns:r="http://schemas.openxmlformats.org/officeDocument/2006/relationships" xmlns:p="http://schemas.openxmlformats.org/presentationml/2006/main">
  <p:tag name="MH" val="20170104170807"/>
  <p:tag name="MH_LIBRARY" val="GRAPHIC"/>
  <p:tag name="MH_TYPE" val="Other"/>
  <p:tag name="MH_ORDER" val="1"/>
</p:tagLst>
</file>

<file path=ppt/tags/tag15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57.xml><?xml version="1.0" encoding="utf-8"?>
<p:tagLst xmlns:a="http://schemas.openxmlformats.org/drawingml/2006/main" xmlns:r="http://schemas.openxmlformats.org/officeDocument/2006/relationships" xmlns:p="http://schemas.openxmlformats.org/presentationml/2006/main">
  <p:tag name="MH" val="20170105130131"/>
  <p:tag name="MH_LIBRARY" val="GRAPHIC"/>
  <p:tag name="MH_TYPE" val="SubTitle"/>
  <p:tag name="MH_ORDER" val="1"/>
</p:tagLst>
</file>

<file path=ppt/tags/tag158.xml><?xml version="1.0" encoding="utf-8"?>
<p:tagLst xmlns:a="http://schemas.openxmlformats.org/drawingml/2006/main" xmlns:r="http://schemas.openxmlformats.org/officeDocument/2006/relationships" xmlns:p="http://schemas.openxmlformats.org/presentationml/2006/main">
  <p:tag name="MH" val="20170104161912"/>
  <p:tag name="MH_LIBRARY" val="GRAPHIC"/>
  <p:tag name="MH_TYPE" val="Other"/>
  <p:tag name="MH_ORDER" val="1"/>
</p:tagLst>
</file>

<file path=ppt/tags/tag15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6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8*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16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8*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16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8*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16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8*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16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8*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16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8*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16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8*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6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8*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6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8*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6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8*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7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8"/>
  <p:tag name="KSO_WM_UNIT_ID" val="custom160418_28*n_i*1_8"/>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7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3"/>
  <p:tag name="KSO_WM_UNIT_ID" val="custom160418_28*n_h_f*1_2_3"/>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7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9"/>
  <p:tag name="KSO_WM_UNIT_ID" val="custom160418_28*n_i*1_9"/>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7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8*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7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8*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7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8*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7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1"/>
  <p:tag name="KSO_WM_UNIT_ID" val="custom160418_28*n_i*1_11"/>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17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6"/>
  <p:tag name="KSO_WM_UNIT_ID" val="custom160418_28*n_h_f*1_2_6"/>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17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7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h_f"/>
  <p:tag name="KSO_WM_UNIT_INDEX" val="1_2_1"/>
  <p:tag name="KSO_WM_UNIT_ID" val="diagram781_4*q_h_f*1_2_1"/>
  <p:tag name="KSO_WM_UNIT_CLEAR" val="1"/>
  <p:tag name="KSO_WM_UNIT_LAYERLEVEL" val="1_1_1"/>
  <p:tag name="KSO_WM_UNIT_VALUE" val="24"/>
  <p:tag name="KSO_WM_UNIT_HIGHLIGHT" val="0"/>
  <p:tag name="KSO_WM_UNIT_COMPATIBLE" val="0"/>
  <p:tag name="KSO_WM_UNIT_PRESET_TEXT_INDEX" val="4"/>
  <p:tag name="KSO_WM_UNIT_PRESET_TEXT_LEN" val="40"/>
  <p:tag name="KSO_WM_DIAGRAM_GROUP_CODE" val="q1-1"/>
  <p:tag name="KSO_WM_UNIT_USESOURCEFORMAT_APPLY" val="1"/>
</p:tagLst>
</file>

<file path=ppt/tags/tag18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h_f"/>
  <p:tag name="KSO_WM_UNIT_INDEX" val="1_3_1"/>
  <p:tag name="KSO_WM_UNIT_ID" val="diagram781_4*q_h_f*1_3_1"/>
  <p:tag name="KSO_WM_UNIT_CLEAR" val="1"/>
  <p:tag name="KSO_WM_UNIT_LAYERLEVEL" val="1_1_1"/>
  <p:tag name="KSO_WM_UNIT_VALUE" val="32"/>
  <p:tag name="KSO_WM_UNIT_HIGHLIGHT" val="0"/>
  <p:tag name="KSO_WM_UNIT_COMPATIBLE" val="0"/>
  <p:tag name="KSO_WM_UNIT_PRESET_TEXT_INDEX" val="4"/>
  <p:tag name="KSO_WM_UNIT_PRESET_TEXT_LEN" val="57"/>
  <p:tag name="KSO_WM_DIAGRAM_GROUP_CODE" val="q1-1"/>
  <p:tag name="KSO_WM_UNIT_USESOURCEFORMAT_APPLY" val="1"/>
</p:tagLst>
</file>

<file path=ppt/tags/tag18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h_f"/>
  <p:tag name="KSO_WM_UNIT_INDEX" val="1_1_1"/>
  <p:tag name="KSO_WM_UNIT_ID" val="diagram781_4*q_h_f*1_1_1"/>
  <p:tag name="KSO_WM_UNIT_CLEAR" val="1"/>
  <p:tag name="KSO_WM_UNIT_LAYERLEVEL" val="1_1_1"/>
  <p:tag name="KSO_WM_UNIT_VALUE" val="24"/>
  <p:tag name="KSO_WM_UNIT_HIGHLIGHT" val="0"/>
  <p:tag name="KSO_WM_UNIT_COMPATIBLE" val="0"/>
  <p:tag name="KSO_WM_UNIT_PRESET_TEXT_INDEX" val="4"/>
  <p:tag name="KSO_WM_UNIT_PRESET_TEXT_LEN" val="40"/>
  <p:tag name="KSO_WM_DIAGRAM_GROUP_CODE" val="q1-1"/>
  <p:tag name="KSO_WM_UNIT_USESOURCEFORMAT_APPLY" val="1"/>
</p:tagLst>
</file>

<file path=ppt/tags/tag18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781_4*i*2"/>
  <p:tag name="KSO_WM_TEMPLATE_CATEGORY" val="diagram"/>
  <p:tag name="KSO_WM_TEMPLATE_INDEX" val="781"/>
  <p:tag name="KSO_WM_UNIT_INDEX" val="2"/>
</p:tagLst>
</file>

<file path=ppt/tags/tag18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10"/>
  <p:tag name="KSO_WM_UNIT_ID" val="diagram781_4*q_i*1_10"/>
  <p:tag name="KSO_WM_UNIT_CLEAR" val="1"/>
  <p:tag name="KSO_WM_UNIT_LAYERLEVEL" val="1_1"/>
  <p:tag name="KSO_WM_DIAGRAM_GROUP_CODE" val="q1-1"/>
  <p:tag name="KSO_WM_UNIT_USESOURCEFORMAT_APPLY" val="1"/>
</p:tagLst>
</file>

<file path=ppt/tags/tag18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11"/>
  <p:tag name="KSO_WM_UNIT_ID" val="diagram781_4*q_i*1_11"/>
  <p:tag name="KSO_WM_UNIT_CLEAR" val="1"/>
  <p:tag name="KSO_WM_UNIT_LAYERLEVEL" val="1_1"/>
  <p:tag name="KSO_WM_DIAGRAM_GROUP_CODE" val="q1-1"/>
  <p:tag name="KSO_WM_UNIT_USESOURCEFORMAT_APPLY" val="1"/>
</p:tagLst>
</file>

<file path=ppt/tags/tag18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12"/>
  <p:tag name="KSO_WM_UNIT_ID" val="diagram781_4*q_i*1_12"/>
  <p:tag name="KSO_WM_UNIT_CLEAR" val="1"/>
  <p:tag name="KSO_WM_UNIT_LAYERLEVEL" val="1_1"/>
  <p:tag name="KSO_WM_DIAGRAM_GROUP_CODE" val="q1-1"/>
  <p:tag name="KSO_WM_UNIT_USESOURCEFORMAT_APPLY" val="1"/>
</p:tagLst>
</file>

<file path=ppt/tags/tag18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8"/>
  <p:tag name="KSO_WM_UNIT_ID" val="diagram781_4*q_i*1_8"/>
  <p:tag name="KSO_WM_UNIT_CLEAR" val="1"/>
  <p:tag name="KSO_WM_UNIT_LAYERLEVEL" val="1_1"/>
  <p:tag name="KSO_WM_DIAGRAM_GROUP_CODE" val="q1-1"/>
  <p:tag name="KSO_WM_UNIT_USESOURCEFORMAT_APPLY" val="1"/>
</p:tagLst>
</file>

<file path=ppt/tags/tag18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9"/>
  <p:tag name="KSO_WM_UNIT_ID" val="diagram781_4*q_i*1_9"/>
  <p:tag name="KSO_WM_UNIT_CLEAR" val="1"/>
  <p:tag name="KSO_WM_UNIT_LAYERLEVEL" val="1_1"/>
  <p:tag name="KSO_WM_DIAGRAM_GROUP_CODE" val="q1-1"/>
  <p:tag name="KSO_WM_UNIT_USESOURCEFORMAT_APPLY" val="1"/>
</p:tagLst>
</file>

<file path=ppt/tags/tag18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6"/>
  <p:tag name="KSO_WM_UNIT_ID" val="diagram781_4*q_i*1_6"/>
  <p:tag name="KSO_WM_UNIT_CLEAR" val="1"/>
  <p:tag name="KSO_WM_UNIT_LAYERLEVEL" val="1_1"/>
  <p:tag name="KSO_WM_DIAGRAM_GROUP_CODE" val="q1-1"/>
  <p:tag name="KSO_WM_UNIT_USESOURCEFORMAT_APPLY" val="1"/>
</p:tagLst>
</file>

<file path=ppt/tags/tag18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7"/>
  <p:tag name="KSO_WM_UNIT_ID" val="diagram781_4*q_i*1_7"/>
  <p:tag name="KSO_WM_UNIT_CLEAR" val="1"/>
  <p:tag name="KSO_WM_UNIT_LAYERLEVEL" val="1_1"/>
  <p:tag name="KSO_WM_DIAGRAM_GROUP_CODE" val="q1-1"/>
  <p:tag name="KSO_WM_UNIT_USESOURCEFORMAT_APPLY" val="1"/>
</p:tagLst>
</file>

<file path=ppt/tags/tag19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4"/>
  <p:tag name="KSO_WM_UNIT_ID" val="diagram781_4*q_i*1_4"/>
  <p:tag name="KSO_WM_UNIT_CLEAR" val="1"/>
  <p:tag name="KSO_WM_UNIT_LAYERLEVEL" val="1_1"/>
  <p:tag name="KSO_WM_DIAGRAM_GROUP_CODE" val="q1-1"/>
  <p:tag name="KSO_WM_UNIT_USESOURCEFORMAT_APPLY" val="1"/>
</p:tagLst>
</file>

<file path=ppt/tags/tag19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5"/>
  <p:tag name="KSO_WM_UNIT_ID" val="diagram781_4*q_i*1_5"/>
  <p:tag name="KSO_WM_UNIT_CLEAR" val="1"/>
  <p:tag name="KSO_WM_UNIT_LAYERLEVEL" val="1_1"/>
  <p:tag name="KSO_WM_DIAGRAM_GROUP_CODE" val="q1-1"/>
  <p:tag name="KSO_WM_UNIT_USESOURCEFORMAT_APPLY" val="1"/>
</p:tagLst>
</file>

<file path=ppt/tags/tag19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1"/>
  <p:tag name="KSO_WM_UNIT_ID" val="diagram781_4*q_i*1_1"/>
  <p:tag name="KSO_WM_UNIT_CLEAR" val="1"/>
  <p:tag name="KSO_WM_UNIT_LAYERLEVEL" val="1_1"/>
  <p:tag name="KSO_WM_DIAGRAM_GROUP_CODE" val="q1-1"/>
  <p:tag name="KSO_WM_UNIT_USESOURCEFORMAT_APPLY" val="1"/>
</p:tagLst>
</file>

<file path=ppt/tags/tag19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2"/>
  <p:tag name="KSO_WM_UNIT_ID" val="diagram781_4*q_i*1_2"/>
  <p:tag name="KSO_WM_UNIT_CLEAR" val="1"/>
  <p:tag name="KSO_WM_UNIT_LAYERLEVEL" val="1_1"/>
  <p:tag name="KSO_WM_DIAGRAM_GROUP_CODE" val="q1-1"/>
  <p:tag name="KSO_WM_UNIT_USESOURCEFORMAT_APPLY" val="1"/>
</p:tagLst>
</file>

<file path=ppt/tags/tag19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3"/>
  <p:tag name="KSO_WM_UNIT_ID" val="diagram781_4*q_i*1_3"/>
  <p:tag name="KSO_WM_UNIT_CLEAR" val="1"/>
  <p:tag name="KSO_WM_UNIT_LAYERLEVEL" val="1_1"/>
  <p:tag name="KSO_WM_DIAGRAM_GROUP_CODE" val="q1-1"/>
  <p:tag name="KSO_WM_UNIT_USESOURCEFORMAT_APPLY" val="1"/>
</p:tagLst>
</file>

<file path=ppt/tags/tag19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9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19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7*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19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7*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19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7*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20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7*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20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7*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20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7*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20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7*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20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7*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20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7*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20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7*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20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8"/>
  <p:tag name="KSO_WM_UNIT_ID" val="custom160418_27*n_i*1_8"/>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20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3"/>
  <p:tag name="KSO_WM_UNIT_ID" val="custom160418_27*n_h_f*1_2_3"/>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20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9"/>
  <p:tag name="KSO_WM_UNIT_ID" val="custom160418_27*n_i*1_9"/>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2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7*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2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7*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2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7*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21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14.xml><?xml version="1.0" encoding="utf-8"?>
<p:tagLst xmlns:a="http://schemas.openxmlformats.org/drawingml/2006/main" xmlns:r="http://schemas.openxmlformats.org/officeDocument/2006/relationships" xmlns:p="http://schemas.openxmlformats.org/presentationml/2006/main">
  <p:tag name="MH" val="20161215102852"/>
  <p:tag name="MH_LIBRARY" val="GRAPHIC"/>
  <p:tag name="MH_TYPE" val="SubTitle"/>
  <p:tag name="MH_ORDER" val="1"/>
</p:tagLst>
</file>

<file path=ppt/tags/tag215.xml><?xml version="1.0" encoding="utf-8"?>
<p:tagLst xmlns:a="http://schemas.openxmlformats.org/drawingml/2006/main" xmlns:r="http://schemas.openxmlformats.org/officeDocument/2006/relationships" xmlns:p="http://schemas.openxmlformats.org/presentationml/2006/main">
  <p:tag name="MH" val="20161215102852"/>
  <p:tag name="MH_LIBRARY" val="GRAPHIC"/>
  <p:tag name="MH_TYPE" val="Text"/>
  <p:tag name="MH_ORDER" val="1"/>
</p:tagLst>
</file>

<file path=ppt/tags/tag21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1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21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21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22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22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22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22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22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22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22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22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22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22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23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23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232.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23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3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35.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Text"/>
  <p:tag name="MH_ORDER" val="2"/>
</p:tagLst>
</file>

<file path=ppt/tags/tag236.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Text"/>
  <p:tag name="MH_ORDER" val="1"/>
</p:tagLst>
</file>

<file path=ppt/tags/tag237.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1"/>
</p:tagLst>
</file>

<file path=ppt/tags/tag238.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2"/>
</p:tagLst>
</file>

<file path=ppt/tags/tag239.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3"/>
</p:tagLst>
</file>

<file path=ppt/tags/tag240.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4"/>
</p:tagLst>
</file>

<file path=ppt/tags/tag241.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5"/>
</p:tagLst>
</file>

<file path=ppt/tags/tag24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4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8*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2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8*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2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8*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2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8*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2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8*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24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8*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2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8*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2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8*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25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8*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25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8*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25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8"/>
  <p:tag name="KSO_WM_UNIT_ID" val="custom160418_28*n_i*1_8"/>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25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3"/>
  <p:tag name="KSO_WM_UNIT_ID" val="custom160418_28*n_h_f*1_2_3"/>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25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9"/>
  <p:tag name="KSO_WM_UNIT_ID" val="custom160418_28*n_i*1_9"/>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25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8*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25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8*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25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8*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26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1"/>
  <p:tag name="KSO_WM_UNIT_ID" val="custom160418_28*n_i*1_11"/>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26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6"/>
  <p:tag name="KSO_WM_UNIT_ID" val="custom160418_28*n_h_f*1_2_6"/>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26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6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6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65.xml><?xml version="1.0" encoding="utf-8"?>
<p:tagLst xmlns:a="http://schemas.openxmlformats.org/drawingml/2006/main" xmlns:r="http://schemas.openxmlformats.org/officeDocument/2006/relationships" xmlns:p="http://schemas.openxmlformats.org/presentationml/2006/main">
  <p:tag name="MH" val="20161214163846"/>
  <p:tag name="MH_LIBRARY" val="GRAPHIC"/>
  <p:tag name="MH_TYPE" val="Text"/>
  <p:tag name="MH_ORDER" val="1"/>
</p:tagLst>
</file>

<file path=ppt/tags/tag266.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26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6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6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7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7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7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27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27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27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27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27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27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27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6"/>
</p:tagLst>
</file>

<file path=ppt/tags/tag28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7"/>
</p:tagLst>
</file>

<file path=ppt/tags/tag28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8"/>
</p:tagLst>
</file>

<file path=ppt/tags/tag28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9"/>
</p:tagLst>
</file>

<file path=ppt/tags/tag28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0"/>
</p:tagLst>
</file>

<file path=ppt/tags/tag28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3"/>
</p:tagLst>
</file>

<file path=ppt/tags/tag28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3"/>
</p:tagLst>
</file>

<file path=ppt/tags/tag28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287.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288.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289.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290.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291.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Other"/>
  <p:tag name="MH_ORDER" val="2"/>
</p:tagLst>
</file>

<file path=ppt/tags/tag292.xml><?xml version="1.0" encoding="utf-8"?>
<p:tagLst xmlns:a="http://schemas.openxmlformats.org/drawingml/2006/main" xmlns:r="http://schemas.openxmlformats.org/officeDocument/2006/relationships" xmlns:p="http://schemas.openxmlformats.org/presentationml/2006/main">
  <p:tag name="MH" val="20150914085001"/>
  <p:tag name="MH_LIBRARY" val="GRAPHIC"/>
  <p:tag name="MH_TYPE" val="SubTitle"/>
  <p:tag name="MH_ORDER" val="4"/>
</p:tagLst>
</file>

<file path=ppt/tags/tag293.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1"/>
</p:tagLst>
</file>

<file path=ppt/tags/tag294.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3"/>
</p:tagLst>
</file>

<file path=ppt/tags/tag295.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1"/>
</p:tagLst>
</file>

<file path=ppt/tags/tag296.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Title"/>
  <p:tag name="MH_ORDER" val="1"/>
</p:tagLst>
</file>

<file path=ppt/tags/tag297.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SubTitle"/>
  <p:tag name="MH_ORDER" val="2"/>
</p:tagLst>
</file>

<file path=ppt/tags/tag298.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2"/>
</p:tagLst>
</file>

<file path=ppt/tags/tag299.xml><?xml version="1.0" encoding="utf-8"?>
<p:tagLst xmlns:a="http://schemas.openxmlformats.org/drawingml/2006/main" xmlns:r="http://schemas.openxmlformats.org/officeDocument/2006/relationships" xmlns:p="http://schemas.openxmlformats.org/presentationml/2006/main">
  <p:tag name="MH" val="20150917145043"/>
  <p:tag name="MH_LIBRARY" val="GRAPHIC"/>
  <p:tag name="MH_TYPE" val="Other"/>
  <p:tag name="MH_ORDER" val="3"/>
</p:tagLst>
</file>

<file path=ppt/tags/tag30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0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0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0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0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0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06.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1"/>
</p:tagLst>
</file>

<file path=ppt/tags/tag307.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2"/>
</p:tagLst>
</file>

<file path=ppt/tags/tag308.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3"/>
</p:tagLst>
</file>

<file path=ppt/tags/tag309.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4"/>
</p:tagLst>
</file>

<file path=ppt/tags/tag310.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5"/>
</p:tagLst>
</file>

<file path=ppt/tags/tag311.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6"/>
</p:tagLst>
</file>

<file path=ppt/tags/tag312.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7"/>
</p:tagLst>
</file>

<file path=ppt/tags/tag313.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8"/>
</p:tagLst>
</file>

<file path=ppt/tags/tag314.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9"/>
</p:tagLst>
</file>

<file path=ppt/tags/tag315.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10"/>
</p:tagLst>
</file>

<file path=ppt/tags/tag316.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11"/>
</p:tagLst>
</file>

<file path=ppt/tags/tag317.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Desc"/>
  <p:tag name="MH_ORDER" val="1"/>
</p:tagLst>
</file>

<file path=ppt/tags/tag31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1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2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2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22.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Text"/>
  <p:tag name="MH_ORDER" val="1"/>
</p:tagLst>
</file>

<file path=ppt/tags/tag323.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Other"/>
  <p:tag name="MH_ORDER" val="1"/>
</p:tagLst>
</file>

<file path=ppt/tags/tag324.xml><?xml version="1.0" encoding="utf-8"?>
<p:tagLst xmlns:a="http://schemas.openxmlformats.org/drawingml/2006/main" xmlns:r="http://schemas.openxmlformats.org/officeDocument/2006/relationships" xmlns:p="http://schemas.openxmlformats.org/presentationml/2006/main">
  <p:tag name="MH" val="20161215112950"/>
  <p:tag name="MH_LIBRARY" val="GRAPHIC"/>
  <p:tag name="MH_TYPE" val="Text"/>
  <p:tag name="MH_ORDER" val="2"/>
</p:tagLst>
</file>

<file path=ppt/tags/tag32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2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96_40*i*0"/>
  <p:tag name="KSO_WM_TEMPLATE_CATEGORY" val="custom"/>
  <p:tag name="KSO_WM_TEMPLATE_INDEX" val="160596"/>
  <p:tag name="KSO_WM_UNIT_INDEX" val="0"/>
</p:tagLst>
</file>

<file path=ppt/tags/tag32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f"/>
  <p:tag name="KSO_WM_UNIT_INDEX" val="2"/>
  <p:tag name="KSO_WM_UNIT_ID" val="custom160596_40*f*2"/>
  <p:tag name="KSO_WM_UNIT_LAYERLEVEL" val="1"/>
  <p:tag name="KSO_WM_UNIT_VALUE" val="36"/>
  <p:tag name="KSO_WM_UNIT_HIGHLIGHT" val="0"/>
  <p:tag name="KSO_WM_UNIT_COMPATIBLE" val="0"/>
  <p:tag name="KSO_WM_UNIT_CLEAR" val="0"/>
  <p:tag name="KSO_WM_UNIT_PRESET_TEXT" val="春种一粒粟,秋收万颗籽，点滴进步，成就价值是我们的一贯的追求。"/>
</p:tagLst>
</file>

<file path=ppt/tags/tag32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596_40*i*8"/>
  <p:tag name="KSO_WM_TEMPLATE_CATEGORY" val="custom"/>
  <p:tag name="KSO_WM_TEMPLATE_INDEX" val="160596"/>
  <p:tag name="KSO_WM_UNIT_INDEX" val="8"/>
</p:tagLst>
</file>

<file path=ppt/tags/tag32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3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3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33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33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33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33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33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33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33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33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34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34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4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4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34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34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34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34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34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34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35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35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35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35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5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35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35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35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35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35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36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36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36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36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36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36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66.xml><?xml version="1.0" encoding="utf-8"?>
<p:tagLst xmlns:a="http://schemas.openxmlformats.org/drawingml/2006/main" xmlns:r="http://schemas.openxmlformats.org/officeDocument/2006/relationships" xmlns:p="http://schemas.openxmlformats.org/presentationml/2006/main">
  <p:tag name="MH" val="20170104170807"/>
  <p:tag name="MH_LIBRARY" val="GRAPHIC"/>
  <p:tag name="MH_TYPE" val="Other"/>
  <p:tag name="MH_ORDER" val="1"/>
</p:tagLst>
</file>

<file path=ppt/tags/tag36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6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6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8*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7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8*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7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8*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7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8*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7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8*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37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8*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37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8*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7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8*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7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8*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7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8*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7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8"/>
  <p:tag name="KSO_WM_UNIT_ID" val="custom160418_28*n_i*1_8"/>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8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3"/>
  <p:tag name="KSO_WM_UNIT_ID" val="custom160418_28*n_h_f*1_2_3"/>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8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9"/>
  <p:tag name="KSO_WM_UNIT_ID" val="custom160418_28*n_i*1_9"/>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8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8*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8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8*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8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8*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8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1"/>
  <p:tag name="KSO_WM_UNIT_ID" val="custom160418_28*n_i*1_11"/>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8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6"/>
  <p:tag name="KSO_WM_UNIT_ID" val="custom160418_28*n_h_f*1_2_6"/>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38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88.xml><?xml version="1.0" encoding="utf-8"?>
<p:tagLst xmlns:a="http://schemas.openxmlformats.org/drawingml/2006/main" xmlns:r="http://schemas.openxmlformats.org/officeDocument/2006/relationships" xmlns:p="http://schemas.openxmlformats.org/presentationml/2006/main">
  <p:tag name="MH" val="20170104161912"/>
  <p:tag name="MH_LIBRARY" val="GRAPHIC"/>
  <p:tag name="MH_TYPE" val="Other"/>
  <p:tag name="MH_ORDER" val="1"/>
</p:tagLst>
</file>

<file path=ppt/tags/tag389.xml><?xml version="1.0" encoding="utf-8"?>
<p:tagLst xmlns:a="http://schemas.openxmlformats.org/drawingml/2006/main" xmlns:r="http://schemas.openxmlformats.org/officeDocument/2006/relationships" xmlns:p="http://schemas.openxmlformats.org/presentationml/2006/main">
  <p:tag name="MH" val="20170104161435"/>
  <p:tag name="MH_LIBRARY" val="GRAPHIC"/>
  <p:tag name="MH_TYPE" val="Other"/>
  <p:tag name="MH_ORDER" val="4"/>
</p:tagLst>
</file>

<file path=ppt/tags/tag39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9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39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8*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9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8*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9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8*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9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8*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39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8*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39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8*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39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8*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39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8*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40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8*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40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8*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40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8"/>
  <p:tag name="KSO_WM_UNIT_ID" val="custom160418_28*n_i*1_8"/>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40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3"/>
  <p:tag name="KSO_WM_UNIT_ID" val="custom160418_28*n_h_f*1_2_3"/>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40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9"/>
  <p:tag name="KSO_WM_UNIT_ID" val="custom160418_28*n_i*1_9"/>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40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8*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40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8*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40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8*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40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1"/>
  <p:tag name="KSO_WM_UNIT_ID" val="custom160418_28*n_i*1_11"/>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40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6"/>
  <p:tag name="KSO_WM_UNIT_ID" val="custom160418_28*n_h_f*1_2_6"/>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41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11.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1"/>
</p:tagLst>
</file>

<file path=ppt/tags/tag412.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2"/>
</p:tagLst>
</file>

<file path=ppt/tags/tag413.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3"/>
</p:tagLst>
</file>

<file path=ppt/tags/tag414.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4"/>
</p:tagLst>
</file>

<file path=ppt/tags/tag415.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5"/>
</p:tagLst>
</file>

<file path=ppt/tags/tag416.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Text"/>
  <p:tag name="MH_ORDER" val="2"/>
</p:tagLst>
</file>

<file path=ppt/tags/tag417.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Text"/>
  <p:tag name="MH_ORDER" val="1"/>
</p:tagLst>
</file>

<file path=ppt/tags/tag41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19.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1"/>
</p:tagLst>
</file>

<file path=ppt/tags/tag420.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2"/>
</p:tagLst>
</file>

<file path=ppt/tags/tag421.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3"/>
</p:tagLst>
</file>

<file path=ppt/tags/tag422.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4"/>
</p:tagLst>
</file>

<file path=ppt/tags/tag423.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Other"/>
  <p:tag name="MH_ORDER" val="5"/>
</p:tagLst>
</file>

<file path=ppt/tags/tag424.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Text"/>
  <p:tag name="MH_ORDER" val="2"/>
</p:tagLst>
</file>

<file path=ppt/tags/tag425.xml><?xml version="1.0" encoding="utf-8"?>
<p:tagLst xmlns:a="http://schemas.openxmlformats.org/drawingml/2006/main" xmlns:r="http://schemas.openxmlformats.org/officeDocument/2006/relationships" xmlns:p="http://schemas.openxmlformats.org/presentationml/2006/main">
  <p:tag name="MH" val="20161215143848"/>
  <p:tag name="MH_LIBRARY" val="GRAPHIC"/>
  <p:tag name="MH_TYPE" val="Text"/>
  <p:tag name="MH_ORDER" val="1"/>
</p:tagLst>
</file>

<file path=ppt/tags/tag426.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42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28.xml><?xml version="1.0" encoding="utf-8"?>
<p:tagLst xmlns:a="http://schemas.openxmlformats.org/drawingml/2006/main" xmlns:r="http://schemas.openxmlformats.org/officeDocument/2006/relationships" xmlns:p="http://schemas.openxmlformats.org/presentationml/2006/main">
  <p:tag name="MH" val="20170104153304"/>
  <p:tag name="MH_LIBRARY" val="GRAPHIC"/>
  <p:tag name="MH_TYPE" val="Text"/>
  <p:tag name="MH_ORDER" val="1"/>
</p:tagLst>
</file>

<file path=ppt/tags/tag429.xml><?xml version="1.0" encoding="utf-8"?>
<p:tagLst xmlns:a="http://schemas.openxmlformats.org/drawingml/2006/main" xmlns:r="http://schemas.openxmlformats.org/officeDocument/2006/relationships" xmlns:p="http://schemas.openxmlformats.org/presentationml/2006/main">
  <p:tag name="MH" val="20170104161435"/>
  <p:tag name="MH_LIBRARY" val="GRAPHIC"/>
  <p:tag name="MH_TYPE" val="Text"/>
  <p:tag name="MH_ORDER" val="1"/>
</p:tagLst>
</file>

<file path=ppt/tags/tag430.xml><?xml version="1.0" encoding="utf-8"?>
<p:tagLst xmlns:a="http://schemas.openxmlformats.org/drawingml/2006/main" xmlns:r="http://schemas.openxmlformats.org/officeDocument/2006/relationships" xmlns:p="http://schemas.openxmlformats.org/presentationml/2006/main">
  <p:tag name="MH" val="20170104161435"/>
  <p:tag name="MH_LIBRARY" val="GRAPHIC"/>
  <p:tag name="MH_TYPE" val="Desc"/>
  <p:tag name="MH_ORDER" val="1"/>
</p:tagLst>
</file>

<file path=ppt/tags/tag43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3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3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3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3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3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37.xml><?xml version="1.0" encoding="utf-8"?>
<p:tagLst xmlns:a="http://schemas.openxmlformats.org/drawingml/2006/main" xmlns:r="http://schemas.openxmlformats.org/officeDocument/2006/relationships" xmlns:p="http://schemas.openxmlformats.org/presentationml/2006/main">
  <p:tag name="MH" val="20170104170807"/>
  <p:tag name="MH_LIBRARY" val="GRAPHIC"/>
  <p:tag name="MH_TYPE" val="Other"/>
  <p:tag name="MH_ORDER" val="1"/>
</p:tagLst>
</file>

<file path=ppt/tags/tag43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39.xml><?xml version="1.0" encoding="utf-8"?>
<p:tagLst xmlns:a="http://schemas.openxmlformats.org/drawingml/2006/main" xmlns:r="http://schemas.openxmlformats.org/officeDocument/2006/relationships" xmlns:p="http://schemas.openxmlformats.org/presentationml/2006/main">
  <p:tag name="MH" val="20161215102852"/>
  <p:tag name="MH_LIBRARY" val="GRAPHIC"/>
  <p:tag name="MH_TYPE" val="Text"/>
  <p:tag name="MH_ORDER" val="1"/>
</p:tagLst>
</file>

<file path=ppt/tags/tag44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44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44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44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44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44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44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44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44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44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45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5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45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45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45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45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45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45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45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45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46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46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46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6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46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46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46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46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46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46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47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47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47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47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47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7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47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47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47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47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48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48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48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48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48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48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48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8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48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48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49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49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49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49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49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49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49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49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49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499.xml><?xml version="1.0" encoding="utf-8"?>
<p:tagLst xmlns:a="http://schemas.openxmlformats.org/drawingml/2006/main" xmlns:r="http://schemas.openxmlformats.org/officeDocument/2006/relationships" xmlns:p="http://schemas.openxmlformats.org/presentationml/2006/main">
  <p:tag name="MH" val="20161214163846"/>
  <p:tag name="MH_LIBRARY" val="GRAPHIC"/>
  <p:tag name="MH_TYPE" val="Text"/>
  <p:tag name="MH_ORDER" val="1"/>
</p:tagLst>
</file>

<file path=ppt/tags/tag50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0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0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50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
</p:tagLst>
</file>

<file path=ppt/tags/tag50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2"/>
</p:tagLst>
</file>

<file path=ppt/tags/tag50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3"/>
</p:tagLst>
</file>

<file path=ppt/tags/tag50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4"/>
</p:tagLst>
</file>

<file path=ppt/tags/tag50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5"/>
</p:tagLst>
</file>

<file path=ppt/tags/tag50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2"/>
</p:tagLst>
</file>

<file path=ppt/tags/tag50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2"/>
</p:tagLst>
</file>

<file path=ppt/tags/tag51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51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51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51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51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51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51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51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1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51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52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52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52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52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52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52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52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52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52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52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53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53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53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3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6"/>
</p:tagLst>
</file>

<file path=ppt/tags/tag53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7"/>
</p:tagLst>
</file>

<file path=ppt/tags/tag53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8"/>
</p:tagLst>
</file>

<file path=ppt/tags/tag53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9"/>
</p:tagLst>
</file>

<file path=ppt/tags/tag53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0"/>
</p:tagLst>
</file>

<file path=ppt/tags/tag53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3"/>
</p:tagLst>
</file>

<file path=ppt/tags/tag53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3"/>
</p:tagLst>
</file>

<file path=ppt/tags/tag54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4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4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4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4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4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4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4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48.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549.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SubTitle"/>
  <p:tag name="MH_ORDER" val="1"/>
</p:tagLst>
</file>

<file path=ppt/tags/tag55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51.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552.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SubTitle"/>
  <p:tag name="MH_ORDER" val="1"/>
</p:tagLst>
</file>

<file path=ppt/tags/tag55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54.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555.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SubTitle"/>
  <p:tag name="MH_ORDER" val="1"/>
</p:tagLst>
</file>

<file path=ppt/tags/tag55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57.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558.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SubTitle"/>
  <p:tag name="MH_ORDER" val="1"/>
</p:tagLst>
</file>

<file path=ppt/tags/tag55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60.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Text"/>
  <p:tag name="MH_ORDER" val="1"/>
</p:tagLst>
</file>

<file path=ppt/tags/tag561.xml><?xml version="1.0" encoding="utf-8"?>
<p:tagLst xmlns:a="http://schemas.openxmlformats.org/drawingml/2006/main" xmlns:r="http://schemas.openxmlformats.org/officeDocument/2006/relationships" xmlns:p="http://schemas.openxmlformats.org/presentationml/2006/main">
  <p:tag name="MH" val="20170104175020"/>
  <p:tag name="MH_LIBRARY" val="GRAPHIC"/>
  <p:tag name="MH_TYPE" val="SubTitle"/>
  <p:tag name="MH_ORDER" val="1"/>
</p:tagLst>
</file>

<file path=ppt/tags/tag56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63.xml><?xml version="1.0" encoding="utf-8"?>
<p:tagLst xmlns:a="http://schemas.openxmlformats.org/drawingml/2006/main" xmlns:r="http://schemas.openxmlformats.org/officeDocument/2006/relationships" xmlns:p="http://schemas.openxmlformats.org/presentationml/2006/main">
  <p:tag name="MH" val="20170104161912"/>
  <p:tag name="MH_LIBRARY" val="GRAPHIC"/>
  <p:tag name="MH_TYPE" val="Other"/>
  <p:tag name="MH_ORDER" val="1"/>
</p:tagLst>
</file>

<file path=ppt/tags/tag56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65.xml><?xml version="1.0" encoding="utf-8"?>
<p:tagLst xmlns:a="http://schemas.openxmlformats.org/drawingml/2006/main" xmlns:r="http://schemas.openxmlformats.org/officeDocument/2006/relationships" xmlns:p="http://schemas.openxmlformats.org/presentationml/2006/main">
  <p:tag name="MH" val="20170104161912"/>
  <p:tag name="MH_LIBRARY" val="GRAPHIC"/>
  <p:tag name="MH_TYPE" val="Other"/>
  <p:tag name="MH_ORDER" val="1"/>
</p:tagLst>
</file>

<file path=ppt/tags/tag56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6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56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56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57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57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57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57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57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57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7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7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78.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Other"/>
  <p:tag name="MH_ORDER" val="1"/>
</p:tagLst>
</file>

<file path=ppt/tags/tag579.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SubTitle"/>
  <p:tag name="MH_ORDER" val="1"/>
</p:tagLst>
</file>

<file path=ppt/tags/tag580.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Other"/>
  <p:tag name="MH_ORDER" val="2"/>
</p:tagLst>
</file>

<file path=ppt/tags/tag581.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Text"/>
  <p:tag name="MH_ORDER" val="1"/>
</p:tagLst>
</file>

<file path=ppt/tags/tag582.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SubTitle"/>
  <p:tag name="MH_ORDER" val="2"/>
</p:tagLst>
</file>

<file path=ppt/tags/tag583.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Other"/>
  <p:tag name="MH_ORDER" val="3"/>
</p:tagLst>
</file>

<file path=ppt/tags/tag584.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Text"/>
  <p:tag name="MH_ORDER" val="2"/>
</p:tagLst>
</file>

<file path=ppt/tags/tag58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86.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SubTitle"/>
  <p:tag name="MH_ORDER" val="1"/>
</p:tagLst>
</file>

<file path=ppt/tags/tag587.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Other"/>
  <p:tag name="MH_ORDER" val="2"/>
</p:tagLst>
</file>

<file path=ppt/tags/tag588.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Text"/>
  <p:tag name="MH_ORDER" val="1"/>
</p:tagLst>
</file>

<file path=ppt/tags/tag589.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SubTitle"/>
  <p:tag name="MH_ORDER" val="2"/>
</p:tagLst>
</file>

<file path=ppt/tags/tag590.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Other"/>
  <p:tag name="MH_ORDER" val="3"/>
</p:tagLst>
</file>

<file path=ppt/tags/tag591.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Text"/>
  <p:tag name="MH_ORDER" val="2"/>
</p:tagLst>
</file>

<file path=ppt/tags/tag592.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Other"/>
  <p:tag name="MH_ORDER" val="1"/>
</p:tagLst>
</file>

<file path=ppt/tags/tag59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594.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Other"/>
  <p:tag name="MH_ORDER" val="1"/>
</p:tagLst>
</file>

<file path=ppt/tags/tag595.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SubTitle"/>
  <p:tag name="MH_ORDER" val="1"/>
</p:tagLst>
</file>

<file path=ppt/tags/tag596.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Other"/>
  <p:tag name="MH_ORDER" val="2"/>
</p:tagLst>
</file>

<file path=ppt/tags/tag597.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Text"/>
  <p:tag name="MH_ORDER" val="1"/>
</p:tagLst>
</file>

<file path=ppt/tags/tag598.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SubTitle"/>
  <p:tag name="MH_ORDER" val="2"/>
</p:tagLst>
</file>

<file path=ppt/tags/tag599.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Other"/>
  <p:tag name="MH_ORDER" val="3"/>
</p:tagLst>
</file>

<file path=ppt/tags/tag600.xml><?xml version="1.0" encoding="utf-8"?>
<p:tagLst xmlns:a="http://schemas.openxmlformats.org/drawingml/2006/main" xmlns:r="http://schemas.openxmlformats.org/officeDocument/2006/relationships" xmlns:p="http://schemas.openxmlformats.org/presentationml/2006/main">
  <p:tag name="MH" val="20161213174220"/>
  <p:tag name="MH_LIBRARY" val="GRAPHIC"/>
  <p:tag name="MH_TYPE" val="Text"/>
  <p:tag name="MH_ORDER" val="2"/>
</p:tagLst>
</file>

<file path=ppt/tags/tag60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0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0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0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0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0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60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60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60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61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61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61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61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61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61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61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61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61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61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62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62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2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23.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2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2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62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62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62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62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3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63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63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63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63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3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636.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637.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638.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63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4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Desc"/>
  <p:tag name="MH_ORDER" val="1"/>
</p:tagLst>
</file>

<file path=ppt/tags/tag64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1"/>
</p:tagLst>
</file>

<file path=ppt/tags/tag642.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1"/>
</p:tagLst>
</file>

<file path=ppt/tags/tag64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2"/>
</p:tagLst>
</file>

<file path=ppt/tags/tag64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4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4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4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7*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64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7*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6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7*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6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7*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65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7*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65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7*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65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7*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65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7*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65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7*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65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7*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65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8"/>
  <p:tag name="KSO_WM_UNIT_ID" val="custom160418_27*n_i*1_8"/>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65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3"/>
  <p:tag name="KSO_WM_UNIT_ID" val="custom160418_27*n_h_f*1_2_3"/>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66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9"/>
  <p:tag name="KSO_WM_UNIT_ID" val="custom160418_27*n_i*1_9"/>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66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7*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66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7*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66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7*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66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6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6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6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68.xml><?xml version="1.0" encoding="utf-8"?>
<p:tagLst xmlns:a="http://schemas.openxmlformats.org/drawingml/2006/main" xmlns:r="http://schemas.openxmlformats.org/officeDocument/2006/relationships" xmlns:p="http://schemas.openxmlformats.org/presentationml/2006/main">
  <p:tag name="MH" val="20161213153337"/>
  <p:tag name="MH_LIBRARY" val="GRAPHIC"/>
  <p:tag name="MH_ORDER" val="任意多边形 17"/>
</p:tagLst>
</file>

<file path=ppt/tags/tag66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70.xml><?xml version="1.0" encoding="utf-8"?>
<p:tagLst xmlns:a="http://schemas.openxmlformats.org/drawingml/2006/main" xmlns:r="http://schemas.openxmlformats.org/officeDocument/2006/relationships" xmlns:p="http://schemas.openxmlformats.org/presentationml/2006/main">
  <p:tag name="MH" val="20170105150831"/>
  <p:tag name="MH_LIBRARY" val="GRAPHIC"/>
  <p:tag name="MH_TYPE" val="Desc"/>
  <p:tag name="MH_ORDER" val="1"/>
</p:tagLst>
</file>

<file path=ppt/tags/tag671.xml><?xml version="1.0" encoding="utf-8"?>
<p:tagLst xmlns:a="http://schemas.openxmlformats.org/drawingml/2006/main" xmlns:r="http://schemas.openxmlformats.org/officeDocument/2006/relationships" xmlns:p="http://schemas.openxmlformats.org/presentationml/2006/main">
  <p:tag name="MH" val="20170105150831"/>
  <p:tag name="MH_LIBRARY" val="GRAPHIC"/>
  <p:tag name="MH_TYPE" val="SubTitle"/>
  <p:tag name="MH_ORDER" val="1"/>
</p:tagLst>
</file>

<file path=ppt/tags/tag672.xml><?xml version="1.0" encoding="utf-8"?>
<p:tagLst xmlns:a="http://schemas.openxmlformats.org/drawingml/2006/main" xmlns:r="http://schemas.openxmlformats.org/officeDocument/2006/relationships" xmlns:p="http://schemas.openxmlformats.org/presentationml/2006/main">
  <p:tag name="MH" val="20170105150831"/>
  <p:tag name="MH_LIBRARY" val="GRAPHIC"/>
  <p:tag name="MH_TYPE" val="SubTitle"/>
  <p:tag name="MH_ORDER" val="2"/>
</p:tagLst>
</file>

<file path=ppt/tags/tag673.xml><?xml version="1.0" encoding="utf-8"?>
<p:tagLst xmlns:a="http://schemas.openxmlformats.org/drawingml/2006/main" xmlns:r="http://schemas.openxmlformats.org/officeDocument/2006/relationships" xmlns:p="http://schemas.openxmlformats.org/presentationml/2006/main">
  <p:tag name="MH" val="20170105150831"/>
  <p:tag name="MH_LIBRARY" val="GRAPHIC"/>
  <p:tag name="MH_TYPE" val="SubTitle"/>
  <p:tag name="MH_ORDER" val="3"/>
</p:tagLst>
</file>

<file path=ppt/tags/tag674.xml><?xml version="1.0" encoding="utf-8"?>
<p:tagLst xmlns:a="http://schemas.openxmlformats.org/drawingml/2006/main" xmlns:r="http://schemas.openxmlformats.org/officeDocument/2006/relationships" xmlns:p="http://schemas.openxmlformats.org/presentationml/2006/main">
  <p:tag name="MH" val="20170105150831"/>
  <p:tag name="MH_LIBRARY" val="GRAPHIC"/>
  <p:tag name="MH_TYPE" val="SubTitle"/>
  <p:tag name="MH_ORDER" val="4"/>
</p:tagLst>
</file>

<file path=ppt/tags/tag675.xml><?xml version="1.0" encoding="utf-8"?>
<p:tagLst xmlns:a="http://schemas.openxmlformats.org/drawingml/2006/main" xmlns:r="http://schemas.openxmlformats.org/officeDocument/2006/relationships" xmlns:p="http://schemas.openxmlformats.org/presentationml/2006/main">
  <p:tag name="MH" val="20170105150831"/>
  <p:tag name="MH_LIBRARY" val="GRAPHIC"/>
  <p:tag name="MH_TYPE" val="Other"/>
  <p:tag name="MH_ORDER" val="1"/>
</p:tagLst>
</file>

<file path=ppt/tags/tag67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7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67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67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68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68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68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68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68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68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68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68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68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68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69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69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69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69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9"/>
</p:tagLst>
</file>

<file path=ppt/tags/tag69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0"/>
</p:tagLst>
</file>

<file path=ppt/tags/tag69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1"/>
</p:tagLst>
</file>

<file path=ppt/tags/tag69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2"/>
</p:tagLst>
</file>

<file path=ppt/tags/tag69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2"/>
</p:tagLst>
</file>

<file path=ppt/tags/tag698.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5"/>
</p:tagLst>
</file>

<file path=ppt/tags/tag699.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6"/>
</p:tagLst>
</file>

<file path=ppt/tags/tag700.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7"/>
</p:tagLst>
</file>

<file path=ppt/tags/tag701.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8"/>
</p:tagLst>
</file>

<file path=ppt/tags/tag702.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3"/>
</p:tagLst>
</file>

<file path=ppt/tags/tag703.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1"/>
</p:tagLst>
</file>

<file path=ppt/tags/tag704.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2"/>
</p:tagLst>
</file>

<file path=ppt/tags/tag705.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3"/>
</p:tagLst>
</file>

<file path=ppt/tags/tag706.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Other"/>
  <p:tag name="MH_ORDER" val="4"/>
</p:tagLst>
</file>

<file path=ppt/tags/tag707.xml><?xml version="1.0" encoding="utf-8"?>
<p:tagLst xmlns:a="http://schemas.openxmlformats.org/drawingml/2006/main" xmlns:r="http://schemas.openxmlformats.org/officeDocument/2006/relationships" xmlns:p="http://schemas.openxmlformats.org/presentationml/2006/main">
  <p:tag name="MH" val="20161213161626"/>
  <p:tag name="MH_LIBRARY" val="GRAPHIC"/>
  <p:tag name="MH_TYPE" val="SubTitle"/>
  <p:tag name="MH_ORDER" val="1"/>
</p:tagLst>
</file>

<file path=ppt/tags/tag70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0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71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71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7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1"/>
  <p:tag name="KSO_WM_UNIT_ID" val="custom160596_36*r_i*1_1"/>
  <p:tag name="KSO_WM_UNIT_LAYERLEVEL" val="1_1"/>
  <p:tag name="KSO_WM_DIAGRAM_GROUP_CODE" val="r1-1"/>
  <p:tag name="KSO_WM_UNIT_DIAGRAM_CONTRAST_TITLE_CNT" val="5"/>
  <p:tag name="KSO_WM_UNIT_DIAGRAM_DIMENSION_TITLE_CNT" val="2"/>
  <p:tag name="KSO_WM_UNIT_USESOURCEFORMAT_APPLY" val="1"/>
</p:tagLst>
</file>

<file path=ppt/tags/tag7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3"/>
  <p:tag name="KSO_WM_UNIT_ID" val="custom160596_36*r_i*1_3"/>
  <p:tag name="KSO_WM_UNIT_LAYERLEVEL" val="1_1"/>
  <p:tag name="KSO_WM_DIAGRAM_GROUP_CODE" val="r1-1"/>
  <p:tag name="KSO_WM_UNIT_DIAGRAM_CONTRAST_TITLE_CNT" val="5"/>
  <p:tag name="KSO_WM_UNIT_DIAGRAM_DIMENSION_TITLE_CNT" val="2"/>
  <p:tag name="KSO_WM_UNIT_USESOURCEFORMAT_APPLY" val="1"/>
</p:tagLst>
</file>

<file path=ppt/tags/tag7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4"/>
  <p:tag name="KSO_WM_UNIT_ID" val="custom160596_36*r_i*1_4"/>
  <p:tag name="KSO_WM_UNIT_LAYERLEVEL" val="1_1"/>
  <p:tag name="KSO_WM_DIAGRAM_GROUP_CODE" val="r1-1"/>
  <p:tag name="KSO_WM_UNIT_DIAGRAM_CONTRAST_TITLE_CNT" val="5"/>
  <p:tag name="KSO_WM_UNIT_DIAGRAM_DIMENSION_TITLE_CNT" val="2"/>
  <p:tag name="KSO_WM_UNIT_USESOURCEFORMAT_APPLY" val="1"/>
</p:tagLst>
</file>

<file path=ppt/tags/tag7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2"/>
  <p:tag name="KSO_WM_UNIT_ID" val="custom160596_36*r_v*1_2"/>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USESOURCEFORMAT_APPLY" val="1"/>
</p:tagLst>
</file>

<file path=ppt/tags/tag7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5"/>
  <p:tag name="KSO_WM_UNIT_ID" val="custom160596_36*r_i*1_5"/>
  <p:tag name="KSO_WM_UNIT_LAYERLEVEL" val="1_1"/>
  <p:tag name="KSO_WM_DIAGRAM_GROUP_CODE" val="r1-1"/>
  <p:tag name="KSO_WM_UNIT_DIAGRAM_CONTRAST_TITLE_CNT" val="5"/>
  <p:tag name="KSO_WM_UNIT_DIAGRAM_DIMENSION_TITLE_CNT" val="2"/>
  <p:tag name="KSO_WM_UNIT_USESOURCEFORMAT_APPLY" val="1"/>
</p:tagLst>
</file>

<file path=ppt/tags/tag7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6"/>
  <p:tag name="KSO_WM_UNIT_ID" val="custom160596_36*r_i*1_6"/>
  <p:tag name="KSO_WM_UNIT_LAYERLEVEL" val="1_1"/>
  <p:tag name="KSO_WM_DIAGRAM_GROUP_CODE" val="r1-1"/>
  <p:tag name="KSO_WM_UNIT_DIAGRAM_CONTRAST_TITLE_CNT" val="5"/>
  <p:tag name="KSO_WM_UNIT_DIAGRAM_DIMENSION_TITLE_CNT" val="2"/>
  <p:tag name="KSO_WM_UNIT_USESOURCEFORMAT_APPLY" val="1"/>
</p:tagLst>
</file>

<file path=ppt/tags/tag7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4"/>
  <p:tag name="KSO_WM_UNIT_ID" val="custom160596_36*r_v*1_4"/>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USESOURCEFORMAT_APPLY" val="1"/>
</p:tagLst>
</file>

<file path=ppt/tags/tag7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7"/>
  <p:tag name="KSO_WM_UNIT_ID" val="custom160596_36*r_i*1_7"/>
  <p:tag name="KSO_WM_UNIT_LAYERLEVEL" val="1_1"/>
  <p:tag name="KSO_WM_DIAGRAM_GROUP_CODE" val="r1-1"/>
  <p:tag name="KSO_WM_UNIT_DIAGRAM_CONTRAST_TITLE_CNT" val="5"/>
  <p:tag name="KSO_WM_UNIT_DIAGRAM_DIMENSION_TITLE_CNT" val="2"/>
  <p:tag name="KSO_WM_UNIT_USESOURCEFORMAT_APPLY" val="1"/>
</p:tagLst>
</file>

<file path=ppt/tags/tag7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i"/>
  <p:tag name="KSO_WM_UNIT_INDEX" val="1_8"/>
  <p:tag name="KSO_WM_UNIT_ID" val="custom160596_36*r_i*1_8"/>
  <p:tag name="KSO_WM_UNIT_LAYERLEVEL" val="1_1"/>
  <p:tag name="KSO_WM_DIAGRAM_GROUP_CODE" val="r1-1"/>
  <p:tag name="KSO_WM_UNIT_DIAGRAM_CONTRAST_TITLE_CNT" val="5"/>
  <p:tag name="KSO_WM_UNIT_DIAGRAM_DIMENSION_TITLE_CNT" val="2"/>
  <p:tag name="KSO_WM_UNIT_USESOURCEFORMAT_APPLY" val="1"/>
</p:tagLst>
</file>

<file path=ppt/tags/tag7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596"/>
  <p:tag name="KSO_WM_UNIT_TYPE" val="r_v"/>
  <p:tag name="KSO_WM_UNIT_INDEX" val="1_6"/>
  <p:tag name="KSO_WM_UNIT_ID" val="custom160596_36*r_v*1_6"/>
  <p:tag name="KSO_WM_UNIT_LAYERLEVEL" val="1_1"/>
  <p:tag name="KSO_WM_UNIT_DIAGRAM_CONTRAST_TITLE_CNT" val="5"/>
  <p:tag name="KSO_WM_UNIT_DIAGRAM_DIMENSION_TITLE_CNT" val="2"/>
  <p:tag name="KSO_WM_UNIT_VALUE" val="11"/>
  <p:tag name="KSO_WM_UNIT_HIGHLIGHT" val="0"/>
  <p:tag name="KSO_WM_UNIT_COMPATIBLE" val="0"/>
  <p:tag name="KSO_WM_UNIT_CLEAR" val="0"/>
  <p:tag name="KSO_WM_UNIT_PRESET_TEXT_INDEX" val="2"/>
  <p:tag name="KSO_WM_UNIT_PRESET_TEXT_LEN" val="10"/>
  <p:tag name="KSO_WM_DIAGRAM_GROUP_CODE" val="r1-1"/>
  <p:tag name="KSO_WM_UNIT_USESOURCEFORMAT_APPLY" val="1"/>
</p:tagLst>
</file>

<file path=ppt/tags/tag72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23.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724.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725.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72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72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72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72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730.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731.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73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73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73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3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13"/>
  <p:tag name="KSO_WM_UNIT_ID" val="diagram781_3*q_i*1_13"/>
  <p:tag name="KSO_WM_UNIT_CLEAR" val="1"/>
  <p:tag name="KSO_WM_UNIT_LAYERLEVEL" val="1_1"/>
  <p:tag name="KSO_WM_DIAGRAM_GROUP_CODE" val="q1-1"/>
  <p:tag name="KSO_WM_UNIT_TEXT_FILL_FORE_SCHEMECOLOR_INDEX" val="14"/>
  <p:tag name="KSO_WM_UNIT_TEXT_FILL_TYPE" val="1"/>
  <p:tag name="KSO_WM_UNIT_USESOURCEFORMAT_APPLY" val="1"/>
</p:tagLst>
</file>

<file path=ppt/tags/tag7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14"/>
  <p:tag name="KSO_WM_UNIT_ID" val="diagram781_3*q_i*1_14"/>
  <p:tag name="KSO_WM_UNIT_CLEAR" val="1"/>
  <p:tag name="KSO_WM_UNIT_LAYERLEVEL" val="1_1"/>
  <p:tag name="KSO_WM_DIAGRAM_GROUP_CODE" val="q1-1"/>
  <p:tag name="KSO_WM_UNIT_TEXT_FILL_FORE_SCHEMECOLOR_INDEX" val="14"/>
  <p:tag name="KSO_WM_UNIT_TEXT_FILL_TYPE" val="1"/>
  <p:tag name="KSO_WM_UNIT_USESOURCEFORMAT_APPLY" val="1"/>
</p:tagLst>
</file>

<file path=ppt/tags/tag73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15"/>
  <p:tag name="KSO_WM_UNIT_ID" val="diagram781_3*q_i*1_15"/>
  <p:tag name="KSO_WM_UNIT_CLEAR" val="1"/>
  <p:tag name="KSO_WM_UNIT_LAYERLEVEL" val="1_1"/>
  <p:tag name="KSO_WM_DIAGRAM_GROUP_CODE" val="q1-1"/>
  <p:tag name="KSO_WM_UNIT_TEXT_FILL_FORE_SCHEMECOLOR_INDEX" val="14"/>
  <p:tag name="KSO_WM_UNIT_TEXT_FILL_TYPE" val="1"/>
  <p:tag name="KSO_WM_UNIT_USESOURCEFORMAT_APPLY" val="1"/>
</p:tagLst>
</file>

<file path=ppt/tags/tag73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781"/>
  <p:tag name="KSO_WM_UNIT_TYPE" val="q_i"/>
  <p:tag name="KSO_WM_UNIT_INDEX" val="1_16"/>
  <p:tag name="KSO_WM_UNIT_ID" val="diagram781_3*q_i*1_16"/>
  <p:tag name="KSO_WM_UNIT_CLEAR" val="1"/>
  <p:tag name="KSO_WM_UNIT_LAYERLEVEL" val="1_1"/>
  <p:tag name="KSO_WM_DIAGRAM_GROUP_CODE" val="q1-1"/>
  <p:tag name="KSO_WM_UNIT_TEXT_FILL_FORE_SCHEMECOLOR_INDEX" val="14"/>
  <p:tag name="KSO_WM_UNIT_TEXT_FILL_TYPE" val="1"/>
  <p:tag name="KSO_WM_UNIT_USESOURCEFORMAT_APPLY" val="1"/>
</p:tagLst>
</file>

<file path=ppt/tags/tag739.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SubTitle"/>
  <p:tag name="MH_ORDER" val="2"/>
</p:tagLst>
</file>

<file path=ppt/tags/tag740.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5"/>
</p:tagLst>
</file>

<file path=ppt/tags/tag741.xml><?xml version="1.0" encoding="utf-8"?>
<p:tagLst xmlns:a="http://schemas.openxmlformats.org/drawingml/2006/main" xmlns:r="http://schemas.openxmlformats.org/officeDocument/2006/relationships" xmlns:p="http://schemas.openxmlformats.org/presentationml/2006/main">
  <p:tag name="MH" val="20170104142724"/>
  <p:tag name="MH_LIBRARY" val="GRAPHIC"/>
  <p:tag name="MH_TYPE" val="Other"/>
  <p:tag name="MH_ORDER" val="6"/>
</p:tagLst>
</file>

<file path=ppt/tags/tag742.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1"/>
</p:tagLst>
</file>

<file path=ppt/tags/tag743.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2"/>
</p:tagLst>
</file>

<file path=ppt/tags/tag744.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3"/>
</p:tagLst>
</file>

<file path=ppt/tags/tag745.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4"/>
</p:tagLst>
</file>

<file path=ppt/tags/tag746.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5"/>
</p:tagLst>
</file>

<file path=ppt/tags/tag747.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6"/>
</p:tagLst>
</file>

<file path=ppt/tags/tag748.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Other"/>
  <p:tag name="MH_ORDER" val="7"/>
</p:tagLst>
</file>

<file path=ppt/tags/tag74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75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5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75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75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75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75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75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75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75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75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76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76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76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76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76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76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6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76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76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76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770.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77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77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77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77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77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77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77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778.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779.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78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81.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SubTitle"/>
  <p:tag name="MH_ORDER" val="1"/>
</p:tagLst>
</file>

<file path=ppt/tags/tag782.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Text"/>
  <p:tag name="MH_ORDER" val="1"/>
</p:tagLst>
</file>

<file path=ppt/tags/tag783.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1"/>
</p:tagLst>
</file>

<file path=ppt/tags/tag784.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2"/>
</p:tagLst>
</file>

<file path=ppt/tags/tag785.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3"/>
</p:tagLst>
</file>

<file path=ppt/tags/tag786.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4"/>
</p:tagLst>
</file>

<file path=ppt/tags/tag787.xml><?xml version="1.0" encoding="utf-8"?>
<p:tagLst xmlns:a="http://schemas.openxmlformats.org/drawingml/2006/main" xmlns:r="http://schemas.openxmlformats.org/officeDocument/2006/relationships" xmlns:p="http://schemas.openxmlformats.org/presentationml/2006/main">
  <p:tag name="MH" val="20161215105341"/>
  <p:tag name="MH_LIBRARY" val="GRAPHIC"/>
  <p:tag name="MH_TYPE" val="Other"/>
  <p:tag name="MH_ORDER" val="15"/>
</p:tagLst>
</file>

<file path=ppt/tags/tag78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8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9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9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9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793.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1"/>
</p:tagLst>
</file>

<file path=ppt/tags/tag794.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2"/>
</p:tagLst>
</file>

<file path=ppt/tags/tag795.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3"/>
</p:tagLst>
</file>

<file path=ppt/tags/tag796.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4"/>
</p:tagLst>
</file>

<file path=ppt/tags/tag797.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5"/>
</p:tagLst>
</file>

<file path=ppt/tags/tag798.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6"/>
</p:tagLst>
</file>

<file path=ppt/tags/tag799.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7"/>
</p:tagLst>
</file>

<file path=ppt/tags/tag800.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8"/>
</p:tagLst>
</file>

<file path=ppt/tags/tag801.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9"/>
</p:tagLst>
</file>

<file path=ppt/tags/tag802.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10"/>
</p:tagLst>
</file>

<file path=ppt/tags/tag803.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Other"/>
  <p:tag name="MH_ORDER" val="11"/>
</p:tagLst>
</file>

<file path=ppt/tags/tag804.xml><?xml version="1.0" encoding="utf-8"?>
<p:tagLst xmlns:a="http://schemas.openxmlformats.org/drawingml/2006/main" xmlns:r="http://schemas.openxmlformats.org/officeDocument/2006/relationships" xmlns:p="http://schemas.openxmlformats.org/presentationml/2006/main">
  <p:tag name="MH" val="20161214202125"/>
  <p:tag name="MH_LIBRARY" val="GRAPHIC"/>
  <p:tag name="MH_TYPE" val="Desc"/>
  <p:tag name="MH_ORDER" val="1"/>
</p:tagLst>
</file>

<file path=ppt/tags/tag805.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0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07.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0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09.xml><?xml version="1.0" encoding="utf-8"?>
<p:tagLst xmlns:a="http://schemas.openxmlformats.org/drawingml/2006/main" xmlns:r="http://schemas.openxmlformats.org/officeDocument/2006/relationships" xmlns:p="http://schemas.openxmlformats.org/presentationml/2006/main">
  <p:tag name="MH" val="20170105153611"/>
  <p:tag name="MH_LIBRARY" val="GRAPHIC"/>
  <p:tag name="MH_TYPE" val="Text"/>
  <p:tag name="MH_ORDER" val="1"/>
</p:tagLst>
</file>

<file path=ppt/tags/tag81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
  <p:tag name="KSO_WM_UNIT_ID" val="custom160418_28*n_i*1_1"/>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8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2"/>
  <p:tag name="KSO_WM_UNIT_ID" val="custom160418_28*n_i*1_2"/>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81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3"/>
  <p:tag name="KSO_WM_UNIT_ID" val="custom160418_28*n_i*1_3"/>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81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4"/>
  <p:tag name="KSO_WM_UNIT_ID" val="custom160418_28*n_i*1_4"/>
  <p:tag name="KSO_WM_UNIT_CLEAR" val="1"/>
  <p:tag name="KSO_WM_UNIT_LAYERLEVEL" val="1_1"/>
  <p:tag name="KSO_WM_DIAGRAM_GROUP_CODE" val="n1-1"/>
  <p:tag name="KSO_WM_UNIT_LINE_FORE_SCHEMECOLOR_INDEX" val="5"/>
  <p:tag name="KSO_WM_UNIT_LINE_FILL_TYPE" val="2"/>
  <p:tag name="KSO_WM_UNIT_SHADOW_SCHEMECOLOR_INDEX" val="16"/>
  <p:tag name="KSO_WM_UNIT_USESOURCEFORMAT_APPLY" val="1"/>
</p:tagLst>
</file>

<file path=ppt/tags/tag81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5"/>
  <p:tag name="KSO_WM_UNIT_ID" val="custom160418_28*n_i*1_5"/>
  <p:tag name="KSO_WM_UNIT_CLEAR" val="1"/>
  <p:tag name="KSO_WM_UNIT_LAYERLEVEL" val="1_1"/>
  <p:tag name="KSO_WM_DIAGRAM_GROUP_CODE" val="n1-1"/>
  <p:tag name="KSO_WM_UNIT_FILL_FORE_SCHEMECOLOR_INDEX" val="5"/>
  <p:tag name="KSO_WM_UNIT_FILL_TYPE" val="1"/>
  <p:tag name="KSO_WM_UNIT_USESOURCEFORMAT_APPLY" val="1"/>
</p:tagLst>
</file>

<file path=ppt/tags/tag81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a"/>
  <p:tag name="KSO_WM_UNIT_INDEX" val="1_1_1"/>
  <p:tag name="KSO_WM_UNIT_ID" val="custom160418_28*n_h_a*1_1_1"/>
  <p:tag name="KSO_WM_UNIT_CLEAR" val="1"/>
  <p:tag name="KSO_WM_UNIT_LAYERLEVEL" val="1_1_1"/>
  <p:tag name="KSO_WM_UNIT_VALUE" val="12"/>
  <p:tag name="KSO_WM_UNIT_HIGHLIGHT" val="0"/>
  <p:tag name="KSO_WM_UNIT_COMPATIBLE" val="0"/>
  <p:tag name="KSO_WM_UNIT_PRESET_TEXT_INDEX" val="3"/>
  <p:tag name="KSO_WM_UNIT_PRESET_TEXT_LEN" val="5"/>
  <p:tag name="KSO_WM_DIAGRAM_GROUP_CODE" val="n1-1"/>
  <p:tag name="KSO_WM_UNIT_FILL_FORE_SCHEMECOLOR_INDEX" val="5"/>
  <p:tag name="KSO_WM_UNIT_FILL_TYPE" val="1"/>
  <p:tag name="KSO_WM_UNIT_TEXT_FILL_FORE_SCHEMECOLOR_INDEX" val="14"/>
  <p:tag name="KSO_WM_UNIT_TEXT_FILL_TYPE" val="1"/>
  <p:tag name="KSO_WM_UNIT_USESOURCEFORMAT_APPLY" val="1"/>
</p:tagLst>
</file>

<file path=ppt/tags/tag81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6"/>
  <p:tag name="KSO_WM_UNIT_ID" val="custom160418_28*n_i*1_6"/>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81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1"/>
  <p:tag name="KSO_WM_UNIT_ID" val="custom160418_28*n_h_f*1_2_1"/>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81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7"/>
  <p:tag name="KSO_WM_UNIT_ID" val="custom160418_28*n_i*1_7"/>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82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2"/>
  <p:tag name="KSO_WM_UNIT_ID" val="custom160418_28*n_h_f*1_2_2"/>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82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8"/>
  <p:tag name="KSO_WM_UNIT_ID" val="custom160418_28*n_i*1_8"/>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82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3"/>
  <p:tag name="KSO_WM_UNIT_ID" val="custom160418_28*n_h_f*1_2_3"/>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82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9"/>
  <p:tag name="KSO_WM_UNIT_ID" val="custom160418_28*n_i*1_9"/>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82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4"/>
  <p:tag name="KSO_WM_UNIT_ID" val="custom160418_28*n_h_f*1_2_4"/>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82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0"/>
  <p:tag name="KSO_WM_UNIT_ID" val="custom160418_28*n_i*1_10"/>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82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5"/>
  <p:tag name="KSO_WM_UNIT_ID" val="custom160418_28*n_h_f*1_2_5"/>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82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i"/>
  <p:tag name="KSO_WM_UNIT_INDEX" val="1_11"/>
  <p:tag name="KSO_WM_UNIT_ID" val="custom160418_28*n_i*1_11"/>
  <p:tag name="KSO_WM_UNIT_CLEAR" val="1"/>
  <p:tag name="KSO_WM_UNIT_LAYERLEVEL" val="1_1"/>
  <p:tag name="KSO_WM_DIAGRAM_GROUP_CODE" val="n1-1"/>
  <p:tag name="KSO_WM_UNIT_FILL_FORE_SCHEMECOLOR_INDEX" val="5"/>
  <p:tag name="KSO_WM_UNIT_FILL_TYPE" val="1"/>
  <p:tag name="KSO_WM_UNIT_LINE_FORE_SCHEMECOLOR_INDEX" val="14"/>
  <p:tag name="KSO_WM_UNIT_LINE_FILL_TYPE" val="2"/>
  <p:tag name="KSO_WM_UNIT_USESOURCEFORMAT_APPLY" val="1"/>
</p:tagLst>
</file>

<file path=ppt/tags/tag82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418"/>
  <p:tag name="KSO_WM_UNIT_TYPE" val="n_h_f"/>
  <p:tag name="KSO_WM_UNIT_INDEX" val="1_2_6"/>
  <p:tag name="KSO_WM_UNIT_ID" val="custom160418_28*n_h_f*1_2_6"/>
  <p:tag name="KSO_WM_UNIT_CLEAR" val="1"/>
  <p:tag name="KSO_WM_UNIT_LAYERLEVEL" val="1_1_1"/>
  <p:tag name="KSO_WM_UNIT_VALUE" val="15"/>
  <p:tag name="KSO_WM_UNIT_HIGHLIGHT" val="0"/>
  <p:tag name="KSO_WM_UNIT_COMPATIBLE" val="0"/>
  <p:tag name="KSO_WM_UNIT_PRESET_TEXT_INDEX" val="4"/>
  <p:tag name="KSO_WM_UNIT_PRESET_TEXT_LEN" val="26"/>
  <p:tag name="KSO_WM_DIAGRAM_GROUP_CODE" val="n1-1"/>
  <p:tag name="KSO_WM_UNIT_TEXT_FILL_FORE_SCHEMECOLOR_INDEX" val="13"/>
  <p:tag name="KSO_WM_UNIT_TEXT_FILL_TYPE" val="1"/>
  <p:tag name="KSO_WM_UNIT_USESOURCEFORMAT_APPLY" val="1"/>
</p:tagLst>
</file>

<file path=ppt/tags/tag82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3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596"/>
</p:tagLst>
</file>

<file path=ppt/tags/tag831.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Other"/>
  <p:tag name="MH_ORDER" val="1"/>
</p:tagLst>
</file>

<file path=ppt/tags/tag832.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Title"/>
  <p:tag name="MH_ORDER" val="1"/>
</p:tagLst>
</file>

<file path=ppt/tags/tag833.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SubTitle"/>
  <p:tag name="MH_ORDER" val="1"/>
</p:tagLst>
</file>

<file path=ppt/tags/tag834.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Text"/>
  <p:tag name="MH_ORDER" val="1"/>
</p:tagLst>
</file>

<file path=ppt/tags/tag835.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SubTitle"/>
  <p:tag name="MH_ORDER" val="1"/>
</p:tagLst>
</file>

<file path=ppt/tags/tag836.xml><?xml version="1.0" encoding="utf-8"?>
<p:tagLst xmlns:a="http://schemas.openxmlformats.org/drawingml/2006/main" xmlns:r="http://schemas.openxmlformats.org/officeDocument/2006/relationships" xmlns:p="http://schemas.openxmlformats.org/presentationml/2006/main">
  <p:tag name="MH" val="20150917114454"/>
  <p:tag name="MH_LIBRARY" val="GRAPHIC"/>
  <p:tag name="MH_TYPE" val="Text"/>
  <p:tag name="MH_ORDER" val="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A000120141119A01PPBG">
  <a:themeElements>
    <a:clrScheme name="自定义 49">
      <a:dk1>
        <a:srgbClr val="4D4D4D"/>
      </a:dk1>
      <a:lt1>
        <a:srgbClr val="FFFFFF"/>
      </a:lt1>
      <a:dk2>
        <a:srgbClr val="4D4D4D"/>
      </a:dk2>
      <a:lt2>
        <a:srgbClr val="FFFFFF"/>
      </a:lt2>
      <a:accent1>
        <a:srgbClr val="EF4150"/>
      </a:accent1>
      <a:accent2>
        <a:srgbClr val="FBAD24"/>
      </a:accent2>
      <a:accent3>
        <a:srgbClr val="58BDA8"/>
      </a:accent3>
      <a:accent4>
        <a:srgbClr val="E8766A"/>
      </a:accent4>
      <a:accent5>
        <a:srgbClr val="CCD373"/>
      </a:accent5>
      <a:accent6>
        <a:srgbClr val="E86ABB"/>
      </a:accent6>
      <a:hlink>
        <a:srgbClr val="447195"/>
      </a:hlink>
      <a:folHlink>
        <a:srgbClr val="7F7F7F"/>
      </a:folHlink>
    </a:clrScheme>
    <a:fontScheme name="自定义 3">
      <a:majorFont>
        <a:latin typeface="Arial"/>
        <a:ea typeface="黑体"/>
        <a:cs typeface=""/>
      </a:majorFont>
      <a:minorFont>
        <a:latin typeface="Arial"/>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244</TotalTime>
  <Words>14709</Words>
  <Application>WPS 演示</Application>
  <PresentationFormat>自定义</PresentationFormat>
  <Paragraphs>1227</Paragraphs>
  <Slides>174</Slides>
  <Notes>158</Notes>
  <HiddenSlides>0</HiddenSlides>
  <MMClips>0</MMClips>
  <ScaleCrop>false</ScaleCrop>
  <HeadingPairs>
    <vt:vector size="4" baseType="variant">
      <vt:variant>
        <vt:lpstr>主题</vt:lpstr>
      </vt:variant>
      <vt:variant>
        <vt:i4>2</vt:i4>
      </vt:variant>
      <vt:variant>
        <vt:lpstr>幻灯片标题</vt:lpstr>
      </vt:variant>
      <vt:variant>
        <vt:i4>174</vt:i4>
      </vt:variant>
    </vt:vector>
  </HeadingPairs>
  <TitlesOfParts>
    <vt:vector size="176" baseType="lpstr">
      <vt:lpstr>Office 主题</vt:lpstr>
      <vt:lpstr>1_A000120141119A01PPBG</vt:lpstr>
      <vt:lpstr>幻灯片 1</vt:lpstr>
      <vt:lpstr>8 Web软件工程</vt:lpstr>
      <vt:lpstr>8 Web软件工程</vt:lpstr>
      <vt:lpstr>幻灯片 4</vt:lpstr>
      <vt:lpstr>幻灯片 5</vt:lpstr>
      <vt:lpstr>幻灯片 6</vt:lpstr>
      <vt:lpstr>8.1 Web软件的特性 </vt:lpstr>
      <vt:lpstr>8.1 Web软件的特性</vt:lpstr>
      <vt:lpstr>8.1 Web软件的特性</vt:lpstr>
      <vt:lpstr>8.1 Web软件的特性</vt:lpstr>
      <vt:lpstr>幻灯片 11</vt:lpstr>
      <vt:lpstr>8.2 Web的层次结构</vt:lpstr>
      <vt:lpstr>8.2 Web的层次结构</vt:lpstr>
      <vt:lpstr>8.2 Web的层次结构</vt:lpstr>
      <vt:lpstr>8.2 Web的层次结构</vt:lpstr>
      <vt:lpstr>8.2 Web的层次结构</vt:lpstr>
      <vt:lpstr>8.2 Web的层次结构</vt:lpstr>
      <vt:lpstr>8.2 Web的层次结构</vt:lpstr>
      <vt:lpstr>8.2 Web的层次结构</vt:lpstr>
      <vt:lpstr>8.2 Web的层次结构</vt:lpstr>
      <vt:lpstr>8.2 Web的层次结构</vt:lpstr>
      <vt:lpstr>8.2 Web的层次结构</vt:lpstr>
      <vt:lpstr>8.2 Web的层次结构</vt:lpstr>
      <vt:lpstr>8.2 Web的层次结构</vt:lpstr>
      <vt:lpstr>8.2 Web的层次结构</vt:lpstr>
      <vt:lpstr>8.2 Web的层次结构</vt:lpstr>
      <vt:lpstr>8.2 Web的层次结构</vt:lpstr>
      <vt:lpstr>8.2 Web的层次结构</vt:lpstr>
      <vt:lpstr>8.2 Web的层次结构</vt:lpstr>
      <vt:lpstr>8.2 Web的层次结构</vt:lpstr>
      <vt:lpstr>8.2 Web的层次结构</vt:lpstr>
      <vt:lpstr>8.2 Web的层次结构</vt:lpstr>
      <vt:lpstr>8.2 Web的层次结构</vt:lpstr>
      <vt:lpstr>8.2 Web的层次结构</vt:lpstr>
      <vt:lpstr>8.2 Web的层次结构</vt:lpstr>
      <vt:lpstr>8.2 Web的层次结构</vt:lpstr>
      <vt:lpstr>8.2 Web的层次结构</vt:lpstr>
      <vt:lpstr>幻灯片 38</vt:lpstr>
      <vt:lpstr>8.3 客户端层可用的技术</vt:lpstr>
      <vt:lpstr>8.3 客户端层可用的技术</vt:lpstr>
      <vt:lpstr>8.3 客户端层可用的技术</vt:lpstr>
      <vt:lpstr>8.3 客户端层可用的技术</vt:lpstr>
      <vt:lpstr>8.3 客户端层可用的技术</vt:lpstr>
      <vt:lpstr>8.3 客户端层可用的技术</vt:lpstr>
      <vt:lpstr>8.3 客户端层可用的技术</vt:lpstr>
      <vt:lpstr>8.3 客户端层可用的技术</vt:lpstr>
      <vt:lpstr>8.3 客户端层可用的技术</vt:lpstr>
      <vt:lpstr>8.3 客户端层可用的技术</vt:lpstr>
      <vt:lpstr>8.3 客户端层可用的技术</vt:lpstr>
      <vt:lpstr>幻灯片 50</vt:lpstr>
      <vt:lpstr>8.4 Web服务器层使用的技术 </vt:lpstr>
      <vt:lpstr>8.4 Web服务器层使用的技术 </vt:lpstr>
      <vt:lpstr>8.4 Web服务器层使用的技术 </vt:lpstr>
      <vt:lpstr>8.4 Web服务器层使用的技术 </vt:lpstr>
      <vt:lpstr>8.4 Web服务器层使用的技术 </vt:lpstr>
      <vt:lpstr>8.4 Web服务器层使用的技术 </vt:lpstr>
      <vt:lpstr>8.4 Web服务器层使用的技术 </vt:lpstr>
      <vt:lpstr>8.4 Web服务器层使用的技术 </vt:lpstr>
      <vt:lpstr>幻灯片 59</vt:lpstr>
      <vt:lpstr>8.5 Web软件设计模式</vt:lpstr>
      <vt:lpstr>8.5 Web软件设计模式 </vt:lpstr>
      <vt:lpstr>8.5 Web软件设计模式</vt:lpstr>
      <vt:lpstr>8.5 Web软件设计模式  </vt:lpstr>
      <vt:lpstr>8.5 Web软件设计模式</vt:lpstr>
      <vt:lpstr>8.5 Web软件设计模式</vt:lpstr>
      <vt:lpstr>8.5 Web软件设计模式  </vt:lpstr>
      <vt:lpstr>8.5 Web软件设计模式  </vt:lpstr>
      <vt:lpstr>8.5 Web软件设计模式  </vt:lpstr>
      <vt:lpstr>8.5 Web软件设计模式 </vt:lpstr>
      <vt:lpstr>8.5 Web软件设计模式 </vt:lpstr>
      <vt:lpstr>8.5 Web软件设计模式 </vt:lpstr>
      <vt:lpstr>8.5 Web软件设计模式 </vt:lpstr>
      <vt:lpstr>8.5 Web软件设计模式 </vt:lpstr>
      <vt:lpstr>8.5 Web软件设计模式 </vt:lpstr>
      <vt:lpstr>8.5 Web软件设计模式 </vt:lpstr>
      <vt:lpstr>8.5 Web软件设计模式 </vt:lpstr>
      <vt:lpstr>8.5 Web软件设计模式 </vt:lpstr>
      <vt:lpstr>8.5 Web软件设计模式  </vt:lpstr>
      <vt:lpstr>8.5 Web软件设计模式  </vt:lpstr>
      <vt:lpstr>8.5 Web软件设计模式  </vt:lpstr>
      <vt:lpstr>8.5 Web软件设计模式  </vt:lpstr>
      <vt:lpstr>8.5 Web软件设计模式  </vt:lpstr>
      <vt:lpstr>8.5 Web软件设计模式  </vt:lpstr>
      <vt:lpstr>8.5 Web软件设计模式 </vt:lpstr>
      <vt:lpstr>8.5 Web软件设计模式  </vt:lpstr>
      <vt:lpstr>8.5 Web软件设计模式  </vt:lpstr>
      <vt:lpstr>8.5 Web软件设计模式  </vt:lpstr>
      <vt:lpstr>8.5 Web软件设计模式  </vt:lpstr>
      <vt:lpstr>幻灯片 89</vt:lpstr>
      <vt:lpstr>8.6 WebApp设计 </vt:lpstr>
      <vt:lpstr>8.6 WebApp设计</vt:lpstr>
      <vt:lpstr>8.6 WebApp设计</vt:lpstr>
      <vt:lpstr>8.6 WebApp设计</vt:lpstr>
      <vt:lpstr>8.6 WebApp设计</vt:lpstr>
      <vt:lpstr>8.6 WebApp设计</vt:lpstr>
      <vt:lpstr>8.6 WebApp设计 </vt:lpstr>
      <vt:lpstr>8.6 WebApp设计 </vt:lpstr>
      <vt:lpstr>8.6 WebApp设计 </vt:lpstr>
      <vt:lpstr>8.6 WebApp设计 </vt:lpstr>
      <vt:lpstr>8.6 WebApp设计 </vt:lpstr>
      <vt:lpstr>8.6 WebApp设计 </vt:lpstr>
      <vt:lpstr>8.6 WebApp设计 </vt:lpstr>
      <vt:lpstr>8.6 WebApp设计 </vt:lpstr>
      <vt:lpstr>8.6 WebApp设计 </vt:lpstr>
      <vt:lpstr>8.6 WebApp设计 </vt:lpstr>
      <vt:lpstr>8.6 WebApp设计 </vt:lpstr>
      <vt:lpstr>8.6 WebApp设计 </vt:lpstr>
      <vt:lpstr>8.6 WebApp设计 </vt:lpstr>
      <vt:lpstr>8.6 WebApp设计 </vt:lpstr>
      <vt:lpstr>幻灯片 110</vt:lpstr>
      <vt:lpstr>8.6 WebApp设计</vt:lpstr>
      <vt:lpstr>8.6 WebApp设计 </vt:lpstr>
      <vt:lpstr>8.6 WebApp设计 </vt:lpstr>
      <vt:lpstr>8.6 WebApp设计 </vt:lpstr>
      <vt:lpstr>8.6 WebApp设计 </vt:lpstr>
      <vt:lpstr>8.6 WebApp设计 </vt:lpstr>
      <vt:lpstr>8.6 WebApp设计 </vt:lpstr>
      <vt:lpstr>8.6 WebApp设计 </vt:lpstr>
      <vt:lpstr>8.6 WebApp设计 </vt:lpstr>
      <vt:lpstr>8.6 WebApp设计</vt:lpstr>
      <vt:lpstr>8.6 WebApp设计 </vt:lpstr>
      <vt:lpstr>8.6 WebApp设计 </vt:lpstr>
      <vt:lpstr>8.6 WebApp设计</vt:lpstr>
      <vt:lpstr>8.6 WebApp设计</vt:lpstr>
      <vt:lpstr>8.6 WebApp设计</vt:lpstr>
      <vt:lpstr>8.6 WebApp设计</vt:lpstr>
      <vt:lpstr>8.6 WebApp设计</vt:lpstr>
      <vt:lpstr>8.6 WebApp设计</vt:lpstr>
      <vt:lpstr>8.6 WebApp设计</vt:lpstr>
      <vt:lpstr>8.6 WebApp设计</vt:lpstr>
      <vt:lpstr>8.6 WebApp设计</vt:lpstr>
      <vt:lpstr>8.6 WebApp设计</vt:lpstr>
      <vt:lpstr>8.6 WebApp设计</vt:lpstr>
      <vt:lpstr>8.6 WebApp设计</vt:lpstr>
      <vt:lpstr>8.6 WebApp设计</vt:lpstr>
      <vt:lpstr>8.6 WebApp设计</vt:lpstr>
      <vt:lpstr>8.6 WebApp设计</vt:lpstr>
      <vt:lpstr>8.6 WebApp设计</vt:lpstr>
      <vt:lpstr>8.6 WebApp设计</vt:lpstr>
      <vt:lpstr>8.6 WebApp设计</vt:lpstr>
      <vt:lpstr>8.6 WebApp设计</vt:lpstr>
      <vt:lpstr>8.6 WebApp设计</vt:lpstr>
      <vt:lpstr>8.6 WebApp设计</vt:lpstr>
      <vt:lpstr>8.6 WebApp设计</vt:lpstr>
      <vt:lpstr>8.6 WebApp设计</vt:lpstr>
      <vt:lpstr>8.6 WebApp设计</vt:lpstr>
      <vt:lpstr>8.6 WebApp设计</vt:lpstr>
      <vt:lpstr>8.6 WebApp设计</vt:lpstr>
      <vt:lpstr>幻灯片 149</vt:lpstr>
      <vt:lpstr>8.7 WebApp测试</vt:lpstr>
      <vt:lpstr>8.7 WebApp测试</vt:lpstr>
      <vt:lpstr>8.7 WebApp测试</vt:lpstr>
      <vt:lpstr>8.7 WebApp测试</vt:lpstr>
      <vt:lpstr>8.7 WebApp测试</vt:lpstr>
      <vt:lpstr>8.7 WebApp测试</vt:lpstr>
      <vt:lpstr>8.7 WebApp测试</vt:lpstr>
      <vt:lpstr>8.7 WebApp测试</vt:lpstr>
      <vt:lpstr>8.7 WebApp测试</vt:lpstr>
      <vt:lpstr>8.7 WebApp测试</vt:lpstr>
      <vt:lpstr>8.7 WebApp测试</vt:lpstr>
      <vt:lpstr>8.7 WebApp测试</vt:lpstr>
      <vt:lpstr>8.7 WebApp测试</vt:lpstr>
      <vt:lpstr>8.7 WebApp测试</vt:lpstr>
      <vt:lpstr>8.7 WebApp测试</vt:lpstr>
      <vt:lpstr>8.7 WebApp测试</vt:lpstr>
      <vt:lpstr>8.7 WebApp测试</vt:lpstr>
      <vt:lpstr>8.7 WebApp测试</vt:lpstr>
      <vt:lpstr>8.7 WebApp测试</vt:lpstr>
      <vt:lpstr>8.7 WebApp测试</vt:lpstr>
      <vt:lpstr>8.7 WebApp测试</vt:lpstr>
      <vt:lpstr>本章小结</vt:lpstr>
      <vt:lpstr>本章小结</vt:lpstr>
      <vt:lpstr>本章小结</vt:lpstr>
      <vt:lpstr>幻灯片 174</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ZYK</dc:creator>
  <cp:lastModifiedBy>Wu</cp:lastModifiedBy>
  <cp:revision>49</cp:revision>
  <dcterms:created xsi:type="dcterms:W3CDTF">2017-02-03T17:20:00Z</dcterms:created>
  <dcterms:modified xsi:type="dcterms:W3CDTF">2017-03-30T00:37:57Z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2052-10.1.0.6206</vt:lpwstr>
  </property>
</Properties>
</file>